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23"/>
  </p:handoutMasterIdLst>
  <p:sldIdLst>
    <p:sldId id="360" r:id="rId3"/>
    <p:sldId id="361" r:id="rId4"/>
    <p:sldId id="256" r:id="rId5"/>
    <p:sldId id="363" r:id="rId7"/>
    <p:sldId id="356" r:id="rId8"/>
    <p:sldId id="359" r:id="rId9"/>
    <p:sldId id="352" r:id="rId10"/>
    <p:sldId id="258" r:id="rId11"/>
    <p:sldId id="264" r:id="rId12"/>
    <p:sldId id="304" r:id="rId13"/>
    <p:sldId id="263" r:id="rId14"/>
    <p:sldId id="366" r:id="rId15"/>
    <p:sldId id="354" r:id="rId16"/>
    <p:sldId id="309" r:id="rId17"/>
    <p:sldId id="355" r:id="rId18"/>
    <p:sldId id="353" r:id="rId19"/>
    <p:sldId id="365" r:id="rId20"/>
    <p:sldId id="262" r:id="rId21"/>
    <p:sldId id="364" r:id="rId22"/>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30AC230B-1864-4CF5-BABB-D9DA42EF891F}">
          <p14:sldIdLst>
            <p14:sldId id="360"/>
            <p14:sldId id="361"/>
            <p14:sldId id="256"/>
            <p14:sldId id="363"/>
            <p14:sldId id="356"/>
            <p14:sldId id="359"/>
            <p14:sldId id="352"/>
          </p14:sldIdLst>
        </p14:section>
        <p14:section name="目录" id="{8E0D4DD4-7489-4E98-9D35-49C8DBE2BF33}">
          <p14:sldIdLst>
            <p14:sldId id="258"/>
            <p14:sldId id="264"/>
            <p14:sldId id="304"/>
          </p14:sldIdLst>
        </p14:section>
        <p14:section name="过渡页" id="{9EBF1506-5727-4ED8-A824-F04E56B688CB}">
          <p14:sldIdLst>
            <p14:sldId id="263"/>
            <p14:sldId id="366"/>
            <p14:sldId id="354"/>
            <p14:sldId id="309"/>
          </p14:sldIdLst>
        </p14:section>
        <p14:section name="内容页" id="{692E0F4A-C683-4326-999D-61FD7FEF4F9E}">
          <p14:sldIdLst>
            <p14:sldId id="355"/>
            <p14:sldId id="353"/>
            <p14:sldId id="365"/>
            <p14:sldId id="262"/>
            <p14:sldId id="3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92DA"/>
    <a:srgbClr val="76ABDC"/>
    <a:srgbClr val="366EAC"/>
    <a:srgbClr val="2D4F8F"/>
    <a:srgbClr val="C48D88"/>
    <a:srgbClr val="007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gs" Target="tags/tag69.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70F39-7BBA-4D53-8096-7170626CFC8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CA4C63-C41C-4A56-B18C-471DCD77E0D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CA4C63-C41C-4A56-B18C-471DCD77E0D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CA4C63-C41C-4A56-B18C-471DCD77E0D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CA4C63-C41C-4A56-B18C-471DCD77E0D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CA4C63-C41C-4A56-B18C-471DCD77E0D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10C2D9E-0316-48FF-B314-CE474C84DFA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10C2D9E-0316-48FF-B314-CE474C84DFA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CA4C63-C41C-4A56-B18C-471DCD77E0D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CA4C63-C41C-4A56-B18C-471DCD77E0D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CA4C63-C41C-4A56-B18C-471DCD77E0D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65F0F37-E8DD-274F-8E79-7BB9FBABDD83}" type="slidenum">
              <a:rPr kumimoji="1" lang="zh-CN" altLang="en-US" sz="1200" b="0" i="0" u="none" strike="noStrike" kern="1200" cap="none" spc="0" normalizeH="0" baseline="0" noProof="0" smtClean="0">
                <a:ln>
                  <a:noFill/>
                </a:ln>
                <a:solidFill>
                  <a:prstClr val="black"/>
                </a:solidFill>
                <a:effectLst/>
                <a:uLnTx/>
                <a:uFillTx/>
                <a:latin typeface="Alibaba PuHuiTi" pitchFamily="18" charset="-122"/>
                <a:ea typeface="Alibaba PuHuiTi" pitchFamily="18" charset="-122"/>
                <a:cs typeface="+mn-cs"/>
              </a:rPr>
            </a:fld>
            <a:endParaRPr kumimoji="1" lang="zh-CN" altLang="en-US" sz="1200" b="0" i="0" u="none" strike="noStrike" kern="1200" cap="none" spc="0" normalizeH="0" baseline="0" noProof="0">
              <a:ln>
                <a:noFill/>
              </a:ln>
              <a:solidFill>
                <a:prstClr val="black"/>
              </a:solidFill>
              <a:effectLst/>
              <a:uLnTx/>
              <a:uFillTx/>
              <a:latin typeface="Alibaba PuHuiTi" pitchFamily="18" charset="-122"/>
              <a:ea typeface="Alibaba PuHuiTi" pitchFamily="18"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CA4C63-C41C-4A56-B18C-471DCD77E0D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CA4C63-C41C-4A56-B18C-471DCD77E0D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CA4C63-C41C-4A56-B18C-471DCD77E0D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B2C41B7-7792-42A1-AB30-EB5C836FC07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C67265-3BD2-4A8A-87C3-CE845B20618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B2C41B7-7792-42A1-AB30-EB5C836FC07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C67265-3BD2-4A8A-87C3-CE845B20618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B2C41B7-7792-42A1-AB30-EB5C836FC07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C67265-3BD2-4A8A-87C3-CE845B20618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B2C41B7-7792-42A1-AB30-EB5C836FC07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DC67265-3BD2-4A8A-87C3-CE845B20618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B2C41B7-7792-42A1-AB30-EB5C836FC07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DC67265-3BD2-4A8A-87C3-CE845B20618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B2C41B7-7792-42A1-AB30-EB5C836FC07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DC67265-3BD2-4A8A-87C3-CE845B20618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B2C41B7-7792-42A1-AB30-EB5C836FC07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DC67265-3BD2-4A8A-87C3-CE845B20618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B2C41B7-7792-42A1-AB30-EB5C836FC07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DC67265-3BD2-4A8A-87C3-CE845B20618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B2C41B7-7792-42A1-AB30-EB5C836FC07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DC67265-3BD2-4A8A-87C3-CE845B20618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B2C41B7-7792-42A1-AB30-EB5C836FC07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C67265-3BD2-4A8A-87C3-CE845B20618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B2C41B7-7792-42A1-AB30-EB5C836FC07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C67265-3BD2-4A8A-87C3-CE845B20618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2218765" y="0"/>
            <a:ext cx="3877235" cy="5432612"/>
          </a:xfrm>
          <a:prstGeom prst="rect">
            <a:avLst/>
          </a:prstGeom>
          <a:pattFill prst="pct5">
            <a:fgClr>
              <a:schemeClr val="accent1"/>
            </a:fgClr>
            <a:bgClr>
              <a:schemeClr val="bg1"/>
            </a:bgClr>
          </a:pattFill>
        </p:spPr>
        <p:txBody>
          <a:bodyPr/>
          <a:lstStyle/>
          <a:p>
            <a:endParaRPr lang="en-ID"/>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2C41B7-7792-42A1-AB30-EB5C836FC07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67265-3BD2-4A8A-87C3-CE845B20618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image" Target="../media/image12.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5.png"/><Relationship Id="rId4" Type="http://schemas.openxmlformats.org/officeDocument/2006/relationships/image" Target="../media/image14.png"/><Relationship Id="rId3" Type="http://schemas.microsoft.com/office/2007/relationships/hdphoto" Target="../media/image18.wdp"/><Relationship Id="rId2" Type="http://schemas.openxmlformats.org/officeDocument/2006/relationships/image" Target="../media/image17.png"/><Relationship Id="rId1" Type="http://schemas.openxmlformats.org/officeDocument/2006/relationships/image" Target="../media/image16.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21.jpeg"/><Relationship Id="rId3" Type="http://schemas.openxmlformats.org/officeDocument/2006/relationships/image" Target="../media/image20.jpeg"/><Relationship Id="rId2" Type="http://schemas.openxmlformats.org/officeDocument/2006/relationships/image" Target="../media/image2.png"/><Relationship Id="rId1" Type="http://schemas.openxmlformats.org/officeDocument/2006/relationships/image" Target="../media/image19.jpe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jpeg"/><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27.jpeg"/><Relationship Id="rId1" Type="http://schemas.openxmlformats.org/officeDocument/2006/relationships/image" Target="../media/image26.jpeg"/></Relationships>
</file>

<file path=ppt/slides/_rels/slide8.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7" Type="http://schemas.openxmlformats.org/officeDocument/2006/relationships/slideLayout" Target="../slideLayouts/slideLayout2.xml"/><Relationship Id="rId26" Type="http://schemas.openxmlformats.org/officeDocument/2006/relationships/image" Target="../media/image10.png"/><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8.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30.jpeg"/><Relationship Id="rId1" Type="http://schemas.openxmlformats.org/officeDocument/2006/relationships/image" Target="../media/image29.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32.jpeg"/><Relationship Id="rId1" Type="http://schemas.openxmlformats.org/officeDocument/2006/relationships/image" Target="../media/image31.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33.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34.jpeg"/><Relationship Id="rId1" Type="http://schemas.openxmlformats.org/officeDocument/2006/relationships/tags" Target="../tags/tag25.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36.jpeg"/><Relationship Id="rId1" Type="http://schemas.openxmlformats.org/officeDocument/2006/relationships/image" Target="../media/image35.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3.xml"/><Relationship Id="rId3" Type="http://schemas.openxmlformats.org/officeDocument/2006/relationships/image" Target="../media/image10.png"/><Relationship Id="rId2" Type="http://schemas.openxmlformats.org/officeDocument/2006/relationships/image" Target="../media/image38.jpeg"/><Relationship Id="rId1" Type="http://schemas.openxmlformats.org/officeDocument/2006/relationships/image" Target="../media/image37.jpeg"/></Relationships>
</file>

<file path=ppt/slides/_rels/slide15.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0" Type="http://schemas.openxmlformats.org/officeDocument/2006/relationships/notesSlide" Target="../notesSlides/notesSlide11.xml"/><Relationship Id="rId2" Type="http://schemas.openxmlformats.org/officeDocument/2006/relationships/tags" Target="../tags/tag26.xml"/><Relationship Id="rId19" Type="http://schemas.openxmlformats.org/officeDocument/2006/relationships/slideLayout" Target="../slideLayouts/slideLayout2.xml"/><Relationship Id="rId18" Type="http://schemas.openxmlformats.org/officeDocument/2006/relationships/image" Target="../media/image2.png"/><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image" Target="../media/image39.jpeg"/></Relationships>
</file>

<file path=ppt/slides/_rels/slide16.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3" Type="http://schemas.openxmlformats.org/officeDocument/2006/relationships/notesSlide" Target="../notesSlides/notesSlide12.xml"/><Relationship Id="rId12" Type="http://schemas.openxmlformats.org/officeDocument/2006/relationships/slideLayout" Target="../slideLayouts/slideLayout2.xml"/><Relationship Id="rId11" Type="http://schemas.openxmlformats.org/officeDocument/2006/relationships/image" Target="../media/image2.png"/><Relationship Id="rId10" Type="http://schemas.openxmlformats.org/officeDocument/2006/relationships/tags" Target="../tags/tag50.xml"/><Relationship Id="rId1" Type="http://schemas.openxmlformats.org/officeDocument/2006/relationships/image" Target="../media/image40.jpeg"/></Relationships>
</file>

<file path=ppt/slides/_rels/slide17.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image" Target="../media/image43.jpeg"/><Relationship Id="rId5" Type="http://schemas.openxmlformats.org/officeDocument/2006/relationships/tags" Target="../tags/tag53.xml"/><Relationship Id="rId4" Type="http://schemas.openxmlformats.org/officeDocument/2006/relationships/image" Target="../media/image42.jpeg"/><Relationship Id="rId3" Type="http://schemas.openxmlformats.org/officeDocument/2006/relationships/tags" Target="../tags/tag52.xml"/><Relationship Id="rId24" Type="http://schemas.openxmlformats.org/officeDocument/2006/relationships/notesSlide" Target="../notesSlides/notesSlide13.xml"/><Relationship Id="rId23" Type="http://schemas.openxmlformats.org/officeDocument/2006/relationships/slideLayout" Target="../slideLayouts/slideLayout2.xml"/><Relationship Id="rId22" Type="http://schemas.openxmlformats.org/officeDocument/2006/relationships/image" Target="../media/image2.png"/><Relationship Id="rId21" Type="http://schemas.openxmlformats.org/officeDocument/2006/relationships/tags" Target="../tags/tag68.xml"/><Relationship Id="rId20" Type="http://schemas.openxmlformats.org/officeDocument/2006/relationships/tags" Target="../tags/tag67.xml"/><Relationship Id="rId2" Type="http://schemas.openxmlformats.org/officeDocument/2006/relationships/image" Target="../media/image41.jpeg"/><Relationship Id="rId19" Type="http://schemas.openxmlformats.org/officeDocument/2006/relationships/tags" Target="../tags/tag66.xml"/><Relationship Id="rId18" Type="http://schemas.openxmlformats.org/officeDocument/2006/relationships/tags" Target="../tags/tag65.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tags" Target="../tags/tag58.xml"/><Relationship Id="rId10" Type="http://schemas.openxmlformats.org/officeDocument/2006/relationships/tags" Target="../tags/tag57.xml"/><Relationship Id="rId1" Type="http://schemas.openxmlformats.org/officeDocument/2006/relationships/tags" Target="../tags/tag5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44.jpe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1" cstate="screen"/>
          <a:stretch>
            <a:fillRect/>
          </a:stretch>
        </p:blipFill>
        <p:spPr>
          <a:xfrm>
            <a:off x="0" y="0"/>
            <a:ext cx="12192000" cy="6858000"/>
          </a:xfrm>
          <a:prstGeom prst="rect">
            <a:avLst/>
          </a:prstGeom>
        </p:spPr>
      </p:pic>
      <p:pic>
        <p:nvPicPr>
          <p:cNvPr id="15" name="图片 14" descr="校名（1918）(内部）-06"/>
          <p:cNvPicPr>
            <a:picLocks noChangeAspect="1"/>
          </p:cNvPicPr>
          <p:nvPr/>
        </p:nvPicPr>
        <p:blipFill>
          <a:blip r:embed="rId2" cstate="screen"/>
          <a:stretch>
            <a:fillRect/>
          </a:stretch>
        </p:blipFill>
        <p:spPr>
          <a:xfrm>
            <a:off x="4938395" y="899179"/>
            <a:ext cx="2112010" cy="586740"/>
          </a:xfrm>
          <a:prstGeom prst="rect">
            <a:avLst/>
          </a:prstGeom>
        </p:spPr>
      </p:pic>
      <p:sp>
        <p:nvSpPr>
          <p:cNvPr id="28" name="矩形 27"/>
          <p:cNvSpPr/>
          <p:nvPr/>
        </p:nvSpPr>
        <p:spPr>
          <a:xfrm>
            <a:off x="2618126" y="1592628"/>
            <a:ext cx="6955750" cy="1107996"/>
          </a:xfrm>
          <a:prstGeom prst="rect">
            <a:avLst/>
          </a:prstGeom>
          <a:noFill/>
        </p:spPr>
        <p:txBody>
          <a:bodyPr wrap="none" lIns="91440" tIns="45720" rIns="91440" bIns="45720">
            <a:spAutoFit/>
          </a:bodyPr>
          <a:lstStyle/>
          <a:p>
            <a:pPr algn="ctr"/>
            <a:r>
              <a:rPr lang="zh-CN" altLang="en-US" sz="6600" b="1" cap="none" spc="0" dirty="0">
                <a:ln w="0"/>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38100" dist="25400" dir="5400000" algn="ctr" rotWithShape="0">
                    <a:srgbClr val="6E747A">
                      <a:alpha val="43000"/>
                    </a:srgbClr>
                  </a:outerShdw>
                </a:effectLst>
                <a:latin typeface="思源黑体 Heavy" panose="020B0A00000000000000" charset="-122"/>
                <a:ea typeface="思源黑体 Heavy" panose="020B0A00000000000000" charset="-122"/>
              </a:rPr>
              <a:t>华工蓝幻灯片</a:t>
            </a:r>
            <a:r>
              <a:rPr kumimoji="0" lang="zh-CN" altLang="en-US" sz="6600" b="1" i="0" u="none" strike="noStrike" kern="1200" cap="none" spc="0" normalizeH="0" baseline="0" noProof="0" dirty="0">
                <a:ln w="0"/>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38100" dist="25400" dir="5400000" algn="ctr" rotWithShape="0">
                    <a:srgbClr val="6E747A">
                      <a:alpha val="43000"/>
                    </a:srgbClr>
                  </a:outerShdw>
                </a:effectLst>
                <a:uLnTx/>
                <a:uFillTx/>
                <a:latin typeface="思源黑体 Heavy" panose="020B0A00000000000000" charset="-122"/>
                <a:ea typeface="思源黑体 Heavy" panose="020B0A00000000000000" charset="-122"/>
              </a:rPr>
              <a:t>模板</a:t>
            </a:r>
            <a:endParaRPr lang="zh-CN" altLang="en-US" sz="6600" b="1" cap="none" spc="0" dirty="0">
              <a:ln w="0"/>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38100" dist="25400" dir="5400000" algn="ctr" rotWithShape="0">
                  <a:srgbClr val="6E747A">
                    <a:alpha val="43000"/>
                  </a:srgbClr>
                </a:outerShdw>
              </a:effectLst>
            </a:endParaRPr>
          </a:p>
        </p:txBody>
      </p:sp>
      <p:pic>
        <p:nvPicPr>
          <p:cNvPr id="38" name="图形 37"/>
          <p:cNvPicPr>
            <a:picLocks noChangeAspect="1"/>
          </p:cNvPicPr>
          <p:nvPr/>
        </p:nvPicPr>
        <p:blipFill>
          <a:blip r:embed="rId3" cstate="screen">
            <a:extLst>
              <a:ext uri="{96DAC541-7B7A-43D3-8B79-37D633B846F1}">
                <asvg:svgBlip xmlns:asvg="http://schemas.microsoft.com/office/drawing/2016/SVG/main" r:embed="rId4"/>
              </a:ext>
            </a:extLst>
          </a:blip>
          <a:stretch>
            <a:fillRect/>
          </a:stretch>
        </p:blipFill>
        <p:spPr>
          <a:xfrm>
            <a:off x="2291080" y="2576583"/>
            <a:ext cx="7609840" cy="976458"/>
          </a:xfrm>
          <a:prstGeom prst="rect">
            <a:avLst/>
          </a:prstGeom>
        </p:spPr>
      </p:pic>
      <p:sp>
        <p:nvSpPr>
          <p:cNvPr id="30" name="文本框 29"/>
          <p:cNvSpPr txBox="1"/>
          <p:nvPr/>
        </p:nvSpPr>
        <p:spPr>
          <a:xfrm>
            <a:off x="3449963" y="2812579"/>
            <a:ext cx="5292074" cy="398780"/>
          </a:xfrm>
          <a:prstGeom prst="rect">
            <a:avLst/>
          </a:prstGeom>
          <a:noFill/>
        </p:spPr>
        <p:txBody>
          <a:bodyPr wrap="square" rtlCol="0">
            <a:spAutoFit/>
          </a:bodyPr>
          <a:lstStyle/>
          <a:p>
            <a:pPr algn="ctr"/>
            <a:r>
              <a:rPr lang="en-US" altLang="zh-CN" sz="2000" b="1" dirty="0">
                <a:ln w="0"/>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38100" dist="25400" dir="5400000" algn="ctr" rotWithShape="0">
                    <a:srgbClr val="6E747A">
                      <a:alpha val="43000"/>
                    </a:srgbClr>
                  </a:outerShdw>
                </a:effectLst>
                <a:ea typeface="思源黑体 CN" panose="020B0500000000000000" pitchFamily="34" charset="-122"/>
              </a:rPr>
              <a:t>South China University Of Technology</a:t>
            </a:r>
            <a:endParaRPr lang="en-US" altLang="zh-CN" sz="2000" b="1" dirty="0">
              <a:ln w="0"/>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38100" dist="25400" dir="5400000" algn="ctr" rotWithShape="0">
                  <a:srgbClr val="6E747A">
                    <a:alpha val="43000"/>
                  </a:srgbClr>
                </a:outerShdw>
              </a:effectLst>
              <a:ea typeface="思源黑体 CN" panose="020B0500000000000000" pitchFamily="34" charset="-122"/>
            </a:endParaRPr>
          </a:p>
        </p:txBody>
      </p:sp>
      <p:sp>
        <p:nvSpPr>
          <p:cNvPr id="31" name="文本框 30"/>
          <p:cNvSpPr txBox="1"/>
          <p:nvPr/>
        </p:nvSpPr>
        <p:spPr>
          <a:xfrm>
            <a:off x="4542773" y="3429000"/>
            <a:ext cx="3106455" cy="337185"/>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rPr>
              <a:t>汇报人：鲤工仔</a:t>
            </a:r>
            <a:endPar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screen"/>
          <a:stretch>
            <a:fillRect/>
          </a:stretch>
        </p:blipFill>
        <p:spPr>
          <a:xfrm>
            <a:off x="0" y="1524"/>
            <a:ext cx="12192000" cy="6854952"/>
          </a:xfrm>
          <a:prstGeom prst="rect">
            <a:avLst/>
          </a:prstGeom>
        </p:spPr>
      </p:pic>
      <p:pic>
        <p:nvPicPr>
          <p:cNvPr id="27" name="图片 26"/>
          <p:cNvPicPr>
            <a:picLocks noChangeAspect="1"/>
          </p:cNvPicPr>
          <p:nvPr/>
        </p:nvPicPr>
        <p:blipFill>
          <a:blip r:embed="rId2" cstate="screen"/>
          <a:stretch>
            <a:fillRect/>
          </a:stretch>
        </p:blipFill>
        <p:spPr>
          <a:xfrm>
            <a:off x="414412" y="378969"/>
            <a:ext cx="1070313" cy="711645"/>
          </a:xfrm>
          <a:prstGeom prst="rect">
            <a:avLst/>
          </a:prstGeom>
        </p:spPr>
      </p:pic>
      <p:pic>
        <p:nvPicPr>
          <p:cNvPr id="33" name="图片 32"/>
          <p:cNvPicPr>
            <a:picLocks noChangeAspect="1"/>
          </p:cNvPicPr>
          <p:nvPr/>
        </p:nvPicPr>
        <p:blipFill>
          <a:blip r:embed="rId3"/>
          <a:stretch>
            <a:fillRect/>
          </a:stretch>
        </p:blipFill>
        <p:spPr>
          <a:xfrm>
            <a:off x="669045" y="5028401"/>
            <a:ext cx="3574114" cy="502920"/>
          </a:xfrm>
          <a:prstGeom prst="rect">
            <a:avLst/>
          </a:prstGeom>
        </p:spPr>
      </p:pic>
      <p:pic>
        <p:nvPicPr>
          <p:cNvPr id="40" name="图片 39"/>
          <p:cNvPicPr>
            <a:picLocks noChangeAspect="1"/>
          </p:cNvPicPr>
          <p:nvPr/>
        </p:nvPicPr>
        <p:blipFill rotWithShape="1">
          <a:blip r:embed="rId4" cstate="screen"/>
          <a:srcRect/>
          <a:stretch>
            <a:fillRect/>
          </a:stretch>
        </p:blipFill>
        <p:spPr>
          <a:xfrm>
            <a:off x="10321164" y="1187255"/>
            <a:ext cx="1456424" cy="711645"/>
          </a:xfrm>
          <a:prstGeom prst="rect">
            <a:avLst/>
          </a:prstGeom>
        </p:spPr>
      </p:pic>
      <p:pic>
        <p:nvPicPr>
          <p:cNvPr id="41" name="图片 40"/>
          <p:cNvPicPr>
            <a:picLocks noChangeAspect="1"/>
          </p:cNvPicPr>
          <p:nvPr/>
        </p:nvPicPr>
        <p:blipFill>
          <a:blip r:embed="rId5" cstate="screen"/>
          <a:stretch>
            <a:fillRect/>
          </a:stretch>
        </p:blipFill>
        <p:spPr>
          <a:xfrm>
            <a:off x="669045" y="3990834"/>
            <a:ext cx="5853676" cy="684403"/>
          </a:xfrm>
          <a:prstGeom prst="rect">
            <a:avLst/>
          </a:prstGeom>
        </p:spPr>
      </p:pic>
      <p:pic>
        <p:nvPicPr>
          <p:cNvPr id="43" name="图片 42"/>
          <p:cNvPicPr>
            <a:picLocks noChangeAspect="1"/>
          </p:cNvPicPr>
          <p:nvPr/>
        </p:nvPicPr>
        <p:blipFill>
          <a:blip r:embed="rId2" cstate="screen"/>
          <a:stretch>
            <a:fillRect/>
          </a:stretch>
        </p:blipFill>
        <p:spPr>
          <a:xfrm>
            <a:off x="8957839" y="968273"/>
            <a:ext cx="1070313" cy="711645"/>
          </a:xfrm>
          <a:prstGeom prst="rect">
            <a:avLst/>
          </a:prstGeom>
        </p:spPr>
      </p:pic>
      <p:pic>
        <p:nvPicPr>
          <p:cNvPr id="25" name="图片 24" descr="校名（1918）(内部）-05"/>
          <p:cNvPicPr>
            <a:picLocks noChangeAspect="1"/>
          </p:cNvPicPr>
          <p:nvPr/>
        </p:nvPicPr>
        <p:blipFill>
          <a:blip r:embed="rId6" cstate="screen"/>
          <a:stretch>
            <a:fillRect/>
          </a:stretch>
        </p:blipFill>
        <p:spPr>
          <a:xfrm>
            <a:off x="9548495" y="233680"/>
            <a:ext cx="2112010" cy="586740"/>
          </a:xfrm>
          <a:prstGeom prst="rect">
            <a:avLst/>
          </a:prstGeom>
        </p:spPr>
      </p:pic>
      <p:sp>
        <p:nvSpPr>
          <p:cNvPr id="42" name="文本框 41"/>
          <p:cNvSpPr txBox="1"/>
          <p:nvPr/>
        </p:nvSpPr>
        <p:spPr>
          <a:xfrm>
            <a:off x="709052" y="4132980"/>
            <a:ext cx="5292074" cy="398780"/>
          </a:xfrm>
          <a:prstGeom prst="rect">
            <a:avLst/>
          </a:prstGeom>
          <a:noFill/>
        </p:spPr>
        <p:txBody>
          <a:bodyPr wrap="square" rtlCol="0">
            <a:spAutoFit/>
          </a:bodyPr>
          <a:lstStyle/>
          <a:p>
            <a:r>
              <a:rPr lang="en-US" altLang="zh-CN" sz="2000" b="1" dirty="0">
                <a:ln w="0"/>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38100" dist="25400" dir="5400000" algn="ctr" rotWithShape="0">
                    <a:srgbClr val="6E747A">
                      <a:alpha val="43000"/>
                    </a:srgbClr>
                  </a:outerShdw>
                </a:effectLst>
                <a:ea typeface="思源黑体 CN" panose="020B0500000000000000" pitchFamily="34" charset="-122"/>
              </a:rPr>
              <a:t>South China University Of Technology</a:t>
            </a:r>
            <a:endParaRPr lang="en-US" altLang="zh-CN" sz="2000" b="1" dirty="0">
              <a:ln w="0"/>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38100" dist="25400" dir="5400000" algn="ctr" rotWithShape="0">
                  <a:srgbClr val="6E747A">
                    <a:alpha val="43000"/>
                  </a:srgbClr>
                </a:outerShdw>
              </a:effectLst>
              <a:ea typeface="思源黑体 CN" panose="020B0500000000000000" pitchFamily="34" charset="-122"/>
            </a:endParaRPr>
          </a:p>
        </p:txBody>
      </p:sp>
      <p:sp>
        <p:nvSpPr>
          <p:cNvPr id="34" name="文本框 33"/>
          <p:cNvSpPr txBox="1"/>
          <p:nvPr/>
        </p:nvSpPr>
        <p:spPr>
          <a:xfrm>
            <a:off x="669046" y="5074691"/>
            <a:ext cx="3574113" cy="337185"/>
          </a:xfrm>
          <a:prstGeom prst="rect">
            <a:avLst/>
          </a:prstGeom>
          <a:noFill/>
        </p:spPr>
        <p:txBody>
          <a:bodyPr wrap="square" rtlCol="0">
            <a:spAutoFit/>
          </a:bodyPr>
          <a:lstStyle/>
          <a:p>
            <a:pPr algn="ctr"/>
            <a:r>
              <a:rPr lang="zh-CN" altLang="en-US" sz="1600" dirty="0">
                <a:ln w="10160">
                  <a:noFill/>
                  <a:prstDash val="solid"/>
                </a:ln>
                <a:solidFill>
                  <a:schemeClr val="bg1"/>
                </a:solidFill>
                <a:effectLst>
                  <a:outerShdw blurRad="152400" dist="38100" dir="2520000" sx="99000" sy="99000" algn="l" rotWithShape="0">
                    <a:srgbClr val="244072">
                      <a:alpha val="27000"/>
                    </a:srgbClr>
                  </a:outerShdw>
                </a:effectLst>
                <a:latin typeface="思源黑体 CN Medium" panose="020B0600000000000000" charset="-122"/>
                <a:ea typeface="思源黑体 Heavy" panose="020B0A00000000000000" charset="-122"/>
              </a:rPr>
              <a:t>汇报人：鲤工仔</a:t>
            </a:r>
            <a:endParaRPr lang="zh-CN" altLang="en-US" sz="1600" dirty="0">
              <a:ln w="10160">
                <a:noFill/>
                <a:prstDash val="solid"/>
              </a:ln>
              <a:solidFill>
                <a:schemeClr val="bg1"/>
              </a:solidFill>
              <a:effectLst>
                <a:outerShdw blurRad="152400" dist="38100" dir="2520000" sx="99000" sy="99000" algn="l" rotWithShape="0">
                  <a:srgbClr val="244072">
                    <a:alpha val="27000"/>
                  </a:srgbClr>
                </a:outerShdw>
              </a:effectLst>
              <a:latin typeface="思源黑体 CN Medium" panose="020B0600000000000000" charset="-122"/>
              <a:ea typeface="思源黑体 Heavy" panose="020B0A00000000000000" charset="-122"/>
            </a:endParaRPr>
          </a:p>
        </p:txBody>
      </p:sp>
      <p:sp>
        <p:nvSpPr>
          <p:cNvPr id="28" name="矩形 27"/>
          <p:cNvSpPr/>
          <p:nvPr/>
        </p:nvSpPr>
        <p:spPr>
          <a:xfrm>
            <a:off x="669044" y="1324096"/>
            <a:ext cx="6646155" cy="2308324"/>
          </a:xfrm>
          <a:prstGeom prst="rect">
            <a:avLst/>
          </a:prstGeom>
          <a:noFill/>
          <a:effectLst>
            <a:outerShdw blurRad="50800" dist="50800" dir="5400000" algn="ctr" rotWithShape="0">
              <a:srgbClr val="244072"/>
            </a:outerShdw>
          </a:effectLst>
        </p:spPr>
        <p:txBody>
          <a:bodyPr wrap="square" lIns="91440" tIns="45720" rIns="91440" bIns="45720">
            <a:spAutoFit/>
          </a:bodyPr>
          <a:lstStyle/>
          <a:p>
            <a:r>
              <a:rPr lang="zh-CN" altLang="en-US" sz="7200" b="1" dirty="0">
                <a:ln w="10160">
                  <a:solidFill>
                    <a:srgbClr val="76ABDC"/>
                  </a:solidFill>
                  <a:prstDash val="solid"/>
                </a:ln>
                <a:solidFill>
                  <a:srgbClr val="FFFFFF"/>
                </a:solidFill>
                <a:effectLst>
                  <a:outerShdw blurRad="152400" dist="38100" dir="2520000" sx="99000" sy="99000" algn="l" rotWithShape="0">
                    <a:srgbClr val="244072">
                      <a:alpha val="27000"/>
                    </a:srgbClr>
                  </a:outerShdw>
                </a:effectLst>
                <a:latin typeface="思源黑体 Heavy" panose="020B0A00000000000000" charset="-122"/>
                <a:ea typeface="思源黑体 Heavy" panose="020B0A00000000000000" charset="-122"/>
              </a:rPr>
              <a:t>华工蓝</a:t>
            </a:r>
            <a:endParaRPr lang="en-US" altLang="zh-CN" sz="7200" b="1" dirty="0">
              <a:ln w="10160">
                <a:solidFill>
                  <a:srgbClr val="76ABDC"/>
                </a:solidFill>
                <a:prstDash val="solid"/>
              </a:ln>
              <a:solidFill>
                <a:srgbClr val="FFFFFF"/>
              </a:solidFill>
              <a:effectLst>
                <a:outerShdw blurRad="152400" dist="38100" dir="2520000" sx="99000" sy="99000" algn="l" rotWithShape="0">
                  <a:srgbClr val="244072">
                    <a:alpha val="27000"/>
                  </a:srgbClr>
                </a:outerShdw>
              </a:effectLst>
              <a:latin typeface="思源黑体 Heavy" panose="020B0A00000000000000" charset="-122"/>
              <a:ea typeface="思源黑体 Heavy" panose="020B0A00000000000000" charset="-122"/>
            </a:endParaRPr>
          </a:p>
          <a:p>
            <a:r>
              <a:rPr lang="zh-CN" altLang="en-US" sz="7200" b="1" dirty="0">
                <a:ln w="10160">
                  <a:solidFill>
                    <a:srgbClr val="76ABDC"/>
                  </a:solidFill>
                  <a:prstDash val="solid"/>
                </a:ln>
                <a:solidFill>
                  <a:srgbClr val="FFFFFF"/>
                </a:solidFill>
                <a:effectLst>
                  <a:outerShdw blurRad="152400" dist="38100" dir="2520000" sx="99000" sy="99000" algn="l" rotWithShape="0">
                    <a:srgbClr val="244072">
                      <a:alpha val="27000"/>
                    </a:srgbClr>
                  </a:outerShdw>
                </a:effectLst>
                <a:latin typeface="思源黑体 Heavy" panose="020B0A00000000000000" charset="-122"/>
                <a:ea typeface="思源黑体 Heavy" panose="020B0A00000000000000" charset="-122"/>
              </a:rPr>
              <a:t>幻灯片模板</a:t>
            </a:r>
            <a:endParaRPr lang="zh-CN" altLang="en-US" sz="7200" b="1" dirty="0">
              <a:ln w="10160">
                <a:solidFill>
                  <a:srgbClr val="76ABDC"/>
                </a:solidFill>
                <a:prstDash val="solid"/>
              </a:ln>
              <a:solidFill>
                <a:srgbClr val="FFFFFF"/>
              </a:solidFill>
              <a:effectLst>
                <a:outerShdw blurRad="152400" dist="38100" dir="2520000" sx="99000" sy="99000" algn="l" rotWithShape="0">
                  <a:srgbClr val="244072">
                    <a:alpha val="27000"/>
                  </a:srgbClr>
                </a:outerShdw>
              </a:effectLst>
            </a:endParaRPr>
          </a:p>
        </p:txBody>
      </p:sp>
      <p:pic>
        <p:nvPicPr>
          <p:cNvPr id="3" name="图片 2"/>
          <p:cNvPicPr>
            <a:picLocks noChangeAspect="1"/>
          </p:cNvPicPr>
          <p:nvPr/>
        </p:nvPicPr>
        <p:blipFill>
          <a:blip r:embed="rId7" cstate="screen"/>
          <a:stretch>
            <a:fillRect/>
          </a:stretch>
        </p:blipFill>
        <p:spPr>
          <a:xfrm flipH="1">
            <a:off x="4742815" y="7575420"/>
            <a:ext cx="7824232" cy="14447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D4F8F"/>
        </a:solidFill>
        <a:effectLst/>
      </p:bgPr>
    </p:bg>
    <p:spTree>
      <p:nvGrpSpPr>
        <p:cNvPr id="1" name=""/>
        <p:cNvGrpSpPr/>
        <p:nvPr/>
      </p:nvGrpSpPr>
      <p:grpSpPr>
        <a:xfrm>
          <a:off x="0" y="0"/>
          <a:ext cx="0" cy="0"/>
          <a:chOff x="0" y="0"/>
          <a:chExt cx="0" cy="0"/>
        </a:xfrm>
      </p:grpSpPr>
      <p:pic>
        <p:nvPicPr>
          <p:cNvPr id="4" name="图片 3"/>
          <p:cNvPicPr>
            <a:picLocks noChangeAspect="1"/>
          </p:cNvPicPr>
          <p:nvPr/>
        </p:nvPicPr>
        <p:blipFill>
          <a:blip r:embed="rId1" cstate="screen"/>
          <a:srcRect/>
          <a:stretch>
            <a:fillRect/>
          </a:stretch>
        </p:blipFill>
        <p:spPr>
          <a:xfrm>
            <a:off x="0" y="0"/>
            <a:ext cx="7360920" cy="6857999"/>
          </a:xfrm>
          <a:prstGeom prst="rect">
            <a:avLst/>
          </a:prstGeom>
        </p:spPr>
      </p:pic>
      <p:sp>
        <p:nvSpPr>
          <p:cNvPr id="6" name="矩形 5"/>
          <p:cNvSpPr/>
          <p:nvPr/>
        </p:nvSpPr>
        <p:spPr>
          <a:xfrm>
            <a:off x="0" y="0"/>
            <a:ext cx="7360920" cy="6857999"/>
          </a:xfrm>
          <a:prstGeom prst="rect">
            <a:avLst/>
          </a:prstGeom>
          <a:gradFill>
            <a:gsLst>
              <a:gs pos="0">
                <a:srgbClr val="366EAC">
                  <a:alpha val="90000"/>
                </a:srgbClr>
              </a:gs>
              <a:gs pos="100000">
                <a:srgbClr val="2D4F8F">
                  <a:alpha val="99000"/>
                </a:srgbClr>
              </a:gs>
            </a:gsLst>
            <a:lin ang="54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screen">
            <a:duotone>
              <a:schemeClr val="bg2">
                <a:shade val="45000"/>
                <a:satMod val="135000"/>
              </a:schemeClr>
              <a:prstClr val="white"/>
            </a:duotone>
            <a:lum bright="-12000" contrast="18000"/>
          </a:blip>
          <a:srcRect/>
          <a:stretch>
            <a:fillRect/>
          </a:stretch>
        </p:blipFill>
        <p:spPr>
          <a:xfrm>
            <a:off x="7360920" y="-1"/>
            <a:ext cx="4831080" cy="6858000"/>
          </a:xfrm>
          <a:prstGeom prst="rect">
            <a:avLst/>
          </a:prstGeom>
        </p:spPr>
      </p:pic>
      <p:sp>
        <p:nvSpPr>
          <p:cNvPr id="10" name="文本框 9"/>
          <p:cNvSpPr txBox="1"/>
          <p:nvPr/>
        </p:nvSpPr>
        <p:spPr>
          <a:xfrm>
            <a:off x="544098" y="2644589"/>
            <a:ext cx="6529699" cy="1015663"/>
          </a:xfrm>
          <a:prstGeom prst="rect">
            <a:avLst/>
          </a:prstGeom>
          <a:noFill/>
        </p:spPr>
        <p:txBody>
          <a:bodyPr wrap="square" rtlCol="0">
            <a:spAutoFit/>
          </a:bodyPr>
          <a:lstStyle/>
          <a:p>
            <a:r>
              <a:rPr lang="zh-CN" altLang="en-US" sz="6000" dirty="0">
                <a:solidFill>
                  <a:schemeClr val="bg1"/>
                </a:solidFill>
                <a:latin typeface="思源黑体 Heavy" panose="020B0A00000000000000" charset="-122"/>
                <a:ea typeface="思源黑体 Heavy" panose="020B0A00000000000000" charset="-122"/>
              </a:rPr>
              <a:t>华工蓝幻灯片模板</a:t>
            </a:r>
            <a:endParaRPr lang="zh-CN" altLang="en-US" sz="6000" dirty="0">
              <a:solidFill>
                <a:schemeClr val="bg1"/>
              </a:solidFill>
              <a:latin typeface="思源黑体 Heavy" panose="020B0A00000000000000" charset="-122"/>
              <a:ea typeface="思源黑体 Heavy" panose="020B0A00000000000000" charset="-122"/>
            </a:endParaRPr>
          </a:p>
        </p:txBody>
      </p:sp>
      <p:pic>
        <p:nvPicPr>
          <p:cNvPr id="13" name="图片 12"/>
          <p:cNvPicPr>
            <a:picLocks noChangeAspect="1"/>
          </p:cNvPicPr>
          <p:nvPr/>
        </p:nvPicPr>
        <p:blipFill>
          <a:blip r:embed="rId3" cstate="screen"/>
          <a:srcRect/>
          <a:stretch>
            <a:fillRect/>
          </a:stretch>
        </p:blipFill>
        <p:spPr>
          <a:xfrm>
            <a:off x="544099" y="1894592"/>
            <a:ext cx="3290047" cy="749997"/>
          </a:xfrm>
          <a:prstGeom prst="rect">
            <a:avLst/>
          </a:prstGeom>
        </p:spPr>
      </p:pic>
      <p:sp>
        <p:nvSpPr>
          <p:cNvPr id="14" name="文本框 13"/>
          <p:cNvSpPr txBox="1"/>
          <p:nvPr/>
        </p:nvSpPr>
        <p:spPr>
          <a:xfrm>
            <a:off x="544195" y="3675380"/>
            <a:ext cx="5100320" cy="368300"/>
          </a:xfrm>
          <a:prstGeom prst="rect">
            <a:avLst/>
          </a:prstGeom>
          <a:noFill/>
        </p:spPr>
        <p:txBody>
          <a:bodyPr wrap="square" rtlCol="0">
            <a:spAutoFit/>
          </a:bodyPr>
          <a:lstStyle/>
          <a:p>
            <a:r>
              <a:rPr lang="en-US" altLang="zh-CN" dirty="0">
                <a:solidFill>
                  <a:schemeClr val="bg1"/>
                </a:solidFill>
                <a:latin typeface="思源黑体 CN Medium" panose="020B0600000000000000" charset="-122"/>
                <a:ea typeface="思源黑体 CN Medium" panose="020B0600000000000000" charset="-122"/>
              </a:rPr>
              <a:t>South China University Of Technology</a:t>
            </a:r>
            <a:endParaRPr lang="en-US" altLang="zh-CN" dirty="0">
              <a:solidFill>
                <a:schemeClr val="bg1"/>
              </a:solidFill>
              <a:latin typeface="思源黑体 CN Medium" panose="020B0600000000000000" charset="-122"/>
              <a:ea typeface="思源黑体 CN Medium" panose="020B0600000000000000" charset="-122"/>
            </a:endParaRPr>
          </a:p>
        </p:txBody>
      </p:sp>
      <p:cxnSp>
        <p:nvCxnSpPr>
          <p:cNvPr id="15" name="直接连接符 14"/>
          <p:cNvCxnSpPr/>
          <p:nvPr/>
        </p:nvCxnSpPr>
        <p:spPr>
          <a:xfrm>
            <a:off x="658721" y="3660252"/>
            <a:ext cx="543727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544098" y="4337361"/>
            <a:ext cx="3106455" cy="337185"/>
          </a:xfrm>
          <a:prstGeom prst="rect">
            <a:avLst/>
          </a:prstGeom>
          <a:noFill/>
        </p:spPr>
        <p:txBody>
          <a:bodyPr wrap="square" rtlCol="0">
            <a:spAutoFit/>
          </a:bodyPr>
          <a:lstStyle/>
          <a:p>
            <a:r>
              <a:rPr lang="zh-CN" altLang="en-US" sz="1600" dirty="0">
                <a:solidFill>
                  <a:schemeClr val="bg1"/>
                </a:solidFill>
                <a:latin typeface="思源黑体 CN" panose="020B0500000000000000" pitchFamily="34" charset="-122"/>
                <a:ea typeface="思源黑体 CN" panose="020B0500000000000000" pitchFamily="34" charset="-122"/>
              </a:rPr>
              <a:t>汇报人：鲤工仔</a:t>
            </a:r>
            <a:endParaRPr lang="zh-CN" altLang="en-US" sz="1600" dirty="0">
              <a:solidFill>
                <a:schemeClr val="bg1"/>
              </a:solidFill>
              <a:latin typeface="思源黑体 CN" panose="020B0500000000000000" pitchFamily="34" charset="-122"/>
              <a:ea typeface="思源黑体 CN" panose="020B0500000000000000" pitchFamily="34" charset="-122"/>
            </a:endParaRPr>
          </a:p>
        </p:txBody>
      </p:sp>
      <p:pic>
        <p:nvPicPr>
          <p:cNvPr id="18" name="图片 17"/>
          <p:cNvPicPr>
            <a:picLocks noChangeAspect="1"/>
          </p:cNvPicPr>
          <p:nvPr/>
        </p:nvPicPr>
        <p:blipFill>
          <a:blip r:embed="rId4" cstate="screen"/>
          <a:stretch>
            <a:fillRect/>
          </a:stretch>
        </p:blipFill>
        <p:spPr>
          <a:xfrm>
            <a:off x="721763" y="5675154"/>
            <a:ext cx="2509022" cy="1326141"/>
          </a:xfrm>
          <a:prstGeom prst="rect">
            <a:avLst/>
          </a:prstGeom>
        </p:spPr>
      </p:pic>
      <p:sp>
        <p:nvSpPr>
          <p:cNvPr id="20" name="文本框 19"/>
          <p:cNvSpPr txBox="1"/>
          <p:nvPr/>
        </p:nvSpPr>
        <p:spPr>
          <a:xfrm>
            <a:off x="544099" y="456107"/>
            <a:ext cx="1583315" cy="368300"/>
          </a:xfrm>
          <a:prstGeom prst="rect">
            <a:avLst/>
          </a:prstGeom>
          <a:noFill/>
        </p:spPr>
        <p:txBody>
          <a:bodyPr wrap="square" rtlCol="0">
            <a:spAutoFit/>
          </a:bodyPr>
          <a:lstStyle/>
          <a:p>
            <a:r>
              <a:rPr lang="en-US" altLang="zh-CN" sz="900" dirty="0">
                <a:solidFill>
                  <a:schemeClr val="bg2">
                    <a:lumMod val="90000"/>
                  </a:schemeClr>
                </a:solidFill>
                <a:latin typeface="思源黑体 Heavy" panose="020B0A00000000000000" charset="-122"/>
                <a:ea typeface="思源黑体 Heavy" panose="020B0A00000000000000" charset="-122"/>
              </a:rPr>
              <a:t>SCUT 2026</a:t>
            </a:r>
            <a:endParaRPr lang="en-US" altLang="zh-CN" sz="900" dirty="0">
              <a:solidFill>
                <a:schemeClr val="bg2">
                  <a:lumMod val="90000"/>
                </a:schemeClr>
              </a:solidFill>
              <a:latin typeface="思源黑体 Heavy" panose="020B0A00000000000000" charset="-122"/>
              <a:ea typeface="思源黑体 Heavy" panose="020B0A00000000000000" charset="-122"/>
            </a:endParaRPr>
          </a:p>
          <a:p>
            <a:r>
              <a:rPr lang="en-US" altLang="zh-CN" sz="900" dirty="0">
                <a:solidFill>
                  <a:schemeClr val="bg2">
                    <a:lumMod val="90000"/>
                  </a:schemeClr>
                </a:solidFill>
                <a:latin typeface="思源黑体 Heavy" panose="020B0A00000000000000" charset="-122"/>
                <a:ea typeface="思源黑体 Heavy" panose="020B0A00000000000000" charset="-122"/>
              </a:rPr>
              <a:t>PRESENTATION SLIDE</a:t>
            </a:r>
            <a:endParaRPr lang="zh-CN" altLang="en-US" sz="900" dirty="0">
              <a:solidFill>
                <a:schemeClr val="bg2">
                  <a:lumMod val="90000"/>
                </a:schemeClr>
              </a:solidFill>
              <a:latin typeface="思源黑体 Heavy" panose="020B0A00000000000000" charset="-122"/>
              <a:ea typeface="思源黑体 Heavy" panose="020B0A00000000000000" charset="-122"/>
            </a:endParaRPr>
          </a:p>
        </p:txBody>
      </p:sp>
      <p:pic>
        <p:nvPicPr>
          <p:cNvPr id="3" name="图片 2" descr="校名（1918）(内部）-06"/>
          <p:cNvPicPr>
            <a:picLocks noChangeAspect="1"/>
          </p:cNvPicPr>
          <p:nvPr/>
        </p:nvPicPr>
        <p:blipFill>
          <a:blip r:embed="rId5" cstate="screen"/>
          <a:stretch>
            <a:fillRect/>
          </a:stretch>
        </p:blipFill>
        <p:spPr>
          <a:xfrm>
            <a:off x="9548495" y="233680"/>
            <a:ext cx="2112010" cy="5867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screen"/>
          <a:srcRect/>
          <a:stretch>
            <a:fillRect/>
          </a:stretch>
        </p:blipFill>
        <p:spPr>
          <a:xfrm>
            <a:off x="886" y="-1"/>
            <a:ext cx="12191114" cy="6858001"/>
          </a:xfrm>
          <a:prstGeom prst="rect">
            <a:avLst/>
          </a:prstGeom>
        </p:spPr>
      </p:pic>
      <p:sp>
        <p:nvSpPr>
          <p:cNvPr id="7" name="矩形 6"/>
          <p:cNvSpPr/>
          <p:nvPr/>
        </p:nvSpPr>
        <p:spPr>
          <a:xfrm>
            <a:off x="0" y="-3"/>
            <a:ext cx="12192000" cy="6858003"/>
          </a:xfrm>
          <a:prstGeom prst="rect">
            <a:avLst/>
          </a:prstGeom>
          <a:gradFill flip="none" rotWithShape="1">
            <a:gsLst>
              <a:gs pos="0">
                <a:schemeClr val="accent1">
                  <a:lumMod val="40000"/>
                  <a:lumOff val="60000"/>
                  <a:alpha val="62000"/>
                </a:schemeClr>
              </a:gs>
              <a:gs pos="42000">
                <a:schemeClr val="accent1">
                  <a:lumMod val="95000"/>
                  <a:lumOff val="5000"/>
                  <a:alpha val="83000"/>
                </a:schemeClr>
              </a:gs>
              <a:gs pos="100000">
                <a:schemeClr val="accent1">
                  <a:lumMod val="60000"/>
                  <a:alpha val="85000"/>
                </a:schemeClr>
              </a:gs>
            </a:gsLst>
            <a:lin ang="6000000" scaled="0"/>
            <a:tileRect/>
          </a:gra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图片 22"/>
          <p:cNvPicPr>
            <a:picLocks noChangeAspect="1"/>
          </p:cNvPicPr>
          <p:nvPr/>
        </p:nvPicPr>
        <p:blipFill>
          <a:blip r:embed="rId2" cstate="screen">
            <a:extLst>
              <a:ext uri="{BEBA8EAE-BF5A-486C-A8C5-ECC9F3942E4B}">
                <a14:imgProps xmlns:a14="http://schemas.microsoft.com/office/drawing/2010/main">
                  <a14:imgLayer r:embed="rId3">
                    <a14:imgEffect>
                      <a14:sharpenSoften amount="-12000"/>
                    </a14:imgEffect>
                  </a14:imgLayer>
                </a14:imgProps>
              </a:ext>
            </a:extLst>
          </a:blip>
          <a:srcRect/>
          <a:stretch>
            <a:fillRect/>
          </a:stretch>
        </p:blipFill>
        <p:spPr>
          <a:xfrm>
            <a:off x="7119969" y="0"/>
            <a:ext cx="4508203" cy="6858000"/>
          </a:xfrm>
          <a:custGeom>
            <a:avLst/>
            <a:gdLst>
              <a:gd name="connsiteX0" fmla="*/ 3168500 w 4508203"/>
              <a:gd name="connsiteY0" fmla="*/ 5046920 h 6858000"/>
              <a:gd name="connsiteX1" fmla="*/ 4508203 w 4508203"/>
              <a:gd name="connsiteY1" fmla="*/ 5046920 h 6858000"/>
              <a:gd name="connsiteX2" fmla="*/ 4508203 w 4508203"/>
              <a:gd name="connsiteY2" fmla="*/ 6857999 h 6858000"/>
              <a:gd name="connsiteX3" fmla="*/ 3168500 w 4508203"/>
              <a:gd name="connsiteY3" fmla="*/ 6857999 h 6858000"/>
              <a:gd name="connsiteX4" fmla="*/ 0 w 4508203"/>
              <a:gd name="connsiteY4" fmla="*/ 2665228 h 6858000"/>
              <a:gd name="connsiteX5" fmla="*/ 1339703 w 4508203"/>
              <a:gd name="connsiteY5" fmla="*/ 2665228 h 6858000"/>
              <a:gd name="connsiteX6" fmla="*/ 1339703 w 4508203"/>
              <a:gd name="connsiteY6" fmla="*/ 6857998 h 6858000"/>
              <a:gd name="connsiteX7" fmla="*/ 0 w 4508203"/>
              <a:gd name="connsiteY7" fmla="*/ 6857998 h 6858000"/>
              <a:gd name="connsiteX8" fmla="*/ 1584251 w 4508203"/>
              <a:gd name="connsiteY8" fmla="*/ 956930 h 6858000"/>
              <a:gd name="connsiteX9" fmla="*/ 2923954 w 4508203"/>
              <a:gd name="connsiteY9" fmla="*/ 956930 h 6858000"/>
              <a:gd name="connsiteX10" fmla="*/ 2923954 w 4508203"/>
              <a:gd name="connsiteY10" fmla="*/ 6858000 h 6858000"/>
              <a:gd name="connsiteX11" fmla="*/ 1584251 w 4508203"/>
              <a:gd name="connsiteY11" fmla="*/ 6858000 h 6858000"/>
              <a:gd name="connsiteX12" fmla="*/ 3168500 w 4508203"/>
              <a:gd name="connsiteY12" fmla="*/ 1 h 6858000"/>
              <a:gd name="connsiteX13" fmla="*/ 4508203 w 4508203"/>
              <a:gd name="connsiteY13" fmla="*/ 1 h 6858000"/>
              <a:gd name="connsiteX14" fmla="*/ 4508203 w 4508203"/>
              <a:gd name="connsiteY14" fmla="*/ 4579089 h 6858000"/>
              <a:gd name="connsiteX15" fmla="*/ 3168500 w 4508203"/>
              <a:gd name="connsiteY15" fmla="*/ 4579089 h 6858000"/>
              <a:gd name="connsiteX16" fmla="*/ 1 w 4508203"/>
              <a:gd name="connsiteY16" fmla="*/ 0 h 6858000"/>
              <a:gd name="connsiteX17" fmla="*/ 1339705 w 4508203"/>
              <a:gd name="connsiteY17" fmla="*/ 0 h 6858000"/>
              <a:gd name="connsiteX18" fmla="*/ 1339705 w 4508203"/>
              <a:gd name="connsiteY18" fmla="*/ 2417135 h 6858000"/>
              <a:gd name="connsiteX19" fmla="*/ 1 w 4508203"/>
              <a:gd name="connsiteY19" fmla="*/ 241713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508203" h="6858000">
                <a:moveTo>
                  <a:pt x="3168500" y="5046920"/>
                </a:moveTo>
                <a:lnTo>
                  <a:pt x="4508203" y="5046920"/>
                </a:lnTo>
                <a:lnTo>
                  <a:pt x="4508203" y="6857999"/>
                </a:lnTo>
                <a:lnTo>
                  <a:pt x="3168500" y="6857999"/>
                </a:lnTo>
                <a:close/>
                <a:moveTo>
                  <a:pt x="0" y="2665228"/>
                </a:moveTo>
                <a:lnTo>
                  <a:pt x="1339703" y="2665228"/>
                </a:lnTo>
                <a:lnTo>
                  <a:pt x="1339703" y="6857998"/>
                </a:lnTo>
                <a:lnTo>
                  <a:pt x="0" y="6857998"/>
                </a:lnTo>
                <a:close/>
                <a:moveTo>
                  <a:pt x="1584251" y="956930"/>
                </a:moveTo>
                <a:lnTo>
                  <a:pt x="2923954" y="956930"/>
                </a:lnTo>
                <a:lnTo>
                  <a:pt x="2923954" y="6858000"/>
                </a:lnTo>
                <a:lnTo>
                  <a:pt x="1584251" y="6858000"/>
                </a:lnTo>
                <a:close/>
                <a:moveTo>
                  <a:pt x="3168500" y="1"/>
                </a:moveTo>
                <a:lnTo>
                  <a:pt x="4508203" y="1"/>
                </a:lnTo>
                <a:lnTo>
                  <a:pt x="4508203" y="4579089"/>
                </a:lnTo>
                <a:lnTo>
                  <a:pt x="3168500" y="4579089"/>
                </a:lnTo>
                <a:close/>
                <a:moveTo>
                  <a:pt x="1" y="0"/>
                </a:moveTo>
                <a:lnTo>
                  <a:pt x="1339705" y="0"/>
                </a:lnTo>
                <a:lnTo>
                  <a:pt x="1339705" y="2417135"/>
                </a:lnTo>
                <a:lnTo>
                  <a:pt x="1" y="2417135"/>
                </a:lnTo>
                <a:close/>
              </a:path>
            </a:pathLst>
          </a:custGeom>
          <a:solidFill>
            <a:schemeClr val="bg1"/>
          </a:solidFill>
          <a:effectLst>
            <a:softEdge rad="12700"/>
          </a:effectLst>
        </p:spPr>
      </p:pic>
      <p:sp>
        <p:nvSpPr>
          <p:cNvPr id="18" name="矩形 17"/>
          <p:cNvSpPr/>
          <p:nvPr/>
        </p:nvSpPr>
        <p:spPr>
          <a:xfrm>
            <a:off x="0" y="-4"/>
            <a:ext cx="12192000" cy="6858003"/>
          </a:xfrm>
          <a:prstGeom prst="rect">
            <a:avLst/>
          </a:prstGeom>
          <a:gradFill flip="none" rotWithShape="1">
            <a:gsLst>
              <a:gs pos="0">
                <a:schemeClr val="accent1">
                  <a:lumMod val="40000"/>
                  <a:lumOff val="60000"/>
                  <a:alpha val="25000"/>
                </a:schemeClr>
              </a:gs>
              <a:gs pos="42000">
                <a:schemeClr val="accent1">
                  <a:lumMod val="95000"/>
                  <a:lumOff val="5000"/>
                  <a:alpha val="25000"/>
                </a:schemeClr>
              </a:gs>
              <a:gs pos="100000">
                <a:schemeClr val="accent1">
                  <a:lumMod val="60000"/>
                  <a:alpha val="89000"/>
                </a:schemeClr>
              </a:gs>
            </a:gsLst>
            <a:lin ang="6000000" scaled="0"/>
            <a:tileRect/>
          </a:gra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文本框 23"/>
          <p:cNvSpPr txBox="1"/>
          <p:nvPr/>
        </p:nvSpPr>
        <p:spPr>
          <a:xfrm>
            <a:off x="544098" y="2644589"/>
            <a:ext cx="6500439" cy="1015663"/>
          </a:xfrm>
          <a:prstGeom prst="rect">
            <a:avLst/>
          </a:prstGeom>
          <a:noFill/>
        </p:spPr>
        <p:txBody>
          <a:bodyPr wrap="square" rtlCol="0">
            <a:spAutoFit/>
          </a:bodyPr>
          <a:lstStyle/>
          <a:p>
            <a:r>
              <a:rPr lang="zh-CN" altLang="en-US" sz="6000" dirty="0">
                <a:solidFill>
                  <a:schemeClr val="bg1"/>
                </a:solidFill>
                <a:effectLst>
                  <a:outerShdw blurRad="101600" dist="38100" dir="2700000" algn="tl">
                    <a:schemeClr val="tx2">
                      <a:alpha val="43000"/>
                    </a:schemeClr>
                  </a:outerShdw>
                </a:effectLst>
                <a:latin typeface="思源黑体 Heavy" panose="020B0A00000000000000" charset="-122"/>
                <a:ea typeface="思源黑体 Heavy" panose="020B0A00000000000000" charset="-122"/>
              </a:rPr>
              <a:t>华工蓝幻灯片模板</a:t>
            </a:r>
            <a:endParaRPr lang="zh-CN" altLang="en-US" sz="6000" dirty="0">
              <a:solidFill>
                <a:schemeClr val="bg1"/>
              </a:solidFill>
              <a:effectLst>
                <a:outerShdw blurRad="101600" dist="38100" dir="2700000" algn="tl">
                  <a:schemeClr val="tx2">
                    <a:alpha val="43000"/>
                  </a:schemeClr>
                </a:outerShdw>
              </a:effectLst>
              <a:latin typeface="思源黑体 Heavy" panose="020B0A00000000000000" charset="-122"/>
              <a:ea typeface="思源黑体 Heavy" panose="020B0A00000000000000" charset="-122"/>
            </a:endParaRPr>
          </a:p>
        </p:txBody>
      </p:sp>
      <p:pic>
        <p:nvPicPr>
          <p:cNvPr id="25" name="图片 24"/>
          <p:cNvPicPr>
            <a:picLocks noChangeAspect="1"/>
          </p:cNvPicPr>
          <p:nvPr/>
        </p:nvPicPr>
        <p:blipFill>
          <a:blip r:embed="rId4" cstate="screen"/>
          <a:srcRect/>
          <a:stretch>
            <a:fillRect/>
          </a:stretch>
        </p:blipFill>
        <p:spPr>
          <a:xfrm>
            <a:off x="544099" y="1894592"/>
            <a:ext cx="3290047" cy="749997"/>
          </a:xfrm>
          <a:prstGeom prst="rect">
            <a:avLst/>
          </a:prstGeom>
        </p:spPr>
      </p:pic>
      <p:sp>
        <p:nvSpPr>
          <p:cNvPr id="26" name="文本框 25"/>
          <p:cNvSpPr txBox="1"/>
          <p:nvPr/>
        </p:nvSpPr>
        <p:spPr>
          <a:xfrm>
            <a:off x="544195" y="3675380"/>
            <a:ext cx="4492625" cy="368300"/>
          </a:xfrm>
          <a:prstGeom prst="rect">
            <a:avLst/>
          </a:prstGeom>
          <a:noFill/>
        </p:spPr>
        <p:txBody>
          <a:bodyPr wrap="square" rtlCol="0">
            <a:spAutoFit/>
          </a:bodyPr>
          <a:lstStyle/>
          <a:p>
            <a:r>
              <a:rPr lang="en-US" altLang="zh-CN" dirty="0">
                <a:solidFill>
                  <a:schemeClr val="bg1"/>
                </a:solidFill>
                <a:latin typeface="思源黑体 CN Medium" panose="020B0600000000000000" charset="-122"/>
                <a:ea typeface="思源黑体 CN Medium" panose="020B0600000000000000" charset="-122"/>
              </a:rPr>
              <a:t>South China University Of Technology</a:t>
            </a:r>
            <a:endParaRPr lang="en-US" altLang="zh-CN" dirty="0">
              <a:solidFill>
                <a:schemeClr val="bg1"/>
              </a:solidFill>
              <a:latin typeface="思源黑体 CN Medium" panose="020B0600000000000000" charset="-122"/>
              <a:ea typeface="思源黑体 CN Medium" panose="020B0600000000000000" charset="-122"/>
            </a:endParaRPr>
          </a:p>
        </p:txBody>
      </p:sp>
      <p:sp>
        <p:nvSpPr>
          <p:cNvPr id="27" name="文本框 26"/>
          <p:cNvSpPr txBox="1"/>
          <p:nvPr/>
        </p:nvSpPr>
        <p:spPr>
          <a:xfrm>
            <a:off x="544098" y="4337361"/>
            <a:ext cx="3106455" cy="337185"/>
          </a:xfrm>
          <a:prstGeom prst="rect">
            <a:avLst/>
          </a:prstGeom>
          <a:noFill/>
        </p:spPr>
        <p:txBody>
          <a:bodyPr wrap="square" rtlCol="0">
            <a:spAutoFit/>
          </a:bodyPr>
          <a:lstStyle/>
          <a:p>
            <a:r>
              <a:rPr lang="zh-CN" altLang="en-US" sz="1600" dirty="0">
                <a:solidFill>
                  <a:schemeClr val="bg1"/>
                </a:solidFill>
                <a:latin typeface="思源黑体 CN" panose="020B0500000000000000" pitchFamily="34" charset="-122"/>
                <a:ea typeface="思源黑体 CN" panose="020B0500000000000000" pitchFamily="34" charset="-122"/>
              </a:rPr>
              <a:t>汇报人：鲤工仔</a:t>
            </a:r>
            <a:endParaRPr lang="zh-CN" altLang="en-US" sz="1600" dirty="0">
              <a:solidFill>
                <a:schemeClr val="bg1"/>
              </a:solidFill>
              <a:latin typeface="思源黑体 CN" panose="020B0500000000000000" pitchFamily="34" charset="-122"/>
              <a:ea typeface="思源黑体 CN" panose="020B0500000000000000" pitchFamily="34" charset="-122"/>
            </a:endParaRPr>
          </a:p>
        </p:txBody>
      </p:sp>
      <p:pic>
        <p:nvPicPr>
          <p:cNvPr id="28" name="图片 27"/>
          <p:cNvPicPr>
            <a:picLocks noChangeAspect="1"/>
          </p:cNvPicPr>
          <p:nvPr/>
        </p:nvPicPr>
        <p:blipFill>
          <a:blip r:embed="rId5" cstate="screen"/>
          <a:stretch>
            <a:fillRect/>
          </a:stretch>
        </p:blipFill>
        <p:spPr>
          <a:xfrm>
            <a:off x="721763" y="5675154"/>
            <a:ext cx="2509022" cy="1326141"/>
          </a:xfrm>
          <a:prstGeom prst="rect">
            <a:avLst/>
          </a:prstGeom>
        </p:spPr>
      </p:pic>
      <p:cxnSp>
        <p:nvCxnSpPr>
          <p:cNvPr id="10" name="直接连接符 9"/>
          <p:cNvCxnSpPr/>
          <p:nvPr/>
        </p:nvCxnSpPr>
        <p:spPr>
          <a:xfrm>
            <a:off x="658721" y="3660252"/>
            <a:ext cx="543727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descr="校名（1918）(内部）-05"/>
          <p:cNvPicPr>
            <a:picLocks noChangeAspect="1"/>
          </p:cNvPicPr>
          <p:nvPr/>
        </p:nvPicPr>
        <p:blipFill>
          <a:blip r:embed="rId6" cstate="screen"/>
          <a:stretch>
            <a:fillRect/>
          </a:stretch>
        </p:blipFill>
        <p:spPr>
          <a:xfrm>
            <a:off x="658721" y="386080"/>
            <a:ext cx="2112010" cy="5867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92681" y="1268955"/>
            <a:ext cx="3600000" cy="3600000"/>
          </a:xfrm>
          <a:prstGeom prst="rect">
            <a:avLst/>
          </a:prstGeom>
          <a:solidFill>
            <a:srgbClr val="2D4F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544099" y="456107"/>
            <a:ext cx="1583315" cy="368300"/>
          </a:xfrm>
          <a:prstGeom prst="rect">
            <a:avLst/>
          </a:prstGeom>
          <a:noFill/>
        </p:spPr>
        <p:txBody>
          <a:bodyPr wrap="square" rtlCol="0">
            <a:spAutoFit/>
          </a:bodyPr>
          <a:lstStyle/>
          <a:p>
            <a:r>
              <a:rPr lang="en-US" altLang="zh-CN" sz="900" dirty="0">
                <a:latin typeface="思源黑体 Heavy" panose="020B0A00000000000000" charset="-122"/>
                <a:ea typeface="思源黑体 Heavy" panose="020B0A00000000000000" charset="-122"/>
              </a:rPr>
              <a:t>SCUT 2026</a:t>
            </a:r>
            <a:endParaRPr lang="en-US" altLang="zh-CN" sz="900" dirty="0">
              <a:latin typeface="思源黑体 Heavy" panose="020B0A00000000000000" charset="-122"/>
              <a:ea typeface="思源黑体 Heavy" panose="020B0A00000000000000" charset="-122"/>
            </a:endParaRPr>
          </a:p>
          <a:p>
            <a:r>
              <a:rPr lang="en-US" altLang="zh-CN" sz="900" dirty="0">
                <a:latin typeface="思源黑体 Heavy" panose="020B0A00000000000000" charset="-122"/>
                <a:ea typeface="思源黑体 Heavy" panose="020B0A00000000000000" charset="-122"/>
              </a:rPr>
              <a:t>PRESENTATION SLIDE</a:t>
            </a:r>
            <a:endParaRPr lang="zh-CN" altLang="en-US" sz="900" dirty="0">
              <a:latin typeface="思源黑体 Heavy" panose="020B0A00000000000000" charset="-122"/>
              <a:ea typeface="思源黑体 Heavy" panose="020B0A00000000000000" charset="-122"/>
            </a:endParaRPr>
          </a:p>
        </p:txBody>
      </p:sp>
      <p:pic>
        <p:nvPicPr>
          <p:cNvPr id="3" name="图片 2"/>
          <p:cNvPicPr>
            <a:picLocks noChangeAspect="1"/>
          </p:cNvPicPr>
          <p:nvPr/>
        </p:nvPicPr>
        <p:blipFill>
          <a:blip r:embed="rId1" cstate="screen">
            <a:alphaModFix amt="50000"/>
            <a:duotone>
              <a:schemeClr val="bg2">
                <a:shade val="45000"/>
                <a:satMod val="135000"/>
              </a:schemeClr>
              <a:prstClr val="white"/>
            </a:duotone>
          </a:blip>
          <a:srcRect/>
          <a:stretch>
            <a:fillRect/>
          </a:stretch>
        </p:blipFill>
        <p:spPr>
          <a:xfrm>
            <a:off x="6092681" y="0"/>
            <a:ext cx="6094800" cy="6858000"/>
          </a:xfrm>
          <a:prstGeom prst="rect">
            <a:avLst/>
          </a:prstGeom>
        </p:spPr>
      </p:pic>
      <p:pic>
        <p:nvPicPr>
          <p:cNvPr id="5" name="图片 4" descr="校名（1918）(内部）-06"/>
          <p:cNvPicPr>
            <a:picLocks noChangeAspect="1"/>
          </p:cNvPicPr>
          <p:nvPr/>
        </p:nvPicPr>
        <p:blipFill>
          <a:blip r:embed="rId2" cstate="screen"/>
          <a:stretch>
            <a:fillRect/>
          </a:stretch>
        </p:blipFill>
        <p:spPr>
          <a:xfrm>
            <a:off x="9548495" y="233680"/>
            <a:ext cx="2112010" cy="586740"/>
          </a:xfrm>
          <a:prstGeom prst="rect">
            <a:avLst/>
          </a:prstGeom>
        </p:spPr>
      </p:pic>
      <p:pic>
        <p:nvPicPr>
          <p:cNvPr id="12" name="图片 11"/>
          <p:cNvPicPr>
            <a:picLocks noChangeAspect="1"/>
          </p:cNvPicPr>
          <p:nvPr/>
        </p:nvPicPr>
        <p:blipFill>
          <a:blip r:embed="rId3" cstate="screen">
            <a:alphaModFix amt="20000"/>
          </a:blip>
          <a:srcRect/>
          <a:stretch>
            <a:fillRect/>
          </a:stretch>
        </p:blipFill>
        <p:spPr>
          <a:xfrm>
            <a:off x="4292682" y="1277192"/>
            <a:ext cx="1800000" cy="3591763"/>
          </a:xfrm>
          <a:prstGeom prst="rect">
            <a:avLst/>
          </a:prstGeom>
        </p:spPr>
      </p:pic>
      <p:pic>
        <p:nvPicPr>
          <p:cNvPr id="9" name="图片 8"/>
          <p:cNvPicPr>
            <a:picLocks noChangeAspect="1"/>
          </p:cNvPicPr>
          <p:nvPr/>
        </p:nvPicPr>
        <p:blipFill>
          <a:blip r:embed="rId4" cstate="screen"/>
          <a:srcRect/>
          <a:stretch>
            <a:fillRect/>
          </a:stretch>
        </p:blipFill>
        <p:spPr>
          <a:xfrm>
            <a:off x="6092681" y="1268955"/>
            <a:ext cx="1800000" cy="3600000"/>
          </a:xfrm>
          <a:custGeom>
            <a:avLst/>
            <a:gdLst>
              <a:gd name="connsiteX0" fmla="*/ 0 w 1800000"/>
              <a:gd name="connsiteY0" fmla="*/ 0 h 3600000"/>
              <a:gd name="connsiteX1" fmla="*/ 1800000 w 1800000"/>
              <a:gd name="connsiteY1" fmla="*/ 0 h 3600000"/>
              <a:gd name="connsiteX2" fmla="*/ 1800000 w 1800000"/>
              <a:gd name="connsiteY2" fmla="*/ 3600000 h 3600000"/>
              <a:gd name="connsiteX3" fmla="*/ 0 w 1800000"/>
              <a:gd name="connsiteY3" fmla="*/ 3600000 h 3600000"/>
            </a:gdLst>
            <a:ahLst/>
            <a:cxnLst>
              <a:cxn ang="0">
                <a:pos x="connsiteX0" y="connsiteY0"/>
              </a:cxn>
              <a:cxn ang="0">
                <a:pos x="connsiteX1" y="connsiteY1"/>
              </a:cxn>
              <a:cxn ang="0">
                <a:pos x="connsiteX2" y="connsiteY2"/>
              </a:cxn>
              <a:cxn ang="0">
                <a:pos x="connsiteX3" y="connsiteY3"/>
              </a:cxn>
            </a:cxnLst>
            <a:rect l="l" t="t" r="r" b="b"/>
            <a:pathLst>
              <a:path w="1800000" h="3600000">
                <a:moveTo>
                  <a:pt x="0" y="0"/>
                </a:moveTo>
                <a:lnTo>
                  <a:pt x="1800000" y="0"/>
                </a:lnTo>
                <a:lnTo>
                  <a:pt x="1800000" y="3600000"/>
                </a:lnTo>
                <a:lnTo>
                  <a:pt x="0" y="3600000"/>
                </a:lnTo>
                <a:close/>
              </a:path>
            </a:pathLst>
          </a:custGeom>
        </p:spPr>
      </p:pic>
      <p:sp>
        <p:nvSpPr>
          <p:cNvPr id="10" name="文本框 9"/>
          <p:cNvSpPr txBox="1"/>
          <p:nvPr/>
        </p:nvSpPr>
        <p:spPr>
          <a:xfrm>
            <a:off x="-2119" y="2391621"/>
            <a:ext cx="5951695" cy="1569660"/>
          </a:xfrm>
          <a:prstGeom prst="rect">
            <a:avLst/>
          </a:prstGeom>
          <a:noFill/>
        </p:spPr>
        <p:txBody>
          <a:bodyPr wrap="square" rtlCol="0">
            <a:spAutoFit/>
          </a:bodyPr>
          <a:lstStyle/>
          <a:p>
            <a:pPr algn="r"/>
            <a:r>
              <a:rPr lang="zh-CN" altLang="en-US" sz="4800" b="1" dirty="0">
                <a:latin typeface="思源黑体 Heavy" panose="020B0A00000000000000" charset="-122"/>
                <a:ea typeface="思源黑体 Heavy" panose="020B0A00000000000000" charset="-122"/>
              </a:rPr>
              <a:t>华工蓝 </a:t>
            </a:r>
            <a:r>
              <a:rPr lang="en-US" altLang="zh-CN" sz="4800" b="1" dirty="0">
                <a:solidFill>
                  <a:schemeClr val="bg1"/>
                </a:solidFill>
                <a:latin typeface="思源黑体 CN Heavy" panose="020B0A00000000000000" pitchFamily="34" charset="-122"/>
                <a:ea typeface="思源黑体 CN Heavy" panose="020B0A00000000000000" pitchFamily="34" charset="-122"/>
              </a:rPr>
              <a:t>2026</a:t>
            </a:r>
            <a:endParaRPr lang="en-US" altLang="zh-CN" sz="4800" b="1" dirty="0">
              <a:solidFill>
                <a:schemeClr val="bg1"/>
              </a:solidFill>
              <a:latin typeface="思源黑体 CN Heavy" panose="020B0A00000000000000" pitchFamily="34" charset="-122"/>
              <a:ea typeface="思源黑体 CN Heavy" panose="020B0A00000000000000" pitchFamily="34" charset="-122"/>
            </a:endParaRPr>
          </a:p>
          <a:p>
            <a:pPr algn="r"/>
            <a:r>
              <a:rPr lang="zh-CN" altLang="en-US" sz="4800" b="1" dirty="0">
                <a:latin typeface="思源黑体 Heavy" panose="020B0A00000000000000" charset="-122"/>
                <a:ea typeface="思源黑体 Heavy" panose="020B0A00000000000000" charset="-122"/>
              </a:rPr>
              <a:t>幻灯片模板</a:t>
            </a:r>
            <a:endParaRPr lang="zh-CN" altLang="en-US" sz="4800" b="1" dirty="0">
              <a:latin typeface="思源黑体 Heavy" panose="020B0A00000000000000" charset="-122"/>
              <a:ea typeface="思源黑体 Heavy" panose="020B0A00000000000000" charset="-122"/>
            </a:endParaRPr>
          </a:p>
        </p:txBody>
      </p:sp>
      <p:sp>
        <p:nvSpPr>
          <p:cNvPr id="2" name="文本框 1"/>
          <p:cNvSpPr txBox="1"/>
          <p:nvPr/>
        </p:nvSpPr>
        <p:spPr>
          <a:xfrm>
            <a:off x="2127885" y="3961130"/>
            <a:ext cx="5765165" cy="368300"/>
          </a:xfrm>
          <a:prstGeom prst="rect">
            <a:avLst/>
          </a:prstGeom>
          <a:noFill/>
        </p:spPr>
        <p:txBody>
          <a:bodyPr wrap="square" rtlCol="0">
            <a:spAutoFit/>
          </a:bodyPr>
          <a:lstStyle/>
          <a:p>
            <a:r>
              <a:rPr lang="en-US" altLang="zh-CN" dirty="0">
                <a:latin typeface="思源黑体 CN Medium" panose="020B0600000000000000" charset="-122"/>
                <a:ea typeface="思源黑体 CN Medium" panose="020B0600000000000000" charset="-122"/>
              </a:rPr>
              <a:t>South China University Of Technology</a:t>
            </a:r>
            <a:endParaRPr lang="en-US" altLang="zh-CN" dirty="0">
              <a:latin typeface="思源黑体 CN Medium" panose="020B0600000000000000" charset="-122"/>
              <a:ea typeface="思源黑体 CN Medium" panose="020B0600000000000000" charset="-122"/>
            </a:endParaRPr>
          </a:p>
        </p:txBody>
      </p:sp>
      <p:sp>
        <p:nvSpPr>
          <p:cNvPr id="4" name="文本框 3"/>
          <p:cNvSpPr txBox="1"/>
          <p:nvPr/>
        </p:nvSpPr>
        <p:spPr>
          <a:xfrm>
            <a:off x="3515995" y="4368800"/>
            <a:ext cx="2432685" cy="337185"/>
          </a:xfrm>
          <a:prstGeom prst="rect">
            <a:avLst/>
          </a:prstGeom>
          <a:noFill/>
        </p:spPr>
        <p:txBody>
          <a:bodyPr wrap="square" rtlCol="0">
            <a:spAutoFit/>
          </a:bodyPr>
          <a:lstStyle/>
          <a:p>
            <a:r>
              <a:rPr lang="zh-CN" altLang="en-US" sz="1600" dirty="0">
                <a:latin typeface="思源黑体 CN" panose="020B0500000000000000" pitchFamily="34" charset="-122"/>
                <a:ea typeface="思源黑体 CN" panose="020B0500000000000000" pitchFamily="34" charset="-122"/>
              </a:rPr>
              <a:t>汇报人：</a:t>
            </a:r>
            <a:r>
              <a:rPr lang="en-US" altLang="zh-CN" sz="1600" dirty="0">
                <a:solidFill>
                  <a:schemeClr val="bg1"/>
                </a:solidFill>
                <a:latin typeface="思源黑体 CN" panose="020B0500000000000000" pitchFamily="34" charset="-122"/>
                <a:ea typeface="思源黑体 CN" panose="020B0500000000000000" pitchFamily="34" charset="-122"/>
              </a:rPr>
              <a:t>鲤工仔</a:t>
            </a:r>
            <a:endParaRPr lang="en-US" altLang="zh-CN" sz="1600" dirty="0">
              <a:solidFill>
                <a:schemeClr val="bg1"/>
              </a:solidFill>
              <a:latin typeface="思源黑体 CN" panose="020B0500000000000000" pitchFamily="34" charset="-122"/>
              <a:ea typeface="思源黑体 CN" panose="020B0500000000000000"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任意多边形: 形状 45"/>
          <p:cNvSpPr/>
          <p:nvPr/>
        </p:nvSpPr>
        <p:spPr>
          <a:xfrm>
            <a:off x="9686815" y="924023"/>
            <a:ext cx="133550" cy="976728"/>
          </a:xfrm>
          <a:custGeom>
            <a:avLst/>
            <a:gdLst>
              <a:gd name="connsiteX0" fmla="*/ 66775 w 133550"/>
              <a:gd name="connsiteY0" fmla="*/ 0 h 976728"/>
              <a:gd name="connsiteX1" fmla="*/ 133550 w 133550"/>
              <a:gd name="connsiteY1" fmla="*/ 66775 h 976728"/>
              <a:gd name="connsiteX2" fmla="*/ 133237 w 133550"/>
              <a:gd name="connsiteY2" fmla="*/ 68325 h 976728"/>
              <a:gd name="connsiteX3" fmla="*/ 133549 w 133550"/>
              <a:gd name="connsiteY3" fmla="*/ 68325 h 976728"/>
              <a:gd name="connsiteX4" fmla="*/ 133549 w 133550"/>
              <a:gd name="connsiteY4" fmla="*/ 976728 h 976728"/>
              <a:gd name="connsiteX5" fmla="*/ 0 w 133550"/>
              <a:gd name="connsiteY5" fmla="*/ 976728 h 976728"/>
              <a:gd name="connsiteX6" fmla="*/ 0 w 133550"/>
              <a:gd name="connsiteY6" fmla="*/ 68325 h 976728"/>
              <a:gd name="connsiteX7" fmla="*/ 313 w 133550"/>
              <a:gd name="connsiteY7" fmla="*/ 68325 h 976728"/>
              <a:gd name="connsiteX8" fmla="*/ 0 w 133550"/>
              <a:gd name="connsiteY8" fmla="*/ 66775 h 976728"/>
              <a:gd name="connsiteX9" fmla="*/ 66775 w 133550"/>
              <a:gd name="connsiteY9" fmla="*/ 0 h 976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550" h="976728">
                <a:moveTo>
                  <a:pt x="66775" y="0"/>
                </a:moveTo>
                <a:cubicBezTo>
                  <a:pt x="103654" y="0"/>
                  <a:pt x="133550" y="29896"/>
                  <a:pt x="133550" y="66775"/>
                </a:cubicBezTo>
                <a:lnTo>
                  <a:pt x="133237" y="68325"/>
                </a:lnTo>
                <a:lnTo>
                  <a:pt x="133549" y="68325"/>
                </a:lnTo>
                <a:lnTo>
                  <a:pt x="133549" y="976728"/>
                </a:lnTo>
                <a:lnTo>
                  <a:pt x="0" y="976728"/>
                </a:lnTo>
                <a:lnTo>
                  <a:pt x="0" y="68325"/>
                </a:lnTo>
                <a:lnTo>
                  <a:pt x="313" y="68325"/>
                </a:lnTo>
                <a:lnTo>
                  <a:pt x="0" y="66775"/>
                </a:lnTo>
                <a:cubicBezTo>
                  <a:pt x="0" y="29896"/>
                  <a:pt x="29896" y="0"/>
                  <a:pt x="66775" y="0"/>
                </a:cubicBezTo>
                <a:close/>
              </a:path>
            </a:pathLst>
          </a:custGeom>
          <a:gradFill>
            <a:gsLst>
              <a:gs pos="0">
                <a:srgbClr val="2D4F8F">
                  <a:alpha val="0"/>
                </a:srgbClr>
              </a:gs>
              <a:gs pos="100000">
                <a:srgbClr val="2D4F8F">
                  <a:alpha val="50000"/>
                </a:srgb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5" name="椭圆 44"/>
          <p:cNvSpPr/>
          <p:nvPr/>
        </p:nvSpPr>
        <p:spPr>
          <a:xfrm>
            <a:off x="10616666" y="-339964"/>
            <a:ext cx="1828188" cy="1828188"/>
          </a:xfrm>
          <a:prstGeom prst="ellipse">
            <a:avLst/>
          </a:prstGeom>
          <a:gradFill>
            <a:gsLst>
              <a:gs pos="37000">
                <a:schemeClr val="bg1">
                  <a:alpha val="0"/>
                </a:schemeClr>
              </a:gs>
              <a:gs pos="100000">
                <a:schemeClr val="bg1">
                  <a:lumMod val="85000"/>
                  <a:alpha val="50000"/>
                </a:schemeClr>
              </a:gs>
            </a:gsLst>
            <a:lin ang="81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nvSpPr>
        <p:spPr>
          <a:xfrm>
            <a:off x="8801520" y="1683243"/>
            <a:ext cx="3409510" cy="6224224"/>
          </a:xfrm>
          <a:custGeom>
            <a:avLst/>
            <a:gdLst>
              <a:gd name="connsiteX0" fmla="*/ 1704754 w 3409510"/>
              <a:gd name="connsiteY0" fmla="*/ 0 h 6224224"/>
              <a:gd name="connsiteX1" fmla="*/ 3400707 w 3409510"/>
              <a:gd name="connsiteY1" fmla="*/ 1587525 h 6224224"/>
              <a:gd name="connsiteX2" fmla="*/ 3404911 w 3409510"/>
              <a:gd name="connsiteY2" fmla="*/ 1673898 h 6224224"/>
              <a:gd name="connsiteX3" fmla="*/ 3409509 w 3409510"/>
              <a:gd name="connsiteY3" fmla="*/ 1673898 h 6224224"/>
              <a:gd name="connsiteX4" fmla="*/ 3409509 w 3409510"/>
              <a:gd name="connsiteY4" fmla="*/ 4455877 h 6224224"/>
              <a:gd name="connsiteX5" fmla="*/ 3409510 w 3409510"/>
              <a:gd name="connsiteY5" fmla="*/ 4455898 h 6224224"/>
              <a:gd name="connsiteX6" fmla="*/ 3409509 w 3409510"/>
              <a:gd name="connsiteY6" fmla="*/ 4455919 h 6224224"/>
              <a:gd name="connsiteX7" fmla="*/ 3409509 w 3409510"/>
              <a:gd name="connsiteY7" fmla="*/ 4550325 h 6224224"/>
              <a:gd name="connsiteX8" fmla="*/ 3404913 w 3409510"/>
              <a:gd name="connsiteY8" fmla="*/ 4550325 h 6224224"/>
              <a:gd name="connsiteX9" fmla="*/ 3400709 w 3409510"/>
              <a:gd name="connsiteY9" fmla="*/ 4636699 h 6224224"/>
              <a:gd name="connsiteX10" fmla="*/ 1704756 w 3409510"/>
              <a:gd name="connsiteY10" fmla="*/ 6224224 h 6224224"/>
              <a:gd name="connsiteX11" fmla="*/ 8804 w 3409510"/>
              <a:gd name="connsiteY11" fmla="*/ 4636699 h 6224224"/>
              <a:gd name="connsiteX12" fmla="*/ 4599 w 3409510"/>
              <a:gd name="connsiteY12" fmla="*/ 4550325 h 6224224"/>
              <a:gd name="connsiteX13" fmla="*/ 1 w 3409510"/>
              <a:gd name="connsiteY13" fmla="*/ 4550325 h 6224224"/>
              <a:gd name="connsiteX14" fmla="*/ 1 w 3409510"/>
              <a:gd name="connsiteY14" fmla="*/ 1768347 h 6224224"/>
              <a:gd name="connsiteX15" fmla="*/ 0 w 3409510"/>
              <a:gd name="connsiteY15" fmla="*/ 1768326 h 6224224"/>
              <a:gd name="connsiteX16" fmla="*/ 1 w 3409510"/>
              <a:gd name="connsiteY16" fmla="*/ 1768305 h 6224224"/>
              <a:gd name="connsiteX17" fmla="*/ 1 w 3409510"/>
              <a:gd name="connsiteY17" fmla="*/ 1673898 h 6224224"/>
              <a:gd name="connsiteX18" fmla="*/ 4597 w 3409510"/>
              <a:gd name="connsiteY18" fmla="*/ 1673898 h 6224224"/>
              <a:gd name="connsiteX19" fmla="*/ 8801 w 3409510"/>
              <a:gd name="connsiteY19" fmla="*/ 1587525 h 6224224"/>
              <a:gd name="connsiteX20" fmla="*/ 1704754 w 3409510"/>
              <a:gd name="connsiteY20" fmla="*/ 0 h 622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09510" h="6224224">
                <a:moveTo>
                  <a:pt x="1704754" y="0"/>
                </a:moveTo>
                <a:cubicBezTo>
                  <a:pt x="2587420" y="0"/>
                  <a:pt x="3313406" y="695836"/>
                  <a:pt x="3400707" y="1587525"/>
                </a:cubicBezTo>
                <a:lnTo>
                  <a:pt x="3404911" y="1673898"/>
                </a:lnTo>
                <a:lnTo>
                  <a:pt x="3409509" y="1673898"/>
                </a:lnTo>
                <a:lnTo>
                  <a:pt x="3409509" y="4455877"/>
                </a:lnTo>
                <a:lnTo>
                  <a:pt x="3409510" y="4455898"/>
                </a:lnTo>
                <a:lnTo>
                  <a:pt x="3409509" y="4455919"/>
                </a:lnTo>
                <a:lnTo>
                  <a:pt x="3409509" y="4550325"/>
                </a:lnTo>
                <a:lnTo>
                  <a:pt x="3404913" y="4550325"/>
                </a:lnTo>
                <a:lnTo>
                  <a:pt x="3400709" y="4636699"/>
                </a:lnTo>
                <a:cubicBezTo>
                  <a:pt x="3313408" y="5528388"/>
                  <a:pt x="2587422" y="6224224"/>
                  <a:pt x="1704756" y="6224224"/>
                </a:cubicBezTo>
                <a:cubicBezTo>
                  <a:pt x="822090" y="6224224"/>
                  <a:pt x="96104" y="5528388"/>
                  <a:pt x="8804" y="4636699"/>
                </a:cubicBezTo>
                <a:lnTo>
                  <a:pt x="4599" y="4550325"/>
                </a:lnTo>
                <a:lnTo>
                  <a:pt x="1" y="4550325"/>
                </a:lnTo>
                <a:lnTo>
                  <a:pt x="1" y="1768347"/>
                </a:lnTo>
                <a:lnTo>
                  <a:pt x="0" y="1768326"/>
                </a:lnTo>
                <a:lnTo>
                  <a:pt x="1" y="1768305"/>
                </a:lnTo>
                <a:lnTo>
                  <a:pt x="1" y="1673898"/>
                </a:lnTo>
                <a:lnTo>
                  <a:pt x="4597" y="1673898"/>
                </a:lnTo>
                <a:lnTo>
                  <a:pt x="8801" y="1587525"/>
                </a:lnTo>
                <a:cubicBezTo>
                  <a:pt x="96102" y="695836"/>
                  <a:pt x="822088" y="0"/>
                  <a:pt x="1704754" y="0"/>
                </a:cubicBezTo>
                <a:close/>
              </a:path>
            </a:pathLst>
          </a:custGeom>
          <a:solidFill>
            <a:srgbClr val="366EA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文本框 19"/>
          <p:cNvSpPr txBox="1"/>
          <p:nvPr/>
        </p:nvSpPr>
        <p:spPr>
          <a:xfrm>
            <a:off x="544099" y="456107"/>
            <a:ext cx="1583315" cy="368300"/>
          </a:xfrm>
          <a:prstGeom prst="rect">
            <a:avLst/>
          </a:prstGeom>
          <a:noFill/>
        </p:spPr>
        <p:txBody>
          <a:bodyPr wrap="square" rtlCol="0">
            <a:spAutoFit/>
          </a:bodyPr>
          <a:lstStyle/>
          <a:p>
            <a:r>
              <a:rPr lang="en-US" altLang="zh-CN" sz="900" dirty="0">
                <a:latin typeface="思源黑体 Heavy" panose="020B0A00000000000000" charset="-122"/>
                <a:ea typeface="思源黑体 Heavy" panose="020B0A00000000000000" charset="-122"/>
              </a:rPr>
              <a:t>SCUT 2026</a:t>
            </a:r>
            <a:endParaRPr lang="en-US" altLang="zh-CN" sz="900" dirty="0">
              <a:latin typeface="思源黑体 Heavy" panose="020B0A00000000000000" charset="-122"/>
              <a:ea typeface="思源黑体 Heavy" panose="020B0A00000000000000" charset="-122"/>
            </a:endParaRPr>
          </a:p>
          <a:p>
            <a:r>
              <a:rPr lang="en-US" altLang="zh-CN" sz="900" dirty="0">
                <a:latin typeface="思源黑体 Heavy" panose="020B0A00000000000000" charset="-122"/>
                <a:ea typeface="思源黑体 Heavy" panose="020B0A00000000000000" charset="-122"/>
              </a:rPr>
              <a:t>PRESENTATION SLIDE</a:t>
            </a:r>
            <a:endParaRPr lang="zh-CN" altLang="en-US" sz="900" dirty="0">
              <a:latin typeface="思源黑体 Heavy" panose="020B0A00000000000000" charset="-122"/>
              <a:ea typeface="思源黑体 Heavy" panose="020B0A00000000000000" charset="-122"/>
            </a:endParaRPr>
          </a:p>
        </p:txBody>
      </p:sp>
      <p:pic>
        <p:nvPicPr>
          <p:cNvPr id="5" name="图片 4" descr="校名（1918）(内部）-06"/>
          <p:cNvPicPr>
            <a:picLocks noChangeAspect="1"/>
          </p:cNvPicPr>
          <p:nvPr/>
        </p:nvPicPr>
        <p:blipFill>
          <a:blip r:embed="rId1" cstate="screen"/>
          <a:stretch>
            <a:fillRect/>
          </a:stretch>
        </p:blipFill>
        <p:spPr>
          <a:xfrm>
            <a:off x="9548495" y="233680"/>
            <a:ext cx="2112010" cy="586740"/>
          </a:xfrm>
          <a:prstGeom prst="rect">
            <a:avLst/>
          </a:prstGeom>
        </p:spPr>
      </p:pic>
      <p:pic>
        <p:nvPicPr>
          <p:cNvPr id="27" name="图片 26"/>
          <p:cNvPicPr>
            <a:picLocks noChangeAspect="1"/>
          </p:cNvPicPr>
          <p:nvPr/>
        </p:nvPicPr>
        <p:blipFill>
          <a:blip r:embed="rId2" cstate="screen"/>
          <a:srcRect/>
          <a:stretch>
            <a:fillRect/>
          </a:stretch>
        </p:blipFill>
        <p:spPr>
          <a:xfrm>
            <a:off x="8801520" y="1619448"/>
            <a:ext cx="3409510" cy="5271917"/>
          </a:xfrm>
          <a:custGeom>
            <a:avLst/>
            <a:gdLst>
              <a:gd name="connsiteX0" fmla="*/ 1704754 w 3409510"/>
              <a:gd name="connsiteY0" fmla="*/ 0 h 5271917"/>
              <a:gd name="connsiteX1" fmla="*/ 3400707 w 3409510"/>
              <a:gd name="connsiteY1" fmla="*/ 1587525 h 5271917"/>
              <a:gd name="connsiteX2" fmla="*/ 3404911 w 3409510"/>
              <a:gd name="connsiteY2" fmla="*/ 1673898 h 5271917"/>
              <a:gd name="connsiteX3" fmla="*/ 3409509 w 3409510"/>
              <a:gd name="connsiteY3" fmla="*/ 1673898 h 5271917"/>
              <a:gd name="connsiteX4" fmla="*/ 3409509 w 3409510"/>
              <a:gd name="connsiteY4" fmla="*/ 4455877 h 5271917"/>
              <a:gd name="connsiteX5" fmla="*/ 3409510 w 3409510"/>
              <a:gd name="connsiteY5" fmla="*/ 4455898 h 5271917"/>
              <a:gd name="connsiteX6" fmla="*/ 3409509 w 3409510"/>
              <a:gd name="connsiteY6" fmla="*/ 4455919 h 5271917"/>
              <a:gd name="connsiteX7" fmla="*/ 3409509 w 3409510"/>
              <a:gd name="connsiteY7" fmla="*/ 4550325 h 5271917"/>
              <a:gd name="connsiteX8" fmla="*/ 3404913 w 3409510"/>
              <a:gd name="connsiteY8" fmla="*/ 4550325 h 5271917"/>
              <a:gd name="connsiteX9" fmla="*/ 3400709 w 3409510"/>
              <a:gd name="connsiteY9" fmla="*/ 4636699 h 5271917"/>
              <a:gd name="connsiteX10" fmla="*/ 3223011 w 3409510"/>
              <a:gd name="connsiteY10" fmla="*/ 5260931 h 5271917"/>
              <a:gd name="connsiteX11" fmla="*/ 3216965 w 3409510"/>
              <a:gd name="connsiteY11" fmla="*/ 5271917 h 5271917"/>
              <a:gd name="connsiteX12" fmla="*/ 192548 w 3409510"/>
              <a:gd name="connsiteY12" fmla="*/ 5271917 h 5271917"/>
              <a:gd name="connsiteX13" fmla="*/ 186501 w 3409510"/>
              <a:gd name="connsiteY13" fmla="*/ 5260931 h 5271917"/>
              <a:gd name="connsiteX14" fmla="*/ 8804 w 3409510"/>
              <a:gd name="connsiteY14" fmla="*/ 4636699 h 5271917"/>
              <a:gd name="connsiteX15" fmla="*/ 4599 w 3409510"/>
              <a:gd name="connsiteY15" fmla="*/ 4550325 h 5271917"/>
              <a:gd name="connsiteX16" fmla="*/ 1 w 3409510"/>
              <a:gd name="connsiteY16" fmla="*/ 4550325 h 5271917"/>
              <a:gd name="connsiteX17" fmla="*/ 1 w 3409510"/>
              <a:gd name="connsiteY17" fmla="*/ 1768347 h 5271917"/>
              <a:gd name="connsiteX18" fmla="*/ 0 w 3409510"/>
              <a:gd name="connsiteY18" fmla="*/ 1768326 h 5271917"/>
              <a:gd name="connsiteX19" fmla="*/ 1 w 3409510"/>
              <a:gd name="connsiteY19" fmla="*/ 1768305 h 5271917"/>
              <a:gd name="connsiteX20" fmla="*/ 1 w 3409510"/>
              <a:gd name="connsiteY20" fmla="*/ 1673898 h 5271917"/>
              <a:gd name="connsiteX21" fmla="*/ 4597 w 3409510"/>
              <a:gd name="connsiteY21" fmla="*/ 1673898 h 5271917"/>
              <a:gd name="connsiteX22" fmla="*/ 8801 w 3409510"/>
              <a:gd name="connsiteY22" fmla="*/ 1587525 h 5271917"/>
              <a:gd name="connsiteX23" fmla="*/ 1704754 w 3409510"/>
              <a:gd name="connsiteY23" fmla="*/ 0 h 5271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09510" h="5271917">
                <a:moveTo>
                  <a:pt x="1704754" y="0"/>
                </a:moveTo>
                <a:cubicBezTo>
                  <a:pt x="2587420" y="0"/>
                  <a:pt x="3313406" y="695836"/>
                  <a:pt x="3400707" y="1587525"/>
                </a:cubicBezTo>
                <a:lnTo>
                  <a:pt x="3404911" y="1673898"/>
                </a:lnTo>
                <a:lnTo>
                  <a:pt x="3409509" y="1673898"/>
                </a:lnTo>
                <a:lnTo>
                  <a:pt x="3409509" y="4455877"/>
                </a:lnTo>
                <a:lnTo>
                  <a:pt x="3409510" y="4455898"/>
                </a:lnTo>
                <a:lnTo>
                  <a:pt x="3409509" y="4455919"/>
                </a:lnTo>
                <a:lnTo>
                  <a:pt x="3409509" y="4550325"/>
                </a:lnTo>
                <a:lnTo>
                  <a:pt x="3404913" y="4550325"/>
                </a:lnTo>
                <a:lnTo>
                  <a:pt x="3400709" y="4636699"/>
                </a:lnTo>
                <a:cubicBezTo>
                  <a:pt x="3378884" y="4859621"/>
                  <a:pt x="3317141" y="5070303"/>
                  <a:pt x="3223011" y="5260931"/>
                </a:cubicBezTo>
                <a:lnTo>
                  <a:pt x="3216965" y="5271917"/>
                </a:lnTo>
                <a:lnTo>
                  <a:pt x="192548" y="5271917"/>
                </a:lnTo>
                <a:lnTo>
                  <a:pt x="186501" y="5260931"/>
                </a:lnTo>
                <a:cubicBezTo>
                  <a:pt x="92372" y="5070303"/>
                  <a:pt x="30629" y="4859621"/>
                  <a:pt x="8804" y="4636699"/>
                </a:cubicBezTo>
                <a:lnTo>
                  <a:pt x="4599" y="4550325"/>
                </a:lnTo>
                <a:lnTo>
                  <a:pt x="1" y="4550325"/>
                </a:lnTo>
                <a:lnTo>
                  <a:pt x="1" y="1768347"/>
                </a:lnTo>
                <a:lnTo>
                  <a:pt x="0" y="1768326"/>
                </a:lnTo>
                <a:lnTo>
                  <a:pt x="1" y="1768305"/>
                </a:lnTo>
                <a:lnTo>
                  <a:pt x="1" y="1673898"/>
                </a:lnTo>
                <a:lnTo>
                  <a:pt x="4597" y="1673898"/>
                </a:lnTo>
                <a:lnTo>
                  <a:pt x="8801" y="1587525"/>
                </a:lnTo>
                <a:cubicBezTo>
                  <a:pt x="96102" y="695836"/>
                  <a:pt x="822088" y="0"/>
                  <a:pt x="1704754" y="0"/>
                </a:cubicBezTo>
                <a:close/>
              </a:path>
            </a:pathLst>
          </a:custGeom>
        </p:spPr>
      </p:pic>
      <p:pic>
        <p:nvPicPr>
          <p:cNvPr id="23" name="图片 22"/>
          <p:cNvPicPr>
            <a:picLocks noChangeAspect="1"/>
          </p:cNvPicPr>
          <p:nvPr/>
        </p:nvPicPr>
        <p:blipFill>
          <a:blip r:embed="rId3" cstate="screen"/>
          <a:srcRect/>
          <a:stretch>
            <a:fillRect/>
          </a:stretch>
        </p:blipFill>
        <p:spPr>
          <a:xfrm>
            <a:off x="6975416" y="-1353"/>
            <a:ext cx="2573078" cy="4329579"/>
          </a:xfrm>
          <a:custGeom>
            <a:avLst/>
            <a:gdLst>
              <a:gd name="connsiteX0" fmla="*/ 0 w 2573078"/>
              <a:gd name="connsiteY0" fmla="*/ 0 h 4329579"/>
              <a:gd name="connsiteX1" fmla="*/ 2573078 w 2573078"/>
              <a:gd name="connsiteY1" fmla="*/ 0 h 4329579"/>
              <a:gd name="connsiteX2" fmla="*/ 2573078 w 2573078"/>
              <a:gd name="connsiteY2" fmla="*/ 3043040 h 4329579"/>
              <a:gd name="connsiteX3" fmla="*/ 2573078 w 2573078"/>
              <a:gd name="connsiteY3" fmla="*/ 3059667 h 4329579"/>
              <a:gd name="connsiteX4" fmla="*/ 2572238 w 2573078"/>
              <a:gd name="connsiteY4" fmla="*/ 3059667 h 4329579"/>
              <a:gd name="connsiteX5" fmla="*/ 2566436 w 2573078"/>
              <a:gd name="connsiteY5" fmla="*/ 3174581 h 4329579"/>
              <a:gd name="connsiteX6" fmla="*/ 1286539 w 2573078"/>
              <a:gd name="connsiteY6" fmla="*/ 4329579 h 4329579"/>
              <a:gd name="connsiteX7" fmla="*/ 6643 w 2573078"/>
              <a:gd name="connsiteY7" fmla="*/ 3174581 h 4329579"/>
              <a:gd name="connsiteX8" fmla="*/ 840 w 2573078"/>
              <a:gd name="connsiteY8" fmla="*/ 3059667 h 4329579"/>
              <a:gd name="connsiteX9" fmla="*/ 0 w 2573078"/>
              <a:gd name="connsiteY9" fmla="*/ 3059667 h 4329579"/>
              <a:gd name="connsiteX10" fmla="*/ 0 w 2573078"/>
              <a:gd name="connsiteY10" fmla="*/ 3043040 h 4329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3078" h="4329579">
                <a:moveTo>
                  <a:pt x="0" y="0"/>
                </a:moveTo>
                <a:lnTo>
                  <a:pt x="2573078" y="0"/>
                </a:lnTo>
                <a:lnTo>
                  <a:pt x="2573078" y="3043040"/>
                </a:lnTo>
                <a:lnTo>
                  <a:pt x="2573078" y="3059667"/>
                </a:lnTo>
                <a:lnTo>
                  <a:pt x="2572238" y="3059667"/>
                </a:lnTo>
                <a:lnTo>
                  <a:pt x="2566436" y="3174581"/>
                </a:lnTo>
                <a:cubicBezTo>
                  <a:pt x="2500552" y="3823326"/>
                  <a:pt x="1952667" y="4329579"/>
                  <a:pt x="1286539" y="4329579"/>
                </a:cubicBezTo>
                <a:cubicBezTo>
                  <a:pt x="620412" y="4329579"/>
                  <a:pt x="72526" y="3823326"/>
                  <a:pt x="6643" y="3174581"/>
                </a:cubicBezTo>
                <a:lnTo>
                  <a:pt x="840" y="3059667"/>
                </a:lnTo>
                <a:lnTo>
                  <a:pt x="0" y="3059667"/>
                </a:lnTo>
                <a:lnTo>
                  <a:pt x="0" y="3043040"/>
                </a:lnTo>
                <a:close/>
              </a:path>
            </a:pathLst>
          </a:custGeom>
          <a:blipFill>
            <a:blip r:embed="rId4"/>
            <a:tile tx="0" ty="0" sx="100000" sy="100000" flip="none" algn="tl"/>
          </a:blipFill>
        </p:spPr>
      </p:pic>
      <p:sp>
        <p:nvSpPr>
          <p:cNvPr id="15" name="任意多边形: 形状 14"/>
          <p:cNvSpPr/>
          <p:nvPr/>
        </p:nvSpPr>
        <p:spPr>
          <a:xfrm>
            <a:off x="6975416" y="-1354"/>
            <a:ext cx="2573078" cy="4329579"/>
          </a:xfrm>
          <a:custGeom>
            <a:avLst/>
            <a:gdLst>
              <a:gd name="connsiteX0" fmla="*/ 0 w 2573078"/>
              <a:gd name="connsiteY0" fmla="*/ 0 h 4329579"/>
              <a:gd name="connsiteX1" fmla="*/ 2573078 w 2573078"/>
              <a:gd name="connsiteY1" fmla="*/ 0 h 4329579"/>
              <a:gd name="connsiteX2" fmla="*/ 2573078 w 2573078"/>
              <a:gd name="connsiteY2" fmla="*/ 3043040 h 4329579"/>
              <a:gd name="connsiteX3" fmla="*/ 2573078 w 2573078"/>
              <a:gd name="connsiteY3" fmla="*/ 3059667 h 4329579"/>
              <a:gd name="connsiteX4" fmla="*/ 2572238 w 2573078"/>
              <a:gd name="connsiteY4" fmla="*/ 3059667 h 4329579"/>
              <a:gd name="connsiteX5" fmla="*/ 2566436 w 2573078"/>
              <a:gd name="connsiteY5" fmla="*/ 3174581 h 4329579"/>
              <a:gd name="connsiteX6" fmla="*/ 1286539 w 2573078"/>
              <a:gd name="connsiteY6" fmla="*/ 4329579 h 4329579"/>
              <a:gd name="connsiteX7" fmla="*/ 6643 w 2573078"/>
              <a:gd name="connsiteY7" fmla="*/ 3174581 h 4329579"/>
              <a:gd name="connsiteX8" fmla="*/ 840 w 2573078"/>
              <a:gd name="connsiteY8" fmla="*/ 3059667 h 4329579"/>
              <a:gd name="connsiteX9" fmla="*/ 0 w 2573078"/>
              <a:gd name="connsiteY9" fmla="*/ 3059667 h 4329579"/>
              <a:gd name="connsiteX10" fmla="*/ 0 w 2573078"/>
              <a:gd name="connsiteY10" fmla="*/ 3043040 h 4329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3078" h="4329579">
                <a:moveTo>
                  <a:pt x="0" y="0"/>
                </a:moveTo>
                <a:lnTo>
                  <a:pt x="2573078" y="0"/>
                </a:lnTo>
                <a:lnTo>
                  <a:pt x="2573078" y="3043040"/>
                </a:lnTo>
                <a:lnTo>
                  <a:pt x="2573078" y="3059667"/>
                </a:lnTo>
                <a:lnTo>
                  <a:pt x="2572238" y="3059667"/>
                </a:lnTo>
                <a:lnTo>
                  <a:pt x="2566436" y="3174581"/>
                </a:lnTo>
                <a:cubicBezTo>
                  <a:pt x="2500552" y="3823326"/>
                  <a:pt x="1952667" y="4329579"/>
                  <a:pt x="1286539" y="4329579"/>
                </a:cubicBezTo>
                <a:cubicBezTo>
                  <a:pt x="620412" y="4329579"/>
                  <a:pt x="72526" y="3823326"/>
                  <a:pt x="6643" y="3174581"/>
                </a:cubicBezTo>
                <a:lnTo>
                  <a:pt x="840" y="3059667"/>
                </a:lnTo>
                <a:lnTo>
                  <a:pt x="0" y="3059667"/>
                </a:lnTo>
                <a:lnTo>
                  <a:pt x="0" y="3043040"/>
                </a:lnTo>
                <a:close/>
              </a:path>
            </a:pathLst>
          </a:custGeom>
          <a:gradFill>
            <a:gsLst>
              <a:gs pos="0">
                <a:srgbClr val="2D4F8F">
                  <a:alpha val="0"/>
                </a:srgbClr>
              </a:gs>
              <a:gs pos="100000">
                <a:srgbClr val="2D4F8F"/>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8" name="文本框 27"/>
          <p:cNvSpPr txBox="1"/>
          <p:nvPr/>
        </p:nvSpPr>
        <p:spPr>
          <a:xfrm>
            <a:off x="544098" y="2644589"/>
            <a:ext cx="6445623" cy="1015663"/>
          </a:xfrm>
          <a:prstGeom prst="rect">
            <a:avLst/>
          </a:prstGeom>
          <a:noFill/>
        </p:spPr>
        <p:txBody>
          <a:bodyPr wrap="square" rtlCol="0">
            <a:spAutoFit/>
          </a:bodyPr>
          <a:lstStyle/>
          <a:p>
            <a:r>
              <a:rPr lang="zh-CN" altLang="en-US" sz="6000" dirty="0">
                <a:solidFill>
                  <a:srgbClr val="2D4F8F"/>
                </a:solidFill>
                <a:latin typeface="思源黑体 Heavy" panose="020B0A00000000000000" charset="-122"/>
                <a:ea typeface="思源黑体 Heavy" panose="020B0A00000000000000" charset="-122"/>
              </a:rPr>
              <a:t>华工蓝幻灯片模板</a:t>
            </a:r>
            <a:endParaRPr lang="zh-CN" altLang="en-US" sz="6000" dirty="0">
              <a:solidFill>
                <a:srgbClr val="2D4F8F"/>
              </a:solidFill>
              <a:latin typeface="思源黑体 Heavy" panose="020B0A00000000000000" charset="-122"/>
              <a:ea typeface="思源黑体 Heavy" panose="020B0A00000000000000" charset="-122"/>
            </a:endParaRPr>
          </a:p>
        </p:txBody>
      </p:sp>
      <p:sp>
        <p:nvSpPr>
          <p:cNvPr id="30" name="文本框 29"/>
          <p:cNvSpPr txBox="1"/>
          <p:nvPr/>
        </p:nvSpPr>
        <p:spPr>
          <a:xfrm>
            <a:off x="544195" y="3675380"/>
            <a:ext cx="5362575" cy="368300"/>
          </a:xfrm>
          <a:prstGeom prst="rect">
            <a:avLst/>
          </a:prstGeom>
          <a:noFill/>
        </p:spPr>
        <p:txBody>
          <a:bodyPr wrap="square" rtlCol="0">
            <a:spAutoFit/>
          </a:bodyPr>
          <a:lstStyle/>
          <a:p>
            <a:r>
              <a:rPr lang="en-US" altLang="zh-CN" dirty="0">
                <a:solidFill>
                  <a:schemeClr val="tx1">
                    <a:lumMod val="75000"/>
                    <a:lumOff val="25000"/>
                  </a:schemeClr>
                </a:solidFill>
                <a:latin typeface="思源黑体 CN Medium" panose="020B0600000000000000" charset="-122"/>
                <a:ea typeface="思源黑体 CN Medium" panose="020B0600000000000000" charset="-122"/>
              </a:rPr>
              <a:t>South China University Of Technology</a:t>
            </a:r>
            <a:endParaRPr lang="en-US" altLang="zh-CN" dirty="0">
              <a:solidFill>
                <a:schemeClr val="tx1">
                  <a:lumMod val="75000"/>
                  <a:lumOff val="25000"/>
                </a:schemeClr>
              </a:solidFill>
              <a:latin typeface="思源黑体 CN Medium" panose="020B0600000000000000" charset="-122"/>
              <a:ea typeface="思源黑体 CN Medium" panose="020B0600000000000000" charset="-122"/>
            </a:endParaRPr>
          </a:p>
        </p:txBody>
      </p:sp>
      <p:sp>
        <p:nvSpPr>
          <p:cNvPr id="31" name="文本框 30"/>
          <p:cNvSpPr txBox="1"/>
          <p:nvPr/>
        </p:nvSpPr>
        <p:spPr>
          <a:xfrm>
            <a:off x="544098" y="4337361"/>
            <a:ext cx="3106455" cy="337185"/>
          </a:xfrm>
          <a:prstGeom prst="rect">
            <a:avLst/>
          </a:prstGeom>
          <a:noFill/>
        </p:spPr>
        <p:txBody>
          <a:bodyPr wrap="square" rtlCol="0">
            <a:spAutoFit/>
          </a:bodyPr>
          <a:lstStyle/>
          <a:p>
            <a:r>
              <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rPr>
              <a:t>汇报人：鲤工仔</a:t>
            </a:r>
            <a:endPar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pic>
        <p:nvPicPr>
          <p:cNvPr id="34" name="图片 33" descr="校名（1918）(内部）-06"/>
          <p:cNvPicPr>
            <a:picLocks noChangeAspect="1"/>
          </p:cNvPicPr>
          <p:nvPr/>
        </p:nvPicPr>
        <p:blipFill>
          <a:blip r:embed="rId5" cstate="screen"/>
          <a:srcRect/>
          <a:stretch>
            <a:fillRect/>
          </a:stretch>
        </p:blipFill>
        <p:spPr>
          <a:xfrm>
            <a:off x="582040" y="1772594"/>
            <a:ext cx="3290047" cy="871995"/>
          </a:xfrm>
          <a:prstGeom prst="rect">
            <a:avLst/>
          </a:prstGeom>
        </p:spPr>
      </p:pic>
      <p:sp>
        <p:nvSpPr>
          <p:cNvPr id="35" name="椭圆 34"/>
          <p:cNvSpPr/>
          <p:nvPr/>
        </p:nvSpPr>
        <p:spPr>
          <a:xfrm>
            <a:off x="-1262271" y="4463739"/>
            <a:ext cx="2365513" cy="2365513"/>
          </a:xfrm>
          <a:prstGeom prst="ellipse">
            <a:avLst/>
          </a:prstGeom>
          <a:gradFill>
            <a:gsLst>
              <a:gs pos="0">
                <a:schemeClr val="bg1">
                  <a:alpha val="0"/>
                </a:schemeClr>
              </a:gs>
              <a:gs pos="100000">
                <a:schemeClr val="bg1">
                  <a:lumMod val="85000"/>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582040" y="1252330"/>
            <a:ext cx="506896" cy="505024"/>
          </a:xfrm>
          <a:prstGeom prst="ellipse">
            <a:avLst/>
          </a:prstGeom>
          <a:gradFill>
            <a:gsLst>
              <a:gs pos="0">
                <a:schemeClr val="bg1">
                  <a:alpha val="0"/>
                </a:schemeClr>
              </a:gs>
              <a:gs pos="100000">
                <a:srgbClr val="366EAC"/>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形状 39"/>
          <p:cNvSpPr/>
          <p:nvPr/>
        </p:nvSpPr>
        <p:spPr>
          <a:xfrm>
            <a:off x="6214966" y="0"/>
            <a:ext cx="603963" cy="1504842"/>
          </a:xfrm>
          <a:custGeom>
            <a:avLst/>
            <a:gdLst>
              <a:gd name="connsiteX0" fmla="*/ 0 w 603963"/>
              <a:gd name="connsiteY0" fmla="*/ 0 h 1504842"/>
              <a:gd name="connsiteX1" fmla="*/ 603963 w 603963"/>
              <a:gd name="connsiteY1" fmla="*/ 0 h 1504842"/>
              <a:gd name="connsiteX2" fmla="*/ 603963 w 603963"/>
              <a:gd name="connsiteY2" fmla="*/ 1217231 h 1504842"/>
              <a:gd name="connsiteX3" fmla="*/ 603627 w 603963"/>
              <a:gd name="connsiteY3" fmla="*/ 1217231 h 1504842"/>
              <a:gd name="connsiteX4" fmla="*/ 603963 w 603963"/>
              <a:gd name="connsiteY4" fmla="*/ 1220370 h 1504842"/>
              <a:gd name="connsiteX5" fmla="*/ 301982 w 603963"/>
              <a:gd name="connsiteY5" fmla="*/ 1504842 h 1504842"/>
              <a:gd name="connsiteX6" fmla="*/ 1 w 603963"/>
              <a:gd name="connsiteY6" fmla="*/ 1220370 h 1504842"/>
              <a:gd name="connsiteX7" fmla="*/ 337 w 603963"/>
              <a:gd name="connsiteY7" fmla="*/ 1217231 h 1504842"/>
              <a:gd name="connsiteX8" fmla="*/ 0 w 603963"/>
              <a:gd name="connsiteY8" fmla="*/ 1217231 h 150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963" h="1504842">
                <a:moveTo>
                  <a:pt x="0" y="0"/>
                </a:moveTo>
                <a:lnTo>
                  <a:pt x="603963" y="0"/>
                </a:lnTo>
                <a:lnTo>
                  <a:pt x="603963" y="1217231"/>
                </a:lnTo>
                <a:lnTo>
                  <a:pt x="603627" y="1217231"/>
                </a:lnTo>
                <a:lnTo>
                  <a:pt x="603963" y="1220370"/>
                </a:lnTo>
                <a:cubicBezTo>
                  <a:pt x="603963" y="1377480"/>
                  <a:pt x="468762" y="1504842"/>
                  <a:pt x="301982" y="1504842"/>
                </a:cubicBezTo>
                <a:cubicBezTo>
                  <a:pt x="135202" y="1504842"/>
                  <a:pt x="1" y="1377480"/>
                  <a:pt x="1" y="1220370"/>
                </a:cubicBezTo>
                <a:lnTo>
                  <a:pt x="337" y="1217231"/>
                </a:lnTo>
                <a:lnTo>
                  <a:pt x="0" y="1217231"/>
                </a:lnTo>
                <a:close/>
              </a:path>
            </a:pathLst>
          </a:custGeom>
          <a:gradFill>
            <a:gsLst>
              <a:gs pos="0">
                <a:srgbClr val="2D4F8F">
                  <a:alpha val="0"/>
                </a:srgbClr>
              </a:gs>
              <a:gs pos="100000">
                <a:srgbClr val="2D4F8F">
                  <a:alpha val="50000"/>
                </a:srgb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7" name="任意多边形: 形状 46"/>
          <p:cNvSpPr/>
          <p:nvPr/>
        </p:nvSpPr>
        <p:spPr>
          <a:xfrm>
            <a:off x="8276094" y="4815352"/>
            <a:ext cx="367326" cy="2042646"/>
          </a:xfrm>
          <a:custGeom>
            <a:avLst/>
            <a:gdLst>
              <a:gd name="connsiteX0" fmla="*/ 183663 w 367326"/>
              <a:gd name="connsiteY0" fmla="*/ 0 h 2042646"/>
              <a:gd name="connsiteX1" fmla="*/ 367326 w 367326"/>
              <a:gd name="connsiteY1" fmla="*/ 183663 h 2042646"/>
              <a:gd name="connsiteX2" fmla="*/ 366806 w 367326"/>
              <a:gd name="connsiteY2" fmla="*/ 188826 h 2042646"/>
              <a:gd name="connsiteX3" fmla="*/ 367325 w 367326"/>
              <a:gd name="connsiteY3" fmla="*/ 188826 h 2042646"/>
              <a:gd name="connsiteX4" fmla="*/ 367325 w 367326"/>
              <a:gd name="connsiteY4" fmla="*/ 2042646 h 2042646"/>
              <a:gd name="connsiteX5" fmla="*/ 0 w 367326"/>
              <a:gd name="connsiteY5" fmla="*/ 2042646 h 2042646"/>
              <a:gd name="connsiteX6" fmla="*/ 0 w 367326"/>
              <a:gd name="connsiteY6" fmla="*/ 188826 h 2042646"/>
              <a:gd name="connsiteX7" fmla="*/ 521 w 367326"/>
              <a:gd name="connsiteY7" fmla="*/ 188826 h 2042646"/>
              <a:gd name="connsiteX8" fmla="*/ 0 w 367326"/>
              <a:gd name="connsiteY8" fmla="*/ 183663 h 2042646"/>
              <a:gd name="connsiteX9" fmla="*/ 183663 w 367326"/>
              <a:gd name="connsiteY9" fmla="*/ 0 h 204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7326" h="2042646">
                <a:moveTo>
                  <a:pt x="183663" y="0"/>
                </a:moveTo>
                <a:cubicBezTo>
                  <a:pt x="285097" y="0"/>
                  <a:pt x="367326" y="82229"/>
                  <a:pt x="367326" y="183663"/>
                </a:cubicBezTo>
                <a:lnTo>
                  <a:pt x="366806" y="188826"/>
                </a:lnTo>
                <a:lnTo>
                  <a:pt x="367325" y="188826"/>
                </a:lnTo>
                <a:lnTo>
                  <a:pt x="367325" y="2042646"/>
                </a:lnTo>
                <a:lnTo>
                  <a:pt x="0" y="2042646"/>
                </a:lnTo>
                <a:lnTo>
                  <a:pt x="0" y="188826"/>
                </a:lnTo>
                <a:lnTo>
                  <a:pt x="521" y="188826"/>
                </a:lnTo>
                <a:lnTo>
                  <a:pt x="0" y="183663"/>
                </a:lnTo>
                <a:cubicBezTo>
                  <a:pt x="0" y="82229"/>
                  <a:pt x="82229" y="0"/>
                  <a:pt x="183663" y="0"/>
                </a:cubicBezTo>
                <a:close/>
              </a:path>
            </a:pathLst>
          </a:custGeom>
          <a:gradFill>
            <a:gsLst>
              <a:gs pos="0">
                <a:srgbClr val="2D4F8F">
                  <a:alpha val="0"/>
                </a:srgbClr>
              </a:gs>
              <a:gs pos="100000">
                <a:srgbClr val="2D4F8F">
                  <a:alpha val="50000"/>
                </a:srgb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48" name="直接连接符 47"/>
          <p:cNvCxnSpPr/>
          <p:nvPr/>
        </p:nvCxnSpPr>
        <p:spPr>
          <a:xfrm>
            <a:off x="658721" y="3660252"/>
            <a:ext cx="543727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p:cNvPicPr>
            <a:picLocks noChangeAspect="1"/>
          </p:cNvPicPr>
          <p:nvPr/>
        </p:nvPicPr>
        <p:blipFill>
          <a:blip r:embed="rId1" cstate="screen"/>
          <a:stretch>
            <a:fillRect/>
          </a:stretch>
        </p:blipFill>
        <p:spPr>
          <a:xfrm>
            <a:off x="0" y="0"/>
            <a:ext cx="10281980" cy="6858000"/>
          </a:xfrm>
          <a:prstGeom prst="rect">
            <a:avLst/>
          </a:prstGeom>
        </p:spPr>
      </p:pic>
      <p:sp>
        <p:nvSpPr>
          <p:cNvPr id="20" name="矩形 19"/>
          <p:cNvSpPr/>
          <p:nvPr/>
        </p:nvSpPr>
        <p:spPr>
          <a:xfrm>
            <a:off x="9427" y="0"/>
            <a:ext cx="10272554" cy="6857891"/>
          </a:xfrm>
          <a:prstGeom prst="rect">
            <a:avLst/>
          </a:prstGeom>
          <a:gradFill>
            <a:gsLst>
              <a:gs pos="0">
                <a:schemeClr val="accent1">
                  <a:lumMod val="5000"/>
                  <a:lumOff val="95000"/>
                  <a:alpha val="7000"/>
                </a:schemeClr>
              </a:gs>
              <a:gs pos="100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流程图: 手动输入 1"/>
          <p:cNvSpPr/>
          <p:nvPr/>
        </p:nvSpPr>
        <p:spPr>
          <a:xfrm rot="16200000" flipH="1">
            <a:off x="5944517" y="-837310"/>
            <a:ext cx="4177484" cy="8343845"/>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2000 h 10000"/>
              <a:gd name="connsiteX1-3" fmla="*/ 10000 w 10000"/>
              <a:gd name="connsiteY1-4" fmla="*/ 0 h 10000"/>
              <a:gd name="connsiteX2-5" fmla="*/ 10000 w 10000"/>
              <a:gd name="connsiteY2-6" fmla="*/ 10000 h 10000"/>
              <a:gd name="connsiteX3-7" fmla="*/ 0 w 10000"/>
              <a:gd name="connsiteY3-8" fmla="*/ 7722 h 10000"/>
              <a:gd name="connsiteX4-9" fmla="*/ 0 w 10000"/>
              <a:gd name="connsiteY4-10" fmla="*/ 2000 h 10000"/>
              <a:gd name="connsiteX0-11" fmla="*/ 0 w 10027"/>
              <a:gd name="connsiteY0-12" fmla="*/ 2000 h 7733"/>
              <a:gd name="connsiteX1-13" fmla="*/ 10000 w 10027"/>
              <a:gd name="connsiteY1-14" fmla="*/ 0 h 7733"/>
              <a:gd name="connsiteX2-15" fmla="*/ 10027 w 10027"/>
              <a:gd name="connsiteY2-16" fmla="*/ 7733 h 7733"/>
              <a:gd name="connsiteX3-17" fmla="*/ 0 w 10027"/>
              <a:gd name="connsiteY3-18" fmla="*/ 7722 h 7733"/>
              <a:gd name="connsiteX4-19" fmla="*/ 0 w 10027"/>
              <a:gd name="connsiteY4-20" fmla="*/ 2000 h 773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27" h="7733">
                <a:moveTo>
                  <a:pt x="0" y="2000"/>
                </a:moveTo>
                <a:lnTo>
                  <a:pt x="10000" y="0"/>
                </a:lnTo>
                <a:cubicBezTo>
                  <a:pt x="10009" y="2578"/>
                  <a:pt x="10018" y="5155"/>
                  <a:pt x="10027" y="7733"/>
                </a:cubicBezTo>
                <a:lnTo>
                  <a:pt x="0" y="7722"/>
                </a:lnTo>
                <a:lnTo>
                  <a:pt x="0" y="2000"/>
                </a:lnTo>
                <a:close/>
              </a:path>
            </a:pathLst>
          </a:custGeom>
          <a:solidFill>
            <a:srgbClr val="2D4F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流程图: 数据 5"/>
          <p:cNvSpPr/>
          <p:nvPr/>
        </p:nvSpPr>
        <p:spPr>
          <a:xfrm>
            <a:off x="3243511" y="1541713"/>
            <a:ext cx="9403991" cy="417748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1" fmla="*/ 0 w 10000"/>
              <a:gd name="connsiteY0-2" fmla="*/ 10000 h 10000"/>
              <a:gd name="connsiteX1-3" fmla="*/ 2311 w 10000"/>
              <a:gd name="connsiteY1-4" fmla="*/ 15 h 10000"/>
              <a:gd name="connsiteX2-5" fmla="*/ 10000 w 10000"/>
              <a:gd name="connsiteY2-6" fmla="*/ 0 h 10000"/>
              <a:gd name="connsiteX3-7" fmla="*/ 8000 w 10000"/>
              <a:gd name="connsiteY3-8" fmla="*/ 10000 h 10000"/>
              <a:gd name="connsiteX4-9" fmla="*/ 0 w 10000"/>
              <a:gd name="connsiteY4-10" fmla="*/ 10000 h 10000"/>
              <a:gd name="connsiteX0-11" fmla="*/ 0 w 10000"/>
              <a:gd name="connsiteY0-12" fmla="*/ 10000 h 10000"/>
              <a:gd name="connsiteX1-13" fmla="*/ 2311 w 10000"/>
              <a:gd name="connsiteY1-14" fmla="*/ 15 h 10000"/>
              <a:gd name="connsiteX2-15" fmla="*/ 10000 w 10000"/>
              <a:gd name="connsiteY2-16" fmla="*/ 0 h 10000"/>
              <a:gd name="connsiteX3-17" fmla="*/ 7595 w 10000"/>
              <a:gd name="connsiteY3-18" fmla="*/ 9985 h 10000"/>
              <a:gd name="connsiteX4-19" fmla="*/ 0 w 10000"/>
              <a:gd name="connsiteY4-20" fmla="*/ 1000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10000"/>
                </a:moveTo>
                <a:lnTo>
                  <a:pt x="2311" y="15"/>
                </a:lnTo>
                <a:lnTo>
                  <a:pt x="10000" y="0"/>
                </a:lnTo>
                <a:lnTo>
                  <a:pt x="7595" y="9985"/>
                </a:lnTo>
                <a:lnTo>
                  <a:pt x="0" y="10000"/>
                </a:lnTo>
                <a:close/>
              </a:path>
            </a:pathLst>
          </a:custGeom>
          <a:solidFill>
            <a:srgbClr val="2D4F8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D4F8F"/>
              </a:solidFill>
            </a:endParaRPr>
          </a:p>
        </p:txBody>
      </p:sp>
      <p:sp>
        <p:nvSpPr>
          <p:cNvPr id="6" name="流程图: 数据 5"/>
          <p:cNvSpPr/>
          <p:nvPr/>
        </p:nvSpPr>
        <p:spPr>
          <a:xfrm>
            <a:off x="3465761" y="2015357"/>
            <a:ext cx="9403991" cy="417748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1" fmla="*/ 0 w 10000"/>
              <a:gd name="connsiteY0-2" fmla="*/ 10000 h 10000"/>
              <a:gd name="connsiteX1-3" fmla="*/ 2311 w 10000"/>
              <a:gd name="connsiteY1-4" fmla="*/ 15 h 10000"/>
              <a:gd name="connsiteX2-5" fmla="*/ 10000 w 10000"/>
              <a:gd name="connsiteY2-6" fmla="*/ 0 h 10000"/>
              <a:gd name="connsiteX3-7" fmla="*/ 8000 w 10000"/>
              <a:gd name="connsiteY3-8" fmla="*/ 10000 h 10000"/>
              <a:gd name="connsiteX4-9" fmla="*/ 0 w 10000"/>
              <a:gd name="connsiteY4-10" fmla="*/ 10000 h 10000"/>
              <a:gd name="connsiteX0-11" fmla="*/ 0 w 10000"/>
              <a:gd name="connsiteY0-12" fmla="*/ 10000 h 10000"/>
              <a:gd name="connsiteX1-13" fmla="*/ 2311 w 10000"/>
              <a:gd name="connsiteY1-14" fmla="*/ 15 h 10000"/>
              <a:gd name="connsiteX2-15" fmla="*/ 10000 w 10000"/>
              <a:gd name="connsiteY2-16" fmla="*/ 0 h 10000"/>
              <a:gd name="connsiteX3-17" fmla="*/ 7595 w 10000"/>
              <a:gd name="connsiteY3-18" fmla="*/ 9985 h 10000"/>
              <a:gd name="connsiteX4-19" fmla="*/ 0 w 10000"/>
              <a:gd name="connsiteY4-20" fmla="*/ 1000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10000"/>
                </a:moveTo>
                <a:lnTo>
                  <a:pt x="2311" y="15"/>
                </a:lnTo>
                <a:lnTo>
                  <a:pt x="10000" y="0"/>
                </a:lnTo>
                <a:lnTo>
                  <a:pt x="7595" y="9985"/>
                </a:lnTo>
                <a:lnTo>
                  <a:pt x="0" y="10000"/>
                </a:lnTo>
                <a:close/>
              </a:path>
            </a:pathLst>
          </a:custGeom>
          <a:solidFill>
            <a:srgbClr val="2D4F8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D4F8F"/>
              </a:solidFill>
            </a:endParaRPr>
          </a:p>
        </p:txBody>
      </p:sp>
      <p:pic>
        <p:nvPicPr>
          <p:cNvPr id="16" name="图片 15"/>
          <p:cNvPicPr>
            <a:picLocks noChangeAspect="1"/>
          </p:cNvPicPr>
          <p:nvPr/>
        </p:nvPicPr>
        <p:blipFill>
          <a:blip r:embed="rId2" cstate="screen">
            <a:alphaModFix amt="20000"/>
          </a:blip>
          <a:srcRect r="-44"/>
          <a:stretch>
            <a:fillRect/>
          </a:stretch>
        </p:blipFill>
        <p:spPr>
          <a:xfrm>
            <a:off x="3861336" y="1245871"/>
            <a:ext cx="8343845" cy="4177484"/>
          </a:xfrm>
          <a:custGeom>
            <a:avLst/>
            <a:gdLst>
              <a:gd name="connsiteX0" fmla="*/ 2157984 w 8343845"/>
              <a:gd name="connsiteY0" fmla="*/ 0 h 4177484"/>
              <a:gd name="connsiteX1" fmla="*/ 8331975 w 8343845"/>
              <a:gd name="connsiteY1" fmla="*/ 0 h 4177484"/>
              <a:gd name="connsiteX2" fmla="*/ 8343845 w 8343845"/>
              <a:gd name="connsiteY2" fmla="*/ 4177484 h 4177484"/>
              <a:gd name="connsiteX3" fmla="*/ 0 w 8343845"/>
              <a:gd name="connsiteY3" fmla="*/ 4166235 h 4177484"/>
            </a:gdLst>
            <a:ahLst/>
            <a:cxnLst>
              <a:cxn ang="0">
                <a:pos x="connsiteX0" y="connsiteY0"/>
              </a:cxn>
              <a:cxn ang="0">
                <a:pos x="connsiteX1" y="connsiteY1"/>
              </a:cxn>
              <a:cxn ang="0">
                <a:pos x="connsiteX2" y="connsiteY2"/>
              </a:cxn>
              <a:cxn ang="0">
                <a:pos x="connsiteX3" y="connsiteY3"/>
              </a:cxn>
            </a:cxnLst>
            <a:rect l="l" t="t" r="r" b="b"/>
            <a:pathLst>
              <a:path w="8343845" h="4177484">
                <a:moveTo>
                  <a:pt x="2157984" y="0"/>
                </a:moveTo>
                <a:lnTo>
                  <a:pt x="8331975" y="0"/>
                </a:lnTo>
                <a:lnTo>
                  <a:pt x="8343845" y="4177484"/>
                </a:lnTo>
                <a:cubicBezTo>
                  <a:pt x="5562203" y="4173734"/>
                  <a:pt x="2781641" y="4169984"/>
                  <a:pt x="0" y="4166235"/>
                </a:cubicBezTo>
                <a:close/>
              </a:path>
            </a:pathLst>
          </a:custGeom>
        </p:spPr>
      </p:pic>
      <p:sp>
        <p:nvSpPr>
          <p:cNvPr id="9" name="文本框 8"/>
          <p:cNvSpPr txBox="1"/>
          <p:nvPr/>
        </p:nvSpPr>
        <p:spPr>
          <a:xfrm>
            <a:off x="7561162" y="4225164"/>
            <a:ext cx="1725786" cy="33718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1200" cap="none" spc="0" normalizeH="0" baseline="0" noProof="0" dirty="0">
                <a:ln>
                  <a:noFill/>
                </a:ln>
                <a:solidFill>
                  <a:srgbClr val="FFFFFF"/>
                </a:solidFill>
                <a:effectLst/>
                <a:uLnTx/>
                <a:uFillTx/>
                <a:latin typeface="思源黑体 CN" panose="020B0500000000000000" pitchFamily="34" charset="-122"/>
                <a:ea typeface="思源黑体 CN" panose="020B0500000000000000" pitchFamily="34" charset="-122"/>
              </a:rPr>
              <a:t>汇报人：鲤工仔</a:t>
            </a:r>
            <a:endParaRPr kumimoji="0" lang="zh-CN" altLang="en-US" sz="1600" i="0" u="none" strike="noStrike" kern="1200" cap="none" spc="0" normalizeH="0" baseline="0" noProof="0" dirty="0">
              <a:ln>
                <a:noFill/>
              </a:ln>
              <a:solidFill>
                <a:srgbClr val="FFFFFF"/>
              </a:solidFill>
              <a:effectLst/>
              <a:uLnTx/>
              <a:uFillTx/>
              <a:latin typeface="思源黑体 CN" panose="020B0500000000000000" pitchFamily="34" charset="-122"/>
              <a:ea typeface="思源黑体 CN" panose="020B0500000000000000" pitchFamily="34" charset="-122"/>
            </a:endParaRPr>
          </a:p>
        </p:txBody>
      </p:sp>
      <p:sp>
        <p:nvSpPr>
          <p:cNvPr id="10" name="文本框 9"/>
          <p:cNvSpPr txBox="1"/>
          <p:nvPr/>
        </p:nvSpPr>
        <p:spPr>
          <a:xfrm>
            <a:off x="9764228" y="4225164"/>
            <a:ext cx="1984375"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1200" cap="none" spc="0" normalizeH="0" baseline="0" noProof="0" dirty="0">
                <a:ln>
                  <a:noFill/>
                </a:ln>
                <a:solidFill>
                  <a:srgbClr val="FFFFFF"/>
                </a:solidFill>
                <a:effectLst/>
                <a:uLnTx/>
                <a:uFillTx/>
                <a:latin typeface="思源黑体 CN" panose="020B0500000000000000" pitchFamily="34" charset="-122"/>
                <a:ea typeface="思源黑体 CN" panose="020B0500000000000000" pitchFamily="34" charset="-122"/>
              </a:rPr>
              <a:t>日期：</a:t>
            </a:r>
            <a:r>
              <a:rPr kumimoji="0" lang="en-US" altLang="zh-CN" sz="1600" i="0" u="none" strike="noStrike" kern="1200" cap="none" spc="0" normalizeH="0" baseline="0" noProof="0" dirty="0">
                <a:ln>
                  <a:noFill/>
                </a:ln>
                <a:solidFill>
                  <a:srgbClr val="FFFFFF"/>
                </a:solidFill>
                <a:effectLst/>
                <a:uLnTx/>
                <a:uFillTx/>
                <a:latin typeface="思源黑体 CN" panose="020B0500000000000000" pitchFamily="34" charset="-122"/>
                <a:ea typeface="思源黑体 CN" panose="020B0500000000000000" pitchFamily="34" charset="-122"/>
              </a:rPr>
              <a:t>XX</a:t>
            </a:r>
            <a:r>
              <a:rPr kumimoji="0" lang="zh-CN" altLang="en-US" sz="1600" i="0" u="none" strike="noStrike" kern="1200" cap="none" spc="0" normalizeH="0" baseline="0" noProof="0" dirty="0">
                <a:ln>
                  <a:noFill/>
                </a:ln>
                <a:solidFill>
                  <a:srgbClr val="FFFFFF"/>
                </a:solidFill>
                <a:effectLst/>
                <a:uLnTx/>
                <a:uFillTx/>
                <a:latin typeface="思源黑体 CN" panose="020B0500000000000000" pitchFamily="34" charset="-122"/>
                <a:ea typeface="思源黑体 CN" panose="020B0500000000000000" pitchFamily="34" charset="-122"/>
              </a:rPr>
              <a:t>年</a:t>
            </a:r>
            <a:r>
              <a:rPr kumimoji="0" lang="en-US" altLang="zh-CN" sz="1600" i="0" u="none" strike="noStrike" kern="1200" cap="none" spc="0" normalizeH="0" baseline="0" noProof="0" dirty="0">
                <a:ln>
                  <a:noFill/>
                </a:ln>
                <a:solidFill>
                  <a:srgbClr val="FFFFFF"/>
                </a:solidFill>
                <a:effectLst/>
                <a:uLnTx/>
                <a:uFillTx/>
                <a:latin typeface="思源黑体 CN" panose="020B0500000000000000" pitchFamily="34" charset="-122"/>
                <a:ea typeface="思源黑体 CN" panose="020B0500000000000000" pitchFamily="34" charset="-122"/>
              </a:rPr>
              <a:t>XX</a:t>
            </a:r>
            <a:r>
              <a:rPr kumimoji="0" lang="zh-CN" altLang="en-US" sz="1600" i="0" u="none" strike="noStrike" kern="1200" cap="none" spc="0" normalizeH="0" baseline="0" noProof="0" dirty="0">
                <a:ln>
                  <a:noFill/>
                </a:ln>
                <a:solidFill>
                  <a:srgbClr val="FFFFFF"/>
                </a:solidFill>
                <a:effectLst/>
                <a:uLnTx/>
                <a:uFillTx/>
                <a:latin typeface="思源黑体 CN" panose="020B0500000000000000" pitchFamily="34" charset="-122"/>
                <a:ea typeface="思源黑体 CN" panose="020B0500000000000000" pitchFamily="34" charset="-122"/>
              </a:rPr>
              <a:t>月</a:t>
            </a:r>
            <a:endParaRPr kumimoji="0" lang="zh-CN" altLang="en-US" sz="1600" i="0" u="none" strike="noStrike" kern="1200" cap="none" spc="0" normalizeH="0" baseline="0" noProof="0" dirty="0">
              <a:ln>
                <a:noFill/>
              </a:ln>
              <a:solidFill>
                <a:srgbClr val="FFFFFF"/>
              </a:solidFill>
              <a:effectLst/>
              <a:uLnTx/>
              <a:uFillTx/>
              <a:latin typeface="思源黑体 CN" panose="020B0500000000000000" pitchFamily="34" charset="-122"/>
              <a:ea typeface="思源黑体 CN" panose="020B0500000000000000" pitchFamily="34" charset="-122"/>
            </a:endParaRPr>
          </a:p>
        </p:txBody>
      </p:sp>
      <p:sp>
        <p:nvSpPr>
          <p:cNvPr id="11" name="文本框 10"/>
          <p:cNvSpPr txBox="1"/>
          <p:nvPr/>
        </p:nvSpPr>
        <p:spPr>
          <a:xfrm>
            <a:off x="6909847" y="2171517"/>
            <a:ext cx="4952219" cy="769441"/>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b="1" dirty="0">
                <a:solidFill>
                  <a:prstClr val="white"/>
                </a:solidFill>
                <a:latin typeface="思源黑体 Heavy" panose="020B0A00000000000000" charset="-122"/>
                <a:ea typeface="思源黑体 Heavy" panose="020B0A00000000000000" charset="-122"/>
              </a:rPr>
              <a:t>华工蓝幻灯片</a:t>
            </a:r>
            <a:r>
              <a:rPr kumimoji="0" lang="zh-CN" altLang="en-US" sz="4400" b="1" i="0" u="none" strike="noStrike" kern="1200" cap="none" spc="0" normalizeH="0" baseline="0" noProof="0" dirty="0">
                <a:ln>
                  <a:noFill/>
                </a:ln>
                <a:solidFill>
                  <a:prstClr val="white"/>
                </a:solidFill>
                <a:effectLst/>
                <a:uLnTx/>
                <a:uFillTx/>
                <a:latin typeface="思源黑体 Heavy" panose="020B0A00000000000000" charset="-122"/>
                <a:ea typeface="思源黑体 Heavy" panose="020B0A00000000000000" charset="-122"/>
              </a:rPr>
              <a:t>模板</a:t>
            </a:r>
            <a:endParaRPr kumimoji="0" lang="en-US" altLang="zh-CN" sz="1000" b="1" i="0" u="none" strike="noStrike" kern="1200" cap="none" spc="0" normalizeH="0" baseline="0" noProof="0" dirty="0">
              <a:ln>
                <a:noFill/>
              </a:ln>
              <a:solidFill>
                <a:prstClr val="white"/>
              </a:solidFill>
              <a:effectLst/>
              <a:uLnTx/>
              <a:uFillTx/>
              <a:latin typeface="思源黑体 Heavy" panose="020B0A00000000000000" charset="-122"/>
              <a:ea typeface="思源黑体 Heavy" panose="020B0A00000000000000" charset="-122"/>
            </a:endParaRPr>
          </a:p>
        </p:txBody>
      </p:sp>
      <p:cxnSp>
        <p:nvCxnSpPr>
          <p:cNvPr id="13" name="直接连接符 12"/>
          <p:cNvCxnSpPr/>
          <p:nvPr/>
        </p:nvCxnSpPr>
        <p:spPr>
          <a:xfrm flipH="1">
            <a:off x="7159083" y="3019330"/>
            <a:ext cx="4463164" cy="0"/>
          </a:xfrm>
          <a:prstGeom prst="line">
            <a:avLst/>
          </a:prstGeom>
          <a:ln w="19050" cap="rnd">
            <a:solidFill>
              <a:schemeClr val="bg1">
                <a:alpha val="79000"/>
              </a:schemeClr>
            </a:solidFill>
          </a:ln>
        </p:spPr>
        <p:style>
          <a:lnRef idx="3">
            <a:schemeClr val="accent1"/>
          </a:lnRef>
          <a:fillRef idx="0">
            <a:srgbClr val="FFFFFF"/>
          </a:fillRef>
          <a:effectRef idx="0">
            <a:srgbClr val="FFFFFF"/>
          </a:effectRef>
          <a:fontRef idx="minor">
            <a:schemeClr val="tx1"/>
          </a:fontRef>
        </p:style>
      </p:cxnSp>
      <p:sp>
        <p:nvSpPr>
          <p:cNvPr id="3" name="文本框 2"/>
          <p:cNvSpPr txBox="1"/>
          <p:nvPr/>
        </p:nvSpPr>
        <p:spPr>
          <a:xfrm>
            <a:off x="7261225" y="3030855"/>
            <a:ext cx="4471035" cy="368300"/>
          </a:xfrm>
          <a:prstGeom prst="rect">
            <a:avLst/>
          </a:prstGeom>
          <a:noFill/>
        </p:spPr>
        <p:txBody>
          <a:bodyPr wrap="square" rtlCol="0">
            <a:spAutoFit/>
          </a:bodyPr>
          <a:lstStyle/>
          <a:p>
            <a:r>
              <a:rPr lang="en-US" altLang="zh-CN" dirty="0">
                <a:solidFill>
                  <a:schemeClr val="bg1"/>
                </a:solidFill>
                <a:latin typeface="思源黑体 Heavy" panose="020B0A00000000000000" charset="-122"/>
                <a:ea typeface="思源黑体 Heavy" panose="020B0A00000000000000" charset="-122"/>
              </a:rPr>
              <a:t>South China University Of Technology</a:t>
            </a:r>
            <a:endParaRPr lang="en-US" altLang="zh-CN" dirty="0">
              <a:solidFill>
                <a:schemeClr val="bg1"/>
              </a:solidFill>
              <a:latin typeface="思源黑体 Heavy" panose="020B0A00000000000000" charset="-122"/>
              <a:ea typeface="思源黑体 Heavy" panose="020B0A00000000000000" charset="-122"/>
            </a:endParaRPr>
          </a:p>
        </p:txBody>
      </p:sp>
      <p:pic>
        <p:nvPicPr>
          <p:cNvPr id="5" name="图片 4" descr="校名（1918）(内部）-06"/>
          <p:cNvPicPr>
            <a:picLocks noChangeAspect="1"/>
          </p:cNvPicPr>
          <p:nvPr/>
        </p:nvPicPr>
        <p:blipFill>
          <a:blip r:embed="rId3" cstate="screen"/>
          <a:stretch>
            <a:fillRect/>
          </a:stretch>
        </p:blipFill>
        <p:spPr>
          <a:xfrm>
            <a:off x="9548495" y="233680"/>
            <a:ext cx="2112010" cy="5867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srcRect/>
          <a:stretch>
            <a:fillRect/>
          </a:stretch>
        </p:blipFill>
        <p:spPr>
          <a:xfrm>
            <a:off x="0" y="-31304"/>
            <a:ext cx="12192000" cy="3406272"/>
          </a:xfrm>
          <a:prstGeom prst="rect">
            <a:avLst/>
          </a:prstGeom>
        </p:spPr>
      </p:pic>
      <p:sp>
        <p:nvSpPr>
          <p:cNvPr id="6" name="矩形 5"/>
          <p:cNvSpPr/>
          <p:nvPr/>
        </p:nvSpPr>
        <p:spPr>
          <a:xfrm>
            <a:off x="-26140" y="-30470"/>
            <a:ext cx="12218140" cy="3430800"/>
          </a:xfrm>
          <a:prstGeom prst="rect">
            <a:avLst/>
          </a:prstGeom>
          <a:gradFill>
            <a:gsLst>
              <a:gs pos="0">
                <a:srgbClr val="2D4F8F"/>
              </a:gs>
              <a:gs pos="50000">
                <a:srgbClr val="2D4F8F">
                  <a:alpha val="85000"/>
                </a:srgbClr>
              </a:gs>
              <a:gs pos="100000">
                <a:srgbClr val="2D4F8F"/>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40980" y="1282222"/>
            <a:ext cx="1770578" cy="1015663"/>
          </a:xfrm>
          <a:prstGeom prst="rect">
            <a:avLst/>
          </a:prstGeom>
          <a:noFill/>
        </p:spPr>
        <p:txBody>
          <a:bodyPr wrap="square" rtlCol="0">
            <a:spAutoFit/>
          </a:bodyPr>
          <a:lstStyle/>
          <a:p>
            <a:r>
              <a:rPr lang="zh-CN" altLang="en-US" sz="6000" dirty="0">
                <a:solidFill>
                  <a:schemeClr val="bg1"/>
                </a:solidFill>
                <a:latin typeface="思源黑体 Heavy" panose="020B0A00000000000000" charset="-122"/>
                <a:ea typeface="思源黑体 Heavy" panose="020B0A00000000000000" charset="-122"/>
              </a:rPr>
              <a:t>目录</a:t>
            </a:r>
            <a:endParaRPr lang="zh-CN" altLang="en-US" sz="6000" dirty="0">
              <a:solidFill>
                <a:schemeClr val="bg1"/>
              </a:solidFill>
              <a:latin typeface="思源黑体 Heavy" panose="020B0A00000000000000" charset="-122"/>
              <a:ea typeface="思源黑体 Heavy" panose="020B0A00000000000000" charset="-122"/>
            </a:endParaRPr>
          </a:p>
        </p:txBody>
      </p:sp>
      <p:sp>
        <p:nvSpPr>
          <p:cNvPr id="8" name="文本框 7"/>
          <p:cNvSpPr txBox="1"/>
          <p:nvPr/>
        </p:nvSpPr>
        <p:spPr>
          <a:xfrm>
            <a:off x="779663" y="2344846"/>
            <a:ext cx="5090905" cy="613822"/>
          </a:xfrm>
          <a:prstGeom prst="rect">
            <a:avLst/>
          </a:prstGeom>
          <a:noFill/>
        </p:spPr>
        <p:txBody>
          <a:bodyPr wrap="square" rtlCol="0">
            <a:spAutoFit/>
          </a:bodyPr>
          <a:lstStyle/>
          <a:p>
            <a:pPr>
              <a:lnSpc>
                <a:spcPct val="150000"/>
              </a:lnSpc>
            </a:pPr>
            <a:r>
              <a:rPr lang="zh-CN" altLang="en-US" sz="1200" dirty="0">
                <a:solidFill>
                  <a:schemeClr val="bg1"/>
                </a:solidFill>
                <a:latin typeface="思源黑体 CN" panose="020B0500000000000000" pitchFamily="34" charset="-122"/>
                <a:ea typeface="思源黑体 CN" panose="020B0500000000000000" pitchFamily="34" charset="-122"/>
              </a:rPr>
              <a:t>在此输入摘要或关键词，不宜过长，若无内容也可删除</a:t>
            </a:r>
            <a:endParaRPr lang="en-US" altLang="zh-CN" sz="1200" dirty="0">
              <a:solidFill>
                <a:schemeClr val="bg1"/>
              </a:solidFill>
              <a:latin typeface="思源黑体 CN" panose="020B0500000000000000" pitchFamily="34" charset="-122"/>
              <a:ea typeface="思源黑体 CN" panose="020B0500000000000000" pitchFamily="34" charset="-122"/>
            </a:endParaRPr>
          </a:p>
          <a:p>
            <a:pPr>
              <a:lnSpc>
                <a:spcPct val="150000"/>
              </a:lnSpc>
            </a:pPr>
            <a:r>
              <a:rPr lang="zh-CN" altLang="en-US" sz="1200" dirty="0">
                <a:solidFill>
                  <a:schemeClr val="bg1"/>
                </a:solidFill>
                <a:latin typeface="思源黑体 CN" panose="020B0500000000000000" pitchFamily="34" charset="-122"/>
                <a:ea typeface="思源黑体 CN" panose="020B0500000000000000" pitchFamily="34" charset="-122"/>
              </a:rPr>
              <a:t>也可添加适当辅助信息，建议不要超过</a:t>
            </a:r>
            <a:r>
              <a:rPr lang="en-US" altLang="zh-CN" sz="1200" dirty="0">
                <a:solidFill>
                  <a:schemeClr val="bg1"/>
                </a:solidFill>
                <a:latin typeface="思源黑体 CN" panose="020B0500000000000000" pitchFamily="34" charset="-122"/>
                <a:ea typeface="思源黑体 CN" panose="020B0500000000000000" pitchFamily="34" charset="-122"/>
              </a:rPr>
              <a:t>50</a:t>
            </a:r>
            <a:r>
              <a:rPr lang="zh-CN" altLang="en-US" sz="1200" dirty="0">
                <a:solidFill>
                  <a:schemeClr val="bg1"/>
                </a:solidFill>
                <a:latin typeface="思源黑体 CN" panose="020B0500000000000000" pitchFamily="34" charset="-122"/>
                <a:ea typeface="思源黑体 CN" panose="020B0500000000000000" pitchFamily="34" charset="-122"/>
              </a:rPr>
              <a:t>字</a:t>
            </a:r>
            <a:endParaRPr lang="zh-CN" altLang="en-US" sz="1200" dirty="0">
              <a:solidFill>
                <a:schemeClr val="bg1"/>
              </a:solidFill>
              <a:latin typeface="思源黑体 CN" panose="020B0500000000000000" pitchFamily="34" charset="-122"/>
              <a:ea typeface="思源黑体 CN" panose="020B0500000000000000" pitchFamily="34" charset="-122"/>
            </a:endParaRPr>
          </a:p>
        </p:txBody>
      </p:sp>
      <p:cxnSp>
        <p:nvCxnSpPr>
          <p:cNvPr id="9" name="直接连接符 8"/>
          <p:cNvCxnSpPr/>
          <p:nvPr/>
        </p:nvCxnSpPr>
        <p:spPr>
          <a:xfrm>
            <a:off x="879468" y="2254561"/>
            <a:ext cx="397728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411558" y="1575302"/>
            <a:ext cx="2590799" cy="707886"/>
          </a:xfrm>
          <a:prstGeom prst="rect">
            <a:avLst/>
          </a:prstGeom>
          <a:noFill/>
        </p:spPr>
        <p:txBody>
          <a:bodyPr wrap="square" rtlCol="0">
            <a:spAutoFit/>
          </a:bodyPr>
          <a:lstStyle/>
          <a:p>
            <a:r>
              <a:rPr lang="en-US" altLang="zh-CN" sz="4000" dirty="0">
                <a:solidFill>
                  <a:schemeClr val="bg1"/>
                </a:solidFill>
                <a:latin typeface="思源黑体 Heavy" panose="020B0A00000000000000" charset="-122"/>
                <a:ea typeface="思源黑体 Heavy" panose="020B0A00000000000000" charset="-122"/>
              </a:rPr>
              <a:t>Contents</a:t>
            </a:r>
            <a:endParaRPr lang="zh-CN" altLang="en-US" sz="4000" dirty="0">
              <a:solidFill>
                <a:schemeClr val="bg1"/>
              </a:solidFill>
              <a:latin typeface="思源黑体 Heavy" panose="020B0A00000000000000" charset="-122"/>
              <a:ea typeface="思源黑体 Heavy" panose="020B0A00000000000000" charset="-122"/>
            </a:endParaRPr>
          </a:p>
        </p:txBody>
      </p:sp>
      <p:grpSp>
        <p:nvGrpSpPr>
          <p:cNvPr id="39" name="组合 38"/>
          <p:cNvGrpSpPr/>
          <p:nvPr>
            <p:custDataLst>
              <p:tags r:id="rId2"/>
            </p:custDataLst>
          </p:nvPr>
        </p:nvGrpSpPr>
        <p:grpSpPr>
          <a:xfrm>
            <a:off x="1376006" y="3811990"/>
            <a:ext cx="2203305" cy="2063657"/>
            <a:chOff x="1376006" y="3811990"/>
            <a:chExt cx="2203305" cy="2063657"/>
          </a:xfrm>
        </p:grpSpPr>
        <p:sp>
          <p:nvSpPr>
            <p:cNvPr id="14" name="文本框 13"/>
            <p:cNvSpPr txBox="1"/>
            <p:nvPr>
              <p:custDataLst>
                <p:tags r:id="rId3"/>
              </p:custDataLst>
            </p:nvPr>
          </p:nvSpPr>
          <p:spPr>
            <a:xfrm>
              <a:off x="1376006" y="3811990"/>
              <a:ext cx="603105" cy="461665"/>
            </a:xfrm>
            <a:prstGeom prst="rect">
              <a:avLst/>
            </a:prstGeom>
            <a:noFill/>
          </p:spPr>
          <p:txBody>
            <a:bodyPr wrap="square" rtlCol="0">
              <a:spAutoFit/>
            </a:bodyPr>
            <a:lstStyle/>
            <a:p>
              <a:r>
                <a:rPr lang="en-US" altLang="zh-CN" sz="2400" dirty="0">
                  <a:solidFill>
                    <a:srgbClr val="2D4F8F"/>
                  </a:solidFill>
                  <a:latin typeface="思源黑体 Heavy" panose="020B0A00000000000000" charset="-122"/>
                  <a:ea typeface="思源黑体 Heavy" panose="020B0A00000000000000" charset="-122"/>
                </a:rPr>
                <a:t>01</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15" name="文本框 14"/>
            <p:cNvSpPr txBox="1"/>
            <p:nvPr>
              <p:custDataLst>
                <p:tags r:id="rId4"/>
              </p:custDataLst>
            </p:nvPr>
          </p:nvSpPr>
          <p:spPr>
            <a:xfrm>
              <a:off x="1376006" y="4593472"/>
              <a:ext cx="1568306" cy="398780"/>
            </a:xfrm>
            <a:prstGeom prst="rect">
              <a:avLst/>
            </a:prstGeom>
            <a:noFill/>
          </p:spPr>
          <p:txBody>
            <a:bodyPr wrap="square" rtlCol="0">
              <a:spAutoFit/>
            </a:bodyPr>
            <a:lstStyle/>
            <a:p>
              <a:r>
                <a:rPr lang="zh-CN" altLang="en-US" sz="2000" dirty="0">
                  <a:solidFill>
                    <a:srgbClr val="2D4F8F"/>
                  </a:solidFill>
                  <a:latin typeface="思源黑体 Heavy" panose="020B0A00000000000000" charset="-122"/>
                  <a:ea typeface="思源黑体 Heavy" panose="020B0A00000000000000" charset="-122"/>
                  <a:sym typeface="+mn-ea"/>
                </a:rPr>
                <a:t>博学</a:t>
              </a:r>
              <a:endParaRPr lang="zh-CN" altLang="en-US" sz="2000" dirty="0">
                <a:solidFill>
                  <a:srgbClr val="2D4F8F"/>
                </a:solidFill>
                <a:latin typeface="思源黑体 Heavy" panose="020B0A00000000000000" charset="-122"/>
                <a:ea typeface="思源黑体 Heavy" panose="020B0A00000000000000" charset="-122"/>
              </a:endParaRPr>
            </a:p>
          </p:txBody>
        </p:sp>
        <p:sp>
          <p:nvSpPr>
            <p:cNvPr id="16" name="文本框 15"/>
            <p:cNvSpPr txBox="1"/>
            <p:nvPr>
              <p:custDataLst>
                <p:tags r:id="rId5"/>
              </p:custDataLst>
            </p:nvPr>
          </p:nvSpPr>
          <p:spPr>
            <a:xfrm>
              <a:off x="1376006" y="5001209"/>
              <a:ext cx="1754572" cy="253916"/>
            </a:xfrm>
            <a:prstGeom prst="rect">
              <a:avLst/>
            </a:prstGeom>
            <a:noFill/>
          </p:spPr>
          <p:txBody>
            <a:bodyPr wrap="square" rtlCol="0">
              <a:spAutoFit/>
            </a:bodyPr>
            <a:lstStyle/>
            <a:p>
              <a:r>
                <a:rPr lang="en-US" altLang="zh-CN" sz="1050">
                  <a:solidFill>
                    <a:schemeClr val="tx1">
                      <a:lumMod val="65000"/>
                      <a:lumOff val="35000"/>
                    </a:schemeClr>
                  </a:solidFill>
                  <a:latin typeface="思源黑体 Heavy" panose="020B0A00000000000000" charset="-122"/>
                  <a:ea typeface="思源黑体 Heavy" panose="020B0A00000000000000" charset="-122"/>
                </a:rPr>
                <a:t>Your Title Here SCUT</a:t>
              </a:r>
              <a:endParaRPr lang="zh-CN" altLang="en-US" sz="1050" dirty="0">
                <a:solidFill>
                  <a:schemeClr val="tx1">
                    <a:lumMod val="65000"/>
                    <a:lumOff val="35000"/>
                  </a:schemeClr>
                </a:solidFill>
                <a:latin typeface="思源黑体 Heavy" panose="020B0A00000000000000" charset="-122"/>
                <a:ea typeface="思源黑体 Heavy" panose="020B0A00000000000000" charset="-122"/>
              </a:endParaRPr>
            </a:p>
          </p:txBody>
        </p:sp>
        <p:sp>
          <p:nvSpPr>
            <p:cNvPr id="17" name="文本框 16"/>
            <p:cNvSpPr txBox="1"/>
            <p:nvPr>
              <p:custDataLst>
                <p:tags r:id="rId6"/>
              </p:custDataLst>
            </p:nvPr>
          </p:nvSpPr>
          <p:spPr>
            <a:xfrm>
              <a:off x="1376006" y="5538952"/>
              <a:ext cx="2203305" cy="336695"/>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rPr>
                <a:t>厚德尚学 自强不息</a:t>
              </a:r>
              <a:endPar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cxnSp>
          <p:nvCxnSpPr>
            <p:cNvPr id="18" name="直接连接符 17"/>
            <p:cNvCxnSpPr/>
            <p:nvPr>
              <p:custDataLst>
                <p:tags r:id="rId7"/>
              </p:custDataLst>
            </p:nvPr>
          </p:nvCxnSpPr>
          <p:spPr>
            <a:xfrm>
              <a:off x="1519332" y="5443463"/>
              <a:ext cx="360268" cy="0"/>
            </a:xfrm>
            <a:prstGeom prst="line">
              <a:avLst/>
            </a:prstGeom>
            <a:ln w="28575">
              <a:solidFill>
                <a:srgbClr val="2D4F8F"/>
              </a:solidFill>
            </a:ln>
          </p:spPr>
          <p:style>
            <a:lnRef idx="1">
              <a:schemeClr val="accent1"/>
            </a:lnRef>
            <a:fillRef idx="0">
              <a:schemeClr val="accent1"/>
            </a:fillRef>
            <a:effectRef idx="0">
              <a:schemeClr val="accent1"/>
            </a:effectRef>
            <a:fontRef idx="minor">
              <a:schemeClr val="tx1"/>
            </a:fontRef>
          </p:style>
        </p:cxnSp>
      </p:grpSp>
      <p:cxnSp>
        <p:nvCxnSpPr>
          <p:cNvPr id="21" name="直接连接符 20"/>
          <p:cNvCxnSpPr/>
          <p:nvPr/>
        </p:nvCxnSpPr>
        <p:spPr>
          <a:xfrm>
            <a:off x="701690" y="6362700"/>
            <a:ext cx="10868010"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2" name="组合 51"/>
          <p:cNvGrpSpPr/>
          <p:nvPr>
            <p:custDataLst>
              <p:tags r:id="rId8"/>
            </p:custDataLst>
          </p:nvPr>
        </p:nvGrpSpPr>
        <p:grpSpPr>
          <a:xfrm>
            <a:off x="3932390" y="3811990"/>
            <a:ext cx="2203305" cy="2095262"/>
            <a:chOff x="1376006" y="3811990"/>
            <a:chExt cx="2203305" cy="2095262"/>
          </a:xfrm>
        </p:grpSpPr>
        <p:sp>
          <p:nvSpPr>
            <p:cNvPr id="53" name="文本框 52"/>
            <p:cNvSpPr txBox="1"/>
            <p:nvPr>
              <p:custDataLst>
                <p:tags r:id="rId9"/>
              </p:custDataLst>
            </p:nvPr>
          </p:nvSpPr>
          <p:spPr>
            <a:xfrm>
              <a:off x="1376006" y="3811990"/>
              <a:ext cx="603105" cy="461665"/>
            </a:xfrm>
            <a:prstGeom prst="rect">
              <a:avLst/>
            </a:prstGeom>
            <a:noFill/>
          </p:spPr>
          <p:txBody>
            <a:bodyPr wrap="square" rtlCol="0">
              <a:spAutoFit/>
            </a:bodyPr>
            <a:lstStyle/>
            <a:p>
              <a:r>
                <a:rPr lang="en-US" altLang="zh-CN" sz="2400" dirty="0">
                  <a:solidFill>
                    <a:srgbClr val="2D4F8F"/>
                  </a:solidFill>
                  <a:latin typeface="思源黑体 Heavy" panose="020B0A00000000000000" charset="-122"/>
                  <a:ea typeface="思源黑体 Heavy" panose="020B0A00000000000000" charset="-122"/>
                </a:rPr>
                <a:t>02</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54" name="文本框 53"/>
            <p:cNvSpPr txBox="1"/>
            <p:nvPr>
              <p:custDataLst>
                <p:tags r:id="rId10"/>
              </p:custDataLst>
            </p:nvPr>
          </p:nvSpPr>
          <p:spPr>
            <a:xfrm>
              <a:off x="1376006" y="4593472"/>
              <a:ext cx="1568306" cy="398780"/>
            </a:xfrm>
            <a:prstGeom prst="rect">
              <a:avLst/>
            </a:prstGeom>
            <a:noFill/>
          </p:spPr>
          <p:txBody>
            <a:bodyPr wrap="square" rtlCol="0">
              <a:spAutoFit/>
            </a:bodyPr>
            <a:lstStyle/>
            <a:p>
              <a:r>
                <a:rPr lang="zh-CN" altLang="en-US" sz="2000" dirty="0">
                  <a:solidFill>
                    <a:srgbClr val="2D4F8F"/>
                  </a:solidFill>
                  <a:latin typeface="思源黑体 Heavy" panose="020B0A00000000000000" charset="-122"/>
                  <a:ea typeface="思源黑体 Heavy" panose="020B0A00000000000000" charset="-122"/>
                </a:rPr>
                <a:t>慎思</a:t>
              </a:r>
              <a:endParaRPr lang="zh-CN" altLang="en-US" sz="2000" dirty="0">
                <a:solidFill>
                  <a:srgbClr val="2D4F8F"/>
                </a:solidFill>
                <a:latin typeface="思源黑体 Heavy" panose="020B0A00000000000000" charset="-122"/>
                <a:ea typeface="思源黑体 Heavy" panose="020B0A00000000000000" charset="-122"/>
              </a:endParaRPr>
            </a:p>
          </p:txBody>
        </p:sp>
        <p:sp>
          <p:nvSpPr>
            <p:cNvPr id="55" name="文本框 54"/>
            <p:cNvSpPr txBox="1"/>
            <p:nvPr>
              <p:custDataLst>
                <p:tags r:id="rId11"/>
              </p:custDataLst>
            </p:nvPr>
          </p:nvSpPr>
          <p:spPr>
            <a:xfrm>
              <a:off x="1376006" y="5001209"/>
              <a:ext cx="1754572" cy="253916"/>
            </a:xfrm>
            <a:prstGeom prst="rect">
              <a:avLst/>
            </a:prstGeom>
            <a:noFill/>
          </p:spPr>
          <p:txBody>
            <a:bodyPr wrap="square" rtlCol="0">
              <a:spAutoFit/>
            </a:bodyPr>
            <a:lstStyle/>
            <a:p>
              <a:r>
                <a:rPr lang="en-US" altLang="zh-CN" sz="1050">
                  <a:solidFill>
                    <a:schemeClr val="tx1">
                      <a:lumMod val="65000"/>
                      <a:lumOff val="35000"/>
                    </a:schemeClr>
                  </a:solidFill>
                  <a:latin typeface="思源黑体 Heavy" panose="020B0A00000000000000" charset="-122"/>
                  <a:ea typeface="思源黑体 Heavy" panose="020B0A00000000000000" charset="-122"/>
                </a:rPr>
                <a:t>Your Title Here SCUT</a:t>
              </a:r>
              <a:endParaRPr lang="zh-CN" altLang="en-US" sz="1050" dirty="0">
                <a:solidFill>
                  <a:schemeClr val="tx1">
                    <a:lumMod val="65000"/>
                    <a:lumOff val="35000"/>
                  </a:schemeClr>
                </a:solidFill>
                <a:latin typeface="思源黑体 Heavy" panose="020B0A00000000000000" charset="-122"/>
                <a:ea typeface="思源黑体 Heavy" panose="020B0A00000000000000" charset="-122"/>
              </a:endParaRPr>
            </a:p>
          </p:txBody>
        </p:sp>
        <p:sp>
          <p:nvSpPr>
            <p:cNvPr id="56" name="文本框 55"/>
            <p:cNvSpPr txBox="1"/>
            <p:nvPr>
              <p:custDataLst>
                <p:tags r:id="rId12"/>
              </p:custDataLst>
            </p:nvPr>
          </p:nvSpPr>
          <p:spPr>
            <a:xfrm>
              <a:off x="1376006" y="5538952"/>
              <a:ext cx="2203305" cy="368300"/>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务实创新</a:t>
              </a:r>
              <a:r>
                <a:rPr lang="en-US" altLang="zh-CN"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 </a:t>
              </a: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追求卓越</a:t>
              </a:r>
              <a:endPar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cxnSp>
          <p:nvCxnSpPr>
            <p:cNvPr id="57" name="直接连接符 56"/>
            <p:cNvCxnSpPr/>
            <p:nvPr>
              <p:custDataLst>
                <p:tags r:id="rId13"/>
              </p:custDataLst>
            </p:nvPr>
          </p:nvCxnSpPr>
          <p:spPr>
            <a:xfrm>
              <a:off x="1519332" y="5443463"/>
              <a:ext cx="360268" cy="0"/>
            </a:xfrm>
            <a:prstGeom prst="line">
              <a:avLst/>
            </a:prstGeom>
            <a:ln w="28575">
              <a:solidFill>
                <a:srgbClr val="2D4F8F"/>
              </a:solidFill>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custDataLst>
              <p:tags r:id="rId14"/>
            </p:custDataLst>
          </p:nvPr>
        </p:nvGrpSpPr>
        <p:grpSpPr>
          <a:xfrm>
            <a:off x="6488774" y="3811990"/>
            <a:ext cx="2203305" cy="2095262"/>
            <a:chOff x="1376006" y="3811990"/>
            <a:chExt cx="2203305" cy="2095262"/>
          </a:xfrm>
        </p:grpSpPr>
        <p:sp>
          <p:nvSpPr>
            <p:cNvPr id="59" name="文本框 58"/>
            <p:cNvSpPr txBox="1"/>
            <p:nvPr>
              <p:custDataLst>
                <p:tags r:id="rId15"/>
              </p:custDataLst>
            </p:nvPr>
          </p:nvSpPr>
          <p:spPr>
            <a:xfrm>
              <a:off x="1376006" y="3811990"/>
              <a:ext cx="603105" cy="461665"/>
            </a:xfrm>
            <a:prstGeom prst="rect">
              <a:avLst/>
            </a:prstGeom>
            <a:noFill/>
          </p:spPr>
          <p:txBody>
            <a:bodyPr wrap="square" rtlCol="0">
              <a:spAutoFit/>
            </a:bodyPr>
            <a:lstStyle/>
            <a:p>
              <a:r>
                <a:rPr lang="en-US" altLang="zh-CN" sz="2400" dirty="0">
                  <a:solidFill>
                    <a:srgbClr val="2D4F8F"/>
                  </a:solidFill>
                  <a:latin typeface="思源黑体 Heavy" panose="020B0A00000000000000" charset="-122"/>
                  <a:ea typeface="思源黑体 Heavy" panose="020B0A00000000000000" charset="-122"/>
                </a:rPr>
                <a:t>03</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60" name="文本框 59"/>
            <p:cNvSpPr txBox="1"/>
            <p:nvPr>
              <p:custDataLst>
                <p:tags r:id="rId16"/>
              </p:custDataLst>
            </p:nvPr>
          </p:nvSpPr>
          <p:spPr>
            <a:xfrm>
              <a:off x="1376006" y="4593472"/>
              <a:ext cx="1568306" cy="398780"/>
            </a:xfrm>
            <a:prstGeom prst="rect">
              <a:avLst/>
            </a:prstGeom>
            <a:noFill/>
          </p:spPr>
          <p:txBody>
            <a:bodyPr wrap="square" rtlCol="0">
              <a:spAutoFit/>
            </a:bodyPr>
            <a:lstStyle/>
            <a:p>
              <a:r>
                <a:rPr lang="zh-CN" altLang="en-US" sz="2000" dirty="0">
                  <a:solidFill>
                    <a:srgbClr val="2D4F8F"/>
                  </a:solidFill>
                  <a:latin typeface="思源黑体 Heavy" panose="020B0A00000000000000" charset="-122"/>
                  <a:ea typeface="思源黑体 Heavy" panose="020B0A00000000000000" charset="-122"/>
                  <a:sym typeface="+mn-ea"/>
                </a:rPr>
                <a:t>明辨</a:t>
              </a:r>
              <a:endParaRPr lang="zh-CN" altLang="en-US" sz="2000" dirty="0">
                <a:solidFill>
                  <a:srgbClr val="2D4F8F"/>
                </a:solidFill>
                <a:latin typeface="思源黑体 Heavy" panose="020B0A00000000000000" charset="-122"/>
                <a:ea typeface="思源黑体 Heavy" panose="020B0A00000000000000" charset="-122"/>
              </a:endParaRPr>
            </a:p>
          </p:txBody>
        </p:sp>
        <p:sp>
          <p:nvSpPr>
            <p:cNvPr id="61" name="文本框 60"/>
            <p:cNvSpPr txBox="1"/>
            <p:nvPr>
              <p:custDataLst>
                <p:tags r:id="rId17"/>
              </p:custDataLst>
            </p:nvPr>
          </p:nvSpPr>
          <p:spPr>
            <a:xfrm>
              <a:off x="1376006" y="5001209"/>
              <a:ext cx="1754572" cy="253916"/>
            </a:xfrm>
            <a:prstGeom prst="rect">
              <a:avLst/>
            </a:prstGeom>
            <a:noFill/>
          </p:spPr>
          <p:txBody>
            <a:bodyPr wrap="square" rtlCol="0">
              <a:spAutoFit/>
            </a:bodyPr>
            <a:lstStyle/>
            <a:p>
              <a:r>
                <a:rPr lang="en-US" altLang="zh-CN" sz="1050">
                  <a:solidFill>
                    <a:schemeClr val="tx1">
                      <a:lumMod val="65000"/>
                      <a:lumOff val="35000"/>
                    </a:schemeClr>
                  </a:solidFill>
                  <a:latin typeface="思源黑体 Heavy" panose="020B0A00000000000000" charset="-122"/>
                  <a:ea typeface="思源黑体 Heavy" panose="020B0A00000000000000" charset="-122"/>
                </a:rPr>
                <a:t>Your Title Here SCUT</a:t>
              </a:r>
              <a:endParaRPr lang="zh-CN" altLang="en-US" sz="1050" dirty="0">
                <a:solidFill>
                  <a:schemeClr val="tx1">
                    <a:lumMod val="65000"/>
                    <a:lumOff val="35000"/>
                  </a:schemeClr>
                </a:solidFill>
                <a:latin typeface="思源黑体 Heavy" panose="020B0A00000000000000" charset="-122"/>
                <a:ea typeface="思源黑体 Heavy" panose="020B0A00000000000000" charset="-122"/>
              </a:endParaRPr>
            </a:p>
          </p:txBody>
        </p:sp>
        <p:sp>
          <p:nvSpPr>
            <p:cNvPr id="62" name="文本框 61"/>
            <p:cNvSpPr txBox="1"/>
            <p:nvPr>
              <p:custDataLst>
                <p:tags r:id="rId18"/>
              </p:custDataLst>
            </p:nvPr>
          </p:nvSpPr>
          <p:spPr>
            <a:xfrm>
              <a:off x="1376006" y="5538952"/>
              <a:ext cx="2203305" cy="368300"/>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厚德尚学</a:t>
              </a:r>
              <a:r>
                <a:rPr lang="en-US" altLang="zh-CN"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 </a:t>
              </a: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自强不息</a:t>
              </a:r>
              <a:endPar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cxnSp>
          <p:nvCxnSpPr>
            <p:cNvPr id="63" name="直接连接符 62"/>
            <p:cNvCxnSpPr/>
            <p:nvPr>
              <p:custDataLst>
                <p:tags r:id="rId19"/>
              </p:custDataLst>
            </p:nvPr>
          </p:nvCxnSpPr>
          <p:spPr>
            <a:xfrm>
              <a:off x="1519332" y="5443463"/>
              <a:ext cx="360268" cy="0"/>
            </a:xfrm>
            <a:prstGeom prst="line">
              <a:avLst/>
            </a:prstGeom>
            <a:ln w="28575">
              <a:solidFill>
                <a:srgbClr val="2D4F8F"/>
              </a:solidFill>
            </a:ln>
          </p:spPr>
          <p:style>
            <a:lnRef idx="1">
              <a:schemeClr val="accent1"/>
            </a:lnRef>
            <a:fillRef idx="0">
              <a:schemeClr val="accent1"/>
            </a:fillRef>
            <a:effectRef idx="0">
              <a:schemeClr val="accent1"/>
            </a:effectRef>
            <a:fontRef idx="minor">
              <a:schemeClr val="tx1"/>
            </a:fontRef>
          </p:style>
        </p:cxnSp>
      </p:grpSp>
      <p:grpSp>
        <p:nvGrpSpPr>
          <p:cNvPr id="64" name="组合 63"/>
          <p:cNvGrpSpPr/>
          <p:nvPr>
            <p:custDataLst>
              <p:tags r:id="rId20"/>
            </p:custDataLst>
          </p:nvPr>
        </p:nvGrpSpPr>
        <p:grpSpPr>
          <a:xfrm>
            <a:off x="9045158" y="3784597"/>
            <a:ext cx="2203305" cy="2095262"/>
            <a:chOff x="1376006" y="3811990"/>
            <a:chExt cx="2203305" cy="2095262"/>
          </a:xfrm>
        </p:grpSpPr>
        <p:sp>
          <p:nvSpPr>
            <p:cNvPr id="65" name="文本框 64"/>
            <p:cNvSpPr txBox="1"/>
            <p:nvPr>
              <p:custDataLst>
                <p:tags r:id="rId21"/>
              </p:custDataLst>
            </p:nvPr>
          </p:nvSpPr>
          <p:spPr>
            <a:xfrm>
              <a:off x="1376006" y="3811990"/>
              <a:ext cx="603105" cy="461665"/>
            </a:xfrm>
            <a:prstGeom prst="rect">
              <a:avLst/>
            </a:prstGeom>
            <a:noFill/>
          </p:spPr>
          <p:txBody>
            <a:bodyPr wrap="square" rtlCol="0">
              <a:spAutoFit/>
            </a:bodyPr>
            <a:lstStyle/>
            <a:p>
              <a:r>
                <a:rPr lang="en-US" altLang="zh-CN" sz="2400" dirty="0">
                  <a:solidFill>
                    <a:srgbClr val="2D4F8F"/>
                  </a:solidFill>
                  <a:latin typeface="思源黑体 Heavy" panose="020B0A00000000000000" charset="-122"/>
                  <a:ea typeface="思源黑体 Heavy" panose="020B0A00000000000000" charset="-122"/>
                </a:rPr>
                <a:t>04</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66" name="文本框 65"/>
            <p:cNvSpPr txBox="1"/>
            <p:nvPr>
              <p:custDataLst>
                <p:tags r:id="rId22"/>
              </p:custDataLst>
            </p:nvPr>
          </p:nvSpPr>
          <p:spPr>
            <a:xfrm>
              <a:off x="1376006" y="4593472"/>
              <a:ext cx="1568306" cy="398780"/>
            </a:xfrm>
            <a:prstGeom prst="rect">
              <a:avLst/>
            </a:prstGeom>
            <a:noFill/>
          </p:spPr>
          <p:txBody>
            <a:bodyPr wrap="square" rtlCol="0">
              <a:spAutoFit/>
            </a:bodyPr>
            <a:lstStyle/>
            <a:p>
              <a:r>
                <a:rPr lang="zh-CN" altLang="en-US" sz="2000" dirty="0">
                  <a:solidFill>
                    <a:srgbClr val="2D4F8F"/>
                  </a:solidFill>
                  <a:latin typeface="思源黑体 Heavy" panose="020B0A00000000000000" charset="-122"/>
                  <a:ea typeface="思源黑体 Heavy" panose="020B0A00000000000000" charset="-122"/>
                </a:rPr>
                <a:t>笃行</a:t>
              </a:r>
              <a:endParaRPr lang="zh-CN" altLang="en-US" sz="2000" dirty="0">
                <a:solidFill>
                  <a:srgbClr val="2D4F8F"/>
                </a:solidFill>
                <a:latin typeface="思源黑体 Heavy" panose="020B0A00000000000000" charset="-122"/>
                <a:ea typeface="思源黑体 Heavy" panose="020B0A00000000000000" charset="-122"/>
              </a:endParaRPr>
            </a:p>
          </p:txBody>
        </p:sp>
        <p:sp>
          <p:nvSpPr>
            <p:cNvPr id="67" name="文本框 66"/>
            <p:cNvSpPr txBox="1"/>
            <p:nvPr>
              <p:custDataLst>
                <p:tags r:id="rId23"/>
              </p:custDataLst>
            </p:nvPr>
          </p:nvSpPr>
          <p:spPr>
            <a:xfrm>
              <a:off x="1376006" y="5001209"/>
              <a:ext cx="1754572" cy="253916"/>
            </a:xfrm>
            <a:prstGeom prst="rect">
              <a:avLst/>
            </a:prstGeom>
            <a:noFill/>
          </p:spPr>
          <p:txBody>
            <a:bodyPr wrap="square" rtlCol="0">
              <a:spAutoFit/>
            </a:bodyPr>
            <a:lstStyle/>
            <a:p>
              <a:r>
                <a:rPr lang="en-US" altLang="zh-CN" sz="1050">
                  <a:solidFill>
                    <a:schemeClr val="tx1">
                      <a:lumMod val="65000"/>
                      <a:lumOff val="35000"/>
                    </a:schemeClr>
                  </a:solidFill>
                  <a:latin typeface="思源黑体 Heavy" panose="020B0A00000000000000" charset="-122"/>
                  <a:ea typeface="思源黑体 Heavy" panose="020B0A00000000000000" charset="-122"/>
                </a:rPr>
                <a:t>Your Title Here SCUT</a:t>
              </a:r>
              <a:endParaRPr lang="zh-CN" altLang="en-US" sz="1050" dirty="0">
                <a:solidFill>
                  <a:schemeClr val="tx1">
                    <a:lumMod val="65000"/>
                    <a:lumOff val="35000"/>
                  </a:schemeClr>
                </a:solidFill>
                <a:latin typeface="思源黑体 Heavy" panose="020B0A00000000000000" charset="-122"/>
                <a:ea typeface="思源黑体 Heavy" panose="020B0A00000000000000" charset="-122"/>
              </a:endParaRPr>
            </a:p>
          </p:txBody>
        </p:sp>
        <p:sp>
          <p:nvSpPr>
            <p:cNvPr id="68" name="文本框 67"/>
            <p:cNvSpPr txBox="1"/>
            <p:nvPr>
              <p:custDataLst>
                <p:tags r:id="rId24"/>
              </p:custDataLst>
            </p:nvPr>
          </p:nvSpPr>
          <p:spPr>
            <a:xfrm>
              <a:off x="1376006" y="5538952"/>
              <a:ext cx="2203305" cy="368300"/>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务实创新</a:t>
              </a:r>
              <a:r>
                <a:rPr lang="en-US" altLang="zh-CN"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 </a:t>
              </a: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追求卓越</a:t>
              </a:r>
              <a:endPar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cxnSp>
          <p:nvCxnSpPr>
            <p:cNvPr id="69" name="直接连接符 68"/>
            <p:cNvCxnSpPr/>
            <p:nvPr>
              <p:custDataLst>
                <p:tags r:id="rId25"/>
              </p:custDataLst>
            </p:nvPr>
          </p:nvCxnSpPr>
          <p:spPr>
            <a:xfrm>
              <a:off x="1519332" y="5443463"/>
              <a:ext cx="360268" cy="0"/>
            </a:xfrm>
            <a:prstGeom prst="line">
              <a:avLst/>
            </a:prstGeom>
            <a:ln w="28575">
              <a:solidFill>
                <a:srgbClr val="2D4F8F"/>
              </a:solidFill>
            </a:ln>
          </p:spPr>
          <p:style>
            <a:lnRef idx="1">
              <a:schemeClr val="accent1"/>
            </a:lnRef>
            <a:fillRef idx="0">
              <a:schemeClr val="accent1"/>
            </a:fillRef>
            <a:effectRef idx="0">
              <a:schemeClr val="accent1"/>
            </a:effectRef>
            <a:fontRef idx="minor">
              <a:schemeClr val="tx1"/>
            </a:fontRef>
          </p:style>
        </p:cxnSp>
      </p:grpSp>
      <p:pic>
        <p:nvPicPr>
          <p:cNvPr id="4" name="图片 3" descr="校名（1918）(内部）-05"/>
          <p:cNvPicPr>
            <a:picLocks noChangeAspect="1"/>
          </p:cNvPicPr>
          <p:nvPr/>
        </p:nvPicPr>
        <p:blipFill>
          <a:blip r:embed="rId26" cstate="screen"/>
          <a:stretch>
            <a:fillRect/>
          </a:stretch>
        </p:blipFill>
        <p:spPr>
          <a:xfrm>
            <a:off x="9548495" y="233680"/>
            <a:ext cx="2112010" cy="5867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p:cNvPicPr>
            <a:picLocks noChangeAspect="1"/>
          </p:cNvPicPr>
          <p:nvPr/>
        </p:nvPicPr>
        <p:blipFill>
          <a:blip r:embed="rId1">
            <a:alphaModFix amt="20000"/>
            <a:duotone>
              <a:schemeClr val="bg2">
                <a:shade val="45000"/>
                <a:satMod val="135000"/>
              </a:schemeClr>
              <a:prstClr val="white"/>
            </a:duotone>
          </a:blip>
          <a:stretch>
            <a:fillRect/>
          </a:stretch>
        </p:blipFill>
        <p:spPr>
          <a:xfrm>
            <a:off x="1914962" y="0"/>
            <a:ext cx="10287000" cy="6858000"/>
          </a:xfrm>
          <a:prstGeom prst="rect">
            <a:avLst/>
          </a:prstGeom>
        </p:spPr>
      </p:pic>
      <p:sp>
        <p:nvSpPr>
          <p:cNvPr id="7" name="文本框 6"/>
          <p:cNvSpPr txBox="1"/>
          <p:nvPr/>
        </p:nvSpPr>
        <p:spPr>
          <a:xfrm>
            <a:off x="7258459" y="478695"/>
            <a:ext cx="1770578" cy="923330"/>
          </a:xfrm>
          <a:prstGeom prst="rect">
            <a:avLst/>
          </a:prstGeom>
          <a:noFill/>
        </p:spPr>
        <p:txBody>
          <a:bodyPr wrap="square" rtlCol="0">
            <a:spAutoFit/>
          </a:bodyPr>
          <a:lstStyle/>
          <a:p>
            <a:r>
              <a:rPr lang="zh-CN" altLang="en-US" sz="5400" b="1" dirty="0">
                <a:solidFill>
                  <a:srgbClr val="2D4F8F"/>
                </a:solidFill>
                <a:latin typeface="思源黑体 Heavy" panose="020B0A00000000000000" charset="-122"/>
                <a:ea typeface="思源黑体 Heavy" panose="020B0A00000000000000" charset="-122"/>
              </a:rPr>
              <a:t>目录</a:t>
            </a:r>
            <a:endParaRPr lang="zh-CN" altLang="en-US" sz="5400" b="1" dirty="0">
              <a:solidFill>
                <a:srgbClr val="2D4F8F"/>
              </a:solidFill>
              <a:latin typeface="思源黑体 Heavy" panose="020B0A00000000000000" charset="-122"/>
              <a:ea typeface="思源黑体 Heavy" panose="020B0A00000000000000" charset="-122"/>
            </a:endParaRPr>
          </a:p>
        </p:txBody>
      </p:sp>
      <p:sp>
        <p:nvSpPr>
          <p:cNvPr id="15" name="文本框 14"/>
          <p:cNvSpPr txBox="1"/>
          <p:nvPr/>
        </p:nvSpPr>
        <p:spPr>
          <a:xfrm>
            <a:off x="8103870" y="1646300"/>
            <a:ext cx="1770578" cy="460375"/>
          </a:xfrm>
          <a:prstGeom prst="rect">
            <a:avLst/>
          </a:prstGeom>
          <a:noFill/>
        </p:spPr>
        <p:txBody>
          <a:bodyPr wrap="square" rtlCol="0">
            <a:spAutoFit/>
          </a:bodyPr>
          <a:lstStyle/>
          <a:p>
            <a:r>
              <a:rPr lang="zh-CN" altLang="en-US" sz="2400" b="1" dirty="0">
                <a:solidFill>
                  <a:srgbClr val="2D4F8F"/>
                </a:solidFill>
                <a:latin typeface="思源黑体 Heavy" panose="020B0A00000000000000" charset="-122"/>
                <a:ea typeface="思源黑体 Heavy" panose="020B0A00000000000000" charset="-122"/>
              </a:rPr>
              <a:t>博学</a:t>
            </a:r>
            <a:endParaRPr lang="zh-CN" altLang="en-US" sz="2400" b="1" dirty="0">
              <a:solidFill>
                <a:srgbClr val="2D4F8F"/>
              </a:solidFill>
              <a:latin typeface="思源黑体 Heavy" panose="020B0A00000000000000" charset="-122"/>
              <a:ea typeface="思源黑体 Heavy" panose="020B0A00000000000000" charset="-122"/>
            </a:endParaRPr>
          </a:p>
        </p:txBody>
      </p:sp>
      <p:sp>
        <p:nvSpPr>
          <p:cNvPr id="17" name="文本框 16"/>
          <p:cNvSpPr txBox="1"/>
          <p:nvPr/>
        </p:nvSpPr>
        <p:spPr>
          <a:xfrm>
            <a:off x="8103870" y="2089150"/>
            <a:ext cx="3556635" cy="418191"/>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rPr>
              <a:t>厚德尚学 自强不息</a:t>
            </a:r>
            <a:endPar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sp>
        <p:nvSpPr>
          <p:cNvPr id="2" name="矩形 1"/>
          <p:cNvSpPr/>
          <p:nvPr/>
        </p:nvSpPr>
        <p:spPr>
          <a:xfrm>
            <a:off x="0" y="0"/>
            <a:ext cx="3373200" cy="6858000"/>
          </a:xfrm>
          <a:prstGeom prst="rect">
            <a:avLst/>
          </a:prstGeom>
          <a:solidFill>
            <a:srgbClr val="2D4F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rot="5400000">
            <a:off x="-3008818" y="2689118"/>
            <a:ext cx="6824786" cy="1446550"/>
          </a:xfrm>
          <a:prstGeom prst="rect">
            <a:avLst/>
          </a:prstGeom>
          <a:noFill/>
        </p:spPr>
        <p:txBody>
          <a:bodyPr wrap="square" rtlCol="0">
            <a:spAutoFit/>
          </a:bodyPr>
          <a:lstStyle/>
          <a:p>
            <a:r>
              <a:rPr lang="en-US" altLang="zh-CN" sz="8800" dirty="0">
                <a:solidFill>
                  <a:schemeClr val="bg1">
                    <a:alpha val="20000"/>
                  </a:schemeClr>
                </a:solidFill>
                <a:latin typeface="思源黑体 CN Heavy" panose="020B0A00000000000000" pitchFamily="34" charset="-122"/>
                <a:ea typeface="思源黑体 CN Heavy" panose="020B0A00000000000000" pitchFamily="34" charset="-122"/>
              </a:rPr>
              <a:t>CONTENTS</a:t>
            </a:r>
            <a:endParaRPr lang="zh-CN" altLang="en-US" sz="8800" dirty="0">
              <a:solidFill>
                <a:schemeClr val="bg1">
                  <a:alpha val="20000"/>
                </a:schemeClr>
              </a:solidFill>
              <a:latin typeface="思源黑体 CN Heavy" panose="020B0A00000000000000" pitchFamily="34" charset="-122"/>
              <a:ea typeface="思源黑体 CN Heavy" panose="020B0A00000000000000" pitchFamily="34" charset="-122"/>
            </a:endParaRPr>
          </a:p>
        </p:txBody>
      </p:sp>
      <p:sp>
        <p:nvSpPr>
          <p:cNvPr id="5" name="矩形 4"/>
          <p:cNvSpPr/>
          <p:nvPr/>
        </p:nvSpPr>
        <p:spPr>
          <a:xfrm>
            <a:off x="1740560" y="632206"/>
            <a:ext cx="4226400" cy="5626800"/>
          </a:xfrm>
          <a:prstGeom prst="rect">
            <a:avLst/>
          </a:prstGeom>
          <a:solidFill>
            <a:srgbClr val="2D4F8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2" cstate="screen"/>
          <a:srcRect/>
          <a:stretch>
            <a:fillRect/>
          </a:stretch>
        </p:blipFill>
        <p:spPr>
          <a:xfrm>
            <a:off x="1740560" y="0"/>
            <a:ext cx="3741677" cy="5745600"/>
          </a:xfrm>
          <a:prstGeom prst="rect">
            <a:avLst/>
          </a:prstGeom>
        </p:spPr>
      </p:pic>
      <p:sp>
        <p:nvSpPr>
          <p:cNvPr id="25" name="文本框 24"/>
          <p:cNvSpPr txBox="1"/>
          <p:nvPr/>
        </p:nvSpPr>
        <p:spPr>
          <a:xfrm>
            <a:off x="8103870" y="2780615"/>
            <a:ext cx="1770578" cy="460375"/>
          </a:xfrm>
          <a:prstGeom prst="rect">
            <a:avLst/>
          </a:prstGeom>
          <a:noFill/>
        </p:spPr>
        <p:txBody>
          <a:bodyPr wrap="square" rtlCol="0">
            <a:spAutoFit/>
          </a:bodyPr>
          <a:lstStyle/>
          <a:p>
            <a:r>
              <a:rPr lang="zh-CN" altLang="en-US" sz="2400" b="1" dirty="0">
                <a:solidFill>
                  <a:srgbClr val="2D4F8F"/>
                </a:solidFill>
                <a:latin typeface="思源黑体 Heavy" panose="020B0A00000000000000" charset="-122"/>
                <a:ea typeface="思源黑体 Heavy" panose="020B0A00000000000000" charset="-122"/>
              </a:rPr>
              <a:t>慎思</a:t>
            </a:r>
            <a:endParaRPr lang="zh-CN" altLang="en-US" sz="2400" b="1" dirty="0">
              <a:solidFill>
                <a:srgbClr val="2D4F8F"/>
              </a:solidFill>
              <a:latin typeface="思源黑体 Heavy" panose="020B0A00000000000000" charset="-122"/>
              <a:ea typeface="思源黑体 Heavy" panose="020B0A00000000000000" charset="-122"/>
            </a:endParaRPr>
          </a:p>
        </p:txBody>
      </p:sp>
      <p:sp>
        <p:nvSpPr>
          <p:cNvPr id="26" name="文本框 25"/>
          <p:cNvSpPr txBox="1"/>
          <p:nvPr/>
        </p:nvSpPr>
        <p:spPr>
          <a:xfrm>
            <a:off x="8103870" y="3223260"/>
            <a:ext cx="3556000" cy="418191"/>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务实创新 追求卓越</a:t>
            </a:r>
            <a:endPar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sp>
        <p:nvSpPr>
          <p:cNvPr id="29" name="文本框 28"/>
          <p:cNvSpPr txBox="1"/>
          <p:nvPr/>
        </p:nvSpPr>
        <p:spPr>
          <a:xfrm>
            <a:off x="8103870" y="3914930"/>
            <a:ext cx="1770578" cy="460375"/>
          </a:xfrm>
          <a:prstGeom prst="rect">
            <a:avLst/>
          </a:prstGeom>
          <a:noFill/>
        </p:spPr>
        <p:txBody>
          <a:bodyPr wrap="square" rtlCol="0">
            <a:spAutoFit/>
          </a:bodyPr>
          <a:lstStyle/>
          <a:p>
            <a:r>
              <a:rPr lang="zh-CN" altLang="en-US" sz="2400" b="1" dirty="0">
                <a:solidFill>
                  <a:srgbClr val="2D4F8F"/>
                </a:solidFill>
                <a:latin typeface="思源黑体 Heavy" panose="020B0A00000000000000" charset="-122"/>
                <a:ea typeface="思源黑体 Heavy" panose="020B0A00000000000000" charset="-122"/>
              </a:rPr>
              <a:t>明辨</a:t>
            </a:r>
            <a:endParaRPr lang="zh-CN" altLang="en-US" sz="2400" b="1" dirty="0">
              <a:solidFill>
                <a:srgbClr val="2D4F8F"/>
              </a:solidFill>
              <a:latin typeface="思源黑体 Heavy" panose="020B0A00000000000000" charset="-122"/>
              <a:ea typeface="思源黑体 Heavy" panose="020B0A00000000000000" charset="-122"/>
            </a:endParaRPr>
          </a:p>
        </p:txBody>
      </p:sp>
      <p:sp>
        <p:nvSpPr>
          <p:cNvPr id="30" name="文本框 29"/>
          <p:cNvSpPr txBox="1"/>
          <p:nvPr/>
        </p:nvSpPr>
        <p:spPr>
          <a:xfrm>
            <a:off x="8103870" y="4357370"/>
            <a:ext cx="3556000" cy="418191"/>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厚德尚学 自强不息</a:t>
            </a:r>
            <a:endPar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sp>
        <p:nvSpPr>
          <p:cNvPr id="33" name="文本框 32"/>
          <p:cNvSpPr txBox="1"/>
          <p:nvPr/>
        </p:nvSpPr>
        <p:spPr>
          <a:xfrm>
            <a:off x="8103870" y="5043418"/>
            <a:ext cx="1770578" cy="460375"/>
          </a:xfrm>
          <a:prstGeom prst="rect">
            <a:avLst/>
          </a:prstGeom>
          <a:noFill/>
        </p:spPr>
        <p:txBody>
          <a:bodyPr wrap="square" rtlCol="0">
            <a:spAutoFit/>
          </a:bodyPr>
          <a:lstStyle/>
          <a:p>
            <a:r>
              <a:rPr lang="zh-CN" altLang="en-US" sz="2400" b="1" dirty="0">
                <a:solidFill>
                  <a:srgbClr val="2D4F8F"/>
                </a:solidFill>
                <a:latin typeface="思源黑体 Heavy" panose="020B0A00000000000000" charset="-122"/>
                <a:ea typeface="思源黑体 Heavy" panose="020B0A00000000000000" charset="-122"/>
              </a:rPr>
              <a:t>笃行</a:t>
            </a:r>
            <a:endParaRPr lang="zh-CN" altLang="en-US" sz="2400" b="1" dirty="0">
              <a:solidFill>
                <a:srgbClr val="2D4F8F"/>
              </a:solidFill>
              <a:latin typeface="思源黑体 Heavy" panose="020B0A00000000000000" charset="-122"/>
              <a:ea typeface="思源黑体 Heavy" panose="020B0A00000000000000" charset="-122"/>
            </a:endParaRPr>
          </a:p>
        </p:txBody>
      </p:sp>
      <p:sp>
        <p:nvSpPr>
          <p:cNvPr id="34" name="文本框 33"/>
          <p:cNvSpPr txBox="1"/>
          <p:nvPr/>
        </p:nvSpPr>
        <p:spPr>
          <a:xfrm>
            <a:off x="8103870" y="5485765"/>
            <a:ext cx="3453765" cy="418191"/>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务实创新 追求卓越</a:t>
            </a:r>
            <a:endPar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sp>
        <p:nvSpPr>
          <p:cNvPr id="3" name="文本框 2"/>
          <p:cNvSpPr txBox="1"/>
          <p:nvPr/>
        </p:nvSpPr>
        <p:spPr>
          <a:xfrm>
            <a:off x="7412853" y="1646300"/>
            <a:ext cx="603105" cy="461665"/>
          </a:xfrm>
          <a:prstGeom prst="rect">
            <a:avLst/>
          </a:prstGeom>
          <a:noFill/>
        </p:spPr>
        <p:txBody>
          <a:bodyPr wrap="square" rtlCol="0">
            <a:spAutoFit/>
          </a:bodyPr>
          <a:lstStyle/>
          <a:p>
            <a:r>
              <a:rPr lang="en-US" altLang="zh-CN" sz="2400" dirty="0">
                <a:solidFill>
                  <a:srgbClr val="2D4F8F"/>
                </a:solidFill>
                <a:latin typeface="思源黑体 Heavy" panose="020B0A00000000000000" charset="-122"/>
                <a:ea typeface="思源黑体 Heavy" panose="020B0A00000000000000" charset="-122"/>
              </a:rPr>
              <a:t>01</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10" name="文本框 9"/>
          <p:cNvSpPr txBox="1"/>
          <p:nvPr/>
        </p:nvSpPr>
        <p:spPr>
          <a:xfrm>
            <a:off x="7412853" y="2780615"/>
            <a:ext cx="603105" cy="461665"/>
          </a:xfrm>
          <a:prstGeom prst="rect">
            <a:avLst/>
          </a:prstGeom>
          <a:noFill/>
        </p:spPr>
        <p:txBody>
          <a:bodyPr wrap="square" rtlCol="0">
            <a:spAutoFit/>
          </a:bodyPr>
          <a:lstStyle/>
          <a:p>
            <a:r>
              <a:rPr lang="en-US" altLang="zh-CN" sz="2400" dirty="0">
                <a:solidFill>
                  <a:srgbClr val="2D4F8F"/>
                </a:solidFill>
                <a:latin typeface="思源黑体 Heavy" panose="020B0A00000000000000" charset="-122"/>
                <a:ea typeface="思源黑体 Heavy" panose="020B0A00000000000000" charset="-122"/>
              </a:rPr>
              <a:t>02</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11" name="文本框 10"/>
          <p:cNvSpPr txBox="1"/>
          <p:nvPr/>
        </p:nvSpPr>
        <p:spPr>
          <a:xfrm>
            <a:off x="7412853" y="3914930"/>
            <a:ext cx="603105" cy="461665"/>
          </a:xfrm>
          <a:prstGeom prst="rect">
            <a:avLst/>
          </a:prstGeom>
          <a:noFill/>
        </p:spPr>
        <p:txBody>
          <a:bodyPr wrap="square" rtlCol="0">
            <a:spAutoFit/>
          </a:bodyPr>
          <a:lstStyle/>
          <a:p>
            <a:r>
              <a:rPr lang="en-US" altLang="zh-CN" sz="2400" dirty="0">
                <a:solidFill>
                  <a:srgbClr val="2D4F8F"/>
                </a:solidFill>
                <a:latin typeface="思源黑体 Heavy" panose="020B0A00000000000000" charset="-122"/>
                <a:ea typeface="思源黑体 Heavy" panose="020B0A00000000000000" charset="-122"/>
              </a:rPr>
              <a:t>03</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12" name="文本框 11"/>
          <p:cNvSpPr txBox="1"/>
          <p:nvPr/>
        </p:nvSpPr>
        <p:spPr>
          <a:xfrm>
            <a:off x="7408261" y="5043418"/>
            <a:ext cx="603105" cy="461665"/>
          </a:xfrm>
          <a:prstGeom prst="rect">
            <a:avLst/>
          </a:prstGeom>
          <a:noFill/>
        </p:spPr>
        <p:txBody>
          <a:bodyPr wrap="square" rtlCol="0">
            <a:spAutoFit/>
          </a:bodyPr>
          <a:lstStyle/>
          <a:p>
            <a:r>
              <a:rPr lang="en-US" altLang="zh-CN" sz="2400" dirty="0">
                <a:solidFill>
                  <a:srgbClr val="2D4F8F"/>
                </a:solidFill>
                <a:latin typeface="思源黑体 Heavy" panose="020B0A00000000000000" charset="-122"/>
                <a:ea typeface="思源黑体 Heavy" panose="020B0A00000000000000" charset="-122"/>
              </a:rPr>
              <a:t>04</a:t>
            </a:r>
            <a:endParaRPr lang="zh-CN" altLang="en-US" sz="2400" dirty="0">
              <a:solidFill>
                <a:srgbClr val="2D4F8F"/>
              </a:solidFill>
              <a:latin typeface="思源黑体 Heavy" panose="020B0A00000000000000" charset="-122"/>
              <a:ea typeface="思源黑体 Heavy" panose="020B0A00000000000000" charset="-122"/>
            </a:endParaRPr>
          </a:p>
        </p:txBody>
      </p:sp>
      <p:pic>
        <p:nvPicPr>
          <p:cNvPr id="8" name="图片 7" descr="校名（1918）(内部）-06"/>
          <p:cNvPicPr>
            <a:picLocks noChangeAspect="1"/>
          </p:cNvPicPr>
          <p:nvPr/>
        </p:nvPicPr>
        <p:blipFill>
          <a:blip r:embed="rId3" cstate="screen"/>
          <a:stretch>
            <a:fillRect/>
          </a:stretch>
        </p:blipFill>
        <p:spPr>
          <a:xfrm>
            <a:off x="9548495" y="233680"/>
            <a:ext cx="2112010" cy="5867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文本框 51"/>
          <p:cNvSpPr txBox="1"/>
          <p:nvPr/>
        </p:nvSpPr>
        <p:spPr>
          <a:xfrm>
            <a:off x="2804006" y="1969511"/>
            <a:ext cx="800219" cy="461665"/>
          </a:xfrm>
          <a:prstGeom prst="rect">
            <a:avLst/>
          </a:prstGeom>
          <a:noFill/>
        </p:spPr>
        <p:txBody>
          <a:bodyPr wrap="none" rtlCol="0">
            <a:spAutoFit/>
          </a:bodyPr>
          <a:lstStyle/>
          <a:p>
            <a:pPr algn="l"/>
            <a:r>
              <a:rPr kumimoji="1" lang="zh-CN" altLang="en-US" sz="2400" b="1" dirty="0">
                <a:solidFill>
                  <a:srgbClr val="2D4F8F"/>
                </a:solidFill>
                <a:latin typeface="思源黑体 Heavy" panose="020B0A00000000000000" charset="-122"/>
                <a:ea typeface="思源黑体 Heavy" panose="020B0A00000000000000" charset="-122"/>
              </a:rPr>
              <a:t>博学</a:t>
            </a:r>
            <a:endParaRPr kumimoji="1" lang="zh-CN" altLang="en-US" sz="2400" b="1" dirty="0">
              <a:solidFill>
                <a:srgbClr val="2D4F8F"/>
              </a:solidFill>
              <a:latin typeface="思源黑体 Heavy" panose="020B0A00000000000000" charset="-122"/>
              <a:ea typeface="思源黑体 Heavy" panose="020B0A00000000000000" charset="-122"/>
            </a:endParaRPr>
          </a:p>
        </p:txBody>
      </p:sp>
      <p:sp>
        <p:nvSpPr>
          <p:cNvPr id="53" name="文本框 52"/>
          <p:cNvSpPr txBox="1"/>
          <p:nvPr/>
        </p:nvSpPr>
        <p:spPr>
          <a:xfrm>
            <a:off x="2824961" y="2451662"/>
            <a:ext cx="1887055" cy="310341"/>
          </a:xfrm>
          <a:prstGeom prst="rect">
            <a:avLst/>
          </a:prstGeom>
          <a:noFill/>
        </p:spPr>
        <p:txBody>
          <a:bodyPr wrap="none" rtlCol="0">
            <a:spAutoFit/>
          </a:bodyPr>
          <a:lstStyle/>
          <a:p>
            <a:pPr algn="l">
              <a:lnSpc>
                <a:spcPts val="1700"/>
              </a:lnSpc>
              <a:defRPr/>
            </a:pPr>
            <a:r>
              <a:rPr lang="zh-CN" altLang="en-US" sz="1600" dirty="0">
                <a:solidFill>
                  <a:schemeClr val="tx2">
                    <a:lumMod val="75000"/>
                  </a:schemeClr>
                </a:solidFill>
                <a:latin typeface="思源黑体 CN" panose="020B0500000000000000" pitchFamily="34" charset="-122"/>
                <a:ea typeface="思源黑体 CN" panose="020B0500000000000000" pitchFamily="34" charset="-122"/>
                <a:cs typeface="Alibaba PuHuiTi" pitchFamily="18" charset="-122"/>
              </a:rPr>
              <a:t>厚德尚学 自强不息</a:t>
            </a:r>
            <a:endParaRPr lang="zh-CN" altLang="en-US" sz="1600" dirty="0">
              <a:solidFill>
                <a:schemeClr val="tx2">
                  <a:lumMod val="75000"/>
                </a:schemeClr>
              </a:solidFill>
              <a:latin typeface="思源黑体 CN" panose="020B0500000000000000" pitchFamily="34" charset="-122"/>
              <a:ea typeface="思源黑体 CN" panose="020B0500000000000000" pitchFamily="34" charset="-122"/>
              <a:cs typeface="Alibaba PuHuiTi" pitchFamily="18" charset="-122"/>
            </a:endParaRPr>
          </a:p>
        </p:txBody>
      </p:sp>
      <p:sp>
        <p:nvSpPr>
          <p:cNvPr id="54" name="文本框 53"/>
          <p:cNvSpPr txBox="1"/>
          <p:nvPr/>
        </p:nvSpPr>
        <p:spPr>
          <a:xfrm>
            <a:off x="2804006" y="3008053"/>
            <a:ext cx="800219" cy="461665"/>
          </a:xfrm>
          <a:prstGeom prst="rect">
            <a:avLst/>
          </a:prstGeom>
          <a:noFill/>
        </p:spPr>
        <p:txBody>
          <a:bodyPr wrap="none" rtlCol="0">
            <a:spAutoFit/>
          </a:bodyPr>
          <a:lstStyle/>
          <a:p>
            <a:r>
              <a:rPr kumimoji="1" lang="zh-CN" altLang="en-US" sz="2400" b="1" dirty="0">
                <a:solidFill>
                  <a:srgbClr val="2D4F8F"/>
                </a:solidFill>
                <a:latin typeface="思源黑体 Heavy" panose="020B0A00000000000000" charset="-122"/>
                <a:ea typeface="思源黑体 Heavy" panose="020B0A00000000000000" charset="-122"/>
              </a:rPr>
              <a:t>慎思</a:t>
            </a:r>
            <a:endParaRPr kumimoji="1" lang="zh-CN" altLang="en-US" sz="2400" b="1" dirty="0">
              <a:solidFill>
                <a:srgbClr val="2D4F8F"/>
              </a:solidFill>
              <a:latin typeface="思源黑体 Heavy" panose="020B0A00000000000000" charset="-122"/>
              <a:ea typeface="思源黑体 Heavy" panose="020B0A00000000000000" charset="-122"/>
            </a:endParaRPr>
          </a:p>
        </p:txBody>
      </p:sp>
      <p:sp>
        <p:nvSpPr>
          <p:cNvPr id="55" name="文本框 54"/>
          <p:cNvSpPr txBox="1"/>
          <p:nvPr/>
        </p:nvSpPr>
        <p:spPr>
          <a:xfrm>
            <a:off x="2824961" y="3490204"/>
            <a:ext cx="1887055" cy="310341"/>
          </a:xfrm>
          <a:prstGeom prst="rect">
            <a:avLst/>
          </a:prstGeom>
          <a:noFill/>
        </p:spPr>
        <p:txBody>
          <a:bodyPr wrap="none" rtlCol="0">
            <a:spAutoFit/>
          </a:bodyPr>
          <a:lstStyle/>
          <a:p>
            <a:pPr algn="l">
              <a:lnSpc>
                <a:spcPts val="1700"/>
              </a:lnSpc>
              <a:defRPr/>
            </a:pPr>
            <a:r>
              <a:rPr lang="zh-CN" altLang="en-US" sz="1600" dirty="0">
                <a:solidFill>
                  <a:schemeClr val="tx2">
                    <a:lumMod val="75000"/>
                  </a:schemeClr>
                </a:solidFill>
                <a:latin typeface="思源黑体 CN" panose="020B0500000000000000" pitchFamily="34" charset="-122"/>
                <a:ea typeface="思源黑体 CN" panose="020B0500000000000000" pitchFamily="34" charset="-122"/>
                <a:cs typeface="Alibaba PuHuiTi" pitchFamily="18" charset="-122"/>
              </a:rPr>
              <a:t>务实创新 追求卓越</a:t>
            </a:r>
            <a:endParaRPr lang="zh-CN" altLang="en-US" sz="1600" dirty="0">
              <a:solidFill>
                <a:schemeClr val="tx2">
                  <a:lumMod val="75000"/>
                </a:schemeClr>
              </a:solidFill>
              <a:latin typeface="思源黑体 CN" panose="020B0500000000000000" pitchFamily="34" charset="-122"/>
              <a:ea typeface="思源黑体 CN" panose="020B0500000000000000" pitchFamily="34" charset="-122"/>
              <a:cs typeface="Alibaba PuHuiTi" pitchFamily="18" charset="-122"/>
            </a:endParaRPr>
          </a:p>
        </p:txBody>
      </p:sp>
      <p:sp>
        <p:nvSpPr>
          <p:cNvPr id="56" name="文本框 55"/>
          <p:cNvSpPr txBox="1"/>
          <p:nvPr/>
        </p:nvSpPr>
        <p:spPr>
          <a:xfrm>
            <a:off x="2804006" y="4066800"/>
            <a:ext cx="800219" cy="461665"/>
          </a:xfrm>
          <a:prstGeom prst="rect">
            <a:avLst/>
          </a:prstGeom>
          <a:noFill/>
        </p:spPr>
        <p:txBody>
          <a:bodyPr wrap="none" rtlCol="0">
            <a:spAutoFit/>
          </a:bodyPr>
          <a:lstStyle/>
          <a:p>
            <a:r>
              <a:rPr kumimoji="1" lang="zh-CN" altLang="en-US" sz="2400" b="1" dirty="0">
                <a:solidFill>
                  <a:srgbClr val="2D4F8F"/>
                </a:solidFill>
                <a:latin typeface="思源黑体 Heavy" panose="020B0A00000000000000" charset="-122"/>
                <a:ea typeface="思源黑体 Heavy" panose="020B0A00000000000000" charset="-122"/>
              </a:rPr>
              <a:t>明辨</a:t>
            </a:r>
            <a:endParaRPr kumimoji="1" lang="zh-CN" altLang="en-US" sz="2400" b="1" dirty="0">
              <a:solidFill>
                <a:srgbClr val="2D4F8F"/>
              </a:solidFill>
              <a:latin typeface="思源黑体 Heavy" panose="020B0A00000000000000" charset="-122"/>
              <a:ea typeface="思源黑体 Heavy" panose="020B0A00000000000000" charset="-122"/>
            </a:endParaRPr>
          </a:p>
        </p:txBody>
      </p:sp>
      <p:sp>
        <p:nvSpPr>
          <p:cNvPr id="57" name="文本框 56"/>
          <p:cNvSpPr txBox="1"/>
          <p:nvPr/>
        </p:nvSpPr>
        <p:spPr>
          <a:xfrm>
            <a:off x="2824961" y="4548951"/>
            <a:ext cx="1887055" cy="310341"/>
          </a:xfrm>
          <a:prstGeom prst="rect">
            <a:avLst/>
          </a:prstGeom>
          <a:noFill/>
        </p:spPr>
        <p:txBody>
          <a:bodyPr wrap="none" rtlCol="0">
            <a:spAutoFit/>
          </a:bodyPr>
          <a:lstStyle/>
          <a:p>
            <a:pPr algn="l">
              <a:lnSpc>
                <a:spcPts val="1700"/>
              </a:lnSpc>
              <a:defRPr/>
            </a:pPr>
            <a:r>
              <a:rPr lang="zh-CN" altLang="en-US" sz="1600" dirty="0">
                <a:solidFill>
                  <a:schemeClr val="tx2">
                    <a:lumMod val="75000"/>
                  </a:schemeClr>
                </a:solidFill>
                <a:latin typeface="思源黑体 CN" panose="020B0500000000000000" pitchFamily="34" charset="-122"/>
                <a:ea typeface="思源黑体 CN" panose="020B0500000000000000" pitchFamily="34" charset="-122"/>
                <a:cs typeface="Alibaba PuHuiTi" pitchFamily="18" charset="-122"/>
              </a:rPr>
              <a:t>厚德尚学 自强不息</a:t>
            </a:r>
            <a:endParaRPr lang="zh-CN" altLang="en-US" sz="1600" dirty="0">
              <a:solidFill>
                <a:schemeClr val="tx2">
                  <a:lumMod val="75000"/>
                </a:schemeClr>
              </a:solidFill>
              <a:latin typeface="思源黑体 CN" panose="020B0500000000000000" pitchFamily="34" charset="-122"/>
              <a:ea typeface="思源黑体 CN" panose="020B0500000000000000" pitchFamily="34" charset="-122"/>
              <a:cs typeface="Alibaba PuHuiTi" pitchFamily="18" charset="-122"/>
            </a:endParaRPr>
          </a:p>
        </p:txBody>
      </p:sp>
      <p:sp>
        <p:nvSpPr>
          <p:cNvPr id="58" name="文本框 57"/>
          <p:cNvSpPr txBox="1"/>
          <p:nvPr/>
        </p:nvSpPr>
        <p:spPr>
          <a:xfrm>
            <a:off x="2804006" y="5145554"/>
            <a:ext cx="800219" cy="461665"/>
          </a:xfrm>
          <a:prstGeom prst="rect">
            <a:avLst/>
          </a:prstGeom>
          <a:noFill/>
        </p:spPr>
        <p:txBody>
          <a:bodyPr wrap="none" rtlCol="0">
            <a:spAutoFit/>
          </a:bodyPr>
          <a:lstStyle/>
          <a:p>
            <a:pPr algn="l"/>
            <a:r>
              <a:rPr kumimoji="1" lang="zh-CN" altLang="en-US" sz="2400" b="1" dirty="0">
                <a:solidFill>
                  <a:srgbClr val="2D4F8F"/>
                </a:solidFill>
                <a:latin typeface="思源黑体 Heavy" panose="020B0A00000000000000" charset="-122"/>
                <a:ea typeface="思源黑体 Heavy" panose="020B0A00000000000000" charset="-122"/>
              </a:rPr>
              <a:t>笃行</a:t>
            </a:r>
            <a:endParaRPr kumimoji="1" lang="zh-CN" altLang="en-US" sz="2400" b="1" dirty="0">
              <a:solidFill>
                <a:srgbClr val="2D4F8F"/>
              </a:solidFill>
              <a:latin typeface="思源黑体 Heavy" panose="020B0A00000000000000" charset="-122"/>
              <a:ea typeface="思源黑体 Heavy" panose="020B0A00000000000000" charset="-122"/>
            </a:endParaRPr>
          </a:p>
        </p:txBody>
      </p:sp>
      <p:sp>
        <p:nvSpPr>
          <p:cNvPr id="59" name="文本框 58"/>
          <p:cNvSpPr txBox="1"/>
          <p:nvPr/>
        </p:nvSpPr>
        <p:spPr>
          <a:xfrm>
            <a:off x="2824961" y="5627705"/>
            <a:ext cx="1887055" cy="310341"/>
          </a:xfrm>
          <a:prstGeom prst="rect">
            <a:avLst/>
          </a:prstGeom>
          <a:noFill/>
        </p:spPr>
        <p:txBody>
          <a:bodyPr wrap="none" rtlCol="0">
            <a:spAutoFit/>
          </a:bodyPr>
          <a:lstStyle/>
          <a:p>
            <a:pPr algn="l">
              <a:lnSpc>
                <a:spcPts val="1700"/>
              </a:lnSpc>
              <a:defRPr/>
            </a:pPr>
            <a:r>
              <a:rPr lang="zh-CN" altLang="en-US" sz="1600" dirty="0">
                <a:solidFill>
                  <a:schemeClr val="tx2">
                    <a:lumMod val="75000"/>
                  </a:schemeClr>
                </a:solidFill>
                <a:latin typeface="思源黑体 CN" panose="020B0500000000000000" pitchFamily="34" charset="-122"/>
                <a:ea typeface="思源黑体 CN" panose="020B0500000000000000" pitchFamily="34" charset="-122"/>
                <a:cs typeface="Alibaba PuHuiTi" pitchFamily="18" charset="-122"/>
              </a:rPr>
              <a:t>务实创新 追求卓越</a:t>
            </a:r>
            <a:endParaRPr lang="zh-CN" altLang="en-US" sz="1600" dirty="0">
              <a:solidFill>
                <a:schemeClr val="tx2">
                  <a:lumMod val="75000"/>
                </a:schemeClr>
              </a:solidFill>
              <a:latin typeface="思源黑体 CN" panose="020B0500000000000000" pitchFamily="34" charset="-122"/>
              <a:ea typeface="思源黑体 CN" panose="020B0500000000000000" pitchFamily="34" charset="-122"/>
              <a:cs typeface="Alibaba PuHuiTi" pitchFamily="18" charset="-122"/>
            </a:endParaRPr>
          </a:p>
        </p:txBody>
      </p:sp>
      <p:sp>
        <p:nvSpPr>
          <p:cNvPr id="62" name="TextBox 48"/>
          <p:cNvSpPr txBox="1"/>
          <p:nvPr/>
        </p:nvSpPr>
        <p:spPr>
          <a:xfrm>
            <a:off x="2823542" y="495885"/>
            <a:ext cx="1432963" cy="975588"/>
          </a:xfrm>
          <a:prstGeom prst="rect">
            <a:avLst/>
          </a:prstGeom>
          <a:noFill/>
        </p:spPr>
        <p:txBody>
          <a:bodyPr wrap="square" lIns="0" tIns="0" rIns="0" bIns="0" rtlCol="0">
            <a:spAutoFit/>
          </a:bodyPr>
          <a:lstStyle/>
          <a:p>
            <a:pPr algn="ctr">
              <a:lnSpc>
                <a:spcPct val="130000"/>
              </a:lnSpc>
            </a:pPr>
            <a:r>
              <a:rPr lang="zh-CN" altLang="en-US" sz="5400" b="1" dirty="0">
                <a:solidFill>
                  <a:srgbClr val="2D4F8F"/>
                </a:solidFill>
                <a:latin typeface="思源黑体 Heavy" panose="020B0A00000000000000" charset="-122"/>
                <a:ea typeface="思源黑体 Heavy" panose="020B0A00000000000000" charset="-122"/>
                <a:cs typeface="思源黑体 CN Bold" panose="020B0800000000000000" charset="-122"/>
              </a:rPr>
              <a:t>目录</a:t>
            </a:r>
            <a:endParaRPr lang="zh-CN" altLang="en-US" sz="5400" b="1" dirty="0">
              <a:solidFill>
                <a:srgbClr val="2D4F8F"/>
              </a:solidFill>
              <a:latin typeface="思源黑体 Heavy" panose="020B0A00000000000000" charset="-122"/>
              <a:ea typeface="思源黑体 Heavy" panose="020B0A00000000000000" charset="-122"/>
              <a:cs typeface="思源黑体 CN Bold" panose="020B0800000000000000" charset="-122"/>
            </a:endParaRPr>
          </a:p>
        </p:txBody>
      </p:sp>
      <p:sp>
        <p:nvSpPr>
          <p:cNvPr id="71" name="任意多边形 70"/>
          <p:cNvSpPr/>
          <p:nvPr/>
        </p:nvSpPr>
        <p:spPr>
          <a:xfrm>
            <a:off x="9747502" y="4927341"/>
            <a:ext cx="1813696" cy="1954352"/>
          </a:xfrm>
          <a:custGeom>
            <a:avLst/>
            <a:gdLst>
              <a:gd name="connsiteX0" fmla="*/ 1 w 3202"/>
              <a:gd name="connsiteY0" fmla="*/ 4271 h 4274"/>
              <a:gd name="connsiteX1" fmla="*/ 1 w 3202"/>
              <a:gd name="connsiteY1" fmla="*/ 2040 h 4274"/>
              <a:gd name="connsiteX2" fmla="*/ 8 w 3202"/>
              <a:gd name="connsiteY2" fmla="*/ 2040 h 4274"/>
              <a:gd name="connsiteX3" fmla="*/ 5 w 3202"/>
              <a:gd name="connsiteY3" fmla="*/ 1414 h 4274"/>
              <a:gd name="connsiteX4" fmla="*/ 3 w 3202"/>
              <a:gd name="connsiteY4" fmla="*/ 1398 h 4274"/>
              <a:gd name="connsiteX5" fmla="*/ 2 w 3202"/>
              <a:gd name="connsiteY5" fmla="*/ 1382 h 4274"/>
              <a:gd name="connsiteX6" fmla="*/ 2 w 3202"/>
              <a:gd name="connsiteY6" fmla="*/ 1366 h 4274"/>
              <a:gd name="connsiteX7" fmla="*/ 1218 w 3202"/>
              <a:gd name="connsiteY7" fmla="*/ 583 h 4274"/>
              <a:gd name="connsiteX8" fmla="*/ 2668 w 3202"/>
              <a:gd name="connsiteY8" fmla="*/ 31 h 4274"/>
              <a:gd name="connsiteX9" fmla="*/ 2842 w 3202"/>
              <a:gd name="connsiteY9" fmla="*/ 0 h 4274"/>
              <a:gd name="connsiteX10" fmla="*/ 2843 w 3202"/>
              <a:gd name="connsiteY10" fmla="*/ 0 h 4274"/>
              <a:gd name="connsiteX11" fmla="*/ 2845 w 3202"/>
              <a:gd name="connsiteY11" fmla="*/ 0 h 4274"/>
              <a:gd name="connsiteX12" fmla="*/ 2846 w 3202"/>
              <a:gd name="connsiteY12" fmla="*/ 0 h 4274"/>
              <a:gd name="connsiteX13" fmla="*/ 2847 w 3202"/>
              <a:gd name="connsiteY13" fmla="*/ 0 h 4274"/>
              <a:gd name="connsiteX14" fmla="*/ 2848 w 3202"/>
              <a:gd name="connsiteY14" fmla="*/ 0 h 4274"/>
              <a:gd name="connsiteX15" fmla="*/ 2863 w 3202"/>
              <a:gd name="connsiteY15" fmla="*/ 0 h 4274"/>
              <a:gd name="connsiteX16" fmla="*/ 2878 w 3202"/>
              <a:gd name="connsiteY16" fmla="*/ 0 h 4274"/>
              <a:gd name="connsiteX17" fmla="*/ 3202 w 3202"/>
              <a:gd name="connsiteY17" fmla="*/ 572 h 4274"/>
              <a:gd name="connsiteX18" fmla="*/ 3202 w 3202"/>
              <a:gd name="connsiteY18" fmla="*/ 581 h 4274"/>
              <a:gd name="connsiteX19" fmla="*/ 3202 w 3202"/>
              <a:gd name="connsiteY19" fmla="*/ 593 h 4274"/>
              <a:gd name="connsiteX20" fmla="*/ 3202 w 3202"/>
              <a:gd name="connsiteY20" fmla="*/ 4274 h 4274"/>
              <a:gd name="connsiteX21" fmla="*/ 3189 w 3202"/>
              <a:gd name="connsiteY21" fmla="*/ 4273 h 4274"/>
              <a:gd name="connsiteX22" fmla="*/ 3166 w 3202"/>
              <a:gd name="connsiteY22" fmla="*/ 4272 h 4274"/>
              <a:gd name="connsiteX23" fmla="*/ 3143 w 3202"/>
              <a:gd name="connsiteY23" fmla="*/ 4271 h 4274"/>
              <a:gd name="connsiteX24" fmla="*/ 1 w 3202"/>
              <a:gd name="connsiteY24" fmla="*/ 4271 h 4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04" h="3451">
                <a:moveTo>
                  <a:pt x="1" y="3450"/>
                </a:moveTo>
                <a:lnTo>
                  <a:pt x="1" y="2040"/>
                </a:lnTo>
                <a:lnTo>
                  <a:pt x="8" y="2040"/>
                </a:lnTo>
                <a:lnTo>
                  <a:pt x="5" y="1414"/>
                </a:lnTo>
                <a:lnTo>
                  <a:pt x="3" y="1398"/>
                </a:lnTo>
                <a:lnTo>
                  <a:pt x="2" y="1382"/>
                </a:lnTo>
                <a:lnTo>
                  <a:pt x="2" y="1366"/>
                </a:lnTo>
                <a:lnTo>
                  <a:pt x="1" y="1352"/>
                </a:lnTo>
                <a:lnTo>
                  <a:pt x="0" y="1337"/>
                </a:lnTo>
                <a:cubicBezTo>
                  <a:pt x="-33" y="1055"/>
                  <a:pt x="468" y="838"/>
                  <a:pt x="1218" y="583"/>
                </a:cubicBezTo>
                <a:cubicBezTo>
                  <a:pt x="1620" y="432"/>
                  <a:pt x="2319" y="166"/>
                  <a:pt x="2668" y="31"/>
                </a:cubicBezTo>
                <a:cubicBezTo>
                  <a:pt x="2732" y="9"/>
                  <a:pt x="2825" y="0"/>
                  <a:pt x="2842" y="0"/>
                </a:cubicBezTo>
                <a:lnTo>
                  <a:pt x="2878" y="0"/>
                </a:lnTo>
                <a:cubicBezTo>
                  <a:pt x="3169" y="-8"/>
                  <a:pt x="3203" y="404"/>
                  <a:pt x="3202" y="563"/>
                </a:cubicBezTo>
                <a:lnTo>
                  <a:pt x="3202" y="572"/>
                </a:lnTo>
                <a:lnTo>
                  <a:pt x="3202" y="3450"/>
                </a:lnTo>
                <a:lnTo>
                  <a:pt x="1" y="3450"/>
                </a:lnTo>
                <a:close/>
              </a:path>
            </a:pathLst>
          </a:custGeom>
          <a:blipFill dpi="0" rotWithShape="1">
            <a:blip r:embed="rId1"/>
            <a:srcRect/>
            <a:stretch>
              <a:fillRect/>
            </a:stretch>
          </a:blipFill>
          <a:ln w="57150" cap="rnd" cmpd="sng" algn="ctr">
            <a:noFill/>
            <a:prstDash val="solid"/>
            <a:miter lim="800000"/>
          </a:ln>
          <a:effectLst>
            <a:outerShdw blurRad="101600" dist="38100" dir="2700000" algn="tl" rotWithShape="0">
              <a:prstClr val="black">
                <a:alpha val="20000"/>
              </a:prstClr>
            </a:outerShdw>
          </a:effectLst>
        </p:spPr>
        <p:txBody>
          <a:bodyPr vertOverflow="overflow" horzOverflow="overflow" vert="horz" wrap="square" lIns="0" tIns="0" rIns="0" bIns="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1" i="0" u="none" strike="noStrike" kern="0" cap="none" spc="0" normalizeH="0" baseline="0" noProof="0" dirty="0">
              <a:ln>
                <a:noFill/>
              </a:ln>
              <a:solidFill>
                <a:srgbClr val="FFFFFF"/>
              </a:solidFill>
              <a:effectLst/>
              <a:uLnTx/>
              <a:uFillTx/>
              <a:latin typeface="思源黑体 CN Bold" panose="020B0800000000000000" charset="-122"/>
              <a:ea typeface="思源黑体 CN Bold" panose="020B0800000000000000" charset="-122"/>
              <a:cs typeface="+mn-cs"/>
              <a:sym typeface="+mn-ea"/>
            </a:endParaRPr>
          </a:p>
        </p:txBody>
      </p:sp>
      <p:sp>
        <p:nvSpPr>
          <p:cNvPr id="72" name="任意多边形 71"/>
          <p:cNvSpPr/>
          <p:nvPr/>
        </p:nvSpPr>
        <p:spPr>
          <a:xfrm>
            <a:off x="7385880" y="0"/>
            <a:ext cx="3352481" cy="3639877"/>
          </a:xfrm>
          <a:custGeom>
            <a:avLst/>
            <a:gdLst>
              <a:gd name="connsiteX0" fmla="*/ 0 w 5555"/>
              <a:gd name="connsiteY0" fmla="*/ 926 h 7617"/>
              <a:gd name="connsiteX1" fmla="*/ 926 w 5555"/>
              <a:gd name="connsiteY1" fmla="*/ 0 h 7617"/>
              <a:gd name="connsiteX2" fmla="*/ 4629 w 5555"/>
              <a:gd name="connsiteY2" fmla="*/ 0 h 7617"/>
              <a:gd name="connsiteX3" fmla="*/ 5555 w 5555"/>
              <a:gd name="connsiteY3" fmla="*/ 926 h 7617"/>
              <a:gd name="connsiteX4" fmla="*/ 5539 w 5555"/>
              <a:gd name="connsiteY4" fmla="*/ 5092 h 7617"/>
              <a:gd name="connsiteX5" fmla="*/ 4785 w 5555"/>
              <a:gd name="connsiteY5" fmla="*/ 6172 h 7617"/>
              <a:gd name="connsiteX6" fmla="*/ 926 w 5555"/>
              <a:gd name="connsiteY6" fmla="*/ 7566 h 7617"/>
              <a:gd name="connsiteX7" fmla="*/ 0 w 5555"/>
              <a:gd name="connsiteY7" fmla="*/ 6640 h 7617"/>
              <a:gd name="connsiteX8" fmla="*/ 0 w 5555"/>
              <a:gd name="connsiteY8" fmla="*/ 926 h 7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80" h="5733">
                <a:moveTo>
                  <a:pt x="5279" y="0"/>
                </a:moveTo>
                <a:lnTo>
                  <a:pt x="5268" y="3207"/>
                </a:lnTo>
                <a:cubicBezTo>
                  <a:pt x="5323" y="3933"/>
                  <a:pt x="5171" y="4116"/>
                  <a:pt x="3273" y="4771"/>
                </a:cubicBezTo>
                <a:cubicBezTo>
                  <a:pt x="2574" y="5034"/>
                  <a:pt x="1685" y="5371"/>
                  <a:pt x="881" y="5681"/>
                </a:cubicBezTo>
                <a:cubicBezTo>
                  <a:pt x="767" y="5719"/>
                  <a:pt x="620" y="5734"/>
                  <a:pt x="583" y="5732"/>
                </a:cubicBezTo>
                <a:cubicBezTo>
                  <a:pt x="57" y="5753"/>
                  <a:pt x="-2" y="5141"/>
                  <a:pt x="0" y="4755"/>
                </a:cubicBezTo>
                <a:lnTo>
                  <a:pt x="0" y="0"/>
                </a:lnTo>
                <a:lnTo>
                  <a:pt x="5279" y="0"/>
                </a:lnTo>
                <a:close/>
              </a:path>
            </a:pathLst>
          </a:custGeom>
          <a:solidFill>
            <a:srgbClr val="2D4F8F"/>
          </a:solidFill>
          <a:ln w="57150" cap="rnd" cmpd="sng" algn="ctr">
            <a:noFill/>
            <a:prstDash val="solid"/>
            <a:miter lim="800000"/>
          </a:ln>
          <a:effectLst>
            <a:outerShdw blurRad="101600" dist="38100" dir="2700000" algn="tl" rotWithShape="0">
              <a:prstClr val="black">
                <a:alpha val="20000"/>
              </a:prstClr>
            </a:outerShdw>
          </a:effectLst>
        </p:spPr>
        <p:txBody>
          <a:bodyPr vertOverflow="overflow" horzOverflow="overflow" vert="horz" wrap="square" lIns="0" tIns="0" rIns="0" bIns="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1" i="0" u="none" strike="noStrike" kern="0" cap="none" spc="0" normalizeH="0" baseline="0" noProof="0" dirty="0">
              <a:ln>
                <a:noFill/>
              </a:ln>
              <a:solidFill>
                <a:srgbClr val="FFFFFF"/>
              </a:solidFill>
              <a:effectLst/>
              <a:uLnTx/>
              <a:uFillTx/>
              <a:latin typeface="思源黑体 CN Bold" panose="020B0800000000000000" charset="-122"/>
              <a:ea typeface="思源黑体 CN Bold" panose="020B0800000000000000" charset="-122"/>
              <a:cs typeface="+mn-cs"/>
              <a:sym typeface="+mn-ea"/>
            </a:endParaRPr>
          </a:p>
        </p:txBody>
      </p:sp>
      <p:pic>
        <p:nvPicPr>
          <p:cNvPr id="73" name="图片 72"/>
          <p:cNvPicPr>
            <a:picLocks noChangeAspect="1"/>
          </p:cNvPicPr>
          <p:nvPr/>
        </p:nvPicPr>
        <p:blipFill>
          <a:blip r:embed="rId2"/>
          <a:srcRect/>
          <a:stretch>
            <a:fillRect/>
          </a:stretch>
        </p:blipFill>
        <p:spPr>
          <a:xfrm flipH="1">
            <a:off x="7809592" y="-1"/>
            <a:ext cx="3680799" cy="5258285"/>
          </a:xfrm>
          <a:custGeom>
            <a:avLst/>
            <a:gdLst/>
            <a:ahLst/>
            <a:cxnLst>
              <a:cxn ang="3">
                <a:pos x="hc" y="t"/>
              </a:cxn>
              <a:cxn ang="cd2">
                <a:pos x="l" y="vc"/>
              </a:cxn>
              <a:cxn ang="cd4">
                <a:pos x="hc" y="b"/>
              </a:cxn>
              <a:cxn ang="0">
                <a:pos x="r" y="vc"/>
              </a:cxn>
            </a:cxnLst>
            <a:rect l="l" t="t" r="r" b="b"/>
            <a:pathLst>
              <a:path w="5283" h="7708">
                <a:moveTo>
                  <a:pt x="0" y="1105"/>
                </a:moveTo>
                <a:lnTo>
                  <a:pt x="6" y="2643"/>
                </a:lnTo>
                <a:lnTo>
                  <a:pt x="6" y="2886"/>
                </a:lnTo>
                <a:lnTo>
                  <a:pt x="7" y="2886"/>
                </a:lnTo>
                <a:lnTo>
                  <a:pt x="15" y="5183"/>
                </a:lnTo>
                <a:cubicBezTo>
                  <a:pt x="9" y="5254"/>
                  <a:pt x="5" y="5361"/>
                  <a:pt x="6" y="5376"/>
                </a:cubicBezTo>
                <a:cubicBezTo>
                  <a:pt x="-55" y="5937"/>
                  <a:pt x="423" y="6202"/>
                  <a:pt x="2009" y="6746"/>
                </a:cubicBezTo>
                <a:cubicBezTo>
                  <a:pt x="2694" y="7004"/>
                  <a:pt x="3676" y="7377"/>
                  <a:pt x="4402" y="7656"/>
                </a:cubicBezTo>
                <a:cubicBezTo>
                  <a:pt x="4509" y="7693"/>
                  <a:pt x="4651" y="7708"/>
                  <a:pt x="4691" y="7708"/>
                </a:cubicBezTo>
                <a:lnTo>
                  <a:pt x="4693" y="7708"/>
                </a:lnTo>
                <a:lnTo>
                  <a:pt x="4695" y="7708"/>
                </a:lnTo>
                <a:lnTo>
                  <a:pt x="4697" y="7708"/>
                </a:lnTo>
                <a:lnTo>
                  <a:pt x="4699" y="7707"/>
                </a:lnTo>
                <a:lnTo>
                  <a:pt x="4724" y="7708"/>
                </a:lnTo>
                <a:cubicBezTo>
                  <a:pt x="5227" y="7721"/>
                  <a:pt x="5285" y="7086"/>
                  <a:pt x="5283" y="6749"/>
                </a:cubicBezTo>
                <a:lnTo>
                  <a:pt x="5283" y="6730"/>
                </a:lnTo>
                <a:lnTo>
                  <a:pt x="5283" y="2886"/>
                </a:lnTo>
                <a:lnTo>
                  <a:pt x="5283" y="0"/>
                </a:lnTo>
                <a:lnTo>
                  <a:pt x="6" y="0"/>
                </a:lnTo>
                <a:lnTo>
                  <a:pt x="6" y="1105"/>
                </a:lnTo>
                <a:lnTo>
                  <a:pt x="0" y="1105"/>
                </a:lnTo>
                <a:close/>
              </a:path>
            </a:pathLst>
          </a:custGeom>
          <a:effectLst>
            <a:outerShdw blurRad="127000" dist="38100" dir="2700000" algn="tl" rotWithShape="0">
              <a:prstClr val="black">
                <a:alpha val="20000"/>
              </a:prstClr>
            </a:outerShdw>
          </a:effectLst>
        </p:spPr>
      </p:pic>
      <p:sp>
        <p:nvSpPr>
          <p:cNvPr id="74" name="任意多边形 73"/>
          <p:cNvSpPr/>
          <p:nvPr/>
        </p:nvSpPr>
        <p:spPr>
          <a:xfrm>
            <a:off x="9398634" y="4680503"/>
            <a:ext cx="1784313" cy="2201189"/>
          </a:xfrm>
          <a:custGeom>
            <a:avLst/>
            <a:gdLst>
              <a:gd name="connsiteX0" fmla="*/ 1 w 3202"/>
              <a:gd name="connsiteY0" fmla="*/ 4271 h 4274"/>
              <a:gd name="connsiteX1" fmla="*/ 1 w 3202"/>
              <a:gd name="connsiteY1" fmla="*/ 2040 h 4274"/>
              <a:gd name="connsiteX2" fmla="*/ 8 w 3202"/>
              <a:gd name="connsiteY2" fmla="*/ 2040 h 4274"/>
              <a:gd name="connsiteX3" fmla="*/ 5 w 3202"/>
              <a:gd name="connsiteY3" fmla="*/ 1414 h 4274"/>
              <a:gd name="connsiteX4" fmla="*/ 3 w 3202"/>
              <a:gd name="connsiteY4" fmla="*/ 1398 h 4274"/>
              <a:gd name="connsiteX5" fmla="*/ 2 w 3202"/>
              <a:gd name="connsiteY5" fmla="*/ 1382 h 4274"/>
              <a:gd name="connsiteX6" fmla="*/ 2 w 3202"/>
              <a:gd name="connsiteY6" fmla="*/ 1366 h 4274"/>
              <a:gd name="connsiteX7" fmla="*/ 1218 w 3202"/>
              <a:gd name="connsiteY7" fmla="*/ 583 h 4274"/>
              <a:gd name="connsiteX8" fmla="*/ 2668 w 3202"/>
              <a:gd name="connsiteY8" fmla="*/ 31 h 4274"/>
              <a:gd name="connsiteX9" fmla="*/ 2842 w 3202"/>
              <a:gd name="connsiteY9" fmla="*/ 0 h 4274"/>
              <a:gd name="connsiteX10" fmla="*/ 2843 w 3202"/>
              <a:gd name="connsiteY10" fmla="*/ 0 h 4274"/>
              <a:gd name="connsiteX11" fmla="*/ 2845 w 3202"/>
              <a:gd name="connsiteY11" fmla="*/ 0 h 4274"/>
              <a:gd name="connsiteX12" fmla="*/ 2846 w 3202"/>
              <a:gd name="connsiteY12" fmla="*/ 0 h 4274"/>
              <a:gd name="connsiteX13" fmla="*/ 2847 w 3202"/>
              <a:gd name="connsiteY13" fmla="*/ 0 h 4274"/>
              <a:gd name="connsiteX14" fmla="*/ 2848 w 3202"/>
              <a:gd name="connsiteY14" fmla="*/ 0 h 4274"/>
              <a:gd name="connsiteX15" fmla="*/ 2863 w 3202"/>
              <a:gd name="connsiteY15" fmla="*/ 0 h 4274"/>
              <a:gd name="connsiteX16" fmla="*/ 2878 w 3202"/>
              <a:gd name="connsiteY16" fmla="*/ 0 h 4274"/>
              <a:gd name="connsiteX17" fmla="*/ 3202 w 3202"/>
              <a:gd name="connsiteY17" fmla="*/ 572 h 4274"/>
              <a:gd name="connsiteX18" fmla="*/ 3202 w 3202"/>
              <a:gd name="connsiteY18" fmla="*/ 581 h 4274"/>
              <a:gd name="connsiteX19" fmla="*/ 3202 w 3202"/>
              <a:gd name="connsiteY19" fmla="*/ 593 h 4274"/>
              <a:gd name="connsiteX20" fmla="*/ 3202 w 3202"/>
              <a:gd name="connsiteY20" fmla="*/ 4274 h 4274"/>
              <a:gd name="connsiteX21" fmla="*/ 3189 w 3202"/>
              <a:gd name="connsiteY21" fmla="*/ 4273 h 4274"/>
              <a:gd name="connsiteX22" fmla="*/ 3166 w 3202"/>
              <a:gd name="connsiteY22" fmla="*/ 4272 h 4274"/>
              <a:gd name="connsiteX23" fmla="*/ 3143 w 3202"/>
              <a:gd name="connsiteY23" fmla="*/ 4271 h 4274"/>
              <a:gd name="connsiteX24" fmla="*/ 1 w 3202"/>
              <a:gd name="connsiteY24" fmla="*/ 4271 h 4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02" h="4274">
                <a:moveTo>
                  <a:pt x="1" y="4271"/>
                </a:moveTo>
                <a:lnTo>
                  <a:pt x="1" y="2040"/>
                </a:lnTo>
                <a:lnTo>
                  <a:pt x="8" y="2040"/>
                </a:lnTo>
                <a:lnTo>
                  <a:pt x="5" y="1414"/>
                </a:lnTo>
                <a:lnTo>
                  <a:pt x="3" y="1398"/>
                </a:lnTo>
                <a:lnTo>
                  <a:pt x="2" y="1382"/>
                </a:lnTo>
                <a:lnTo>
                  <a:pt x="2" y="1366"/>
                </a:lnTo>
                <a:cubicBezTo>
                  <a:pt x="-33" y="1063"/>
                  <a:pt x="374" y="871"/>
                  <a:pt x="1218" y="583"/>
                </a:cubicBezTo>
                <a:cubicBezTo>
                  <a:pt x="1626" y="430"/>
                  <a:pt x="2274" y="183"/>
                  <a:pt x="2668" y="31"/>
                </a:cubicBezTo>
                <a:cubicBezTo>
                  <a:pt x="2732" y="9"/>
                  <a:pt x="2821" y="0"/>
                  <a:pt x="2842" y="0"/>
                </a:cubicBezTo>
                <a:lnTo>
                  <a:pt x="2843" y="0"/>
                </a:lnTo>
                <a:lnTo>
                  <a:pt x="2845" y="0"/>
                </a:lnTo>
                <a:lnTo>
                  <a:pt x="2846" y="0"/>
                </a:lnTo>
                <a:lnTo>
                  <a:pt x="2847" y="0"/>
                </a:lnTo>
                <a:lnTo>
                  <a:pt x="2848" y="0"/>
                </a:lnTo>
                <a:lnTo>
                  <a:pt x="2863" y="0"/>
                </a:lnTo>
                <a:lnTo>
                  <a:pt x="2878" y="0"/>
                </a:lnTo>
                <a:cubicBezTo>
                  <a:pt x="3169" y="-2"/>
                  <a:pt x="3203" y="393"/>
                  <a:pt x="3202" y="572"/>
                </a:cubicBezTo>
                <a:lnTo>
                  <a:pt x="3202" y="581"/>
                </a:lnTo>
                <a:lnTo>
                  <a:pt x="3202" y="593"/>
                </a:lnTo>
                <a:lnTo>
                  <a:pt x="3202" y="4274"/>
                </a:lnTo>
                <a:lnTo>
                  <a:pt x="3189" y="4273"/>
                </a:lnTo>
                <a:lnTo>
                  <a:pt x="3166" y="4272"/>
                </a:lnTo>
                <a:lnTo>
                  <a:pt x="3143" y="4271"/>
                </a:lnTo>
                <a:lnTo>
                  <a:pt x="1" y="4271"/>
                </a:lnTo>
                <a:close/>
              </a:path>
            </a:pathLst>
          </a:custGeom>
          <a:solidFill>
            <a:srgbClr val="2D4F8F"/>
          </a:solidFill>
          <a:ln w="57150" cap="rnd" cmpd="sng" algn="ctr">
            <a:noFill/>
            <a:prstDash val="solid"/>
            <a:miter lim="800000"/>
          </a:ln>
          <a:effectLst>
            <a:outerShdw blurRad="101600" dist="38100" dir="2700000" algn="tl" rotWithShape="0">
              <a:prstClr val="black">
                <a:alpha val="20000"/>
              </a:prstClr>
            </a:outerShdw>
          </a:effectLst>
        </p:spPr>
        <p:txBody>
          <a:bodyPr vertOverflow="overflow" horzOverflow="overflow" vert="horz" wrap="square" lIns="0" tIns="0" rIns="0" bIns="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1" i="0" u="none" strike="noStrike" kern="0" cap="none" spc="0" normalizeH="0" baseline="0" noProof="0" dirty="0">
              <a:ln>
                <a:noFill/>
              </a:ln>
              <a:solidFill>
                <a:srgbClr val="76ABDC"/>
              </a:solidFill>
              <a:effectLst/>
              <a:uLnTx/>
              <a:uFillTx/>
              <a:latin typeface="思源黑体 CN Bold" panose="020B0800000000000000" charset="-122"/>
              <a:ea typeface="思源黑体 CN Bold" panose="020B0800000000000000" charset="-122"/>
              <a:cs typeface="+mn-cs"/>
              <a:sym typeface="+mn-ea"/>
            </a:endParaRPr>
          </a:p>
        </p:txBody>
      </p:sp>
      <p:sp>
        <p:nvSpPr>
          <p:cNvPr id="75" name="椭圆 74"/>
          <p:cNvSpPr/>
          <p:nvPr/>
        </p:nvSpPr>
        <p:spPr>
          <a:xfrm>
            <a:off x="9398634" y="3993873"/>
            <a:ext cx="1258570" cy="1258570"/>
          </a:xfrm>
          <a:prstGeom prst="ellipse">
            <a:avLst/>
          </a:prstGeom>
          <a:solidFill>
            <a:srgbClr val="2D4F8F"/>
          </a:solidFill>
          <a:ln w="12700" cap="flat" cmpd="sng" algn="ctr">
            <a:solidFill>
              <a:srgbClr val="FFFFFF"/>
            </a:solidFill>
            <a:prstDash val="solid"/>
            <a:miter lim="800000"/>
          </a:ln>
          <a:effectLst>
            <a:outerShdw blurRad="50800" dist="381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微软雅黑" panose="020B0503020204020204" pitchFamily="34" charset="-122"/>
              <a:cs typeface="+mn-cs"/>
            </a:endParaRPr>
          </a:p>
        </p:txBody>
      </p:sp>
      <p:sp>
        <p:nvSpPr>
          <p:cNvPr id="76" name="文本框 75"/>
          <p:cNvSpPr txBox="1"/>
          <p:nvPr/>
        </p:nvSpPr>
        <p:spPr>
          <a:xfrm>
            <a:off x="9430715" y="4365267"/>
            <a:ext cx="1207135" cy="521970"/>
          </a:xfrm>
          <a:prstGeom prst="rect">
            <a:avLst/>
          </a:prstGeom>
          <a:noFill/>
        </p:spPr>
        <p:txBody>
          <a:bodyPr wrap="square" rtlCol="0">
            <a:spAutoFit/>
          </a:bodyPr>
          <a:lstStyle/>
          <a:p>
            <a:pPr algn="ctr"/>
            <a:r>
              <a:rPr lang="en-US" altLang="zh-CN" sz="2800" b="1" dirty="0">
                <a:solidFill>
                  <a:srgbClr val="FFFFFF"/>
                </a:solidFill>
                <a:latin typeface="微软雅黑" panose="020B0503020204020204" pitchFamily="34" charset="-122"/>
                <a:ea typeface="微软雅黑" panose="020B0503020204020204" pitchFamily="34" charset="-122"/>
                <a:cs typeface="阿里巴巴普惠体 Heavy" panose="00020600040101010101" pitchFamily="18" charset="-122"/>
              </a:rPr>
              <a:t>2026</a:t>
            </a:r>
            <a:endParaRPr lang="en-US" altLang="zh-CN" sz="2800" b="1" dirty="0">
              <a:solidFill>
                <a:srgbClr val="FFFFFF"/>
              </a:solidFill>
              <a:latin typeface="微软雅黑" panose="020B0503020204020204" pitchFamily="34" charset="-122"/>
              <a:ea typeface="微软雅黑" panose="020B0503020204020204" pitchFamily="34" charset="-122"/>
              <a:cs typeface="阿里巴巴普惠体 Heavy" panose="00020600040101010101" pitchFamily="18" charset="-122"/>
            </a:endParaRPr>
          </a:p>
        </p:txBody>
      </p:sp>
      <p:sp>
        <p:nvSpPr>
          <p:cNvPr id="82" name="Freeform 99"/>
          <p:cNvSpPr/>
          <p:nvPr/>
        </p:nvSpPr>
        <p:spPr>
          <a:xfrm rot="16200000">
            <a:off x="-1268095" y="3234055"/>
            <a:ext cx="2828925" cy="293370"/>
          </a:xfrm>
          <a:custGeom>
            <a:avLst/>
            <a:gdLst>
              <a:gd name="connsiteX0" fmla="*/ 0 w 1236454"/>
              <a:gd name="connsiteY0" fmla="*/ 0 h 116844"/>
              <a:gd name="connsiteX1" fmla="*/ 1236454 w 1236454"/>
              <a:gd name="connsiteY1" fmla="*/ 0 h 116844"/>
              <a:gd name="connsiteX2" fmla="*/ 1227322 w 1236454"/>
              <a:gd name="connsiteY2" fmla="*/ 45233 h 116844"/>
              <a:gd name="connsiteX3" fmla="*/ 1119286 w 1236454"/>
              <a:gd name="connsiteY3" fmla="*/ 116844 h 116844"/>
              <a:gd name="connsiteX4" fmla="*/ 117168 w 1236454"/>
              <a:gd name="connsiteY4" fmla="*/ 116844 h 116844"/>
              <a:gd name="connsiteX5" fmla="*/ 9132 w 1236454"/>
              <a:gd name="connsiteY5" fmla="*/ 45233 h 116844"/>
              <a:gd name="connsiteX6" fmla="*/ 0 w 1236454"/>
              <a:gd name="connsiteY6" fmla="*/ 0 h 11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6454" h="116844">
                <a:moveTo>
                  <a:pt x="0" y="0"/>
                </a:moveTo>
                <a:lnTo>
                  <a:pt x="1236454" y="0"/>
                </a:lnTo>
                <a:lnTo>
                  <a:pt x="1227322" y="45233"/>
                </a:lnTo>
                <a:cubicBezTo>
                  <a:pt x="1209522" y="87316"/>
                  <a:pt x="1167852" y="116844"/>
                  <a:pt x="1119286" y="116844"/>
                </a:cubicBezTo>
                <a:lnTo>
                  <a:pt x="117168" y="116844"/>
                </a:lnTo>
                <a:cubicBezTo>
                  <a:pt x="68602" y="116844"/>
                  <a:pt x="26932" y="87316"/>
                  <a:pt x="9132" y="45233"/>
                </a:cubicBezTo>
                <a:lnTo>
                  <a:pt x="0" y="0"/>
                </a:lnTo>
                <a:close/>
              </a:path>
            </a:pathLst>
          </a:custGeom>
          <a:solidFill>
            <a:srgbClr val="2D4F8F"/>
          </a:solidFill>
          <a:ln w="57150" cap="rnd">
            <a:noFill/>
          </a:ln>
          <a:effectLst>
            <a:outerShdw blurRad="101600" dist="38100" dir="2700000" algn="tl" rotWithShape="0">
              <a:prstClr val="black">
                <a:alpha val="20000"/>
              </a:prstClr>
            </a:outerShdw>
          </a:effectLst>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1" i="0" u="none" strike="noStrike" kern="0" cap="none" spc="0" normalizeH="0" baseline="0" noProof="0" dirty="0">
              <a:ln>
                <a:noFill/>
              </a:ln>
              <a:solidFill>
                <a:srgbClr val="2D4F8F"/>
              </a:solidFill>
              <a:effectLst/>
              <a:uLnTx/>
              <a:uFillTx/>
              <a:latin typeface="思源黑体 CN Bold" panose="020B0800000000000000" charset="-122"/>
              <a:ea typeface="思源黑体 CN Bold" panose="020B0800000000000000" charset="-122"/>
              <a:cs typeface="+mn-cs"/>
            </a:endParaRPr>
          </a:p>
        </p:txBody>
      </p:sp>
      <p:sp>
        <p:nvSpPr>
          <p:cNvPr id="2" name="文本框 1"/>
          <p:cNvSpPr txBox="1"/>
          <p:nvPr/>
        </p:nvSpPr>
        <p:spPr>
          <a:xfrm>
            <a:off x="2221856" y="1969510"/>
            <a:ext cx="603105" cy="461665"/>
          </a:xfrm>
          <a:prstGeom prst="rect">
            <a:avLst/>
          </a:prstGeom>
          <a:noFill/>
        </p:spPr>
        <p:txBody>
          <a:bodyPr wrap="square" rtlCol="0">
            <a:spAutoFit/>
          </a:bodyPr>
          <a:lstStyle/>
          <a:p>
            <a:r>
              <a:rPr lang="en-US" altLang="zh-CN" sz="2400" dirty="0">
                <a:solidFill>
                  <a:srgbClr val="2D4F8F"/>
                </a:solidFill>
                <a:latin typeface="思源黑体 Heavy" panose="020B0A00000000000000" charset="-122"/>
                <a:ea typeface="思源黑体 Heavy" panose="020B0A00000000000000" charset="-122"/>
              </a:rPr>
              <a:t>01</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3" name="文本框 2"/>
          <p:cNvSpPr txBox="1"/>
          <p:nvPr/>
        </p:nvSpPr>
        <p:spPr>
          <a:xfrm>
            <a:off x="2221856" y="3008053"/>
            <a:ext cx="603105" cy="461665"/>
          </a:xfrm>
          <a:prstGeom prst="rect">
            <a:avLst/>
          </a:prstGeom>
          <a:noFill/>
        </p:spPr>
        <p:txBody>
          <a:bodyPr wrap="square" rtlCol="0">
            <a:spAutoFit/>
          </a:bodyPr>
          <a:lstStyle/>
          <a:p>
            <a:r>
              <a:rPr lang="en-US" altLang="zh-CN" sz="2400" dirty="0">
                <a:solidFill>
                  <a:srgbClr val="2D4F8F"/>
                </a:solidFill>
                <a:latin typeface="思源黑体 Heavy" panose="020B0A00000000000000" charset="-122"/>
                <a:ea typeface="思源黑体 Heavy" panose="020B0A00000000000000" charset="-122"/>
              </a:rPr>
              <a:t>02</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4" name="文本框 3"/>
          <p:cNvSpPr txBox="1"/>
          <p:nvPr/>
        </p:nvSpPr>
        <p:spPr>
          <a:xfrm>
            <a:off x="2220437" y="4051811"/>
            <a:ext cx="603105" cy="461665"/>
          </a:xfrm>
          <a:prstGeom prst="rect">
            <a:avLst/>
          </a:prstGeom>
          <a:noFill/>
        </p:spPr>
        <p:txBody>
          <a:bodyPr wrap="square" rtlCol="0">
            <a:spAutoFit/>
          </a:bodyPr>
          <a:lstStyle/>
          <a:p>
            <a:r>
              <a:rPr lang="en-US" altLang="zh-CN" sz="2400" dirty="0">
                <a:solidFill>
                  <a:srgbClr val="2D4F8F"/>
                </a:solidFill>
                <a:latin typeface="思源黑体 Heavy" panose="020B0A00000000000000" charset="-122"/>
                <a:ea typeface="思源黑体 Heavy" panose="020B0A00000000000000" charset="-122"/>
              </a:rPr>
              <a:t>03</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5" name="文本框 4"/>
          <p:cNvSpPr txBox="1"/>
          <p:nvPr/>
        </p:nvSpPr>
        <p:spPr>
          <a:xfrm>
            <a:off x="2220437" y="5166040"/>
            <a:ext cx="603105" cy="461665"/>
          </a:xfrm>
          <a:prstGeom prst="rect">
            <a:avLst/>
          </a:prstGeom>
          <a:noFill/>
        </p:spPr>
        <p:txBody>
          <a:bodyPr wrap="square" rtlCol="0">
            <a:spAutoFit/>
          </a:bodyPr>
          <a:lstStyle/>
          <a:p>
            <a:r>
              <a:rPr lang="en-US" altLang="zh-CN" sz="2400" dirty="0">
                <a:solidFill>
                  <a:srgbClr val="2D4F8F"/>
                </a:solidFill>
                <a:latin typeface="思源黑体 Heavy" panose="020B0A00000000000000" charset="-122"/>
                <a:ea typeface="思源黑体 Heavy" panose="020B0A00000000000000" charset="-122"/>
              </a:rPr>
              <a:t>04</a:t>
            </a:r>
            <a:endParaRPr lang="zh-CN" altLang="en-US" sz="2400" dirty="0">
              <a:solidFill>
                <a:srgbClr val="2D4F8F"/>
              </a:solidFill>
              <a:latin typeface="思源黑体 Heavy" panose="020B0A00000000000000" charset="-122"/>
              <a:ea typeface="思源黑体 Heavy" panose="020B0A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screen"/>
          <a:stretch>
            <a:fillRect/>
          </a:stretch>
        </p:blipFill>
        <p:spPr>
          <a:xfrm>
            <a:off x="1902428" y="0"/>
            <a:ext cx="10289572" cy="6858000"/>
          </a:xfrm>
          <a:prstGeom prst="rect">
            <a:avLst/>
          </a:prstGeom>
        </p:spPr>
      </p:pic>
      <p:sp>
        <p:nvSpPr>
          <p:cNvPr id="5" name="矩形 4"/>
          <p:cNvSpPr/>
          <p:nvPr/>
        </p:nvSpPr>
        <p:spPr>
          <a:xfrm>
            <a:off x="0" y="0"/>
            <a:ext cx="12192000" cy="6858000"/>
          </a:xfrm>
          <a:prstGeom prst="rect">
            <a:avLst/>
          </a:prstGeom>
          <a:gradFill>
            <a:gsLst>
              <a:gs pos="41000">
                <a:srgbClr val="2D4F8F"/>
              </a:gs>
              <a:gs pos="100000">
                <a:srgbClr val="2D4F8F">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6" name="文本框 5"/>
          <p:cNvSpPr txBox="1"/>
          <p:nvPr/>
        </p:nvSpPr>
        <p:spPr>
          <a:xfrm>
            <a:off x="544099" y="1215172"/>
            <a:ext cx="1127343" cy="830997"/>
          </a:xfrm>
          <a:prstGeom prst="rect">
            <a:avLst/>
          </a:prstGeom>
          <a:noFill/>
        </p:spPr>
        <p:txBody>
          <a:bodyPr wrap="square" rtlCol="0">
            <a:spAutoFit/>
          </a:bodyPr>
          <a:lstStyle/>
          <a:p>
            <a:r>
              <a:rPr lang="en-US" altLang="zh-CN" sz="4800" dirty="0">
                <a:solidFill>
                  <a:schemeClr val="tx1">
                    <a:lumMod val="85000"/>
                    <a:lumOff val="15000"/>
                  </a:schemeClr>
                </a:solidFill>
                <a:latin typeface="思源黑体 Heavy" panose="020B0A00000000000000" charset="-122"/>
                <a:ea typeface="思源黑体 Heavy" panose="020B0A00000000000000" charset="-122"/>
              </a:rPr>
              <a:t>01</a:t>
            </a:r>
            <a:endParaRPr lang="zh-CN" altLang="en-US" sz="4800" dirty="0">
              <a:solidFill>
                <a:schemeClr val="tx1">
                  <a:lumMod val="85000"/>
                  <a:lumOff val="15000"/>
                </a:schemeClr>
              </a:solidFill>
              <a:latin typeface="思源黑体 Heavy" panose="020B0A00000000000000" charset="-122"/>
              <a:ea typeface="思源黑体 Heavy" panose="020B0A00000000000000" charset="-122"/>
            </a:endParaRPr>
          </a:p>
        </p:txBody>
      </p:sp>
      <p:sp>
        <p:nvSpPr>
          <p:cNvPr id="7" name="文本框 6"/>
          <p:cNvSpPr txBox="1"/>
          <p:nvPr/>
        </p:nvSpPr>
        <p:spPr>
          <a:xfrm>
            <a:off x="544099" y="2435902"/>
            <a:ext cx="4196219" cy="1014730"/>
          </a:xfrm>
          <a:prstGeom prst="rect">
            <a:avLst/>
          </a:prstGeom>
          <a:noFill/>
        </p:spPr>
        <p:txBody>
          <a:bodyPr wrap="square" rtlCol="0">
            <a:spAutoFit/>
          </a:bodyPr>
          <a:lstStyle/>
          <a:p>
            <a:r>
              <a:rPr lang="zh-CN" altLang="en-US" sz="6000" dirty="0">
                <a:solidFill>
                  <a:schemeClr val="bg1"/>
                </a:solidFill>
                <a:latin typeface="思源黑体 Heavy" panose="020B0A00000000000000" charset="-122"/>
                <a:ea typeface="思源黑体 Heavy" panose="020B0A00000000000000" charset="-122"/>
              </a:rPr>
              <a:t>博学</a:t>
            </a:r>
            <a:endParaRPr lang="zh-CN" altLang="en-US" sz="6000" dirty="0">
              <a:solidFill>
                <a:schemeClr val="bg1"/>
              </a:solidFill>
              <a:latin typeface="思源黑体 Heavy" panose="020B0A00000000000000" charset="-122"/>
              <a:ea typeface="思源黑体 Heavy" panose="020B0A00000000000000" charset="-122"/>
            </a:endParaRPr>
          </a:p>
        </p:txBody>
      </p:sp>
      <p:sp>
        <p:nvSpPr>
          <p:cNvPr id="8" name="文本框 7"/>
          <p:cNvSpPr txBox="1"/>
          <p:nvPr/>
        </p:nvSpPr>
        <p:spPr>
          <a:xfrm>
            <a:off x="644306" y="3482062"/>
            <a:ext cx="3106455" cy="369332"/>
          </a:xfrm>
          <a:prstGeom prst="rect">
            <a:avLst/>
          </a:prstGeom>
          <a:noFill/>
        </p:spPr>
        <p:txBody>
          <a:bodyPr wrap="square" rtlCol="0">
            <a:spAutoFit/>
          </a:bodyPr>
          <a:lstStyle/>
          <a:p>
            <a:r>
              <a:rPr lang="zh-CN" altLang="en-US" dirty="0">
                <a:solidFill>
                  <a:schemeClr val="bg1">
                    <a:lumMod val="75000"/>
                  </a:schemeClr>
                </a:solidFill>
                <a:latin typeface="思源黑体 Heavy" panose="020B0A00000000000000" charset="-122"/>
                <a:ea typeface="思源黑体 Heavy" panose="020B0A00000000000000" charset="-122"/>
              </a:rPr>
              <a:t>厚德尚学 自强不息</a:t>
            </a:r>
            <a:endParaRPr lang="zh-CN" altLang="en-US" dirty="0">
              <a:solidFill>
                <a:schemeClr val="bg1">
                  <a:lumMod val="75000"/>
                </a:schemeClr>
              </a:solidFill>
              <a:latin typeface="思源黑体 Heavy" panose="020B0A00000000000000" charset="-122"/>
              <a:ea typeface="思源黑体 Heavy" panose="020B0A00000000000000" charset="-122"/>
            </a:endParaRPr>
          </a:p>
        </p:txBody>
      </p:sp>
      <p:sp>
        <p:nvSpPr>
          <p:cNvPr id="9" name="文本框 8"/>
          <p:cNvSpPr txBox="1"/>
          <p:nvPr/>
        </p:nvSpPr>
        <p:spPr>
          <a:xfrm>
            <a:off x="644306" y="4274376"/>
            <a:ext cx="3749365" cy="829945"/>
          </a:xfrm>
          <a:prstGeom prst="rect">
            <a:avLst/>
          </a:prstGeom>
          <a:noFill/>
        </p:spPr>
        <p:txBody>
          <a:bodyPr wrap="square" rtlCol="0">
            <a:spAutoFit/>
          </a:bodyPr>
          <a:lstStyle/>
          <a:p>
            <a:pPr>
              <a:lnSpc>
                <a:spcPct val="150000"/>
              </a:lnSpc>
            </a:pPr>
            <a:r>
              <a:rPr lang="zh-CN" altLang="en-US" sz="1600" b="1" dirty="0">
                <a:solidFill>
                  <a:schemeClr val="bg1">
                    <a:lumMod val="75000"/>
                  </a:schemeClr>
                </a:solidFill>
                <a:latin typeface="思源黑体 CN" panose="020B0500000000000000" pitchFamily="34" charset="-122"/>
                <a:ea typeface="思源黑体 CN" panose="020B0500000000000000" pitchFamily="34" charset="-122"/>
              </a:rPr>
              <a:t>云山苍苍，珠水泱泱。</a:t>
            </a:r>
            <a:endParaRPr lang="zh-CN" altLang="en-US" sz="1600" b="1" dirty="0">
              <a:solidFill>
                <a:schemeClr val="bg1">
                  <a:lumMod val="75000"/>
                </a:schemeClr>
              </a:solidFill>
              <a:latin typeface="思源黑体 CN" panose="020B0500000000000000" pitchFamily="34" charset="-122"/>
              <a:ea typeface="思源黑体 CN" panose="020B0500000000000000" pitchFamily="34" charset="-122"/>
            </a:endParaRPr>
          </a:p>
          <a:p>
            <a:pPr>
              <a:lnSpc>
                <a:spcPct val="150000"/>
              </a:lnSpc>
            </a:pPr>
            <a:r>
              <a:rPr lang="zh-CN" altLang="en-US" sz="1600" b="1" dirty="0">
                <a:solidFill>
                  <a:schemeClr val="bg1">
                    <a:lumMod val="75000"/>
                  </a:schemeClr>
                </a:solidFill>
                <a:latin typeface="思源黑体 CN" panose="020B0500000000000000" pitchFamily="34" charset="-122"/>
                <a:ea typeface="思源黑体 CN" panose="020B0500000000000000" pitchFamily="34" charset="-122"/>
              </a:rPr>
              <a:t>华工吾校，伟人遗芳。</a:t>
            </a:r>
            <a:endParaRPr lang="zh-CN" altLang="en-US" sz="1600" b="1" dirty="0">
              <a:solidFill>
                <a:schemeClr val="bg1">
                  <a:lumMod val="75000"/>
                </a:schemeClr>
              </a:solidFill>
              <a:latin typeface="思源黑体 CN" panose="020B0500000000000000" pitchFamily="34" charset="-122"/>
              <a:ea typeface="思源黑体 CN" panose="020B0500000000000000" pitchFamily="34" charset="-122"/>
            </a:endParaRPr>
          </a:p>
        </p:txBody>
      </p:sp>
      <p:sp>
        <p:nvSpPr>
          <p:cNvPr id="10" name="文本框 9"/>
          <p:cNvSpPr txBox="1"/>
          <p:nvPr/>
        </p:nvSpPr>
        <p:spPr>
          <a:xfrm>
            <a:off x="544099" y="456107"/>
            <a:ext cx="1583315" cy="368300"/>
          </a:xfrm>
          <a:prstGeom prst="rect">
            <a:avLst/>
          </a:prstGeom>
          <a:noFill/>
        </p:spPr>
        <p:txBody>
          <a:bodyPr wrap="square" rtlCol="0">
            <a:spAutoFit/>
          </a:bodyPr>
          <a:lstStyle/>
          <a:p>
            <a:r>
              <a:rPr lang="en-US" altLang="zh-CN" sz="900" dirty="0">
                <a:solidFill>
                  <a:schemeClr val="bg2">
                    <a:lumMod val="90000"/>
                  </a:schemeClr>
                </a:solidFill>
                <a:latin typeface="思源黑体 Heavy" panose="020B0A00000000000000" charset="-122"/>
                <a:ea typeface="思源黑体 Heavy" panose="020B0A00000000000000" charset="-122"/>
              </a:rPr>
              <a:t>SCUT 2026</a:t>
            </a:r>
            <a:endParaRPr lang="en-US" altLang="zh-CN" sz="900" dirty="0">
              <a:solidFill>
                <a:schemeClr val="bg2">
                  <a:lumMod val="90000"/>
                </a:schemeClr>
              </a:solidFill>
              <a:latin typeface="思源黑体 Heavy" panose="020B0A00000000000000" charset="-122"/>
              <a:ea typeface="思源黑体 Heavy" panose="020B0A00000000000000" charset="-122"/>
            </a:endParaRPr>
          </a:p>
          <a:p>
            <a:r>
              <a:rPr lang="en-US" altLang="zh-CN" sz="900" dirty="0">
                <a:solidFill>
                  <a:schemeClr val="bg2">
                    <a:lumMod val="90000"/>
                  </a:schemeClr>
                </a:solidFill>
                <a:latin typeface="思源黑体 Heavy" panose="020B0A00000000000000" charset="-122"/>
                <a:ea typeface="思源黑体 Heavy" panose="020B0A00000000000000" charset="-122"/>
              </a:rPr>
              <a:t>PRESENTATION SLIDE</a:t>
            </a:r>
            <a:endParaRPr lang="zh-CN" altLang="en-US" sz="900" dirty="0">
              <a:solidFill>
                <a:schemeClr val="bg2">
                  <a:lumMod val="90000"/>
                </a:schemeClr>
              </a:solidFill>
              <a:latin typeface="思源黑体 Heavy" panose="020B0A00000000000000" charset="-122"/>
              <a:ea typeface="思源黑体 Heavy" panose="020B0A00000000000000" charset="-122"/>
            </a:endParaRPr>
          </a:p>
        </p:txBody>
      </p:sp>
      <p:sp>
        <p:nvSpPr>
          <p:cNvPr id="11" name="矩形 10"/>
          <p:cNvSpPr/>
          <p:nvPr/>
        </p:nvSpPr>
        <p:spPr>
          <a:xfrm>
            <a:off x="685403" y="2242443"/>
            <a:ext cx="281837" cy="5016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685403" y="3451565"/>
            <a:ext cx="374936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descr="校名（1918）(内部）-05"/>
          <p:cNvPicPr>
            <a:picLocks noChangeAspect="1"/>
          </p:cNvPicPr>
          <p:nvPr/>
        </p:nvPicPr>
        <p:blipFill>
          <a:blip r:embed="rId2" cstate="screen"/>
          <a:stretch>
            <a:fillRect/>
          </a:stretch>
        </p:blipFill>
        <p:spPr>
          <a:xfrm>
            <a:off x="9548495" y="233680"/>
            <a:ext cx="2112010" cy="5867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custDataLst>
              <p:tags r:id="rId1"/>
            </p:custDataLst>
          </p:nvPr>
        </p:nvPicPr>
        <p:blipFill rotWithShape="1">
          <a:blip r:embed="rId2" cstate="screen"/>
          <a:srcRect/>
          <a:stretch>
            <a:fillRect/>
          </a:stretch>
        </p:blipFill>
        <p:spPr>
          <a:xfrm>
            <a:off x="3427730" y="0"/>
            <a:ext cx="8774430" cy="6858000"/>
          </a:xfrm>
          <a:prstGeom prst="rect">
            <a:avLst/>
          </a:prstGeom>
        </p:spPr>
      </p:pic>
      <p:sp>
        <p:nvSpPr>
          <p:cNvPr id="5" name="矩形 4"/>
          <p:cNvSpPr/>
          <p:nvPr/>
        </p:nvSpPr>
        <p:spPr>
          <a:xfrm>
            <a:off x="0" y="0"/>
            <a:ext cx="12192000" cy="6858000"/>
          </a:xfrm>
          <a:prstGeom prst="rect">
            <a:avLst/>
          </a:prstGeom>
          <a:gradFill>
            <a:gsLst>
              <a:gs pos="41000">
                <a:srgbClr val="2D4F8F"/>
              </a:gs>
              <a:gs pos="100000">
                <a:srgbClr val="2D4F8F">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6" name="文本框 5"/>
          <p:cNvSpPr txBox="1"/>
          <p:nvPr/>
        </p:nvSpPr>
        <p:spPr>
          <a:xfrm>
            <a:off x="544099" y="1215172"/>
            <a:ext cx="1127343" cy="829945"/>
          </a:xfrm>
          <a:prstGeom prst="rect">
            <a:avLst/>
          </a:prstGeom>
          <a:noFill/>
        </p:spPr>
        <p:txBody>
          <a:bodyPr wrap="square" rtlCol="0">
            <a:spAutoFit/>
          </a:bodyPr>
          <a:lstStyle/>
          <a:p>
            <a:r>
              <a:rPr lang="en-US" altLang="zh-CN" sz="4800" dirty="0">
                <a:solidFill>
                  <a:schemeClr val="tx1">
                    <a:lumMod val="85000"/>
                    <a:lumOff val="15000"/>
                  </a:schemeClr>
                </a:solidFill>
                <a:latin typeface="思源黑体 Heavy" panose="020B0A00000000000000" charset="-122"/>
                <a:ea typeface="思源黑体 Heavy" panose="020B0A00000000000000" charset="-122"/>
              </a:rPr>
              <a:t>02</a:t>
            </a:r>
            <a:endParaRPr lang="zh-CN" altLang="en-US" sz="4800" dirty="0">
              <a:solidFill>
                <a:schemeClr val="tx1">
                  <a:lumMod val="85000"/>
                  <a:lumOff val="15000"/>
                </a:schemeClr>
              </a:solidFill>
              <a:latin typeface="思源黑体 Heavy" panose="020B0A00000000000000" charset="-122"/>
              <a:ea typeface="思源黑体 Heavy" panose="020B0A00000000000000" charset="-122"/>
            </a:endParaRPr>
          </a:p>
        </p:txBody>
      </p:sp>
      <p:sp>
        <p:nvSpPr>
          <p:cNvPr id="7" name="文本框 6"/>
          <p:cNvSpPr txBox="1"/>
          <p:nvPr/>
        </p:nvSpPr>
        <p:spPr>
          <a:xfrm>
            <a:off x="544099" y="2435902"/>
            <a:ext cx="4196219" cy="1014730"/>
          </a:xfrm>
          <a:prstGeom prst="rect">
            <a:avLst/>
          </a:prstGeom>
          <a:noFill/>
        </p:spPr>
        <p:txBody>
          <a:bodyPr wrap="square" rtlCol="0">
            <a:spAutoFit/>
          </a:bodyPr>
          <a:lstStyle/>
          <a:p>
            <a:r>
              <a:rPr lang="zh-CN" altLang="en-US" sz="6000" dirty="0">
                <a:solidFill>
                  <a:schemeClr val="bg1"/>
                </a:solidFill>
                <a:latin typeface="思源黑体 Heavy" panose="020B0A00000000000000" charset="-122"/>
                <a:ea typeface="思源黑体 Heavy" panose="020B0A00000000000000" charset="-122"/>
              </a:rPr>
              <a:t>慎思</a:t>
            </a:r>
            <a:endParaRPr lang="zh-CN" altLang="en-US" sz="6000" dirty="0">
              <a:solidFill>
                <a:schemeClr val="bg1"/>
              </a:solidFill>
              <a:latin typeface="思源黑体 Heavy" panose="020B0A00000000000000" charset="-122"/>
              <a:ea typeface="思源黑体 Heavy" panose="020B0A00000000000000" charset="-122"/>
            </a:endParaRPr>
          </a:p>
        </p:txBody>
      </p:sp>
      <p:sp>
        <p:nvSpPr>
          <p:cNvPr id="8" name="文本框 7"/>
          <p:cNvSpPr txBox="1"/>
          <p:nvPr/>
        </p:nvSpPr>
        <p:spPr>
          <a:xfrm>
            <a:off x="644306" y="3482062"/>
            <a:ext cx="3106455" cy="368300"/>
          </a:xfrm>
          <a:prstGeom prst="rect">
            <a:avLst/>
          </a:prstGeom>
          <a:noFill/>
        </p:spPr>
        <p:txBody>
          <a:bodyPr wrap="square" rtlCol="0">
            <a:spAutoFit/>
          </a:bodyPr>
          <a:lstStyle/>
          <a:p>
            <a:r>
              <a:rPr lang="zh-CN" altLang="en-US" dirty="0">
                <a:solidFill>
                  <a:schemeClr val="bg1">
                    <a:lumMod val="75000"/>
                  </a:schemeClr>
                </a:solidFill>
                <a:latin typeface="思源黑体 Heavy" panose="020B0A00000000000000" charset="-122"/>
                <a:ea typeface="思源黑体 Heavy" panose="020B0A00000000000000" charset="-122"/>
              </a:rPr>
              <a:t>务实创新</a:t>
            </a:r>
            <a:r>
              <a:rPr lang="en-US" altLang="zh-CN" dirty="0">
                <a:solidFill>
                  <a:schemeClr val="bg1">
                    <a:lumMod val="75000"/>
                  </a:schemeClr>
                </a:solidFill>
                <a:latin typeface="思源黑体 Heavy" panose="020B0A00000000000000" charset="-122"/>
                <a:ea typeface="思源黑体 Heavy" panose="020B0A00000000000000" charset="-122"/>
              </a:rPr>
              <a:t> </a:t>
            </a:r>
            <a:r>
              <a:rPr lang="zh-CN" altLang="en-US" dirty="0">
                <a:solidFill>
                  <a:schemeClr val="bg1">
                    <a:lumMod val="75000"/>
                  </a:schemeClr>
                </a:solidFill>
                <a:latin typeface="思源黑体 Heavy" panose="020B0A00000000000000" charset="-122"/>
                <a:ea typeface="思源黑体 Heavy" panose="020B0A00000000000000" charset="-122"/>
              </a:rPr>
              <a:t>追求卓越</a:t>
            </a:r>
            <a:endParaRPr lang="zh-CN" altLang="en-US" dirty="0">
              <a:solidFill>
                <a:schemeClr val="bg1">
                  <a:lumMod val="75000"/>
                </a:schemeClr>
              </a:solidFill>
              <a:latin typeface="思源黑体 Heavy" panose="020B0A00000000000000" charset="-122"/>
              <a:ea typeface="思源黑体 Heavy" panose="020B0A00000000000000" charset="-122"/>
            </a:endParaRPr>
          </a:p>
        </p:txBody>
      </p:sp>
      <p:sp>
        <p:nvSpPr>
          <p:cNvPr id="9" name="文本框 8"/>
          <p:cNvSpPr txBox="1"/>
          <p:nvPr/>
        </p:nvSpPr>
        <p:spPr>
          <a:xfrm>
            <a:off x="644306" y="4274376"/>
            <a:ext cx="3749365" cy="829945"/>
          </a:xfrm>
          <a:prstGeom prst="rect">
            <a:avLst/>
          </a:prstGeom>
          <a:noFill/>
        </p:spPr>
        <p:txBody>
          <a:bodyPr wrap="square" rtlCol="0">
            <a:spAutoFit/>
          </a:bodyPr>
          <a:lstStyle/>
          <a:p>
            <a:pPr>
              <a:lnSpc>
                <a:spcPct val="150000"/>
              </a:lnSpc>
            </a:pPr>
            <a:r>
              <a:rPr lang="zh-CN" altLang="en-US" sz="1600" b="1" dirty="0">
                <a:solidFill>
                  <a:schemeClr val="bg1">
                    <a:lumMod val="75000"/>
                  </a:schemeClr>
                </a:solidFill>
                <a:latin typeface="思源黑体 CN" panose="020B0500000000000000" pitchFamily="34" charset="-122"/>
                <a:ea typeface="思源黑体 CN" panose="020B0500000000000000" pitchFamily="34" charset="-122"/>
              </a:rPr>
              <a:t>先贤创业，后人图强。</a:t>
            </a:r>
            <a:endParaRPr lang="zh-CN" altLang="en-US" sz="1600" b="1" dirty="0">
              <a:solidFill>
                <a:schemeClr val="bg1">
                  <a:lumMod val="75000"/>
                </a:schemeClr>
              </a:solidFill>
              <a:latin typeface="思源黑体 CN" panose="020B0500000000000000" pitchFamily="34" charset="-122"/>
              <a:ea typeface="思源黑体 CN" panose="020B0500000000000000" pitchFamily="34" charset="-122"/>
            </a:endParaRPr>
          </a:p>
          <a:p>
            <a:pPr>
              <a:lnSpc>
                <a:spcPct val="150000"/>
              </a:lnSpc>
            </a:pPr>
            <a:r>
              <a:rPr lang="zh-CN" altLang="en-US" sz="1600" b="1" dirty="0">
                <a:solidFill>
                  <a:schemeClr val="bg1">
                    <a:lumMod val="75000"/>
                  </a:schemeClr>
                </a:solidFill>
                <a:latin typeface="思源黑体 CN" panose="020B0500000000000000" pitchFamily="34" charset="-122"/>
                <a:ea typeface="思源黑体 CN" panose="020B0500000000000000" pitchFamily="34" charset="-122"/>
              </a:rPr>
              <a:t>崛起南国，培育栋梁。</a:t>
            </a:r>
            <a:endParaRPr lang="zh-CN" altLang="en-US" sz="1600" b="1" dirty="0">
              <a:solidFill>
                <a:schemeClr val="bg1">
                  <a:lumMod val="75000"/>
                </a:schemeClr>
              </a:solidFill>
              <a:latin typeface="思源黑体 CN" panose="020B0500000000000000" pitchFamily="34" charset="-122"/>
              <a:ea typeface="思源黑体 CN" panose="020B0500000000000000" pitchFamily="34" charset="-122"/>
            </a:endParaRPr>
          </a:p>
        </p:txBody>
      </p:sp>
      <p:sp>
        <p:nvSpPr>
          <p:cNvPr id="10" name="文本框 9"/>
          <p:cNvSpPr txBox="1"/>
          <p:nvPr/>
        </p:nvSpPr>
        <p:spPr>
          <a:xfrm>
            <a:off x="544099" y="456107"/>
            <a:ext cx="1583315" cy="368300"/>
          </a:xfrm>
          <a:prstGeom prst="rect">
            <a:avLst/>
          </a:prstGeom>
          <a:noFill/>
        </p:spPr>
        <p:txBody>
          <a:bodyPr wrap="square" rtlCol="0">
            <a:spAutoFit/>
          </a:bodyPr>
          <a:lstStyle/>
          <a:p>
            <a:r>
              <a:rPr lang="en-US" altLang="zh-CN" sz="900" dirty="0">
                <a:solidFill>
                  <a:schemeClr val="bg2">
                    <a:lumMod val="90000"/>
                  </a:schemeClr>
                </a:solidFill>
                <a:latin typeface="思源黑体 Heavy" panose="020B0A00000000000000" charset="-122"/>
                <a:ea typeface="思源黑体 Heavy" panose="020B0A00000000000000" charset="-122"/>
              </a:rPr>
              <a:t>SCUT 2026</a:t>
            </a:r>
            <a:endParaRPr lang="en-US" altLang="zh-CN" sz="900" dirty="0">
              <a:solidFill>
                <a:schemeClr val="bg2">
                  <a:lumMod val="90000"/>
                </a:schemeClr>
              </a:solidFill>
              <a:latin typeface="思源黑体 Heavy" panose="020B0A00000000000000" charset="-122"/>
              <a:ea typeface="思源黑体 Heavy" panose="020B0A00000000000000" charset="-122"/>
            </a:endParaRPr>
          </a:p>
          <a:p>
            <a:r>
              <a:rPr lang="en-US" altLang="zh-CN" sz="900" dirty="0">
                <a:solidFill>
                  <a:schemeClr val="bg2">
                    <a:lumMod val="90000"/>
                  </a:schemeClr>
                </a:solidFill>
                <a:latin typeface="思源黑体 Heavy" panose="020B0A00000000000000" charset="-122"/>
                <a:ea typeface="思源黑体 Heavy" panose="020B0A00000000000000" charset="-122"/>
              </a:rPr>
              <a:t>PRESENTATION SLIDE</a:t>
            </a:r>
            <a:endParaRPr lang="zh-CN" altLang="en-US" sz="900" dirty="0">
              <a:solidFill>
                <a:schemeClr val="bg2">
                  <a:lumMod val="90000"/>
                </a:schemeClr>
              </a:solidFill>
              <a:latin typeface="思源黑体 Heavy" panose="020B0A00000000000000" charset="-122"/>
              <a:ea typeface="思源黑体 Heavy" panose="020B0A00000000000000" charset="-122"/>
            </a:endParaRPr>
          </a:p>
        </p:txBody>
      </p:sp>
      <p:sp>
        <p:nvSpPr>
          <p:cNvPr id="11" name="矩形 10"/>
          <p:cNvSpPr/>
          <p:nvPr/>
        </p:nvSpPr>
        <p:spPr>
          <a:xfrm>
            <a:off x="685403" y="2242443"/>
            <a:ext cx="281837" cy="5016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685403" y="3451565"/>
            <a:ext cx="374936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descr="校名（1918）(内部）-05"/>
          <p:cNvPicPr>
            <a:picLocks noChangeAspect="1"/>
          </p:cNvPicPr>
          <p:nvPr/>
        </p:nvPicPr>
        <p:blipFill>
          <a:blip r:embed="rId3" cstate="screen"/>
          <a:stretch>
            <a:fillRect/>
          </a:stretch>
        </p:blipFill>
        <p:spPr>
          <a:xfrm>
            <a:off x="9548495" y="233680"/>
            <a:ext cx="2112010" cy="5867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1" cstate="screen">
            <a:alphaModFix amt="20000"/>
            <a:duotone>
              <a:schemeClr val="bg2">
                <a:shade val="45000"/>
                <a:satMod val="135000"/>
              </a:schemeClr>
              <a:prstClr val="white"/>
            </a:duotone>
          </a:blip>
          <a:stretch>
            <a:fillRect/>
          </a:stretch>
        </p:blipFill>
        <p:spPr>
          <a:xfrm>
            <a:off x="1" y="0"/>
            <a:ext cx="10287000" cy="6858000"/>
          </a:xfrm>
          <a:prstGeom prst="rect">
            <a:avLst/>
          </a:prstGeom>
        </p:spPr>
      </p:pic>
      <p:sp>
        <p:nvSpPr>
          <p:cNvPr id="3" name="矩形 2"/>
          <p:cNvSpPr/>
          <p:nvPr/>
        </p:nvSpPr>
        <p:spPr>
          <a:xfrm>
            <a:off x="7970521" y="0"/>
            <a:ext cx="4221480" cy="6858000"/>
          </a:xfrm>
          <a:prstGeom prst="rect">
            <a:avLst/>
          </a:prstGeom>
          <a:solidFill>
            <a:srgbClr val="2D4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D4F8F"/>
              </a:solidFill>
            </a:endParaRPr>
          </a:p>
        </p:txBody>
      </p:sp>
      <p:sp>
        <p:nvSpPr>
          <p:cNvPr id="6" name="文本框 5"/>
          <p:cNvSpPr txBox="1"/>
          <p:nvPr/>
        </p:nvSpPr>
        <p:spPr>
          <a:xfrm>
            <a:off x="544099" y="1215172"/>
            <a:ext cx="1127343" cy="829945"/>
          </a:xfrm>
          <a:prstGeom prst="rect">
            <a:avLst/>
          </a:prstGeom>
          <a:noFill/>
        </p:spPr>
        <p:txBody>
          <a:bodyPr wrap="square" rtlCol="0">
            <a:spAutoFit/>
          </a:bodyPr>
          <a:lstStyle/>
          <a:p>
            <a:r>
              <a:rPr lang="en-US" altLang="zh-CN" sz="4800" dirty="0">
                <a:solidFill>
                  <a:schemeClr val="tx1">
                    <a:lumMod val="85000"/>
                    <a:lumOff val="15000"/>
                  </a:schemeClr>
                </a:solidFill>
                <a:latin typeface="思源黑体 Heavy" panose="020B0A00000000000000" charset="-122"/>
                <a:ea typeface="思源黑体 Heavy" panose="020B0A00000000000000" charset="-122"/>
              </a:rPr>
              <a:t>03</a:t>
            </a:r>
            <a:endParaRPr lang="zh-CN" altLang="en-US" sz="4800" dirty="0">
              <a:solidFill>
                <a:schemeClr val="tx1">
                  <a:lumMod val="85000"/>
                  <a:lumOff val="15000"/>
                </a:schemeClr>
              </a:solidFill>
              <a:latin typeface="思源黑体 Heavy" panose="020B0A00000000000000" charset="-122"/>
              <a:ea typeface="思源黑体 Heavy" panose="020B0A00000000000000" charset="-122"/>
            </a:endParaRPr>
          </a:p>
        </p:txBody>
      </p:sp>
      <p:sp>
        <p:nvSpPr>
          <p:cNvPr id="7" name="文本框 6"/>
          <p:cNvSpPr txBox="1"/>
          <p:nvPr/>
        </p:nvSpPr>
        <p:spPr>
          <a:xfrm>
            <a:off x="544099" y="2435902"/>
            <a:ext cx="4196219" cy="1014730"/>
          </a:xfrm>
          <a:prstGeom prst="rect">
            <a:avLst/>
          </a:prstGeom>
          <a:noFill/>
        </p:spPr>
        <p:txBody>
          <a:bodyPr wrap="square" rtlCol="0">
            <a:spAutoFit/>
          </a:bodyPr>
          <a:lstStyle/>
          <a:p>
            <a:r>
              <a:rPr lang="zh-CN" altLang="en-US" sz="6000" dirty="0">
                <a:solidFill>
                  <a:srgbClr val="2D4F8F"/>
                </a:solidFill>
                <a:latin typeface="思源黑体 Heavy" panose="020B0A00000000000000" charset="-122"/>
                <a:ea typeface="思源黑体 Heavy" panose="020B0A00000000000000" charset="-122"/>
              </a:rPr>
              <a:t>明辨</a:t>
            </a:r>
            <a:endParaRPr lang="zh-CN" altLang="en-US" sz="6000" dirty="0">
              <a:solidFill>
                <a:srgbClr val="2D4F8F"/>
              </a:solidFill>
              <a:latin typeface="思源黑体 Heavy" panose="020B0A00000000000000" charset="-122"/>
              <a:ea typeface="思源黑体 Heavy" panose="020B0A00000000000000" charset="-122"/>
            </a:endParaRPr>
          </a:p>
        </p:txBody>
      </p:sp>
      <p:sp>
        <p:nvSpPr>
          <p:cNvPr id="8" name="文本框 7"/>
          <p:cNvSpPr txBox="1"/>
          <p:nvPr/>
        </p:nvSpPr>
        <p:spPr>
          <a:xfrm>
            <a:off x="644306" y="3439534"/>
            <a:ext cx="3106455" cy="506730"/>
          </a:xfrm>
          <a:prstGeom prst="rect">
            <a:avLst/>
          </a:prstGeom>
          <a:noFill/>
        </p:spPr>
        <p:txBody>
          <a:bodyPr wrap="square" rtlCol="0">
            <a:spAutoFit/>
          </a:bodyPr>
          <a:lstStyle/>
          <a:p>
            <a:pPr>
              <a:lnSpc>
                <a:spcPct val="150000"/>
              </a:lnSpc>
            </a:pPr>
            <a:r>
              <a:rPr lang="zh-CN" altLang="en-US" dirty="0">
                <a:solidFill>
                  <a:schemeClr val="tx1">
                    <a:lumMod val="75000"/>
                    <a:lumOff val="25000"/>
                  </a:schemeClr>
                </a:solidFill>
                <a:latin typeface="思源黑体 CN" panose="020B0500000000000000" pitchFamily="34" charset="-122"/>
                <a:ea typeface="思源黑体 CN" panose="020B0500000000000000" pitchFamily="34" charset="-122"/>
              </a:rPr>
              <a:t>厚德尚学</a:t>
            </a:r>
            <a:r>
              <a:rPr lang="en-US" altLang="zh-CN" dirty="0">
                <a:solidFill>
                  <a:schemeClr val="tx1">
                    <a:lumMod val="75000"/>
                    <a:lumOff val="25000"/>
                  </a:schemeClr>
                </a:solidFill>
                <a:latin typeface="思源黑体 CN" panose="020B0500000000000000" pitchFamily="34" charset="-122"/>
                <a:ea typeface="思源黑体 CN" panose="020B0500000000000000" pitchFamily="34" charset="-122"/>
              </a:rPr>
              <a:t> </a:t>
            </a:r>
            <a:r>
              <a:rPr lang="zh-CN" altLang="en-US" dirty="0">
                <a:solidFill>
                  <a:schemeClr val="tx1">
                    <a:lumMod val="75000"/>
                    <a:lumOff val="25000"/>
                  </a:schemeClr>
                </a:solidFill>
                <a:latin typeface="思源黑体 CN" panose="020B0500000000000000" pitchFamily="34" charset="-122"/>
                <a:ea typeface="思源黑体 CN" panose="020B0500000000000000" pitchFamily="34" charset="-122"/>
              </a:rPr>
              <a:t>自强不息</a:t>
            </a:r>
            <a:endParaRPr lang="zh-CN" altLang="en-US"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sp>
        <p:nvSpPr>
          <p:cNvPr id="9" name="文本框 8"/>
          <p:cNvSpPr txBox="1"/>
          <p:nvPr/>
        </p:nvSpPr>
        <p:spPr>
          <a:xfrm>
            <a:off x="644306" y="4274376"/>
            <a:ext cx="3749365" cy="829945"/>
          </a:xfrm>
          <a:prstGeom prst="rect">
            <a:avLst/>
          </a:prstGeom>
          <a:noFill/>
        </p:spPr>
        <p:txBody>
          <a:bodyPr wrap="square" rtlCol="0">
            <a:spAutoFit/>
          </a:bodyPr>
          <a:lstStyle/>
          <a:p>
            <a:pPr>
              <a:lnSpc>
                <a:spcPct val="150000"/>
              </a:lnSpc>
            </a:pPr>
            <a:r>
              <a:rPr lang="zh-CN" altLang="en-US" sz="1600" b="1" dirty="0">
                <a:solidFill>
                  <a:schemeClr val="tx1">
                    <a:lumMod val="75000"/>
                    <a:lumOff val="25000"/>
                  </a:schemeClr>
                </a:solidFill>
                <a:latin typeface="思源黑体 CN" panose="020B0500000000000000" pitchFamily="34" charset="-122"/>
                <a:ea typeface="思源黑体 CN" panose="020B0500000000000000" pitchFamily="34" charset="-122"/>
              </a:rPr>
              <a:t>金银岛畔，湖滨路旁。</a:t>
            </a:r>
            <a:endParaRPr lang="zh-CN" altLang="en-US" sz="1600" b="1" dirty="0">
              <a:solidFill>
                <a:schemeClr val="tx1">
                  <a:lumMod val="75000"/>
                  <a:lumOff val="25000"/>
                </a:schemeClr>
              </a:solidFill>
              <a:latin typeface="思源黑体 CN" panose="020B0500000000000000" pitchFamily="34" charset="-122"/>
              <a:ea typeface="思源黑体 CN" panose="020B0500000000000000" pitchFamily="34" charset="-122"/>
            </a:endParaRPr>
          </a:p>
          <a:p>
            <a:pPr>
              <a:lnSpc>
                <a:spcPct val="150000"/>
              </a:lnSpc>
            </a:pPr>
            <a:r>
              <a:rPr lang="zh-CN" altLang="en-US" sz="1600" b="1" dirty="0">
                <a:solidFill>
                  <a:schemeClr val="tx1">
                    <a:lumMod val="75000"/>
                    <a:lumOff val="25000"/>
                  </a:schemeClr>
                </a:solidFill>
                <a:latin typeface="思源黑体 CN" panose="020B0500000000000000" pitchFamily="34" charset="-122"/>
                <a:ea typeface="思源黑体 CN" panose="020B0500000000000000" pitchFamily="34" charset="-122"/>
              </a:rPr>
              <a:t>红楼耸立，碑铭铿锵。</a:t>
            </a:r>
            <a:endParaRPr lang="zh-CN" altLang="en-US" sz="1600" b="1"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sp>
        <p:nvSpPr>
          <p:cNvPr id="10" name="文本框 9"/>
          <p:cNvSpPr txBox="1"/>
          <p:nvPr/>
        </p:nvSpPr>
        <p:spPr>
          <a:xfrm>
            <a:off x="544099" y="456107"/>
            <a:ext cx="1583315" cy="368300"/>
          </a:xfrm>
          <a:prstGeom prst="rect">
            <a:avLst/>
          </a:prstGeom>
          <a:noFill/>
        </p:spPr>
        <p:txBody>
          <a:bodyPr wrap="square" rtlCol="0">
            <a:spAutoFit/>
          </a:bodyPr>
          <a:lstStyle/>
          <a:p>
            <a:r>
              <a:rPr lang="en-US" altLang="zh-CN" sz="900" dirty="0">
                <a:solidFill>
                  <a:srgbClr val="2D4F8F"/>
                </a:solidFill>
                <a:latin typeface="思源黑体 Heavy" panose="020B0A00000000000000" charset="-122"/>
                <a:ea typeface="思源黑体 Heavy" panose="020B0A00000000000000" charset="-122"/>
              </a:rPr>
              <a:t>SCUT 2026</a:t>
            </a:r>
            <a:endParaRPr lang="en-US" altLang="zh-CN" sz="900" dirty="0">
              <a:solidFill>
                <a:srgbClr val="2D4F8F"/>
              </a:solidFill>
              <a:latin typeface="思源黑体 Heavy" panose="020B0A00000000000000" charset="-122"/>
              <a:ea typeface="思源黑体 Heavy" panose="020B0A00000000000000" charset="-122"/>
            </a:endParaRPr>
          </a:p>
          <a:p>
            <a:r>
              <a:rPr lang="en-US" altLang="zh-CN" sz="900" dirty="0">
                <a:solidFill>
                  <a:srgbClr val="2D4F8F"/>
                </a:solidFill>
                <a:latin typeface="思源黑体 Heavy" panose="020B0A00000000000000" charset="-122"/>
                <a:ea typeface="思源黑体 Heavy" panose="020B0A00000000000000" charset="-122"/>
              </a:rPr>
              <a:t>PRESENTATION SLIDE</a:t>
            </a:r>
            <a:endParaRPr lang="zh-CN" altLang="en-US" sz="900" dirty="0">
              <a:solidFill>
                <a:srgbClr val="2D4F8F"/>
              </a:solidFill>
              <a:latin typeface="思源黑体 Heavy" panose="020B0A00000000000000" charset="-122"/>
              <a:ea typeface="思源黑体 Heavy" panose="020B0A00000000000000" charset="-122"/>
            </a:endParaRPr>
          </a:p>
        </p:txBody>
      </p:sp>
      <p:sp>
        <p:nvSpPr>
          <p:cNvPr id="11" name="矩形 10"/>
          <p:cNvSpPr/>
          <p:nvPr/>
        </p:nvSpPr>
        <p:spPr>
          <a:xfrm>
            <a:off x="685403" y="2242443"/>
            <a:ext cx="281837" cy="5016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685403" y="3451565"/>
            <a:ext cx="374936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4" name="图片 13"/>
          <p:cNvPicPr>
            <a:picLocks noChangeAspect="1"/>
          </p:cNvPicPr>
          <p:nvPr/>
        </p:nvPicPr>
        <p:blipFill>
          <a:blip r:embed="rId2" cstate="screen"/>
          <a:srcRect/>
          <a:stretch>
            <a:fillRect/>
          </a:stretch>
        </p:blipFill>
        <p:spPr>
          <a:xfrm>
            <a:off x="6593997" y="1435578"/>
            <a:ext cx="4878001" cy="4878000"/>
          </a:xfrm>
          <a:prstGeom prst="rect">
            <a:avLst/>
          </a:prstGeom>
        </p:spPr>
      </p:pic>
      <p:pic>
        <p:nvPicPr>
          <p:cNvPr id="4" name="图片 3" descr="校名（1918）(内部）-05"/>
          <p:cNvPicPr>
            <a:picLocks noChangeAspect="1"/>
          </p:cNvPicPr>
          <p:nvPr/>
        </p:nvPicPr>
        <p:blipFill>
          <a:blip r:embed="rId3" cstate="screen"/>
          <a:stretch>
            <a:fillRect/>
          </a:stretch>
        </p:blipFill>
        <p:spPr>
          <a:xfrm>
            <a:off x="9548495" y="233680"/>
            <a:ext cx="2112010" cy="5867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screen">
            <a:duotone>
              <a:schemeClr val="bg2">
                <a:shade val="45000"/>
                <a:satMod val="135000"/>
              </a:schemeClr>
              <a:prstClr val="white"/>
            </a:duotone>
          </a:blip>
          <a:stretch>
            <a:fillRect/>
          </a:stretch>
        </p:blipFill>
        <p:spPr>
          <a:xfrm>
            <a:off x="3499" y="0"/>
            <a:ext cx="12185002" cy="6858000"/>
          </a:xfrm>
          <a:prstGeom prst="rect">
            <a:avLst/>
          </a:prstGeom>
        </p:spPr>
      </p:pic>
      <p:sp>
        <p:nvSpPr>
          <p:cNvPr id="21" name="矩形 20"/>
          <p:cNvSpPr/>
          <p:nvPr/>
        </p:nvSpPr>
        <p:spPr>
          <a:xfrm>
            <a:off x="-3499" y="0"/>
            <a:ext cx="12192000" cy="6892637"/>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等线" panose="02010600030101010101" charset="-122"/>
              <a:ea typeface="等线" panose="02010600030101010101" charset="-122"/>
              <a:cs typeface="+mn-cs"/>
            </a:endParaRPr>
          </a:p>
        </p:txBody>
      </p:sp>
      <p:sp>
        <p:nvSpPr>
          <p:cNvPr id="6" name="任意形状 5"/>
          <p:cNvSpPr/>
          <p:nvPr/>
        </p:nvSpPr>
        <p:spPr>
          <a:xfrm>
            <a:off x="5445250" y="0"/>
            <a:ext cx="3061716" cy="1530857"/>
          </a:xfrm>
          <a:custGeom>
            <a:avLst/>
            <a:gdLst>
              <a:gd name="connsiteX0" fmla="*/ 3061716 w 3061716"/>
              <a:gd name="connsiteY0" fmla="*/ 0 h 1530857"/>
              <a:gd name="connsiteX1" fmla="*/ 1530858 w 3061716"/>
              <a:gd name="connsiteY1" fmla="*/ 1530858 h 1530857"/>
              <a:gd name="connsiteX2" fmla="*/ 0 w 3061716"/>
              <a:gd name="connsiteY2" fmla="*/ 0 h 1530857"/>
            </a:gdLst>
            <a:ahLst/>
            <a:cxnLst>
              <a:cxn ang="0">
                <a:pos x="connsiteX0" y="connsiteY0"/>
              </a:cxn>
              <a:cxn ang="0">
                <a:pos x="connsiteX1" y="connsiteY1"/>
              </a:cxn>
              <a:cxn ang="0">
                <a:pos x="connsiteX2" y="connsiteY2"/>
              </a:cxn>
            </a:cxnLst>
            <a:rect l="l" t="t" r="r" b="b"/>
            <a:pathLst>
              <a:path w="3061716" h="1530857">
                <a:moveTo>
                  <a:pt x="3061716" y="0"/>
                </a:moveTo>
                <a:lnTo>
                  <a:pt x="1530858" y="1530858"/>
                </a:lnTo>
                <a:lnTo>
                  <a:pt x="0" y="0"/>
                </a:lnTo>
                <a:close/>
              </a:path>
            </a:pathLst>
          </a:custGeom>
          <a:solidFill>
            <a:srgbClr val="2D4F8F"/>
          </a:solid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nvGrpSpPr>
          <p:cNvPr id="32" name="组合 31"/>
          <p:cNvGrpSpPr/>
          <p:nvPr/>
        </p:nvGrpSpPr>
        <p:grpSpPr>
          <a:xfrm>
            <a:off x="5445250" y="1"/>
            <a:ext cx="6746747" cy="6857998"/>
            <a:chOff x="5445250" y="1"/>
            <a:chExt cx="6746747" cy="6857998"/>
          </a:xfrm>
          <a:blipFill dpi="0" rotWithShape="1">
            <a:blip r:embed="rId2">
              <a:extLst>
                <a:ext uri="{28A0092B-C50C-407E-A947-70E740481C1C}">
                  <a14:useLocalDpi xmlns:a14="http://schemas.microsoft.com/office/drawing/2010/main" val="0"/>
                </a:ext>
              </a:extLst>
            </a:blip>
            <a:srcRect/>
            <a:stretch>
              <a:fillRect/>
            </a:stretch>
          </a:blipFill>
        </p:grpSpPr>
        <p:sp>
          <p:nvSpPr>
            <p:cNvPr id="7" name="任意形状 6"/>
            <p:cNvSpPr/>
            <p:nvPr/>
          </p:nvSpPr>
          <p:spPr>
            <a:xfrm>
              <a:off x="9033508" y="1"/>
              <a:ext cx="3061716" cy="1530857"/>
            </a:xfrm>
            <a:custGeom>
              <a:avLst/>
              <a:gdLst>
                <a:gd name="connsiteX0" fmla="*/ 3061716 w 3061716"/>
                <a:gd name="connsiteY0" fmla="*/ 0 h 1530857"/>
                <a:gd name="connsiteX1" fmla="*/ 1530858 w 3061716"/>
                <a:gd name="connsiteY1" fmla="*/ 1530858 h 1530857"/>
                <a:gd name="connsiteX2" fmla="*/ 0 w 3061716"/>
                <a:gd name="connsiteY2" fmla="*/ 0 h 1530857"/>
              </a:gdLst>
              <a:ahLst/>
              <a:cxnLst>
                <a:cxn ang="0">
                  <a:pos x="connsiteX0" y="connsiteY0"/>
                </a:cxn>
                <a:cxn ang="0">
                  <a:pos x="connsiteX1" y="connsiteY1"/>
                </a:cxn>
                <a:cxn ang="0">
                  <a:pos x="connsiteX2" y="connsiteY2"/>
                </a:cxn>
              </a:cxnLst>
              <a:rect l="l" t="t" r="r" b="b"/>
              <a:pathLst>
                <a:path w="3061716" h="1530857">
                  <a:moveTo>
                    <a:pt x="3061716" y="0"/>
                  </a:moveTo>
                  <a:lnTo>
                    <a:pt x="1530858" y="1530858"/>
                  </a:lnTo>
                  <a:lnTo>
                    <a:pt x="0" y="0"/>
                  </a:lnTo>
                  <a:close/>
                </a:path>
              </a:pathLst>
            </a:custGeom>
            <a:grp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sp>
          <p:nvSpPr>
            <p:cNvPr id="8" name="任意形状 7"/>
            <p:cNvSpPr/>
            <p:nvPr/>
          </p:nvSpPr>
          <p:spPr>
            <a:xfrm>
              <a:off x="7079740" y="1"/>
              <a:ext cx="3380994" cy="3325367"/>
            </a:xfrm>
            <a:custGeom>
              <a:avLst/>
              <a:gdLst>
                <a:gd name="connsiteX0" fmla="*/ 3380994 w 3380994"/>
                <a:gd name="connsiteY0" fmla="*/ 1634490 h 3325367"/>
                <a:gd name="connsiteX1" fmla="*/ 1690878 w 3380994"/>
                <a:gd name="connsiteY1" fmla="*/ 3325368 h 3325367"/>
                <a:gd name="connsiteX2" fmla="*/ 0 w 3380994"/>
                <a:gd name="connsiteY2" fmla="*/ 1634490 h 3325367"/>
                <a:gd name="connsiteX3" fmla="*/ 1635252 w 3380994"/>
                <a:gd name="connsiteY3" fmla="*/ 0 h 3325367"/>
                <a:gd name="connsiteX4" fmla="*/ 1745742 w 3380994"/>
                <a:gd name="connsiteY4" fmla="*/ 0 h 3325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0994" h="3325367">
                  <a:moveTo>
                    <a:pt x="3380994" y="1634490"/>
                  </a:moveTo>
                  <a:lnTo>
                    <a:pt x="1690878" y="3325368"/>
                  </a:lnTo>
                  <a:lnTo>
                    <a:pt x="0" y="1634490"/>
                  </a:lnTo>
                  <a:lnTo>
                    <a:pt x="1635252" y="0"/>
                  </a:lnTo>
                  <a:lnTo>
                    <a:pt x="1745742" y="0"/>
                  </a:lnTo>
                  <a:close/>
                </a:path>
              </a:pathLst>
            </a:custGeom>
            <a:grp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mn-cs"/>
              </a:endParaRPr>
            </a:p>
          </p:txBody>
        </p:sp>
        <p:sp>
          <p:nvSpPr>
            <p:cNvPr id="9" name="任意形状 8"/>
            <p:cNvSpPr/>
            <p:nvPr/>
          </p:nvSpPr>
          <p:spPr>
            <a:xfrm>
              <a:off x="10667998" y="111252"/>
              <a:ext cx="1523999" cy="3047237"/>
            </a:xfrm>
            <a:custGeom>
              <a:avLst/>
              <a:gdLst>
                <a:gd name="connsiteX0" fmla="*/ 1524000 w 1523999"/>
                <a:gd name="connsiteY0" fmla="*/ 0 h 3047237"/>
                <a:gd name="connsiteX1" fmla="*/ 1524000 w 1523999"/>
                <a:gd name="connsiteY1" fmla="*/ 3047238 h 3047237"/>
                <a:gd name="connsiteX2" fmla="*/ 0 w 1523999"/>
                <a:gd name="connsiteY2" fmla="*/ 1523238 h 3047237"/>
              </a:gdLst>
              <a:ahLst/>
              <a:cxnLst>
                <a:cxn ang="0">
                  <a:pos x="connsiteX0" y="connsiteY0"/>
                </a:cxn>
                <a:cxn ang="0">
                  <a:pos x="connsiteX1" y="connsiteY1"/>
                </a:cxn>
                <a:cxn ang="0">
                  <a:pos x="connsiteX2" y="connsiteY2"/>
                </a:cxn>
              </a:cxnLst>
              <a:rect l="l" t="t" r="r" b="b"/>
              <a:pathLst>
                <a:path w="1523999" h="3047237">
                  <a:moveTo>
                    <a:pt x="1524000" y="0"/>
                  </a:moveTo>
                  <a:lnTo>
                    <a:pt x="1524000" y="3047238"/>
                  </a:lnTo>
                  <a:lnTo>
                    <a:pt x="0" y="1523238"/>
                  </a:lnTo>
                  <a:close/>
                </a:path>
              </a:pathLst>
            </a:custGeom>
            <a:grp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sp>
          <p:nvSpPr>
            <p:cNvPr id="10" name="任意形状 9"/>
            <p:cNvSpPr/>
            <p:nvPr/>
          </p:nvSpPr>
          <p:spPr>
            <a:xfrm>
              <a:off x="8874250" y="1738884"/>
              <a:ext cx="3317747" cy="3380231"/>
            </a:xfrm>
            <a:custGeom>
              <a:avLst/>
              <a:gdLst>
                <a:gd name="connsiteX0" fmla="*/ 3317748 w 3317747"/>
                <a:gd name="connsiteY0" fmla="*/ 1627632 h 3380231"/>
                <a:gd name="connsiteX1" fmla="*/ 3317748 w 3317747"/>
                <a:gd name="connsiteY1" fmla="*/ 1752600 h 3380231"/>
                <a:gd name="connsiteX2" fmla="*/ 1690116 w 3317747"/>
                <a:gd name="connsiteY2" fmla="*/ 3380232 h 3380231"/>
                <a:gd name="connsiteX3" fmla="*/ 0 w 3317747"/>
                <a:gd name="connsiteY3" fmla="*/ 1690116 h 3380231"/>
                <a:gd name="connsiteX4" fmla="*/ 1690116 w 3317747"/>
                <a:gd name="connsiteY4" fmla="*/ 0 h 3380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7747" h="3380231">
                  <a:moveTo>
                    <a:pt x="3317748" y="1627632"/>
                  </a:moveTo>
                  <a:lnTo>
                    <a:pt x="3317748" y="1752600"/>
                  </a:lnTo>
                  <a:lnTo>
                    <a:pt x="1690116" y="3380232"/>
                  </a:lnTo>
                  <a:lnTo>
                    <a:pt x="0" y="1690116"/>
                  </a:lnTo>
                  <a:lnTo>
                    <a:pt x="1690116" y="0"/>
                  </a:lnTo>
                  <a:close/>
                </a:path>
              </a:pathLst>
            </a:custGeom>
            <a:grp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mn-cs"/>
              </a:endParaRPr>
            </a:p>
          </p:txBody>
        </p:sp>
        <p:sp>
          <p:nvSpPr>
            <p:cNvPr id="11" name="任意形状 10"/>
            <p:cNvSpPr/>
            <p:nvPr/>
          </p:nvSpPr>
          <p:spPr>
            <a:xfrm>
              <a:off x="10667998" y="3699510"/>
              <a:ext cx="1523999" cy="3047237"/>
            </a:xfrm>
            <a:custGeom>
              <a:avLst/>
              <a:gdLst>
                <a:gd name="connsiteX0" fmla="*/ 1524000 w 1523999"/>
                <a:gd name="connsiteY0" fmla="*/ 0 h 3047237"/>
                <a:gd name="connsiteX1" fmla="*/ 1524000 w 1523999"/>
                <a:gd name="connsiteY1" fmla="*/ 3047238 h 3047237"/>
                <a:gd name="connsiteX2" fmla="*/ 0 w 1523999"/>
                <a:gd name="connsiteY2" fmla="*/ 1524000 h 3047237"/>
              </a:gdLst>
              <a:ahLst/>
              <a:cxnLst>
                <a:cxn ang="0">
                  <a:pos x="connsiteX0" y="connsiteY0"/>
                </a:cxn>
                <a:cxn ang="0">
                  <a:pos x="connsiteX1" y="connsiteY1"/>
                </a:cxn>
                <a:cxn ang="0">
                  <a:pos x="connsiteX2" y="connsiteY2"/>
                </a:cxn>
              </a:cxnLst>
              <a:rect l="l" t="t" r="r" b="b"/>
              <a:pathLst>
                <a:path w="1523999" h="3047237">
                  <a:moveTo>
                    <a:pt x="1524000" y="0"/>
                  </a:moveTo>
                  <a:lnTo>
                    <a:pt x="1524000" y="3047238"/>
                  </a:lnTo>
                  <a:lnTo>
                    <a:pt x="0" y="1524000"/>
                  </a:lnTo>
                  <a:close/>
                </a:path>
              </a:pathLst>
            </a:custGeom>
            <a:grp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sp>
          <p:nvSpPr>
            <p:cNvPr id="12" name="任意形状 11"/>
            <p:cNvSpPr/>
            <p:nvPr/>
          </p:nvSpPr>
          <p:spPr>
            <a:xfrm>
              <a:off x="9033508" y="5327142"/>
              <a:ext cx="3061716" cy="1530857"/>
            </a:xfrm>
            <a:custGeom>
              <a:avLst/>
              <a:gdLst>
                <a:gd name="connsiteX0" fmla="*/ 3061716 w 3061716"/>
                <a:gd name="connsiteY0" fmla="*/ 1530858 h 1530857"/>
                <a:gd name="connsiteX1" fmla="*/ 0 w 3061716"/>
                <a:gd name="connsiteY1" fmla="*/ 1530858 h 1530857"/>
                <a:gd name="connsiteX2" fmla="*/ 1530858 w 3061716"/>
                <a:gd name="connsiteY2" fmla="*/ 0 h 1530857"/>
              </a:gdLst>
              <a:ahLst/>
              <a:cxnLst>
                <a:cxn ang="0">
                  <a:pos x="connsiteX0" y="connsiteY0"/>
                </a:cxn>
                <a:cxn ang="0">
                  <a:pos x="connsiteX1" y="connsiteY1"/>
                </a:cxn>
                <a:cxn ang="0">
                  <a:pos x="connsiteX2" y="connsiteY2"/>
                </a:cxn>
              </a:cxnLst>
              <a:rect l="l" t="t" r="r" b="b"/>
              <a:pathLst>
                <a:path w="3061716" h="1530857">
                  <a:moveTo>
                    <a:pt x="3061716" y="1530858"/>
                  </a:moveTo>
                  <a:lnTo>
                    <a:pt x="0" y="1530858"/>
                  </a:lnTo>
                  <a:lnTo>
                    <a:pt x="1530858" y="0"/>
                  </a:lnTo>
                  <a:close/>
                </a:path>
              </a:pathLst>
            </a:custGeom>
            <a:grp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sp>
          <p:nvSpPr>
            <p:cNvPr id="13" name="任意形状 12"/>
            <p:cNvSpPr/>
            <p:nvPr/>
          </p:nvSpPr>
          <p:spPr>
            <a:xfrm>
              <a:off x="7079740" y="3532632"/>
              <a:ext cx="3380994" cy="3325367"/>
            </a:xfrm>
            <a:custGeom>
              <a:avLst/>
              <a:gdLst>
                <a:gd name="connsiteX0" fmla="*/ 3380994 w 3380994"/>
                <a:gd name="connsiteY0" fmla="*/ 1690878 h 3325367"/>
                <a:gd name="connsiteX1" fmla="*/ 1745742 w 3380994"/>
                <a:gd name="connsiteY1" fmla="*/ 3325368 h 3325367"/>
                <a:gd name="connsiteX2" fmla="*/ 1635252 w 3380994"/>
                <a:gd name="connsiteY2" fmla="*/ 3325368 h 3325367"/>
                <a:gd name="connsiteX3" fmla="*/ 0 w 3380994"/>
                <a:gd name="connsiteY3" fmla="*/ 1690878 h 3325367"/>
                <a:gd name="connsiteX4" fmla="*/ 0 w 3380994"/>
                <a:gd name="connsiteY4" fmla="*/ 1690878 h 3325367"/>
                <a:gd name="connsiteX5" fmla="*/ 1690878 w 3380994"/>
                <a:gd name="connsiteY5" fmla="*/ 0 h 3325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0994" h="3325367">
                  <a:moveTo>
                    <a:pt x="3380994" y="1690878"/>
                  </a:moveTo>
                  <a:lnTo>
                    <a:pt x="1745742" y="3325368"/>
                  </a:lnTo>
                  <a:lnTo>
                    <a:pt x="1635252" y="3325368"/>
                  </a:lnTo>
                  <a:lnTo>
                    <a:pt x="0" y="1690878"/>
                  </a:lnTo>
                  <a:lnTo>
                    <a:pt x="0" y="1690878"/>
                  </a:lnTo>
                  <a:lnTo>
                    <a:pt x="1690878" y="0"/>
                  </a:lnTo>
                  <a:close/>
                </a:path>
              </a:pathLst>
            </a:custGeom>
            <a:grp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sp>
          <p:nvSpPr>
            <p:cNvPr id="25" name="任意形状 24"/>
            <p:cNvSpPr/>
            <p:nvPr/>
          </p:nvSpPr>
          <p:spPr>
            <a:xfrm rot="18900000">
              <a:off x="5780874" y="2233352"/>
              <a:ext cx="2390370" cy="2390370"/>
            </a:xfrm>
            <a:custGeom>
              <a:avLst/>
              <a:gdLst>
                <a:gd name="connsiteX0" fmla="*/ 0 w 2390370"/>
                <a:gd name="connsiteY0" fmla="*/ 0 h 2390370"/>
                <a:gd name="connsiteX1" fmla="*/ 2390371 w 2390370"/>
                <a:gd name="connsiteY1" fmla="*/ 0 h 2390370"/>
                <a:gd name="connsiteX2" fmla="*/ 2390371 w 2390370"/>
                <a:gd name="connsiteY2" fmla="*/ 2390371 h 2390370"/>
                <a:gd name="connsiteX3" fmla="*/ 0 w 2390370"/>
                <a:gd name="connsiteY3" fmla="*/ 2390371 h 2390370"/>
              </a:gdLst>
              <a:ahLst/>
              <a:cxnLst>
                <a:cxn ang="0">
                  <a:pos x="connsiteX0" y="connsiteY0"/>
                </a:cxn>
                <a:cxn ang="0">
                  <a:pos x="connsiteX1" y="connsiteY1"/>
                </a:cxn>
                <a:cxn ang="0">
                  <a:pos x="connsiteX2" y="connsiteY2"/>
                </a:cxn>
                <a:cxn ang="0">
                  <a:pos x="connsiteX3" y="connsiteY3"/>
                </a:cxn>
              </a:cxnLst>
              <a:rect l="l" t="t" r="r" b="b"/>
              <a:pathLst>
                <a:path w="2390370" h="2390370">
                  <a:moveTo>
                    <a:pt x="0" y="0"/>
                  </a:moveTo>
                  <a:lnTo>
                    <a:pt x="2390371" y="0"/>
                  </a:lnTo>
                  <a:lnTo>
                    <a:pt x="2390371" y="2390371"/>
                  </a:lnTo>
                  <a:lnTo>
                    <a:pt x="0" y="2390371"/>
                  </a:lnTo>
                  <a:close/>
                </a:path>
              </a:pathLst>
            </a:custGeom>
            <a:grp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等线" panose="02010600030101010101" charset="-122"/>
                <a:ea typeface="等线" panose="02010600030101010101" charset="-122"/>
                <a:cs typeface="+mn-cs"/>
              </a:endParaRPr>
            </a:p>
          </p:txBody>
        </p:sp>
        <p:sp>
          <p:nvSpPr>
            <p:cNvPr id="30" name="任意形状 29"/>
            <p:cNvSpPr/>
            <p:nvPr/>
          </p:nvSpPr>
          <p:spPr>
            <a:xfrm>
              <a:off x="5445250" y="5327142"/>
              <a:ext cx="3061716" cy="1530857"/>
            </a:xfrm>
            <a:custGeom>
              <a:avLst/>
              <a:gdLst>
                <a:gd name="connsiteX0" fmla="*/ 3061716 w 3061716"/>
                <a:gd name="connsiteY0" fmla="*/ 1530858 h 1530857"/>
                <a:gd name="connsiteX1" fmla="*/ 0 w 3061716"/>
                <a:gd name="connsiteY1" fmla="*/ 1530858 h 1530857"/>
                <a:gd name="connsiteX2" fmla="*/ 1530858 w 3061716"/>
                <a:gd name="connsiteY2" fmla="*/ 0 h 1530857"/>
              </a:gdLst>
              <a:ahLst/>
              <a:cxnLst>
                <a:cxn ang="0">
                  <a:pos x="connsiteX0" y="connsiteY0"/>
                </a:cxn>
                <a:cxn ang="0">
                  <a:pos x="connsiteX1" y="connsiteY1"/>
                </a:cxn>
                <a:cxn ang="0">
                  <a:pos x="connsiteX2" y="connsiteY2"/>
                </a:cxn>
              </a:cxnLst>
              <a:rect l="l" t="t" r="r" b="b"/>
              <a:pathLst>
                <a:path w="3061716" h="1530857">
                  <a:moveTo>
                    <a:pt x="3061716" y="1530858"/>
                  </a:moveTo>
                  <a:lnTo>
                    <a:pt x="0" y="1530858"/>
                  </a:lnTo>
                  <a:lnTo>
                    <a:pt x="1530858" y="0"/>
                  </a:lnTo>
                  <a:close/>
                </a:path>
              </a:pathLst>
            </a:custGeom>
            <a:grp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grpSp>
      <p:sp>
        <p:nvSpPr>
          <p:cNvPr id="2" name="文本框 1"/>
          <p:cNvSpPr txBox="1"/>
          <p:nvPr/>
        </p:nvSpPr>
        <p:spPr>
          <a:xfrm>
            <a:off x="544099" y="1215172"/>
            <a:ext cx="1127343" cy="829945"/>
          </a:xfrm>
          <a:prstGeom prst="rect">
            <a:avLst/>
          </a:prstGeom>
          <a:noFill/>
        </p:spPr>
        <p:txBody>
          <a:bodyPr wrap="square" rtlCol="0">
            <a:spAutoFit/>
          </a:bodyPr>
          <a:lstStyle/>
          <a:p>
            <a:r>
              <a:rPr lang="en-US" altLang="zh-CN" sz="4800" dirty="0">
                <a:solidFill>
                  <a:schemeClr val="tx1">
                    <a:lumMod val="85000"/>
                    <a:lumOff val="15000"/>
                  </a:schemeClr>
                </a:solidFill>
                <a:latin typeface="思源黑体 Heavy" panose="020B0A00000000000000" charset="-122"/>
                <a:ea typeface="思源黑体 Heavy" panose="020B0A00000000000000" charset="-122"/>
              </a:rPr>
              <a:t>04</a:t>
            </a:r>
            <a:endParaRPr lang="zh-CN" altLang="en-US" sz="4800" dirty="0">
              <a:solidFill>
                <a:schemeClr val="tx1">
                  <a:lumMod val="85000"/>
                  <a:lumOff val="15000"/>
                </a:schemeClr>
              </a:solidFill>
              <a:latin typeface="思源黑体 Heavy" panose="020B0A00000000000000" charset="-122"/>
              <a:ea typeface="思源黑体 Heavy" panose="020B0A00000000000000" charset="-122"/>
            </a:endParaRPr>
          </a:p>
        </p:txBody>
      </p:sp>
      <p:sp>
        <p:nvSpPr>
          <p:cNvPr id="3" name="文本框 2"/>
          <p:cNvSpPr txBox="1"/>
          <p:nvPr/>
        </p:nvSpPr>
        <p:spPr>
          <a:xfrm>
            <a:off x="544099" y="2435902"/>
            <a:ext cx="4196219" cy="1014730"/>
          </a:xfrm>
          <a:prstGeom prst="rect">
            <a:avLst/>
          </a:prstGeom>
          <a:noFill/>
        </p:spPr>
        <p:txBody>
          <a:bodyPr wrap="square" rtlCol="0">
            <a:spAutoFit/>
          </a:bodyPr>
          <a:lstStyle/>
          <a:p>
            <a:r>
              <a:rPr lang="zh-CN" altLang="en-US" sz="6000" dirty="0">
                <a:solidFill>
                  <a:srgbClr val="2D4F8F"/>
                </a:solidFill>
                <a:latin typeface="思源黑体 Heavy" panose="020B0A00000000000000" charset="-122"/>
                <a:ea typeface="思源黑体 Heavy" panose="020B0A00000000000000" charset="-122"/>
              </a:rPr>
              <a:t>笃行</a:t>
            </a:r>
            <a:endParaRPr lang="zh-CN" altLang="en-US" sz="6000" dirty="0">
              <a:solidFill>
                <a:srgbClr val="2D4F8F"/>
              </a:solidFill>
              <a:latin typeface="思源黑体 Heavy" panose="020B0A00000000000000" charset="-122"/>
              <a:ea typeface="思源黑体 Heavy" panose="020B0A00000000000000" charset="-122"/>
            </a:endParaRPr>
          </a:p>
        </p:txBody>
      </p:sp>
      <p:sp>
        <p:nvSpPr>
          <p:cNvPr id="4" name="文本框 3"/>
          <p:cNvSpPr txBox="1"/>
          <p:nvPr/>
        </p:nvSpPr>
        <p:spPr>
          <a:xfrm>
            <a:off x="644306" y="3439534"/>
            <a:ext cx="3106455" cy="506730"/>
          </a:xfrm>
          <a:prstGeom prst="rect">
            <a:avLst/>
          </a:prstGeom>
          <a:noFill/>
        </p:spPr>
        <p:txBody>
          <a:bodyPr wrap="square" rtlCol="0">
            <a:spAutoFit/>
          </a:bodyPr>
          <a:lstStyle/>
          <a:p>
            <a:pPr>
              <a:lnSpc>
                <a:spcPct val="150000"/>
              </a:lnSpc>
            </a:pPr>
            <a:r>
              <a:rPr lang="zh-CN" altLang="en-US" dirty="0">
                <a:solidFill>
                  <a:schemeClr val="tx1">
                    <a:lumMod val="75000"/>
                    <a:lumOff val="25000"/>
                  </a:schemeClr>
                </a:solidFill>
                <a:latin typeface="思源黑体 CN" panose="020B0500000000000000" pitchFamily="34" charset="-122"/>
                <a:ea typeface="思源黑体 CN" panose="020B0500000000000000" pitchFamily="34" charset="-122"/>
              </a:rPr>
              <a:t>务实创新</a:t>
            </a:r>
            <a:r>
              <a:rPr lang="en-US" altLang="zh-CN" dirty="0">
                <a:solidFill>
                  <a:schemeClr val="tx1">
                    <a:lumMod val="75000"/>
                    <a:lumOff val="25000"/>
                  </a:schemeClr>
                </a:solidFill>
                <a:latin typeface="思源黑体 CN" panose="020B0500000000000000" pitchFamily="34" charset="-122"/>
                <a:ea typeface="思源黑体 CN" panose="020B0500000000000000" pitchFamily="34" charset="-122"/>
              </a:rPr>
              <a:t> </a:t>
            </a:r>
            <a:r>
              <a:rPr lang="zh-CN" altLang="en-US" dirty="0">
                <a:solidFill>
                  <a:schemeClr val="tx1">
                    <a:lumMod val="75000"/>
                    <a:lumOff val="25000"/>
                  </a:schemeClr>
                </a:solidFill>
                <a:latin typeface="思源黑体 CN" panose="020B0500000000000000" pitchFamily="34" charset="-122"/>
                <a:ea typeface="思源黑体 CN" panose="020B0500000000000000" pitchFamily="34" charset="-122"/>
              </a:rPr>
              <a:t>追求卓越</a:t>
            </a:r>
            <a:endParaRPr lang="zh-CN" altLang="en-US"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sp>
        <p:nvSpPr>
          <p:cNvPr id="14" name="文本框 13"/>
          <p:cNvSpPr txBox="1"/>
          <p:nvPr/>
        </p:nvSpPr>
        <p:spPr>
          <a:xfrm>
            <a:off x="644306" y="4274376"/>
            <a:ext cx="3749365" cy="829945"/>
          </a:xfrm>
          <a:prstGeom prst="rect">
            <a:avLst/>
          </a:prstGeom>
          <a:noFill/>
        </p:spPr>
        <p:txBody>
          <a:bodyPr wrap="square" rtlCol="0">
            <a:spAutoFit/>
          </a:bodyPr>
          <a:lstStyle/>
          <a:p>
            <a:pPr>
              <a:lnSpc>
                <a:spcPct val="150000"/>
              </a:lnSpc>
            </a:pPr>
            <a:r>
              <a:rPr lang="zh-CN" altLang="en-US" sz="1600" b="1" dirty="0">
                <a:solidFill>
                  <a:schemeClr val="tx1">
                    <a:lumMod val="75000"/>
                    <a:lumOff val="25000"/>
                  </a:schemeClr>
                </a:solidFill>
                <a:latin typeface="思源黑体 CN" panose="020B0500000000000000" pitchFamily="34" charset="-122"/>
                <a:ea typeface="思源黑体 CN" panose="020B0500000000000000" pitchFamily="34" charset="-122"/>
              </a:rPr>
              <a:t>木棉花红，百步梯长。</a:t>
            </a:r>
            <a:endParaRPr lang="zh-CN" altLang="en-US" sz="1600" b="1" dirty="0">
              <a:solidFill>
                <a:schemeClr val="tx1">
                  <a:lumMod val="75000"/>
                  <a:lumOff val="25000"/>
                </a:schemeClr>
              </a:solidFill>
              <a:latin typeface="思源黑体 CN" panose="020B0500000000000000" pitchFamily="34" charset="-122"/>
              <a:ea typeface="思源黑体 CN" panose="020B0500000000000000" pitchFamily="34" charset="-122"/>
            </a:endParaRPr>
          </a:p>
          <a:p>
            <a:pPr>
              <a:lnSpc>
                <a:spcPct val="150000"/>
              </a:lnSpc>
            </a:pPr>
            <a:r>
              <a:rPr lang="zh-CN" altLang="en-US" sz="1600" b="1" dirty="0">
                <a:solidFill>
                  <a:schemeClr val="tx1">
                    <a:lumMod val="75000"/>
                    <a:lumOff val="25000"/>
                  </a:schemeClr>
                </a:solidFill>
                <a:latin typeface="思源黑体 CN" panose="020B0500000000000000" pitchFamily="34" charset="-122"/>
                <a:ea typeface="思源黑体 CN" panose="020B0500000000000000" pitchFamily="34" charset="-122"/>
              </a:rPr>
              <a:t>同学年少，青春激扬。</a:t>
            </a:r>
            <a:endParaRPr lang="zh-CN" altLang="en-US" sz="1600" b="1"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sp>
        <p:nvSpPr>
          <p:cNvPr id="15" name="文本框 14"/>
          <p:cNvSpPr txBox="1"/>
          <p:nvPr/>
        </p:nvSpPr>
        <p:spPr>
          <a:xfrm>
            <a:off x="544099" y="456107"/>
            <a:ext cx="1583315" cy="368300"/>
          </a:xfrm>
          <a:prstGeom prst="rect">
            <a:avLst/>
          </a:prstGeom>
          <a:noFill/>
        </p:spPr>
        <p:txBody>
          <a:bodyPr wrap="square" rtlCol="0">
            <a:spAutoFit/>
          </a:bodyPr>
          <a:lstStyle/>
          <a:p>
            <a:r>
              <a:rPr lang="en-US" altLang="zh-CN" sz="900" dirty="0">
                <a:solidFill>
                  <a:srgbClr val="2D4F8F"/>
                </a:solidFill>
                <a:latin typeface="思源黑体 Heavy" panose="020B0A00000000000000" charset="-122"/>
                <a:ea typeface="思源黑体 Heavy" panose="020B0A00000000000000" charset="-122"/>
              </a:rPr>
              <a:t>SCUT 2026</a:t>
            </a:r>
            <a:endParaRPr lang="en-US" altLang="zh-CN" sz="900" dirty="0">
              <a:solidFill>
                <a:srgbClr val="2D4F8F"/>
              </a:solidFill>
              <a:latin typeface="思源黑体 Heavy" panose="020B0A00000000000000" charset="-122"/>
              <a:ea typeface="思源黑体 Heavy" panose="020B0A00000000000000" charset="-122"/>
            </a:endParaRPr>
          </a:p>
          <a:p>
            <a:r>
              <a:rPr lang="en-US" altLang="zh-CN" sz="900" dirty="0">
                <a:solidFill>
                  <a:srgbClr val="2D4F8F"/>
                </a:solidFill>
                <a:latin typeface="思源黑体 Heavy" panose="020B0A00000000000000" charset="-122"/>
                <a:ea typeface="思源黑体 Heavy" panose="020B0A00000000000000" charset="-122"/>
              </a:rPr>
              <a:t>PRESENTATION SLIDE</a:t>
            </a:r>
            <a:endParaRPr lang="zh-CN" altLang="en-US" sz="900" dirty="0">
              <a:solidFill>
                <a:srgbClr val="2D4F8F"/>
              </a:solidFill>
              <a:latin typeface="思源黑体 Heavy" panose="020B0A00000000000000" charset="-122"/>
              <a:ea typeface="思源黑体 Heavy" panose="020B0A00000000000000" charset="-122"/>
            </a:endParaRPr>
          </a:p>
        </p:txBody>
      </p:sp>
      <p:sp>
        <p:nvSpPr>
          <p:cNvPr id="16" name="矩形 15"/>
          <p:cNvSpPr/>
          <p:nvPr/>
        </p:nvSpPr>
        <p:spPr>
          <a:xfrm>
            <a:off x="685403" y="2242443"/>
            <a:ext cx="281837" cy="5016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685403" y="3451565"/>
            <a:ext cx="374936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9" name="图片 18" descr="校名（1918）(内部）-05"/>
          <p:cNvPicPr>
            <a:picLocks noChangeAspect="1"/>
          </p:cNvPicPr>
          <p:nvPr/>
        </p:nvPicPr>
        <p:blipFill>
          <a:blip r:embed="rId3" cstate="screen"/>
          <a:stretch>
            <a:fillRect/>
          </a:stretch>
        </p:blipFill>
        <p:spPr>
          <a:xfrm>
            <a:off x="9548495" y="233680"/>
            <a:ext cx="2112010" cy="5867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1" cstate="screen">
            <a:duotone>
              <a:prstClr val="black"/>
              <a:schemeClr val="accent5">
                <a:tint val="45000"/>
                <a:satMod val="400000"/>
              </a:schemeClr>
            </a:duotone>
          </a:blip>
          <a:srcRect/>
          <a:stretch>
            <a:fillRect/>
          </a:stretch>
        </p:blipFill>
        <p:spPr>
          <a:xfrm>
            <a:off x="7268585" y="1436524"/>
            <a:ext cx="4923415" cy="2189322"/>
          </a:xfrm>
          <a:prstGeom prst="rect">
            <a:avLst/>
          </a:prstGeom>
        </p:spPr>
      </p:pic>
      <p:grpSp>
        <p:nvGrpSpPr>
          <p:cNvPr id="8" name="组合 7"/>
          <p:cNvGrpSpPr/>
          <p:nvPr/>
        </p:nvGrpSpPr>
        <p:grpSpPr>
          <a:xfrm>
            <a:off x="690918" y="471894"/>
            <a:ext cx="2327385" cy="646987"/>
            <a:chOff x="989556" y="2686274"/>
            <a:chExt cx="4196219" cy="692149"/>
          </a:xfrm>
        </p:grpSpPr>
        <p:sp>
          <p:nvSpPr>
            <p:cNvPr id="4" name="文本框 3"/>
            <p:cNvSpPr txBox="1"/>
            <p:nvPr/>
          </p:nvSpPr>
          <p:spPr>
            <a:xfrm>
              <a:off x="989556" y="2686274"/>
              <a:ext cx="4196219" cy="492511"/>
            </a:xfrm>
            <a:prstGeom prst="rect">
              <a:avLst/>
            </a:prstGeom>
            <a:noFill/>
          </p:spPr>
          <p:txBody>
            <a:bodyPr wrap="square" rtlCol="0">
              <a:spAutoFit/>
            </a:bodyPr>
            <a:lstStyle/>
            <a:p>
              <a:r>
                <a:rPr lang="zh-CN" altLang="en-US" sz="2400" dirty="0">
                  <a:solidFill>
                    <a:srgbClr val="2D4F8F"/>
                  </a:solidFill>
                  <a:latin typeface="思源黑体 Heavy" panose="020B0A00000000000000" charset="-122"/>
                  <a:ea typeface="思源黑体 Heavy" panose="020B0A00000000000000" charset="-122"/>
                </a:rPr>
                <a:t>博学慎思</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5" name="文本框 4"/>
            <p:cNvSpPr txBox="1"/>
            <p:nvPr/>
          </p:nvSpPr>
          <p:spPr>
            <a:xfrm>
              <a:off x="1086448" y="3147940"/>
              <a:ext cx="3590544" cy="230483"/>
            </a:xfrm>
            <a:prstGeom prst="rect">
              <a:avLst/>
            </a:prstGeom>
            <a:noFill/>
          </p:spPr>
          <p:txBody>
            <a:bodyPr wrap="square" rtlCol="0">
              <a:spAutoFit/>
            </a:bodyPr>
            <a:lstStyle/>
            <a:p>
              <a:r>
                <a:rPr lang="zh-CN" altLang="en-US" sz="800" dirty="0">
                  <a:solidFill>
                    <a:schemeClr val="tx1">
                      <a:lumMod val="65000"/>
                      <a:lumOff val="35000"/>
                    </a:schemeClr>
                  </a:solidFill>
                  <a:latin typeface="思源黑体 Heavy" panose="020B0A00000000000000" charset="-122"/>
                  <a:ea typeface="思源黑体 Heavy" panose="020B0A00000000000000" charset="-122"/>
                </a:rPr>
                <a:t>厚德尚学 自强不息 </a:t>
              </a:r>
              <a:r>
                <a:rPr lang="zh-CN" altLang="en-US" sz="8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务实创新 追求卓越</a:t>
              </a:r>
              <a:endParaRPr lang="zh-CN" altLang="en-US" sz="8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grpSp>
      <p:sp>
        <p:nvSpPr>
          <p:cNvPr id="7" name="任意多边形: 形状 6"/>
          <p:cNvSpPr/>
          <p:nvPr/>
        </p:nvSpPr>
        <p:spPr>
          <a:xfrm>
            <a:off x="0" y="1436501"/>
            <a:ext cx="12191999" cy="2189322"/>
          </a:xfrm>
          <a:custGeom>
            <a:avLst/>
            <a:gdLst>
              <a:gd name="connsiteX0" fmla="*/ 0 w 12192000"/>
              <a:gd name="connsiteY0" fmla="*/ 0 h 2189322"/>
              <a:gd name="connsiteX1" fmla="*/ 12192000 w 12192000"/>
              <a:gd name="connsiteY1" fmla="*/ 0 h 2189322"/>
              <a:gd name="connsiteX2" fmla="*/ 12192000 w 12192000"/>
              <a:gd name="connsiteY2" fmla="*/ 2189322 h 2189322"/>
              <a:gd name="connsiteX3" fmla="*/ 0 w 12192000"/>
              <a:gd name="connsiteY3" fmla="*/ 2189322 h 2189322"/>
            </a:gdLst>
            <a:ahLst/>
            <a:cxnLst>
              <a:cxn ang="0">
                <a:pos x="connsiteX0" y="connsiteY0"/>
              </a:cxn>
              <a:cxn ang="0">
                <a:pos x="connsiteX1" y="connsiteY1"/>
              </a:cxn>
              <a:cxn ang="0">
                <a:pos x="connsiteX2" y="connsiteY2"/>
              </a:cxn>
              <a:cxn ang="0">
                <a:pos x="connsiteX3" y="connsiteY3"/>
              </a:cxn>
            </a:cxnLst>
            <a:rect l="l" t="t" r="r" b="b"/>
            <a:pathLst>
              <a:path w="12192000" h="2189322">
                <a:moveTo>
                  <a:pt x="0" y="0"/>
                </a:moveTo>
                <a:lnTo>
                  <a:pt x="12192000" y="0"/>
                </a:lnTo>
                <a:lnTo>
                  <a:pt x="12192000" y="2189322"/>
                </a:lnTo>
                <a:lnTo>
                  <a:pt x="0" y="2189322"/>
                </a:lnTo>
                <a:close/>
              </a:path>
            </a:pathLst>
          </a:custGeom>
          <a:gradFill>
            <a:gsLst>
              <a:gs pos="60000">
                <a:srgbClr val="2D4F8F"/>
              </a:gs>
              <a:gs pos="100000">
                <a:srgbClr val="2D4F8F">
                  <a:alpha val="50000"/>
                </a:srgbClr>
              </a:gs>
            </a:gsLst>
            <a:lin ang="0" scaled="1"/>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Heavy" panose="020B0A00000000000000" charset="-122"/>
              <a:ea typeface="思源黑体 Heavy" panose="020B0A00000000000000" charset="-122"/>
            </a:endParaRPr>
          </a:p>
        </p:txBody>
      </p:sp>
      <p:sp>
        <p:nvSpPr>
          <p:cNvPr id="9" name="矩形 8"/>
          <p:cNvSpPr/>
          <p:nvPr/>
        </p:nvSpPr>
        <p:spPr>
          <a:xfrm>
            <a:off x="742950" y="1783715"/>
            <a:ext cx="4542155" cy="398780"/>
          </a:xfrm>
          <a:prstGeom prst="rect">
            <a:avLst/>
          </a:prstGeom>
        </p:spPr>
        <p:txBody>
          <a:bodyPr wrap="square">
            <a:spAutoFit/>
          </a:bodyPr>
          <a:lstStyle/>
          <a:p>
            <a:r>
              <a:rPr lang="zh-CN" altLang="en-US" sz="2000" dirty="0">
                <a:solidFill>
                  <a:schemeClr val="bg1"/>
                </a:solidFill>
                <a:latin typeface="思源黑体 Heavy" panose="020B0A00000000000000" charset="-122"/>
                <a:ea typeface="思源黑体 Heavy" panose="020B0A00000000000000" charset="-122"/>
              </a:rPr>
              <a:t>华南理工大学</a:t>
            </a:r>
            <a:endParaRPr lang="zh-CN" altLang="en-US" sz="2000" dirty="0">
              <a:solidFill>
                <a:schemeClr val="bg1"/>
              </a:solidFill>
              <a:latin typeface="思源黑体 Heavy" panose="020B0A00000000000000" charset="-122"/>
              <a:ea typeface="思源黑体 Heavy" panose="020B0A00000000000000" charset="-122"/>
            </a:endParaRPr>
          </a:p>
        </p:txBody>
      </p:sp>
      <p:sp>
        <p:nvSpPr>
          <p:cNvPr id="10" name="矩形 9"/>
          <p:cNvSpPr/>
          <p:nvPr/>
        </p:nvSpPr>
        <p:spPr>
          <a:xfrm>
            <a:off x="742950" y="2263140"/>
            <a:ext cx="7371715" cy="1198880"/>
          </a:xfrm>
          <a:prstGeom prst="rect">
            <a:avLst/>
          </a:prstGeom>
        </p:spPr>
        <p:txBody>
          <a:bodyPr wrap="square">
            <a:spAutoFit/>
          </a:bodyPr>
          <a:lstStyle/>
          <a:p>
            <a:pPr>
              <a:lnSpc>
                <a:spcPct val="150000"/>
              </a:lnSpc>
            </a:pPr>
            <a:r>
              <a:rPr lang="zh-CN" altLang="en-US" sz="1200" dirty="0">
                <a:solidFill>
                  <a:schemeClr val="bg1"/>
                </a:solidFill>
                <a:latin typeface="思源黑体 CN" panose="020B0500000000000000" pitchFamily="34" charset="-122"/>
                <a:ea typeface="思源黑体 CN" panose="020B0500000000000000" pitchFamily="34" charset="-122"/>
              </a:rPr>
              <a:t>华南理工大学地处广州，是直属教育部的全国重点大学，校园分为五山校区、大学城校区和广州国际校区，是首届</a:t>
            </a:r>
            <a:r>
              <a:rPr lang="en-US" altLang="zh-CN" sz="1200" dirty="0">
                <a:solidFill>
                  <a:schemeClr val="bg1"/>
                </a:solidFill>
                <a:latin typeface="思源黑体 CN" panose="020B0500000000000000" pitchFamily="34" charset="-122"/>
                <a:ea typeface="思源黑体 CN" panose="020B0500000000000000" pitchFamily="34" charset="-122"/>
              </a:rPr>
              <a:t>“</a:t>
            </a:r>
            <a:r>
              <a:rPr lang="zh-CN" altLang="en-US" sz="1200" dirty="0">
                <a:solidFill>
                  <a:schemeClr val="bg1"/>
                </a:solidFill>
                <a:latin typeface="思源黑体 CN" panose="020B0500000000000000" pitchFamily="34" charset="-122"/>
                <a:ea typeface="思源黑体 CN" panose="020B0500000000000000" pitchFamily="34" charset="-122"/>
              </a:rPr>
              <a:t>全国文明校园</a:t>
            </a:r>
            <a:r>
              <a:rPr lang="en-US" altLang="zh-CN" sz="1200" dirty="0">
                <a:solidFill>
                  <a:schemeClr val="bg1"/>
                </a:solidFill>
                <a:latin typeface="思源黑体 CN" panose="020B0500000000000000" pitchFamily="34" charset="-122"/>
                <a:ea typeface="思源黑体 CN" panose="020B0500000000000000" pitchFamily="34" charset="-122"/>
              </a:rPr>
              <a:t>”</a:t>
            </a:r>
            <a:r>
              <a:rPr lang="zh-CN" altLang="en-US" sz="1200" dirty="0">
                <a:solidFill>
                  <a:schemeClr val="bg1"/>
                </a:solidFill>
                <a:latin typeface="思源黑体 CN" panose="020B0500000000000000" pitchFamily="34" charset="-122"/>
                <a:ea typeface="思源黑体 CN" panose="020B0500000000000000" pitchFamily="34" charset="-122"/>
              </a:rPr>
              <a:t>获得单位。学校办学源远流长，最早可溯源至</a:t>
            </a:r>
            <a:r>
              <a:rPr lang="en-US" altLang="zh-CN" sz="1200" dirty="0">
                <a:solidFill>
                  <a:schemeClr val="bg1"/>
                </a:solidFill>
                <a:latin typeface="思源黑体 CN" panose="020B0500000000000000" pitchFamily="34" charset="-122"/>
                <a:ea typeface="思源黑体 CN" panose="020B0500000000000000" pitchFamily="34" charset="-122"/>
              </a:rPr>
              <a:t>1918</a:t>
            </a:r>
            <a:r>
              <a:rPr lang="zh-CN" altLang="en-US" sz="1200" dirty="0">
                <a:solidFill>
                  <a:schemeClr val="bg1"/>
                </a:solidFill>
                <a:latin typeface="思源黑体 CN" panose="020B0500000000000000" pitchFamily="34" charset="-122"/>
                <a:ea typeface="思源黑体 CN" panose="020B0500000000000000" pitchFamily="34" charset="-122"/>
              </a:rPr>
              <a:t>年成立的广东省立第一甲种工业学校（世称</a:t>
            </a:r>
            <a:r>
              <a:rPr lang="en-US" altLang="zh-CN" sz="1200" dirty="0">
                <a:solidFill>
                  <a:schemeClr val="bg1"/>
                </a:solidFill>
                <a:latin typeface="思源黑体 CN" panose="020B0500000000000000" pitchFamily="34" charset="-122"/>
                <a:ea typeface="思源黑体 CN" panose="020B0500000000000000" pitchFamily="34" charset="-122"/>
              </a:rPr>
              <a:t>“</a:t>
            </a:r>
            <a:r>
              <a:rPr lang="zh-CN" altLang="en-US" sz="1200" dirty="0">
                <a:solidFill>
                  <a:schemeClr val="bg1"/>
                </a:solidFill>
                <a:latin typeface="思源黑体 CN" panose="020B0500000000000000" pitchFamily="34" charset="-122"/>
                <a:ea typeface="思源黑体 CN" panose="020B0500000000000000" pitchFamily="34" charset="-122"/>
              </a:rPr>
              <a:t>红色甲工</a:t>
            </a:r>
            <a:r>
              <a:rPr lang="en-US" altLang="zh-CN" sz="1200" dirty="0">
                <a:solidFill>
                  <a:schemeClr val="bg1"/>
                </a:solidFill>
                <a:latin typeface="思源黑体 CN" panose="020B0500000000000000" pitchFamily="34" charset="-122"/>
                <a:ea typeface="思源黑体 CN" panose="020B0500000000000000" pitchFamily="34" charset="-122"/>
              </a:rPr>
              <a:t>”</a:t>
            </a:r>
            <a:r>
              <a:rPr lang="zh-CN" altLang="en-US" sz="1200" dirty="0">
                <a:solidFill>
                  <a:schemeClr val="bg1"/>
                </a:solidFill>
                <a:latin typeface="思源黑体 CN" panose="020B0500000000000000" pitchFamily="34" charset="-122"/>
                <a:ea typeface="思源黑体 CN" panose="020B0500000000000000" pitchFamily="34" charset="-122"/>
              </a:rPr>
              <a:t>）；正式组建于</a:t>
            </a:r>
            <a:r>
              <a:rPr lang="en-US" altLang="zh-CN" sz="1200" dirty="0">
                <a:solidFill>
                  <a:schemeClr val="bg1"/>
                </a:solidFill>
                <a:latin typeface="思源黑体 CN" panose="020B0500000000000000" pitchFamily="34" charset="-122"/>
                <a:ea typeface="思源黑体 CN" panose="020B0500000000000000" pitchFamily="34" charset="-122"/>
              </a:rPr>
              <a:t>1952</a:t>
            </a:r>
            <a:r>
              <a:rPr lang="zh-CN" altLang="en-US" sz="1200" dirty="0">
                <a:solidFill>
                  <a:schemeClr val="bg1"/>
                </a:solidFill>
                <a:latin typeface="思源黑体 CN" panose="020B0500000000000000" pitchFamily="34" charset="-122"/>
                <a:ea typeface="思源黑体 CN" panose="020B0500000000000000" pitchFamily="34" charset="-122"/>
              </a:rPr>
              <a:t>年全国高等院校调整时期，是新中国</a:t>
            </a:r>
            <a:r>
              <a:rPr lang="en-US" altLang="zh-CN" sz="1200" dirty="0">
                <a:solidFill>
                  <a:schemeClr val="bg1"/>
                </a:solidFill>
                <a:latin typeface="思源黑体 CN" panose="020B0500000000000000" pitchFamily="34" charset="-122"/>
                <a:ea typeface="思源黑体 CN" panose="020B0500000000000000" pitchFamily="34" charset="-122"/>
              </a:rPr>
              <a:t>“</a:t>
            </a:r>
            <a:r>
              <a:rPr lang="zh-CN" altLang="en-US" sz="1200" dirty="0">
                <a:solidFill>
                  <a:schemeClr val="bg1"/>
                </a:solidFill>
                <a:latin typeface="思源黑体 CN" panose="020B0500000000000000" pitchFamily="34" charset="-122"/>
                <a:ea typeface="思源黑体 CN" panose="020B0500000000000000" pitchFamily="34" charset="-122"/>
              </a:rPr>
              <a:t>四大工学院</a:t>
            </a:r>
            <a:r>
              <a:rPr lang="en-US" altLang="zh-CN" sz="1200" dirty="0">
                <a:solidFill>
                  <a:schemeClr val="bg1"/>
                </a:solidFill>
                <a:latin typeface="思源黑体 CN" panose="020B0500000000000000" pitchFamily="34" charset="-122"/>
                <a:ea typeface="思源黑体 CN" panose="020B0500000000000000" pitchFamily="34" charset="-122"/>
              </a:rPr>
              <a:t>”</a:t>
            </a:r>
            <a:r>
              <a:rPr lang="zh-CN" altLang="en-US" sz="1200" dirty="0">
                <a:solidFill>
                  <a:schemeClr val="bg1"/>
                </a:solidFill>
                <a:latin typeface="思源黑体 CN" panose="020B0500000000000000" pitchFamily="34" charset="-122"/>
                <a:ea typeface="思源黑体 CN" panose="020B0500000000000000" pitchFamily="34" charset="-122"/>
              </a:rPr>
              <a:t>之一。</a:t>
            </a:r>
            <a:endParaRPr lang="zh-CN" altLang="en-US" sz="1200" dirty="0">
              <a:solidFill>
                <a:schemeClr val="bg1"/>
              </a:solidFill>
              <a:latin typeface="思源黑体 CN" panose="020B0500000000000000" pitchFamily="34" charset="-122"/>
              <a:ea typeface="思源黑体 CN" panose="020B0500000000000000" pitchFamily="34" charset="-122"/>
            </a:endParaRPr>
          </a:p>
          <a:p>
            <a:pPr>
              <a:lnSpc>
                <a:spcPct val="150000"/>
              </a:lnSpc>
            </a:pPr>
            <a:endParaRPr lang="zh-CN" altLang="en-US" sz="1200" dirty="0">
              <a:solidFill>
                <a:schemeClr val="bg1"/>
              </a:solidFill>
              <a:latin typeface="思源黑体 CN" panose="020B0500000000000000" pitchFamily="34" charset="-122"/>
              <a:ea typeface="思源黑体 CN" panose="020B0500000000000000" pitchFamily="34" charset="-122"/>
            </a:endParaRPr>
          </a:p>
        </p:txBody>
      </p:sp>
      <p:sp>
        <p:nvSpPr>
          <p:cNvPr id="11" name="矩形 10"/>
          <p:cNvSpPr/>
          <p:nvPr>
            <p:custDataLst>
              <p:tags r:id="rId2"/>
            </p:custDataLst>
          </p:nvPr>
        </p:nvSpPr>
        <p:spPr>
          <a:xfrm>
            <a:off x="4464212" y="3497820"/>
            <a:ext cx="3263576" cy="2988039"/>
          </a:xfrm>
          <a:prstGeom prst="rect">
            <a:avLst/>
          </a:prstGeom>
          <a:solidFill>
            <a:srgbClr val="76ABDC"/>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Heavy" panose="020B0A00000000000000" charset="-122"/>
              <a:ea typeface="思源黑体 Heavy" panose="020B0A00000000000000" charset="-122"/>
            </a:endParaRPr>
          </a:p>
        </p:txBody>
      </p:sp>
      <p:sp>
        <p:nvSpPr>
          <p:cNvPr id="12" name="矩形 11"/>
          <p:cNvSpPr/>
          <p:nvPr>
            <p:custDataLst>
              <p:tags r:id="rId3"/>
            </p:custDataLst>
          </p:nvPr>
        </p:nvSpPr>
        <p:spPr>
          <a:xfrm>
            <a:off x="4953967" y="3899475"/>
            <a:ext cx="2314618" cy="464650"/>
          </a:xfrm>
          <a:prstGeom prst="rect">
            <a:avLst/>
          </a:prstGeom>
          <a:solidFill>
            <a:srgbClr val="2D4F8F"/>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Heavy" panose="020B0A00000000000000" charset="-122"/>
              <a:ea typeface="思源黑体 Heavy" panose="020B0A00000000000000" charset="-122"/>
            </a:endParaRPr>
          </a:p>
        </p:txBody>
      </p:sp>
      <p:sp>
        <p:nvSpPr>
          <p:cNvPr id="13" name="矩形 12"/>
          <p:cNvSpPr/>
          <p:nvPr>
            <p:custDataLst>
              <p:tags r:id="rId4"/>
            </p:custDataLst>
          </p:nvPr>
        </p:nvSpPr>
        <p:spPr>
          <a:xfrm>
            <a:off x="4848703" y="4911429"/>
            <a:ext cx="2882548" cy="398780"/>
          </a:xfrm>
          <a:prstGeom prst="rect">
            <a:avLst/>
          </a:prstGeom>
        </p:spPr>
        <p:txBody>
          <a:bodyPr wrap="square">
            <a:spAutoFit/>
          </a:bodyPr>
          <a:lstStyle/>
          <a:p>
            <a:r>
              <a:rPr lang="zh-CN" altLang="en-US" sz="2000" dirty="0">
                <a:solidFill>
                  <a:schemeClr val="bg1"/>
                </a:solidFill>
                <a:latin typeface="思源黑体 Heavy" panose="020B0A00000000000000" charset="-122"/>
                <a:ea typeface="思源黑体 Heavy" panose="020B0A00000000000000" charset="-122"/>
              </a:rPr>
              <a:t>科技成果转化</a:t>
            </a:r>
            <a:endParaRPr lang="zh-CN" altLang="en-US" sz="2000" dirty="0">
              <a:solidFill>
                <a:schemeClr val="bg1"/>
              </a:solidFill>
              <a:latin typeface="思源黑体 Heavy" panose="020B0A00000000000000" charset="-122"/>
              <a:ea typeface="思源黑体 Heavy" panose="020B0A00000000000000" charset="-122"/>
            </a:endParaRPr>
          </a:p>
        </p:txBody>
      </p:sp>
      <p:sp>
        <p:nvSpPr>
          <p:cNvPr id="14" name="矩形 13"/>
          <p:cNvSpPr/>
          <p:nvPr>
            <p:custDataLst>
              <p:tags r:id="rId5"/>
            </p:custDataLst>
          </p:nvPr>
        </p:nvSpPr>
        <p:spPr>
          <a:xfrm>
            <a:off x="4848860" y="5386070"/>
            <a:ext cx="2767330" cy="922020"/>
          </a:xfrm>
          <a:prstGeom prst="rect">
            <a:avLst/>
          </a:prstGeom>
        </p:spPr>
        <p:txBody>
          <a:bodyPr wrap="square">
            <a:spAutoFit/>
          </a:bodyPr>
          <a:lstStyle/>
          <a:p>
            <a:pPr>
              <a:lnSpc>
                <a:spcPct val="150000"/>
              </a:lnSpc>
            </a:pPr>
            <a:r>
              <a:rPr lang="zh-CN" altLang="en-US" sz="1200" dirty="0">
                <a:solidFill>
                  <a:schemeClr val="bg1"/>
                </a:solidFill>
                <a:latin typeface="思源黑体 CN" panose="020B0500000000000000" pitchFamily="34" charset="-122"/>
                <a:ea typeface="思源黑体 CN" panose="020B0500000000000000" pitchFamily="34" charset="-122"/>
              </a:rPr>
              <a:t>发明专利申请公开量、发明专利授权量、有效发明专利拥有量稳居全国高校前列。</a:t>
            </a:r>
            <a:endParaRPr lang="zh-CN" altLang="en-US" sz="1200" dirty="0">
              <a:solidFill>
                <a:schemeClr val="bg1"/>
              </a:solidFill>
              <a:latin typeface="思源黑体 CN" panose="020B0500000000000000" pitchFamily="34" charset="-122"/>
              <a:ea typeface="思源黑体 CN" panose="020B0500000000000000" pitchFamily="34" charset="-122"/>
            </a:endParaRPr>
          </a:p>
        </p:txBody>
      </p:sp>
      <p:cxnSp>
        <p:nvCxnSpPr>
          <p:cNvPr id="15" name="直接连接符 14"/>
          <p:cNvCxnSpPr/>
          <p:nvPr>
            <p:custDataLst>
              <p:tags r:id="rId6"/>
            </p:custDataLst>
          </p:nvPr>
        </p:nvCxnSpPr>
        <p:spPr>
          <a:xfrm>
            <a:off x="4966667" y="4761721"/>
            <a:ext cx="31927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矩形 15"/>
          <p:cNvSpPr/>
          <p:nvPr>
            <p:custDataLst>
              <p:tags r:id="rId7"/>
            </p:custDataLst>
          </p:nvPr>
        </p:nvSpPr>
        <p:spPr>
          <a:xfrm>
            <a:off x="5071556" y="3922268"/>
            <a:ext cx="2545498" cy="381451"/>
          </a:xfrm>
          <a:prstGeom prst="rect">
            <a:avLst/>
          </a:prstGeom>
        </p:spPr>
        <p:txBody>
          <a:bodyPr wrap="square">
            <a:spAutoFit/>
          </a:bodyPr>
          <a:lstStyle/>
          <a:p>
            <a:pPr algn="just">
              <a:lnSpc>
                <a:spcPct val="130000"/>
              </a:lnSpc>
            </a:pPr>
            <a:r>
              <a:rPr lang="en-US" altLang="zh-CN" sz="1600" dirty="0">
                <a:solidFill>
                  <a:schemeClr val="bg1"/>
                </a:solidFill>
                <a:latin typeface="思源黑体 Heavy" panose="020B0A00000000000000" charset="-122"/>
                <a:ea typeface="思源黑体 Heavy" panose="020B0A00000000000000" charset="-122"/>
              </a:rPr>
              <a:t>02</a:t>
            </a:r>
            <a:endParaRPr lang="zh-CN" altLang="en-US" sz="1600" dirty="0">
              <a:solidFill>
                <a:schemeClr val="bg1"/>
              </a:solidFill>
              <a:latin typeface="思源黑体 Heavy" panose="020B0A00000000000000" charset="-122"/>
              <a:ea typeface="思源黑体 Heavy" panose="020B0A00000000000000" charset="-122"/>
            </a:endParaRPr>
          </a:p>
        </p:txBody>
      </p:sp>
      <p:sp>
        <p:nvSpPr>
          <p:cNvPr id="17" name="矩形 16"/>
          <p:cNvSpPr/>
          <p:nvPr>
            <p:custDataLst>
              <p:tags r:id="rId8"/>
            </p:custDataLst>
          </p:nvPr>
        </p:nvSpPr>
        <p:spPr>
          <a:xfrm>
            <a:off x="852018" y="4016017"/>
            <a:ext cx="2314618" cy="464650"/>
          </a:xfrm>
          <a:prstGeom prst="rect">
            <a:avLst/>
          </a:prstGeom>
          <a:solidFill>
            <a:srgbClr val="2D4F8F"/>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Heavy" panose="020B0A00000000000000" charset="-122"/>
              <a:ea typeface="思源黑体 Heavy" panose="020B0A00000000000000" charset="-122"/>
            </a:endParaRPr>
          </a:p>
        </p:txBody>
      </p:sp>
      <p:sp>
        <p:nvSpPr>
          <p:cNvPr id="18" name="矩形 17"/>
          <p:cNvSpPr/>
          <p:nvPr>
            <p:custDataLst>
              <p:tags r:id="rId9"/>
            </p:custDataLst>
          </p:nvPr>
        </p:nvSpPr>
        <p:spPr>
          <a:xfrm>
            <a:off x="746754" y="5002570"/>
            <a:ext cx="2882548" cy="398780"/>
          </a:xfrm>
          <a:prstGeom prst="rect">
            <a:avLst/>
          </a:prstGeom>
        </p:spPr>
        <p:txBody>
          <a:bodyPr wrap="square">
            <a:spAutoFit/>
          </a:bodyPr>
          <a:lstStyle/>
          <a:p>
            <a:r>
              <a:rPr lang="zh-CN" altLang="en-US" sz="2000" dirty="0">
                <a:solidFill>
                  <a:schemeClr val="tx1">
                    <a:lumMod val="75000"/>
                    <a:lumOff val="25000"/>
                  </a:schemeClr>
                </a:solidFill>
                <a:latin typeface="思源黑体 Heavy" panose="020B0A00000000000000" charset="-122"/>
                <a:ea typeface="思源黑体 Heavy" panose="020B0A00000000000000" charset="-122"/>
              </a:rPr>
              <a:t>科研创新平台</a:t>
            </a:r>
            <a:endParaRPr lang="zh-CN" altLang="en-US" sz="2000" dirty="0">
              <a:solidFill>
                <a:schemeClr val="tx1">
                  <a:lumMod val="75000"/>
                  <a:lumOff val="25000"/>
                </a:schemeClr>
              </a:solidFill>
              <a:latin typeface="思源黑体 Heavy" panose="020B0A00000000000000" charset="-122"/>
              <a:ea typeface="思源黑体 Heavy" panose="020B0A00000000000000" charset="-122"/>
            </a:endParaRPr>
          </a:p>
        </p:txBody>
      </p:sp>
      <p:sp>
        <p:nvSpPr>
          <p:cNvPr id="19" name="矩形 18"/>
          <p:cNvSpPr/>
          <p:nvPr>
            <p:custDataLst>
              <p:tags r:id="rId10"/>
            </p:custDataLst>
          </p:nvPr>
        </p:nvSpPr>
        <p:spPr>
          <a:xfrm>
            <a:off x="746760" y="5477510"/>
            <a:ext cx="2709545" cy="922020"/>
          </a:xfrm>
          <a:prstGeom prst="rect">
            <a:avLst/>
          </a:prstGeom>
        </p:spPr>
        <p:txBody>
          <a:bodyPr wrap="square">
            <a:spAutoFit/>
          </a:bodyPr>
          <a:lstStyle/>
          <a:p>
            <a:pPr>
              <a:lnSpc>
                <a:spcPct val="150000"/>
              </a:lnSpc>
            </a:pP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rPr>
              <a:t>学校建有</a:t>
            </a:r>
            <a:r>
              <a:rPr lang="en-US" altLang="zh-CN" sz="1200" dirty="0">
                <a:solidFill>
                  <a:schemeClr val="tx1">
                    <a:lumMod val="75000"/>
                    <a:lumOff val="25000"/>
                  </a:schemeClr>
                </a:solidFill>
                <a:latin typeface="思源黑体 CN" panose="020B0500000000000000" pitchFamily="34" charset="-122"/>
                <a:ea typeface="思源黑体 CN" panose="020B0500000000000000" pitchFamily="34" charset="-122"/>
              </a:rPr>
              <a:t>30</a:t>
            </a: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rPr>
              <a:t>个国家级科研平台、</a:t>
            </a:r>
            <a:r>
              <a:rPr lang="en-US" altLang="zh-CN" sz="1200" dirty="0">
                <a:solidFill>
                  <a:schemeClr val="tx1">
                    <a:lumMod val="75000"/>
                    <a:lumOff val="25000"/>
                  </a:schemeClr>
                </a:solidFill>
                <a:latin typeface="思源黑体 CN" panose="020B0500000000000000" pitchFamily="34" charset="-122"/>
                <a:ea typeface="思源黑体 CN" panose="020B0500000000000000" pitchFamily="34" charset="-122"/>
              </a:rPr>
              <a:t>249</a:t>
            </a: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rPr>
              <a:t>个部省级科研平台，数量位居全国高校前列、广东高校首位。</a:t>
            </a:r>
            <a:endPar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cxnSp>
        <p:nvCxnSpPr>
          <p:cNvPr id="20" name="直接连接符 19"/>
          <p:cNvCxnSpPr/>
          <p:nvPr>
            <p:custDataLst>
              <p:tags r:id="rId11"/>
            </p:custDataLst>
          </p:nvPr>
        </p:nvCxnSpPr>
        <p:spPr>
          <a:xfrm>
            <a:off x="864718" y="4852862"/>
            <a:ext cx="319274" cy="0"/>
          </a:xfrm>
          <a:prstGeom prst="line">
            <a:avLst/>
          </a:prstGeom>
          <a:ln>
            <a:solidFill>
              <a:srgbClr val="FFCC00"/>
            </a:solidFill>
          </a:ln>
        </p:spPr>
        <p:style>
          <a:lnRef idx="1">
            <a:schemeClr val="accent1"/>
          </a:lnRef>
          <a:fillRef idx="0">
            <a:schemeClr val="accent1"/>
          </a:fillRef>
          <a:effectRef idx="0">
            <a:schemeClr val="accent1"/>
          </a:effectRef>
          <a:fontRef idx="minor">
            <a:schemeClr val="tx1"/>
          </a:fontRef>
        </p:style>
      </p:cxnSp>
      <p:sp>
        <p:nvSpPr>
          <p:cNvPr id="21" name="矩形 20"/>
          <p:cNvSpPr/>
          <p:nvPr>
            <p:custDataLst>
              <p:tags r:id="rId12"/>
            </p:custDataLst>
          </p:nvPr>
        </p:nvSpPr>
        <p:spPr>
          <a:xfrm>
            <a:off x="969607" y="4038810"/>
            <a:ext cx="2545498" cy="381451"/>
          </a:xfrm>
          <a:prstGeom prst="rect">
            <a:avLst/>
          </a:prstGeom>
        </p:spPr>
        <p:txBody>
          <a:bodyPr wrap="square">
            <a:spAutoFit/>
          </a:bodyPr>
          <a:lstStyle/>
          <a:p>
            <a:pPr algn="just">
              <a:lnSpc>
                <a:spcPct val="130000"/>
              </a:lnSpc>
            </a:pPr>
            <a:r>
              <a:rPr lang="en-US" altLang="zh-CN" sz="1600" dirty="0">
                <a:solidFill>
                  <a:schemeClr val="bg1"/>
                </a:solidFill>
                <a:latin typeface="思源黑体 Heavy" panose="020B0A00000000000000" charset="-122"/>
                <a:ea typeface="思源黑体 Heavy" panose="020B0A00000000000000" charset="-122"/>
              </a:rPr>
              <a:t>01</a:t>
            </a:r>
            <a:endParaRPr lang="zh-CN" altLang="en-US" sz="1600" dirty="0">
              <a:solidFill>
                <a:schemeClr val="bg1"/>
              </a:solidFill>
              <a:latin typeface="思源黑体 Heavy" panose="020B0A00000000000000" charset="-122"/>
              <a:ea typeface="思源黑体 Heavy" panose="020B0A00000000000000" charset="-122"/>
            </a:endParaRPr>
          </a:p>
        </p:txBody>
      </p:sp>
      <p:sp>
        <p:nvSpPr>
          <p:cNvPr id="22" name="矩形 21"/>
          <p:cNvSpPr/>
          <p:nvPr>
            <p:custDataLst>
              <p:tags r:id="rId13"/>
            </p:custDataLst>
          </p:nvPr>
        </p:nvSpPr>
        <p:spPr>
          <a:xfrm>
            <a:off x="8540025" y="4016017"/>
            <a:ext cx="2314618" cy="464650"/>
          </a:xfrm>
          <a:prstGeom prst="rect">
            <a:avLst/>
          </a:prstGeom>
          <a:solidFill>
            <a:srgbClr val="2D4F8F"/>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Heavy" panose="020B0A00000000000000" charset="-122"/>
              <a:ea typeface="思源黑体 Heavy" panose="020B0A00000000000000" charset="-122"/>
            </a:endParaRPr>
          </a:p>
        </p:txBody>
      </p:sp>
      <p:sp>
        <p:nvSpPr>
          <p:cNvPr id="23" name="矩形 22"/>
          <p:cNvSpPr/>
          <p:nvPr>
            <p:custDataLst>
              <p:tags r:id="rId14"/>
            </p:custDataLst>
          </p:nvPr>
        </p:nvSpPr>
        <p:spPr>
          <a:xfrm>
            <a:off x="8434761" y="5002570"/>
            <a:ext cx="2882548" cy="398780"/>
          </a:xfrm>
          <a:prstGeom prst="rect">
            <a:avLst/>
          </a:prstGeom>
        </p:spPr>
        <p:txBody>
          <a:bodyPr wrap="square">
            <a:spAutoFit/>
          </a:bodyPr>
          <a:lstStyle/>
          <a:p>
            <a:r>
              <a:rPr lang="zh-CN" altLang="en-US" sz="2000" dirty="0">
                <a:solidFill>
                  <a:schemeClr val="tx1">
                    <a:lumMod val="75000"/>
                    <a:lumOff val="25000"/>
                  </a:schemeClr>
                </a:solidFill>
                <a:latin typeface="思源黑体 Heavy" panose="020B0A00000000000000" charset="-122"/>
                <a:ea typeface="思源黑体 Heavy" panose="020B0A00000000000000" charset="-122"/>
              </a:rPr>
              <a:t>国际合作网络</a:t>
            </a:r>
            <a:endParaRPr lang="en-US" altLang="zh-CN" sz="2000" dirty="0">
              <a:solidFill>
                <a:schemeClr val="tx1">
                  <a:lumMod val="75000"/>
                  <a:lumOff val="25000"/>
                </a:schemeClr>
              </a:solidFill>
              <a:latin typeface="思源黑体 Heavy" panose="020B0A00000000000000" charset="-122"/>
              <a:ea typeface="思源黑体 Heavy" panose="020B0A00000000000000" charset="-122"/>
            </a:endParaRPr>
          </a:p>
        </p:txBody>
      </p:sp>
      <p:sp>
        <p:nvSpPr>
          <p:cNvPr id="25" name="矩形 24"/>
          <p:cNvSpPr/>
          <p:nvPr>
            <p:custDataLst>
              <p:tags r:id="rId15"/>
            </p:custDataLst>
          </p:nvPr>
        </p:nvSpPr>
        <p:spPr>
          <a:xfrm>
            <a:off x="8434762" y="5477278"/>
            <a:ext cx="3037423" cy="1198880"/>
          </a:xfrm>
          <a:prstGeom prst="rect">
            <a:avLst/>
          </a:prstGeom>
        </p:spPr>
        <p:txBody>
          <a:bodyPr wrap="square">
            <a:spAutoFit/>
          </a:bodyPr>
          <a:lstStyle/>
          <a:p>
            <a:pPr>
              <a:lnSpc>
                <a:spcPct val="150000"/>
              </a:lnSpc>
            </a:pP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rPr>
              <a:t>学校进一步拓展在欧洲、亚太地区及南美的教育合作，与英国、意大利、新加坡、澳大利亚和新西兰等国多所世界一流高校签署合作协议。</a:t>
            </a:r>
            <a:endPar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cxnSp>
        <p:nvCxnSpPr>
          <p:cNvPr id="29" name="直接连接符 28"/>
          <p:cNvCxnSpPr/>
          <p:nvPr>
            <p:custDataLst>
              <p:tags r:id="rId16"/>
            </p:custDataLst>
          </p:nvPr>
        </p:nvCxnSpPr>
        <p:spPr>
          <a:xfrm>
            <a:off x="8552725" y="4852862"/>
            <a:ext cx="319274" cy="0"/>
          </a:xfrm>
          <a:prstGeom prst="line">
            <a:avLst/>
          </a:prstGeom>
          <a:ln>
            <a:solidFill>
              <a:srgbClr val="FFCC00"/>
            </a:solidFill>
          </a:ln>
        </p:spPr>
        <p:style>
          <a:lnRef idx="1">
            <a:schemeClr val="accent1"/>
          </a:lnRef>
          <a:fillRef idx="0">
            <a:schemeClr val="accent1"/>
          </a:fillRef>
          <a:effectRef idx="0">
            <a:schemeClr val="accent1"/>
          </a:effectRef>
          <a:fontRef idx="minor">
            <a:schemeClr val="tx1"/>
          </a:fontRef>
        </p:style>
      </p:cxnSp>
      <p:sp>
        <p:nvSpPr>
          <p:cNvPr id="30" name="矩形 29"/>
          <p:cNvSpPr/>
          <p:nvPr>
            <p:custDataLst>
              <p:tags r:id="rId17"/>
            </p:custDataLst>
          </p:nvPr>
        </p:nvSpPr>
        <p:spPr>
          <a:xfrm>
            <a:off x="8657614" y="4038810"/>
            <a:ext cx="2545498" cy="381451"/>
          </a:xfrm>
          <a:prstGeom prst="rect">
            <a:avLst/>
          </a:prstGeom>
        </p:spPr>
        <p:txBody>
          <a:bodyPr wrap="square">
            <a:spAutoFit/>
          </a:bodyPr>
          <a:lstStyle/>
          <a:p>
            <a:pPr algn="just">
              <a:lnSpc>
                <a:spcPct val="130000"/>
              </a:lnSpc>
            </a:pPr>
            <a:r>
              <a:rPr lang="en-US" altLang="zh-CN" sz="1600" dirty="0">
                <a:solidFill>
                  <a:schemeClr val="bg1"/>
                </a:solidFill>
                <a:latin typeface="思源黑体 Heavy" panose="020B0A00000000000000" charset="-122"/>
                <a:ea typeface="思源黑体 Heavy" panose="020B0A00000000000000" charset="-122"/>
              </a:rPr>
              <a:t>03</a:t>
            </a:r>
            <a:endParaRPr lang="zh-CN" altLang="en-US" sz="1600" dirty="0">
              <a:solidFill>
                <a:schemeClr val="bg1"/>
              </a:solidFill>
              <a:latin typeface="思源黑体 Heavy" panose="020B0A00000000000000" charset="-122"/>
              <a:ea typeface="思源黑体 Heavy" panose="020B0A00000000000000" charset="-122"/>
            </a:endParaRPr>
          </a:p>
        </p:txBody>
      </p:sp>
      <p:pic>
        <p:nvPicPr>
          <p:cNvPr id="3" name="图片 2" descr="校名（1918）(内部）-06"/>
          <p:cNvPicPr>
            <a:picLocks noChangeAspect="1"/>
          </p:cNvPicPr>
          <p:nvPr/>
        </p:nvPicPr>
        <p:blipFill>
          <a:blip r:embed="rId18" cstate="screen"/>
          <a:stretch>
            <a:fillRect/>
          </a:stretch>
        </p:blipFill>
        <p:spPr>
          <a:xfrm>
            <a:off x="9548495" y="233680"/>
            <a:ext cx="2112010" cy="5867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0918" y="471894"/>
            <a:ext cx="2327385" cy="646987"/>
            <a:chOff x="989556" y="2686274"/>
            <a:chExt cx="4196219" cy="692149"/>
          </a:xfrm>
        </p:grpSpPr>
        <p:sp>
          <p:nvSpPr>
            <p:cNvPr id="4" name="文本框 3"/>
            <p:cNvSpPr txBox="1"/>
            <p:nvPr/>
          </p:nvSpPr>
          <p:spPr>
            <a:xfrm>
              <a:off x="989556" y="2686274"/>
              <a:ext cx="4196219" cy="492511"/>
            </a:xfrm>
            <a:prstGeom prst="rect">
              <a:avLst/>
            </a:prstGeom>
            <a:noFill/>
          </p:spPr>
          <p:txBody>
            <a:bodyPr wrap="square" rtlCol="0">
              <a:spAutoFit/>
            </a:bodyPr>
            <a:lstStyle/>
            <a:p>
              <a:r>
                <a:rPr lang="zh-CN" altLang="en-US" sz="2400" dirty="0">
                  <a:solidFill>
                    <a:srgbClr val="2D4F8F"/>
                  </a:solidFill>
                  <a:latin typeface="思源黑体 Heavy" panose="020B0A00000000000000" charset="-122"/>
                  <a:ea typeface="思源黑体 Heavy" panose="020B0A00000000000000" charset="-122"/>
                </a:rPr>
                <a:t>明辨笃行</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5" name="文本框 4"/>
            <p:cNvSpPr txBox="1"/>
            <p:nvPr/>
          </p:nvSpPr>
          <p:spPr>
            <a:xfrm>
              <a:off x="1086446" y="3147940"/>
              <a:ext cx="3692785" cy="230483"/>
            </a:xfrm>
            <a:prstGeom prst="rect">
              <a:avLst/>
            </a:prstGeom>
            <a:noFill/>
          </p:spPr>
          <p:txBody>
            <a:bodyPr wrap="square" rtlCol="0">
              <a:spAutoFit/>
            </a:bodyPr>
            <a:lstStyle/>
            <a:p>
              <a:r>
                <a:rPr lang="zh-CN" altLang="en-US" sz="800" dirty="0">
                  <a:solidFill>
                    <a:schemeClr val="tx1">
                      <a:lumMod val="65000"/>
                      <a:lumOff val="35000"/>
                    </a:schemeClr>
                  </a:solidFill>
                  <a:latin typeface="思源黑体 Heavy" panose="020B0A00000000000000" charset="-122"/>
                  <a:ea typeface="思源黑体 Heavy" panose="020B0A00000000000000" charset="-122"/>
                </a:rPr>
                <a:t>厚德尚学 自强不息 </a:t>
              </a:r>
              <a:r>
                <a:rPr lang="zh-CN" altLang="en-US" sz="8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务实创新 追求卓越</a:t>
              </a:r>
              <a:endParaRPr lang="zh-CN" altLang="en-US" sz="8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grpSp>
      <p:pic>
        <p:nvPicPr>
          <p:cNvPr id="3" name="图片 2"/>
          <p:cNvPicPr>
            <a:picLocks noChangeAspect="1"/>
          </p:cNvPicPr>
          <p:nvPr/>
        </p:nvPicPr>
        <p:blipFill>
          <a:blip r:embed="rId1" cstate="screen"/>
          <a:srcRect/>
          <a:stretch>
            <a:fillRect/>
          </a:stretch>
        </p:blipFill>
        <p:spPr>
          <a:xfrm>
            <a:off x="7813500" y="1441407"/>
            <a:ext cx="3658499" cy="4872171"/>
          </a:xfrm>
          <a:prstGeom prst="rect">
            <a:avLst/>
          </a:prstGeom>
        </p:spPr>
      </p:pic>
      <p:sp>
        <p:nvSpPr>
          <p:cNvPr id="24" name="矩形 23"/>
          <p:cNvSpPr/>
          <p:nvPr>
            <p:custDataLst>
              <p:tags r:id="rId2"/>
            </p:custDataLst>
          </p:nvPr>
        </p:nvSpPr>
        <p:spPr>
          <a:xfrm>
            <a:off x="248920" y="1793875"/>
            <a:ext cx="2482215"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rPr>
              <a:t>核心攻坚</a:t>
            </a:r>
            <a:r>
              <a:rPr kumimoji="0" lang="en-US" altLang="zh-CN"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rPr>
              <a:t> </a:t>
            </a:r>
            <a:r>
              <a:rPr kumimoji="0" lang="zh-CN" altLang="en-US"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rPr>
              <a:t>引领前沿</a:t>
            </a:r>
            <a:endParaRPr kumimoji="0" lang="zh-CN" altLang="en-US"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endParaRPr>
          </a:p>
        </p:txBody>
      </p:sp>
      <p:sp>
        <p:nvSpPr>
          <p:cNvPr id="26" name="矩形 25"/>
          <p:cNvSpPr/>
          <p:nvPr>
            <p:custDataLst>
              <p:tags r:id="rId3"/>
            </p:custDataLst>
          </p:nvPr>
        </p:nvSpPr>
        <p:spPr>
          <a:xfrm>
            <a:off x="2926715" y="1389380"/>
            <a:ext cx="4629785" cy="119888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2025</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年度学校科研经费加速增长；在锂金属电池、高熵材料及癌症治疗等领域取得系列原创突破，成果密集发表于</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Nature</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Science</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、四大顶级数学期刊等国际顶刊；国家自然科学基金项目和国家社科基金重大项目的数量均创历史新高</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endParaRPr>
          </a:p>
        </p:txBody>
      </p:sp>
      <p:sp>
        <p:nvSpPr>
          <p:cNvPr id="27" name="矩形 26"/>
          <p:cNvSpPr/>
          <p:nvPr>
            <p:custDataLst>
              <p:tags r:id="rId4"/>
            </p:custDataLst>
          </p:nvPr>
        </p:nvSpPr>
        <p:spPr>
          <a:xfrm>
            <a:off x="0" y="3042920"/>
            <a:ext cx="2882900"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rPr>
              <a:t>“</a:t>
            </a:r>
            <a:r>
              <a:rPr kumimoji="0" lang="zh-CN" altLang="en-US"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rPr>
              <a:t>四链</a:t>
            </a:r>
            <a:r>
              <a:rPr kumimoji="0" lang="en-US" altLang="zh-CN"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rPr>
              <a:t>”</a:t>
            </a:r>
            <a:r>
              <a:rPr kumimoji="0" lang="zh-CN" altLang="en-US"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rPr>
              <a:t>融合</a:t>
            </a:r>
            <a:r>
              <a:rPr kumimoji="0" lang="en-US" altLang="zh-CN"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rPr>
              <a:t> </a:t>
            </a:r>
            <a:r>
              <a:rPr kumimoji="0" lang="zh-CN" altLang="en-US"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rPr>
              <a:t>华工模式</a:t>
            </a:r>
            <a:endParaRPr kumimoji="0" lang="zh-CN" altLang="en-US"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endParaRPr>
          </a:p>
        </p:txBody>
      </p:sp>
      <p:sp>
        <p:nvSpPr>
          <p:cNvPr id="28" name="矩形 27"/>
          <p:cNvSpPr/>
          <p:nvPr>
            <p:custDataLst>
              <p:tags r:id="rId5"/>
            </p:custDataLst>
          </p:nvPr>
        </p:nvSpPr>
        <p:spPr>
          <a:xfrm>
            <a:off x="2926715" y="2661920"/>
            <a:ext cx="4564380" cy="119888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华南理工大学始终秉持</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融入发展促发展</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的办学理念，聚焦创新链、产业链、资金链、人才链相互赋能，在前沿产业领域扎实布局，在转化机制上勇于创新，在区域协同中主动作为，构建起科技成果转化的</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华工体系</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endParaRPr>
          </a:p>
        </p:txBody>
      </p:sp>
      <p:sp>
        <p:nvSpPr>
          <p:cNvPr id="39" name="矩形 38"/>
          <p:cNvSpPr/>
          <p:nvPr>
            <p:custDataLst>
              <p:tags r:id="rId6"/>
            </p:custDataLst>
          </p:nvPr>
        </p:nvSpPr>
        <p:spPr>
          <a:xfrm>
            <a:off x="172085" y="5708650"/>
            <a:ext cx="2769870"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rPr>
              <a:t>战略人才</a:t>
            </a:r>
            <a:r>
              <a:rPr kumimoji="0" lang="en-US" altLang="zh-CN"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rPr>
              <a:t> </a:t>
            </a:r>
            <a:r>
              <a:rPr kumimoji="0" lang="zh-CN" altLang="en-US"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rPr>
              <a:t>迈向卓越</a:t>
            </a:r>
            <a:endParaRPr kumimoji="0" lang="zh-CN" altLang="en-US" b="0" i="0" u="none" strike="noStrike" kern="1200" cap="none" spc="0" normalizeH="0" baseline="0" noProof="0" dirty="0">
              <a:ln>
                <a:noFill/>
              </a:ln>
              <a:solidFill>
                <a:prstClr val="black">
                  <a:lumMod val="75000"/>
                  <a:lumOff val="25000"/>
                </a:prstClr>
              </a:solidFill>
              <a:effectLst/>
              <a:uLnTx/>
              <a:uFillTx/>
              <a:latin typeface="思源黑体 Heavy" panose="020B0A00000000000000" charset="-122"/>
              <a:ea typeface="思源黑体 Heavy" panose="020B0A00000000000000" charset="-122"/>
              <a:cs typeface="+mn-cs"/>
            </a:endParaRPr>
          </a:p>
        </p:txBody>
      </p:sp>
      <p:sp>
        <p:nvSpPr>
          <p:cNvPr id="40" name="矩形 39"/>
          <p:cNvSpPr/>
          <p:nvPr>
            <p:custDataLst>
              <p:tags r:id="rId7"/>
            </p:custDataLst>
          </p:nvPr>
        </p:nvSpPr>
        <p:spPr>
          <a:xfrm>
            <a:off x="2926715" y="5316220"/>
            <a:ext cx="4432935" cy="119888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华南理工大学国家卓越工程师学院通过构建</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学院</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工程师技术中心</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创新中心</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校企创新发展研究院</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协同模式，着力推动校企从</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单点合作</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到</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生态共建</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，学院毕业生获首届卓越工程师培养优秀实践成果（全国仅</a:t>
            </a:r>
            <a:r>
              <a:rPr kumimoji="0" lang="en-US" altLang="zh-CN"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10</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rPr>
              <a:t>个）。</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panose="020B0500000000000000" pitchFamily="34" charset="-122"/>
              <a:ea typeface="思源黑体 CN" panose="020B0500000000000000" pitchFamily="34" charset="-122"/>
              <a:cs typeface="+mn-cs"/>
            </a:endParaRPr>
          </a:p>
        </p:txBody>
      </p:sp>
      <p:sp>
        <p:nvSpPr>
          <p:cNvPr id="41" name="矩形 40"/>
          <p:cNvSpPr/>
          <p:nvPr>
            <p:custDataLst>
              <p:tags r:id="rId8"/>
            </p:custDataLst>
          </p:nvPr>
        </p:nvSpPr>
        <p:spPr>
          <a:xfrm>
            <a:off x="248920" y="3933825"/>
            <a:ext cx="7242810" cy="1139825"/>
          </a:xfrm>
          <a:prstGeom prst="rect">
            <a:avLst/>
          </a:prstGeom>
          <a:solidFill>
            <a:srgbClr val="2D4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思源黑体 Heavy" panose="020B0A00000000000000" charset="-122"/>
              <a:ea typeface="思源黑体 Heavy" panose="020B0A00000000000000" charset="-122"/>
            </a:endParaRPr>
          </a:p>
        </p:txBody>
      </p:sp>
      <p:sp>
        <p:nvSpPr>
          <p:cNvPr id="42" name="矩形 41"/>
          <p:cNvSpPr/>
          <p:nvPr>
            <p:custDataLst>
              <p:tags r:id="rId9"/>
            </p:custDataLst>
          </p:nvPr>
        </p:nvSpPr>
        <p:spPr>
          <a:xfrm>
            <a:off x="354965" y="4291965"/>
            <a:ext cx="2387600" cy="39878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bg1"/>
                </a:solidFill>
                <a:effectLst/>
                <a:uLnTx/>
                <a:uFillTx/>
                <a:latin typeface="思源黑体 Heavy" panose="020B0A00000000000000" charset="-122"/>
                <a:ea typeface="思源黑体 Heavy" panose="020B0A00000000000000" charset="-122"/>
                <a:cs typeface="+mn-cs"/>
              </a:rPr>
              <a:t>立德树人</a:t>
            </a:r>
            <a:r>
              <a:rPr kumimoji="0" lang="en-US" altLang="zh-CN" sz="2000" b="0" i="0" u="none" strike="noStrike" kern="1200" cap="none" spc="0" normalizeH="0" baseline="0" noProof="0" dirty="0">
                <a:ln>
                  <a:noFill/>
                </a:ln>
                <a:solidFill>
                  <a:schemeClr val="bg1"/>
                </a:solidFill>
                <a:effectLst/>
                <a:uLnTx/>
                <a:uFillTx/>
                <a:latin typeface="思源黑体 Heavy" panose="020B0A00000000000000" charset="-122"/>
                <a:ea typeface="思源黑体 Heavy" panose="020B0A00000000000000" charset="-122"/>
                <a:cs typeface="+mn-cs"/>
              </a:rPr>
              <a:t> </a:t>
            </a:r>
            <a:r>
              <a:rPr kumimoji="0" lang="zh-CN" altLang="en-US" sz="2000" b="0" i="0" u="none" strike="noStrike" kern="1200" cap="none" spc="0" normalizeH="0" baseline="0" noProof="0" dirty="0">
                <a:ln>
                  <a:noFill/>
                </a:ln>
                <a:solidFill>
                  <a:schemeClr val="bg1"/>
                </a:solidFill>
                <a:effectLst/>
                <a:uLnTx/>
                <a:uFillTx/>
                <a:latin typeface="思源黑体 Heavy" panose="020B0A00000000000000" charset="-122"/>
                <a:ea typeface="思源黑体 Heavy" panose="020B0A00000000000000" charset="-122"/>
                <a:cs typeface="+mn-cs"/>
              </a:rPr>
              <a:t>走在前列</a:t>
            </a:r>
            <a:endParaRPr kumimoji="0" lang="zh-CN" altLang="en-US" sz="2000" b="0" i="0" u="none" strike="noStrike" kern="1200" cap="none" spc="0" normalizeH="0" baseline="0" noProof="0" dirty="0">
              <a:ln>
                <a:noFill/>
              </a:ln>
              <a:solidFill>
                <a:schemeClr val="bg1"/>
              </a:solidFill>
              <a:effectLst/>
              <a:uLnTx/>
              <a:uFillTx/>
              <a:latin typeface="思源黑体 Heavy" panose="020B0A00000000000000" charset="-122"/>
              <a:ea typeface="思源黑体 Heavy" panose="020B0A00000000000000" charset="-122"/>
              <a:cs typeface="+mn-cs"/>
            </a:endParaRPr>
          </a:p>
        </p:txBody>
      </p:sp>
      <p:sp>
        <p:nvSpPr>
          <p:cNvPr id="43" name="矩形 42"/>
          <p:cNvSpPr/>
          <p:nvPr>
            <p:custDataLst>
              <p:tags r:id="rId10"/>
            </p:custDataLst>
          </p:nvPr>
        </p:nvSpPr>
        <p:spPr>
          <a:xfrm>
            <a:off x="2926715" y="4030345"/>
            <a:ext cx="4432300" cy="9220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思源黑体 CN" panose="020B0500000000000000" pitchFamily="34" charset="-122"/>
                <a:ea typeface="思源黑体 CN" panose="020B0500000000000000" pitchFamily="34" charset="-122"/>
                <a:cs typeface="+mn-cs"/>
              </a:rPr>
              <a:t>学校获批低空技术与工程、智慧交通</a:t>
            </a:r>
            <a:r>
              <a:rPr kumimoji="0" lang="en-US" altLang="zh-CN" sz="1200" b="0" i="0" u="none" strike="noStrike" kern="1200" cap="none" spc="0" normalizeH="0" baseline="0" noProof="0" dirty="0">
                <a:ln>
                  <a:noFill/>
                </a:ln>
                <a:solidFill>
                  <a:schemeClr val="bg1"/>
                </a:solidFill>
                <a:effectLst/>
                <a:uLnTx/>
                <a:uFillTx/>
                <a:latin typeface="思源黑体 CN" panose="020B0500000000000000" pitchFamily="34" charset="-122"/>
                <a:ea typeface="思源黑体 CN" panose="020B0500000000000000" pitchFamily="34" charset="-122"/>
                <a:cs typeface="+mn-cs"/>
              </a:rPr>
              <a:t>2</a:t>
            </a:r>
            <a:r>
              <a:rPr kumimoji="0" lang="zh-CN" altLang="en-US" sz="1200" b="0" i="0" u="none" strike="noStrike" kern="1200" cap="none" spc="0" normalizeH="0" baseline="0" noProof="0" dirty="0">
                <a:ln>
                  <a:noFill/>
                </a:ln>
                <a:solidFill>
                  <a:schemeClr val="bg1"/>
                </a:solidFill>
                <a:effectLst/>
                <a:uLnTx/>
                <a:uFillTx/>
                <a:latin typeface="思源黑体 CN" panose="020B0500000000000000" pitchFamily="34" charset="-122"/>
                <a:ea typeface="思源黑体 CN" panose="020B0500000000000000" pitchFamily="34" charset="-122"/>
                <a:cs typeface="+mn-cs"/>
              </a:rPr>
              <a:t>个本科专业，百步梯创新学院正式实体化运行；</a:t>
            </a:r>
            <a:r>
              <a:rPr kumimoji="0" lang="en-US" altLang="zh-CN" sz="1200" b="0" i="0" u="none" strike="noStrike" kern="1200" cap="none" spc="0" normalizeH="0" baseline="0" noProof="0" dirty="0">
                <a:ln>
                  <a:noFill/>
                </a:ln>
                <a:solidFill>
                  <a:schemeClr val="bg1"/>
                </a:solidFill>
                <a:effectLst/>
                <a:uLnTx/>
                <a:uFillTx/>
                <a:latin typeface="思源黑体 CN" panose="020B0500000000000000" pitchFamily="34" charset="-122"/>
                <a:ea typeface="思源黑体 CN" panose="020B0500000000000000" pitchFamily="34" charset="-122"/>
                <a:cs typeface="+mn-cs"/>
              </a:rPr>
              <a:t>24</a:t>
            </a:r>
            <a:r>
              <a:rPr kumimoji="0" lang="zh-CN" altLang="en-US" sz="1200" b="0" i="0" u="none" strike="noStrike" kern="1200" cap="none" spc="0" normalizeH="0" baseline="0" noProof="0" dirty="0">
                <a:ln>
                  <a:noFill/>
                </a:ln>
                <a:solidFill>
                  <a:schemeClr val="bg1"/>
                </a:solidFill>
                <a:effectLst/>
                <a:uLnTx/>
                <a:uFillTx/>
                <a:latin typeface="思源黑体 CN" panose="020B0500000000000000" pitchFamily="34" charset="-122"/>
                <a:ea typeface="思源黑体 CN" panose="020B0500000000000000" pitchFamily="34" charset="-122"/>
                <a:cs typeface="+mn-cs"/>
              </a:rPr>
              <a:t>门课程入选国家一流本科课程；学校学子在科技创新赛道和文体赛场上摘金夺银、勇创佳绩。</a:t>
            </a:r>
            <a:endParaRPr kumimoji="0" lang="zh-CN" altLang="en-US" sz="1200" b="0" i="0" u="none" strike="noStrike" kern="1200" cap="none" spc="0" normalizeH="0" baseline="0" noProof="0" dirty="0">
              <a:ln>
                <a:noFill/>
              </a:ln>
              <a:solidFill>
                <a:schemeClr val="bg1"/>
              </a:solidFill>
              <a:effectLst/>
              <a:uLnTx/>
              <a:uFillTx/>
              <a:latin typeface="思源黑体 CN" panose="020B0500000000000000" pitchFamily="34" charset="-122"/>
              <a:ea typeface="思源黑体 CN" panose="020B0500000000000000" pitchFamily="34" charset="-122"/>
              <a:cs typeface="+mn-cs"/>
            </a:endParaRPr>
          </a:p>
        </p:txBody>
      </p:sp>
      <p:pic>
        <p:nvPicPr>
          <p:cNvPr id="7" name="图片 6" descr="校名（1918）(内部）-06"/>
          <p:cNvPicPr>
            <a:picLocks noChangeAspect="1"/>
          </p:cNvPicPr>
          <p:nvPr/>
        </p:nvPicPr>
        <p:blipFill>
          <a:blip r:embed="rId11" cstate="screen"/>
          <a:stretch>
            <a:fillRect/>
          </a:stretch>
        </p:blipFill>
        <p:spPr>
          <a:xfrm>
            <a:off x="9548495" y="233680"/>
            <a:ext cx="2112010" cy="5867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0918" y="471895"/>
            <a:ext cx="2327385" cy="646978"/>
            <a:chOff x="989556" y="2686274"/>
            <a:chExt cx="4196219" cy="692139"/>
          </a:xfrm>
        </p:grpSpPr>
        <p:sp>
          <p:nvSpPr>
            <p:cNvPr id="4" name="文本框 3"/>
            <p:cNvSpPr txBox="1"/>
            <p:nvPr/>
          </p:nvSpPr>
          <p:spPr>
            <a:xfrm>
              <a:off x="989556" y="2686274"/>
              <a:ext cx="4196219" cy="492511"/>
            </a:xfrm>
            <a:prstGeom prst="rect">
              <a:avLst/>
            </a:prstGeom>
            <a:noFill/>
          </p:spPr>
          <p:txBody>
            <a:bodyPr wrap="square" rtlCol="0">
              <a:spAutoFit/>
            </a:bodyPr>
            <a:lstStyle/>
            <a:p>
              <a:r>
                <a:rPr lang="zh-CN" altLang="en-US" sz="2400" dirty="0">
                  <a:solidFill>
                    <a:srgbClr val="2D4F8F"/>
                  </a:solidFill>
                  <a:latin typeface="思源黑体 Heavy" panose="020B0A00000000000000" charset="-122"/>
                  <a:ea typeface="思源黑体 Heavy" panose="020B0A00000000000000" charset="-122"/>
                </a:rPr>
                <a:t>博学慎思</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5" name="文本框 4"/>
            <p:cNvSpPr txBox="1"/>
            <p:nvPr/>
          </p:nvSpPr>
          <p:spPr>
            <a:xfrm>
              <a:off x="1086448" y="3147931"/>
              <a:ext cx="3619351" cy="230482"/>
            </a:xfrm>
            <a:prstGeom prst="rect">
              <a:avLst/>
            </a:prstGeom>
            <a:noFill/>
          </p:spPr>
          <p:txBody>
            <a:bodyPr wrap="square" rtlCol="0">
              <a:spAutoFit/>
            </a:bodyPr>
            <a:lstStyle/>
            <a:p>
              <a:r>
                <a:rPr lang="zh-CN" altLang="en-US" sz="800" dirty="0">
                  <a:solidFill>
                    <a:schemeClr val="tx1">
                      <a:lumMod val="65000"/>
                      <a:lumOff val="35000"/>
                    </a:schemeClr>
                  </a:solidFill>
                  <a:latin typeface="思源黑体 Heavy" panose="020B0A00000000000000" charset="-122"/>
                  <a:ea typeface="思源黑体 Heavy" panose="020B0A00000000000000" charset="-122"/>
                </a:rPr>
                <a:t>厚德尚学 自强不息 </a:t>
              </a:r>
              <a:r>
                <a:rPr lang="zh-CN" altLang="en-US" sz="8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务实创新 追求卓越</a:t>
              </a:r>
              <a:endParaRPr lang="zh-CN" altLang="en-US" sz="8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grpSp>
      <p:pic>
        <p:nvPicPr>
          <p:cNvPr id="13" name="图片 12"/>
          <p:cNvPicPr>
            <a:picLocks noChangeAspect="1"/>
          </p:cNvPicPr>
          <p:nvPr>
            <p:custDataLst>
              <p:tags r:id="rId1"/>
            </p:custDataLst>
          </p:nvPr>
        </p:nvPicPr>
        <p:blipFill>
          <a:blip r:embed="rId2" cstate="screen"/>
          <a:stretch>
            <a:fillRect/>
          </a:stretch>
        </p:blipFill>
        <p:spPr>
          <a:xfrm>
            <a:off x="8103343" y="1624499"/>
            <a:ext cx="3352053" cy="2234702"/>
          </a:xfrm>
          <a:prstGeom prst="rect">
            <a:avLst/>
          </a:prstGeom>
        </p:spPr>
      </p:pic>
      <p:pic>
        <p:nvPicPr>
          <p:cNvPr id="15" name="图片 14"/>
          <p:cNvPicPr>
            <a:picLocks noChangeAspect="1"/>
          </p:cNvPicPr>
          <p:nvPr>
            <p:custDataLst>
              <p:tags r:id="rId3"/>
            </p:custDataLst>
          </p:nvPr>
        </p:nvPicPr>
        <p:blipFill>
          <a:blip r:embed="rId4" cstate="screen"/>
          <a:stretch>
            <a:fillRect/>
          </a:stretch>
        </p:blipFill>
        <p:spPr>
          <a:xfrm>
            <a:off x="4424001" y="1624499"/>
            <a:ext cx="3351392" cy="2234702"/>
          </a:xfrm>
          <a:prstGeom prst="rect">
            <a:avLst/>
          </a:prstGeom>
        </p:spPr>
      </p:pic>
      <p:pic>
        <p:nvPicPr>
          <p:cNvPr id="19" name="图片 18"/>
          <p:cNvPicPr>
            <a:picLocks noChangeAspect="1"/>
          </p:cNvPicPr>
          <p:nvPr>
            <p:custDataLst>
              <p:tags r:id="rId5"/>
            </p:custDataLst>
          </p:nvPr>
        </p:nvPicPr>
        <p:blipFill>
          <a:blip r:embed="rId6" cstate="screen"/>
          <a:stretch>
            <a:fillRect/>
          </a:stretch>
        </p:blipFill>
        <p:spPr>
          <a:xfrm>
            <a:off x="744659" y="1624500"/>
            <a:ext cx="3351392" cy="2237232"/>
          </a:xfrm>
          <a:prstGeom prst="rect">
            <a:avLst/>
          </a:prstGeom>
        </p:spPr>
      </p:pic>
      <p:sp>
        <p:nvSpPr>
          <p:cNvPr id="20" name="文本框 19"/>
          <p:cNvSpPr txBox="1"/>
          <p:nvPr>
            <p:custDataLst>
              <p:tags r:id="rId7"/>
            </p:custDataLst>
          </p:nvPr>
        </p:nvSpPr>
        <p:spPr>
          <a:xfrm>
            <a:off x="690918" y="4052125"/>
            <a:ext cx="1722960" cy="398780"/>
          </a:xfrm>
          <a:prstGeom prst="rect">
            <a:avLst/>
          </a:prstGeom>
          <a:noFill/>
        </p:spPr>
        <p:txBody>
          <a:bodyPr wrap="square" rtlCol="0">
            <a:spAutoFit/>
          </a:bodyPr>
          <a:lstStyle/>
          <a:p>
            <a:pPr lvl="0" algn="l">
              <a:buClrTx/>
              <a:buSzTx/>
              <a:buFontTx/>
            </a:pPr>
            <a:r>
              <a:rPr lang="zh-CN" altLang="en-US" sz="2000" dirty="0">
                <a:solidFill>
                  <a:schemeClr val="tx1">
                    <a:lumMod val="75000"/>
                    <a:lumOff val="25000"/>
                  </a:schemeClr>
                </a:solidFill>
                <a:latin typeface="思源黑体 Heavy" panose="020B0A00000000000000" charset="-122"/>
                <a:ea typeface="思源黑体 Heavy" panose="020B0A00000000000000" charset="-122"/>
                <a:sym typeface="+mn-ea"/>
              </a:rPr>
              <a:t>校区布局特色</a:t>
            </a:r>
            <a:endParaRPr lang="zh-CN" altLang="en-US" sz="2000" dirty="0">
              <a:solidFill>
                <a:schemeClr val="tx1">
                  <a:lumMod val="75000"/>
                  <a:lumOff val="25000"/>
                </a:schemeClr>
              </a:solidFill>
              <a:latin typeface="思源黑体 Heavy" panose="020B0A00000000000000" charset="-122"/>
              <a:ea typeface="思源黑体 Heavy" panose="020B0A00000000000000" charset="-122"/>
              <a:sym typeface="+mn-ea"/>
            </a:endParaRPr>
          </a:p>
        </p:txBody>
      </p:sp>
      <p:sp>
        <p:nvSpPr>
          <p:cNvPr id="21" name="文本框 20"/>
          <p:cNvSpPr txBox="1"/>
          <p:nvPr>
            <p:custDataLst>
              <p:tags r:id="rId8"/>
            </p:custDataLst>
          </p:nvPr>
        </p:nvSpPr>
        <p:spPr>
          <a:xfrm>
            <a:off x="690879" y="4495737"/>
            <a:ext cx="3108487" cy="922020"/>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形成五山校区、大学城校区、广州国际校区“一校三区”协同发展格局。三区各具特色，功能互补，共同支撑高质量发展。</a:t>
            </a:r>
            <a:endPar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sp>
        <p:nvSpPr>
          <p:cNvPr id="22" name="矩形 21"/>
          <p:cNvSpPr/>
          <p:nvPr>
            <p:custDataLst>
              <p:tags r:id="rId9"/>
            </p:custDataLst>
          </p:nvPr>
        </p:nvSpPr>
        <p:spPr>
          <a:xfrm>
            <a:off x="744658" y="5457027"/>
            <a:ext cx="3369598" cy="446400"/>
          </a:xfrm>
          <a:prstGeom prst="rect">
            <a:avLst/>
          </a:prstGeom>
          <a:solidFill>
            <a:srgbClr val="2D4F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custDataLst>
              <p:tags r:id="rId10"/>
            </p:custDataLst>
          </p:nvPr>
        </p:nvSpPr>
        <p:spPr>
          <a:xfrm>
            <a:off x="793115" y="5541645"/>
            <a:ext cx="1849120" cy="275590"/>
          </a:xfrm>
          <a:prstGeom prst="rect">
            <a:avLst/>
          </a:prstGeom>
          <a:noFill/>
        </p:spPr>
        <p:txBody>
          <a:bodyPr wrap="square" rtlCol="0">
            <a:spAutoFit/>
          </a:bodyPr>
          <a:lstStyle/>
          <a:p>
            <a:r>
              <a:rPr lang="zh-CN" altLang="en-US" sz="1200" dirty="0">
                <a:solidFill>
                  <a:schemeClr val="bg1"/>
                </a:solidFill>
                <a:latin typeface="思源黑体 Heavy" panose="020B0A00000000000000" charset="-122"/>
                <a:ea typeface="思源黑体 Heavy" panose="020B0A00000000000000" charset="-122"/>
              </a:rPr>
              <a:t>博学慎思  明辨笃行</a:t>
            </a:r>
            <a:endParaRPr lang="zh-CN" altLang="en-US" sz="1200" dirty="0">
              <a:solidFill>
                <a:schemeClr val="bg1"/>
              </a:solidFill>
              <a:latin typeface="思源黑体 Heavy" panose="020B0A00000000000000" charset="-122"/>
              <a:ea typeface="思源黑体 Heavy" panose="020B0A00000000000000" charset="-122"/>
            </a:endParaRPr>
          </a:p>
        </p:txBody>
      </p:sp>
      <p:sp>
        <p:nvSpPr>
          <p:cNvPr id="25" name="文本框 24"/>
          <p:cNvSpPr txBox="1"/>
          <p:nvPr>
            <p:custDataLst>
              <p:tags r:id="rId11"/>
            </p:custDataLst>
          </p:nvPr>
        </p:nvSpPr>
        <p:spPr>
          <a:xfrm>
            <a:off x="3565678" y="5510949"/>
            <a:ext cx="416177" cy="338554"/>
          </a:xfrm>
          <a:prstGeom prst="rect">
            <a:avLst/>
          </a:prstGeom>
          <a:noFill/>
        </p:spPr>
        <p:txBody>
          <a:bodyPr wrap="square" rtlCol="0">
            <a:spAutoFit/>
          </a:bodyPr>
          <a:lstStyle/>
          <a:p>
            <a:r>
              <a:rPr lang="en-US" altLang="zh-CN" sz="1600" dirty="0">
                <a:solidFill>
                  <a:schemeClr val="bg1"/>
                </a:solidFill>
                <a:latin typeface="思源黑体 Heavy" panose="020B0A00000000000000" charset="-122"/>
                <a:ea typeface="思源黑体 Heavy" panose="020B0A00000000000000" charset="-122"/>
              </a:rPr>
              <a:t>01</a:t>
            </a:r>
            <a:endParaRPr lang="zh-CN" altLang="en-US" sz="1600" dirty="0">
              <a:solidFill>
                <a:schemeClr val="bg1"/>
              </a:solidFill>
              <a:latin typeface="思源黑体 Heavy" panose="020B0A00000000000000" charset="-122"/>
              <a:ea typeface="思源黑体 Heavy" panose="020B0A00000000000000" charset="-122"/>
            </a:endParaRPr>
          </a:p>
        </p:txBody>
      </p:sp>
      <p:sp>
        <p:nvSpPr>
          <p:cNvPr id="29" name="文本框 28"/>
          <p:cNvSpPr txBox="1"/>
          <p:nvPr>
            <p:custDataLst>
              <p:tags r:id="rId12"/>
            </p:custDataLst>
          </p:nvPr>
        </p:nvSpPr>
        <p:spPr>
          <a:xfrm>
            <a:off x="4352055" y="4052125"/>
            <a:ext cx="1722960" cy="398780"/>
          </a:xfrm>
          <a:prstGeom prst="rect">
            <a:avLst/>
          </a:prstGeom>
          <a:noFill/>
        </p:spPr>
        <p:txBody>
          <a:bodyPr wrap="square" rtlCol="0">
            <a:spAutoFit/>
          </a:bodyPr>
          <a:lstStyle/>
          <a:p>
            <a:pPr lvl="0" algn="l">
              <a:buClrTx/>
              <a:buSzTx/>
              <a:buFontTx/>
            </a:pPr>
            <a:r>
              <a:rPr lang="zh-CN" altLang="en-US" sz="2000" dirty="0">
                <a:solidFill>
                  <a:schemeClr val="tx1">
                    <a:lumMod val="75000"/>
                    <a:lumOff val="25000"/>
                  </a:schemeClr>
                </a:solidFill>
                <a:latin typeface="思源黑体 Heavy" panose="020B0A00000000000000" charset="-122"/>
                <a:ea typeface="思源黑体 Heavy" panose="020B0A00000000000000" charset="-122"/>
                <a:sym typeface="+mn-ea"/>
              </a:rPr>
              <a:t>师资力量雄厚</a:t>
            </a:r>
            <a:endParaRPr lang="zh-CN" altLang="en-US" sz="2000" dirty="0">
              <a:solidFill>
                <a:schemeClr val="tx1">
                  <a:lumMod val="75000"/>
                  <a:lumOff val="25000"/>
                </a:schemeClr>
              </a:solidFill>
              <a:latin typeface="思源黑体 Heavy" panose="020B0A00000000000000" charset="-122"/>
              <a:ea typeface="思源黑体 Heavy" panose="020B0A00000000000000" charset="-122"/>
              <a:sym typeface="+mn-ea"/>
            </a:endParaRPr>
          </a:p>
        </p:txBody>
      </p:sp>
      <p:sp>
        <p:nvSpPr>
          <p:cNvPr id="30" name="文本框 29"/>
          <p:cNvSpPr txBox="1"/>
          <p:nvPr>
            <p:custDataLst>
              <p:tags r:id="rId13"/>
            </p:custDataLst>
          </p:nvPr>
        </p:nvSpPr>
        <p:spPr>
          <a:xfrm>
            <a:off x="4352289" y="4495737"/>
            <a:ext cx="3423103" cy="922020"/>
          </a:xfrm>
          <a:prstGeom prst="rect">
            <a:avLst/>
          </a:prstGeom>
          <a:noFill/>
        </p:spPr>
        <p:txBody>
          <a:bodyPr wrap="square" rtlCol="0">
            <a:spAutoFit/>
          </a:bodyPr>
          <a:lstStyle/>
          <a:p>
            <a:pPr>
              <a:lnSpc>
                <a:spcPct val="150000"/>
              </a:lnSpc>
            </a:pPr>
            <a:r>
              <a:rPr lang="en-US" altLang="zh-CN"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2025</a:t>
            </a: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年，学校有</a:t>
            </a:r>
            <a:r>
              <a:rPr lang="en-US" altLang="zh-CN"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313</a:t>
            </a: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人次入选斯坦福全球前</a:t>
            </a:r>
            <a:r>
              <a:rPr lang="en-US" altLang="zh-CN"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2%</a:t>
            </a: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顶尖科学家榜单；博士后队伍规模质量实现双跃升，招收人数达去年同期</a:t>
            </a:r>
            <a:r>
              <a:rPr lang="en-US" altLang="zh-CN"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3.1</a:t>
            </a: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倍。</a:t>
            </a:r>
            <a:endPar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sp>
        <p:nvSpPr>
          <p:cNvPr id="31" name="矩形 30"/>
          <p:cNvSpPr/>
          <p:nvPr>
            <p:custDataLst>
              <p:tags r:id="rId14"/>
            </p:custDataLst>
          </p:nvPr>
        </p:nvSpPr>
        <p:spPr>
          <a:xfrm>
            <a:off x="4405795" y="5457027"/>
            <a:ext cx="3369598" cy="446400"/>
          </a:xfrm>
          <a:prstGeom prst="rect">
            <a:avLst/>
          </a:prstGeom>
          <a:solidFill>
            <a:srgbClr val="007B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custDataLst>
              <p:tags r:id="rId15"/>
            </p:custDataLst>
          </p:nvPr>
        </p:nvSpPr>
        <p:spPr>
          <a:xfrm>
            <a:off x="4454432" y="5541727"/>
            <a:ext cx="3320961" cy="261610"/>
          </a:xfrm>
          <a:prstGeom prst="rect">
            <a:avLst/>
          </a:prstGeom>
          <a:noFill/>
        </p:spPr>
        <p:txBody>
          <a:bodyPr wrap="square" rtlCol="0">
            <a:spAutoFit/>
          </a:bodyPr>
          <a:lstStyle/>
          <a:p>
            <a:r>
              <a:rPr lang="en-US" altLang="zh-CN" sz="1050" dirty="0">
                <a:solidFill>
                  <a:schemeClr val="bg1"/>
                </a:solidFill>
                <a:latin typeface="思源黑体 Heavy" panose="020B0A00000000000000" charset="-122"/>
                <a:ea typeface="思源黑体 Heavy" panose="020B0A00000000000000" charset="-122"/>
              </a:rPr>
              <a:t>South China University of Technology</a:t>
            </a:r>
            <a:endParaRPr lang="zh-CN" altLang="en-US" sz="1050" dirty="0">
              <a:solidFill>
                <a:schemeClr val="bg1"/>
              </a:solidFill>
              <a:latin typeface="思源黑体 Heavy" panose="020B0A00000000000000" charset="-122"/>
              <a:ea typeface="思源黑体 Heavy" panose="020B0A00000000000000" charset="-122"/>
            </a:endParaRPr>
          </a:p>
        </p:txBody>
      </p:sp>
      <p:sp>
        <p:nvSpPr>
          <p:cNvPr id="33" name="文本框 32"/>
          <p:cNvSpPr txBox="1"/>
          <p:nvPr>
            <p:custDataLst>
              <p:tags r:id="rId16"/>
            </p:custDataLst>
          </p:nvPr>
        </p:nvSpPr>
        <p:spPr>
          <a:xfrm>
            <a:off x="7226815" y="5510949"/>
            <a:ext cx="476634" cy="338554"/>
          </a:xfrm>
          <a:prstGeom prst="rect">
            <a:avLst/>
          </a:prstGeom>
          <a:noFill/>
        </p:spPr>
        <p:txBody>
          <a:bodyPr wrap="square" rtlCol="0">
            <a:spAutoFit/>
          </a:bodyPr>
          <a:lstStyle/>
          <a:p>
            <a:r>
              <a:rPr lang="en-US" altLang="zh-CN" sz="1600" dirty="0">
                <a:solidFill>
                  <a:schemeClr val="bg1"/>
                </a:solidFill>
                <a:latin typeface="思源黑体 Heavy" panose="020B0A00000000000000" charset="-122"/>
                <a:ea typeface="思源黑体 Heavy" panose="020B0A00000000000000" charset="-122"/>
              </a:rPr>
              <a:t>02</a:t>
            </a:r>
            <a:endParaRPr lang="zh-CN" altLang="en-US" sz="1600" dirty="0">
              <a:solidFill>
                <a:schemeClr val="bg1"/>
              </a:solidFill>
              <a:latin typeface="思源黑体 Heavy" panose="020B0A00000000000000" charset="-122"/>
              <a:ea typeface="思源黑体 Heavy" panose="020B0A00000000000000" charset="-122"/>
            </a:endParaRPr>
          </a:p>
        </p:txBody>
      </p:sp>
      <p:sp>
        <p:nvSpPr>
          <p:cNvPr id="34" name="文本框 33"/>
          <p:cNvSpPr txBox="1"/>
          <p:nvPr>
            <p:custDataLst>
              <p:tags r:id="rId17"/>
            </p:custDataLst>
          </p:nvPr>
        </p:nvSpPr>
        <p:spPr>
          <a:xfrm>
            <a:off x="8032058" y="4052125"/>
            <a:ext cx="1722960" cy="398780"/>
          </a:xfrm>
          <a:prstGeom prst="rect">
            <a:avLst/>
          </a:prstGeom>
          <a:noFill/>
        </p:spPr>
        <p:txBody>
          <a:bodyPr wrap="square" rtlCol="0">
            <a:spAutoFit/>
          </a:bodyPr>
          <a:lstStyle/>
          <a:p>
            <a:pPr lvl="0" algn="l">
              <a:buClrTx/>
              <a:buSzTx/>
              <a:buFontTx/>
            </a:pPr>
            <a:r>
              <a:rPr lang="zh-CN" altLang="en-US" sz="2000" dirty="0">
                <a:solidFill>
                  <a:schemeClr val="tx1">
                    <a:lumMod val="75000"/>
                    <a:lumOff val="25000"/>
                  </a:schemeClr>
                </a:solidFill>
                <a:latin typeface="思源黑体 Heavy" panose="020B0A00000000000000" charset="-122"/>
                <a:ea typeface="思源黑体 Heavy" panose="020B0A00000000000000" charset="-122"/>
                <a:sym typeface="+mn-ea"/>
              </a:rPr>
              <a:t>育人成效显著</a:t>
            </a:r>
            <a:endParaRPr lang="zh-CN" altLang="en-US" sz="2000" dirty="0">
              <a:solidFill>
                <a:schemeClr val="tx1">
                  <a:lumMod val="75000"/>
                  <a:lumOff val="25000"/>
                </a:schemeClr>
              </a:solidFill>
              <a:latin typeface="思源黑体 Heavy" panose="020B0A00000000000000" charset="-122"/>
              <a:ea typeface="思源黑体 Heavy" panose="020B0A00000000000000" charset="-122"/>
            </a:endParaRPr>
          </a:p>
        </p:txBody>
      </p:sp>
      <p:sp>
        <p:nvSpPr>
          <p:cNvPr id="35" name="文本框 34"/>
          <p:cNvSpPr txBox="1"/>
          <p:nvPr>
            <p:custDataLst>
              <p:tags r:id="rId18"/>
            </p:custDataLst>
          </p:nvPr>
        </p:nvSpPr>
        <p:spPr>
          <a:xfrm>
            <a:off x="8032114" y="4495737"/>
            <a:ext cx="3468967" cy="922020"/>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学校被誉为“工程师的摇篮”“企业家的摇篮”“新能源汽车界的黄埔军校”，入选全国大众创业万众创新示范基地。</a:t>
            </a:r>
            <a:endPar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sp>
        <p:nvSpPr>
          <p:cNvPr id="36" name="矩形 35"/>
          <p:cNvSpPr/>
          <p:nvPr>
            <p:custDataLst>
              <p:tags r:id="rId19"/>
            </p:custDataLst>
          </p:nvPr>
        </p:nvSpPr>
        <p:spPr>
          <a:xfrm>
            <a:off x="8085798" y="5457027"/>
            <a:ext cx="3369598" cy="446400"/>
          </a:xfrm>
          <a:prstGeom prst="rect">
            <a:avLst/>
          </a:prstGeom>
          <a:solidFill>
            <a:srgbClr val="76AB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custDataLst>
              <p:tags r:id="rId20"/>
            </p:custDataLst>
          </p:nvPr>
        </p:nvSpPr>
        <p:spPr>
          <a:xfrm>
            <a:off x="8134435" y="5541727"/>
            <a:ext cx="1515403" cy="276999"/>
          </a:xfrm>
          <a:prstGeom prst="rect">
            <a:avLst/>
          </a:prstGeom>
          <a:noFill/>
        </p:spPr>
        <p:txBody>
          <a:bodyPr wrap="square" rtlCol="0">
            <a:spAutoFit/>
          </a:bodyPr>
          <a:lstStyle/>
          <a:p>
            <a:r>
              <a:rPr lang="zh-CN" altLang="en-US" sz="1200" dirty="0">
                <a:solidFill>
                  <a:schemeClr val="bg1"/>
                </a:solidFill>
                <a:latin typeface="思源黑体 Heavy" panose="020B0A00000000000000" charset="-122"/>
                <a:ea typeface="思源黑体 Heavy" panose="020B0A00000000000000" charset="-122"/>
              </a:rPr>
              <a:t>华南理工大学</a:t>
            </a:r>
            <a:endParaRPr lang="zh-CN" altLang="en-US" sz="1200" dirty="0">
              <a:solidFill>
                <a:schemeClr val="bg1"/>
              </a:solidFill>
              <a:latin typeface="思源黑体 Heavy" panose="020B0A00000000000000" charset="-122"/>
              <a:ea typeface="思源黑体 Heavy" panose="020B0A00000000000000" charset="-122"/>
            </a:endParaRPr>
          </a:p>
        </p:txBody>
      </p:sp>
      <p:sp>
        <p:nvSpPr>
          <p:cNvPr id="38" name="文本框 37"/>
          <p:cNvSpPr txBox="1"/>
          <p:nvPr>
            <p:custDataLst>
              <p:tags r:id="rId21"/>
            </p:custDataLst>
          </p:nvPr>
        </p:nvSpPr>
        <p:spPr>
          <a:xfrm>
            <a:off x="10906818" y="5510949"/>
            <a:ext cx="491887" cy="338554"/>
          </a:xfrm>
          <a:prstGeom prst="rect">
            <a:avLst/>
          </a:prstGeom>
          <a:noFill/>
        </p:spPr>
        <p:txBody>
          <a:bodyPr wrap="square" rtlCol="0">
            <a:spAutoFit/>
          </a:bodyPr>
          <a:lstStyle/>
          <a:p>
            <a:r>
              <a:rPr lang="en-US" altLang="zh-CN" sz="1600" dirty="0">
                <a:solidFill>
                  <a:schemeClr val="bg1"/>
                </a:solidFill>
                <a:latin typeface="思源黑体 Heavy" panose="020B0A00000000000000" charset="-122"/>
                <a:ea typeface="思源黑体 Heavy" panose="020B0A00000000000000" charset="-122"/>
              </a:rPr>
              <a:t>03</a:t>
            </a:r>
            <a:endParaRPr lang="zh-CN" altLang="en-US" sz="1600" dirty="0">
              <a:solidFill>
                <a:schemeClr val="bg1"/>
              </a:solidFill>
              <a:latin typeface="思源黑体 Heavy" panose="020B0A00000000000000" charset="-122"/>
              <a:ea typeface="思源黑体 Heavy" panose="020B0A00000000000000" charset="-122"/>
            </a:endParaRPr>
          </a:p>
        </p:txBody>
      </p:sp>
      <p:pic>
        <p:nvPicPr>
          <p:cNvPr id="3" name="图片 2" descr="校名（1918）(内部）-06"/>
          <p:cNvPicPr>
            <a:picLocks noChangeAspect="1"/>
          </p:cNvPicPr>
          <p:nvPr/>
        </p:nvPicPr>
        <p:blipFill>
          <a:blip r:embed="rId22" cstate="screen"/>
          <a:stretch>
            <a:fillRect/>
          </a:stretch>
        </p:blipFill>
        <p:spPr>
          <a:xfrm>
            <a:off x="9548495" y="233680"/>
            <a:ext cx="2112010" cy="5867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a:blip r:embed="rId1" cstate="screen"/>
          <a:srcRect/>
          <a:stretch>
            <a:fillRect/>
          </a:stretch>
        </p:blipFill>
        <p:spPr>
          <a:xfrm>
            <a:off x="690918" y="1440000"/>
            <a:ext cx="9453590" cy="3441714"/>
          </a:xfrm>
          <a:prstGeom prst="rect">
            <a:avLst/>
          </a:prstGeom>
        </p:spPr>
      </p:pic>
      <p:grpSp>
        <p:nvGrpSpPr>
          <p:cNvPr id="5" name="组合 4"/>
          <p:cNvGrpSpPr/>
          <p:nvPr/>
        </p:nvGrpSpPr>
        <p:grpSpPr>
          <a:xfrm>
            <a:off x="690918" y="471894"/>
            <a:ext cx="2327385" cy="646987"/>
            <a:chOff x="989556" y="2686274"/>
            <a:chExt cx="4196219" cy="692149"/>
          </a:xfrm>
        </p:grpSpPr>
        <p:sp>
          <p:nvSpPr>
            <p:cNvPr id="6" name="文本框 5"/>
            <p:cNvSpPr txBox="1"/>
            <p:nvPr/>
          </p:nvSpPr>
          <p:spPr>
            <a:xfrm>
              <a:off x="989556" y="2686274"/>
              <a:ext cx="4196219" cy="492511"/>
            </a:xfrm>
            <a:prstGeom prst="rect">
              <a:avLst/>
            </a:prstGeom>
            <a:noFill/>
          </p:spPr>
          <p:txBody>
            <a:bodyPr wrap="square" rtlCol="0">
              <a:spAutoFit/>
            </a:bodyPr>
            <a:lstStyle/>
            <a:p>
              <a:r>
                <a:rPr lang="zh-CN" altLang="en-US" sz="2400" dirty="0">
                  <a:solidFill>
                    <a:srgbClr val="2D4F8F"/>
                  </a:solidFill>
                  <a:latin typeface="思源黑体 Heavy" panose="020B0A00000000000000" charset="-122"/>
                  <a:ea typeface="思源黑体 Heavy" panose="020B0A00000000000000" charset="-122"/>
                </a:rPr>
                <a:t>明辨笃行</a:t>
              </a:r>
              <a:endParaRPr lang="zh-CN" altLang="en-US" sz="2400" dirty="0">
                <a:solidFill>
                  <a:srgbClr val="2D4F8F"/>
                </a:solidFill>
                <a:latin typeface="思源黑体 Heavy" panose="020B0A00000000000000" charset="-122"/>
                <a:ea typeface="思源黑体 Heavy" panose="020B0A00000000000000" charset="-122"/>
              </a:endParaRPr>
            </a:p>
          </p:txBody>
        </p:sp>
        <p:sp>
          <p:nvSpPr>
            <p:cNvPr id="7" name="文本框 6"/>
            <p:cNvSpPr txBox="1"/>
            <p:nvPr/>
          </p:nvSpPr>
          <p:spPr>
            <a:xfrm>
              <a:off x="1086446" y="3147940"/>
              <a:ext cx="3910047" cy="230483"/>
            </a:xfrm>
            <a:prstGeom prst="rect">
              <a:avLst/>
            </a:prstGeom>
            <a:noFill/>
          </p:spPr>
          <p:txBody>
            <a:bodyPr wrap="square" rtlCol="0">
              <a:spAutoFit/>
            </a:bodyPr>
            <a:lstStyle/>
            <a:p>
              <a:r>
                <a:rPr lang="zh-CN" altLang="en-US" sz="800" dirty="0">
                  <a:solidFill>
                    <a:schemeClr val="tx1">
                      <a:lumMod val="65000"/>
                      <a:lumOff val="35000"/>
                    </a:schemeClr>
                  </a:solidFill>
                  <a:latin typeface="思源黑体 Heavy" panose="020B0A00000000000000" charset="-122"/>
                  <a:ea typeface="思源黑体 Heavy" panose="020B0A00000000000000" charset="-122"/>
                </a:rPr>
                <a:t>厚德尚学 自强不息 </a:t>
              </a:r>
              <a:r>
                <a:rPr lang="zh-CN" altLang="en-US" sz="800" dirty="0">
                  <a:solidFill>
                    <a:schemeClr val="tx1">
                      <a:lumMod val="75000"/>
                      <a:lumOff val="25000"/>
                    </a:schemeClr>
                  </a:solidFill>
                  <a:latin typeface="思源黑体 CN" panose="020B0500000000000000" pitchFamily="34" charset="-122"/>
                  <a:ea typeface="思源黑体 CN" panose="020B0500000000000000" pitchFamily="34" charset="-122"/>
                  <a:sym typeface="+mn-ea"/>
                </a:rPr>
                <a:t>务实创新 追求卓越</a:t>
              </a:r>
              <a:endParaRPr lang="zh-CN" altLang="en-US" sz="8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grpSp>
      <p:sp>
        <p:nvSpPr>
          <p:cNvPr id="9" name="矩形 8"/>
          <p:cNvSpPr/>
          <p:nvPr/>
        </p:nvSpPr>
        <p:spPr>
          <a:xfrm>
            <a:off x="6813670" y="3353181"/>
            <a:ext cx="4658330" cy="2960398"/>
          </a:xfrm>
          <a:prstGeom prst="rect">
            <a:avLst/>
          </a:prstGeom>
          <a:solidFill>
            <a:srgbClr val="2D4F8F"/>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Heavy" panose="020B0A00000000000000" charset="-122"/>
              <a:ea typeface="思源黑体 Heavy" panose="020B0A00000000000000" charset="-122"/>
            </a:endParaRPr>
          </a:p>
        </p:txBody>
      </p:sp>
      <p:sp>
        <p:nvSpPr>
          <p:cNvPr id="10" name="矩形 9"/>
          <p:cNvSpPr/>
          <p:nvPr/>
        </p:nvSpPr>
        <p:spPr>
          <a:xfrm>
            <a:off x="7228840" y="3702685"/>
            <a:ext cx="4243070" cy="39878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solidFill>
                <a:latin typeface="思源黑体 Heavy" panose="020B0A00000000000000" charset="-122"/>
                <a:ea typeface="思源黑体 Heavy" panose="020B0A00000000000000" charset="-122"/>
              </a:rPr>
              <a:t>华南理工大学学生记者团</a:t>
            </a:r>
            <a:endParaRPr kumimoji="0" lang="zh-CN" altLang="en-US" sz="2000" b="0" i="0" u="none" strike="noStrike" kern="1200" cap="none" spc="0" normalizeH="0" baseline="0" noProof="0" dirty="0">
              <a:ln>
                <a:noFill/>
              </a:ln>
              <a:solidFill>
                <a:schemeClr val="bg1"/>
              </a:solidFill>
              <a:effectLst/>
              <a:uLnTx/>
              <a:uFillTx/>
              <a:latin typeface="思源黑体 Heavy" panose="020B0A00000000000000" charset="-122"/>
              <a:ea typeface="思源黑体 Heavy" panose="020B0A00000000000000" charset="-122"/>
              <a:cs typeface="+mn-cs"/>
            </a:endParaRPr>
          </a:p>
        </p:txBody>
      </p:sp>
      <p:sp>
        <p:nvSpPr>
          <p:cNvPr id="11" name="矩形 10"/>
          <p:cNvSpPr/>
          <p:nvPr/>
        </p:nvSpPr>
        <p:spPr>
          <a:xfrm>
            <a:off x="7228590" y="4725108"/>
            <a:ext cx="3812142" cy="9220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思源黑体 CN" panose="020B0500000000000000" pitchFamily="34" charset="-122"/>
                <a:ea typeface="思源黑体 CN" panose="020B0500000000000000" pitchFamily="34" charset="-122"/>
                <a:cs typeface="+mn-cs"/>
              </a:rPr>
              <a:t>用文字记录真实用镜头定格瞬间</a:t>
            </a:r>
            <a:endParaRPr kumimoji="0" lang="zh-CN" altLang="en-US" sz="1200" b="0" i="0" u="none" strike="noStrike" kern="1200" cap="none" spc="0" normalizeH="0" baseline="0" noProof="0" dirty="0">
              <a:ln>
                <a:noFill/>
              </a:ln>
              <a:solidFill>
                <a:schemeClr val="bg1"/>
              </a:solidFill>
              <a:effectLst/>
              <a:uLnTx/>
              <a:uFillTx/>
              <a:latin typeface="思源黑体 CN" panose="020B0500000000000000" pitchFamily="34" charset="-122"/>
              <a:ea typeface="思源黑体 CN" panose="020B0500000000000000"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思源黑体 CN" panose="020B0500000000000000" pitchFamily="34" charset="-122"/>
                <a:ea typeface="思源黑体 CN" panose="020B0500000000000000" pitchFamily="34" charset="-122"/>
                <a:cs typeface="+mn-cs"/>
              </a:rPr>
              <a:t>用创意传播热点用文字记录真实</a:t>
            </a:r>
            <a:endParaRPr kumimoji="0" lang="zh-CN" altLang="en-US" sz="1200" b="0" i="0" u="none" strike="noStrike" kern="1200" cap="none" spc="0" normalizeH="0" baseline="0" noProof="0" dirty="0">
              <a:ln>
                <a:noFill/>
              </a:ln>
              <a:solidFill>
                <a:schemeClr val="bg1"/>
              </a:solidFill>
              <a:effectLst/>
              <a:uLnTx/>
              <a:uFillTx/>
              <a:latin typeface="思源黑体 CN" panose="020B0500000000000000" pitchFamily="34" charset="-122"/>
              <a:ea typeface="思源黑体 CN" panose="020B0500000000000000"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思源黑体 CN" panose="020B0500000000000000" pitchFamily="34" charset="-122"/>
                <a:ea typeface="思源黑体 CN" panose="020B0500000000000000" pitchFamily="34" charset="-122"/>
                <a:cs typeface="+mn-cs"/>
              </a:rPr>
              <a:t>用镜头定格瞬间用创意传播热点</a:t>
            </a:r>
            <a:endParaRPr kumimoji="0" lang="zh-CN" altLang="en-US" sz="1200" b="0" i="0" u="none" strike="noStrike" kern="1200" cap="none" spc="0" normalizeH="0" baseline="0" noProof="0" dirty="0">
              <a:ln>
                <a:noFill/>
              </a:ln>
              <a:solidFill>
                <a:schemeClr val="bg1"/>
              </a:solidFill>
              <a:effectLst/>
              <a:uLnTx/>
              <a:uFillTx/>
              <a:latin typeface="思源黑体 CN" panose="020B0500000000000000" pitchFamily="34" charset="-122"/>
              <a:ea typeface="思源黑体 CN" panose="020B0500000000000000" pitchFamily="34" charset="-122"/>
              <a:cs typeface="+mn-cs"/>
            </a:endParaRPr>
          </a:p>
        </p:txBody>
      </p:sp>
      <p:cxnSp>
        <p:nvCxnSpPr>
          <p:cNvPr id="12" name="直接连接符 11"/>
          <p:cNvCxnSpPr/>
          <p:nvPr/>
        </p:nvCxnSpPr>
        <p:spPr>
          <a:xfrm>
            <a:off x="720000" y="5411724"/>
            <a:ext cx="177368" cy="0"/>
          </a:xfrm>
          <a:prstGeom prst="line">
            <a:avLst/>
          </a:prstGeom>
          <a:ln w="25400">
            <a:solidFill>
              <a:srgbClr val="76ABD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322817" y="4259865"/>
            <a:ext cx="177368"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720000" y="5515027"/>
            <a:ext cx="5765860" cy="798360"/>
          </a:xfrm>
          <a:prstGeom prst="rect">
            <a:avLst/>
          </a:prstGeom>
          <a:noFill/>
        </p:spPr>
        <p:txBody>
          <a:bodyPr wrap="square" lIns="0" tIns="0" rIns="0" bIns="0">
            <a:spAutoFit/>
          </a:bodyPr>
          <a:lstStyle/>
          <a:p>
            <a:pPr>
              <a:lnSpc>
                <a:spcPct val="150000"/>
              </a:lnSpc>
            </a:pPr>
            <a:r>
              <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rPr>
              <a:t>华南理工大学学生记者团多次获得校级、省级荣誉，2023-2024广东省年度校媒，2023-2024全国优秀高校可视化融媒团队，2023 年度全国本科高校影响力视频号，2023年度影响力创作者最佳原创作品奖，2022-2023 全国影响力高校可视化融媒团队。</a:t>
            </a:r>
            <a:endParaRPr lang="zh-CN" altLang="en-US" sz="12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pic>
        <p:nvPicPr>
          <p:cNvPr id="3" name="图片 2" descr="校名（1918）(内部）-06"/>
          <p:cNvPicPr>
            <a:picLocks noChangeAspect="1"/>
          </p:cNvPicPr>
          <p:nvPr/>
        </p:nvPicPr>
        <p:blipFill>
          <a:blip r:embed="rId2" cstate="screen"/>
          <a:stretch>
            <a:fillRect/>
          </a:stretch>
        </p:blipFill>
        <p:spPr>
          <a:xfrm>
            <a:off x="9548495" y="233680"/>
            <a:ext cx="2112010" cy="5867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1" cstate="screen"/>
          <a:stretch>
            <a:fillRect/>
          </a:stretch>
        </p:blipFill>
        <p:spPr>
          <a:xfrm>
            <a:off x="0" y="0"/>
            <a:ext cx="12192000" cy="6858000"/>
          </a:xfrm>
          <a:prstGeom prst="rect">
            <a:avLst/>
          </a:prstGeom>
        </p:spPr>
      </p:pic>
      <p:pic>
        <p:nvPicPr>
          <p:cNvPr id="15" name="图片 14" descr="校名（1918）(内部）-06"/>
          <p:cNvPicPr>
            <a:picLocks noChangeAspect="1"/>
          </p:cNvPicPr>
          <p:nvPr/>
        </p:nvPicPr>
        <p:blipFill>
          <a:blip r:embed="rId2" cstate="screen"/>
          <a:stretch>
            <a:fillRect/>
          </a:stretch>
        </p:blipFill>
        <p:spPr>
          <a:xfrm>
            <a:off x="4938395" y="899179"/>
            <a:ext cx="2112010" cy="586740"/>
          </a:xfrm>
          <a:prstGeom prst="rect">
            <a:avLst/>
          </a:prstGeom>
        </p:spPr>
      </p:pic>
      <p:sp>
        <p:nvSpPr>
          <p:cNvPr id="28" name="矩形 27"/>
          <p:cNvSpPr/>
          <p:nvPr/>
        </p:nvSpPr>
        <p:spPr>
          <a:xfrm>
            <a:off x="3464512" y="1592628"/>
            <a:ext cx="5262979" cy="1107996"/>
          </a:xfrm>
          <a:prstGeom prst="rect">
            <a:avLst/>
          </a:prstGeom>
          <a:noFill/>
        </p:spPr>
        <p:txBody>
          <a:bodyPr wrap="none" lIns="91440" tIns="45720" rIns="91440" bIns="45720">
            <a:spAutoFit/>
          </a:bodyPr>
          <a:lstStyle/>
          <a:p>
            <a:pPr algn="ctr"/>
            <a:r>
              <a:rPr lang="zh-CN" altLang="en-US" sz="6600" b="1" cap="none" spc="0" dirty="0">
                <a:ln w="0"/>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38100" dist="25400" dir="5400000" algn="ctr" rotWithShape="0">
                    <a:srgbClr val="6E747A">
                      <a:alpha val="43000"/>
                    </a:srgbClr>
                  </a:outerShdw>
                </a:effectLst>
                <a:latin typeface="思源黑体 Heavy" panose="020B0A00000000000000" charset="-122"/>
                <a:ea typeface="思源黑体 Heavy" panose="020B0A00000000000000" charset="-122"/>
              </a:rPr>
              <a:t>欢迎批评指正</a:t>
            </a:r>
            <a:endParaRPr lang="zh-CN" altLang="en-US" sz="6600" b="1" cap="none" spc="0" dirty="0">
              <a:ln w="0"/>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38100" dist="25400" dir="5400000" algn="ctr" rotWithShape="0">
                  <a:srgbClr val="6E747A">
                    <a:alpha val="43000"/>
                  </a:srgbClr>
                </a:outerShdw>
              </a:effectLst>
            </a:endParaRPr>
          </a:p>
        </p:txBody>
      </p:sp>
      <p:pic>
        <p:nvPicPr>
          <p:cNvPr id="38" name="图形 37"/>
          <p:cNvPicPr>
            <a:picLocks noChangeAspect="1"/>
          </p:cNvPicPr>
          <p:nvPr/>
        </p:nvPicPr>
        <p:blipFill>
          <a:blip r:embed="rId3" cstate="screen">
            <a:extLst>
              <a:ext uri="{96DAC541-7B7A-43D3-8B79-37D633B846F1}">
                <asvg:svgBlip xmlns:asvg="http://schemas.microsoft.com/office/drawing/2016/SVG/main" r:embed="rId4"/>
              </a:ext>
            </a:extLst>
          </a:blip>
          <a:stretch>
            <a:fillRect/>
          </a:stretch>
        </p:blipFill>
        <p:spPr>
          <a:xfrm>
            <a:off x="2291080" y="2576583"/>
            <a:ext cx="7609840" cy="976458"/>
          </a:xfrm>
          <a:prstGeom prst="rect">
            <a:avLst/>
          </a:prstGeom>
        </p:spPr>
      </p:pic>
      <p:sp>
        <p:nvSpPr>
          <p:cNvPr id="30" name="文本框 29"/>
          <p:cNvSpPr txBox="1"/>
          <p:nvPr/>
        </p:nvSpPr>
        <p:spPr>
          <a:xfrm>
            <a:off x="3449963" y="2812579"/>
            <a:ext cx="5292074" cy="398780"/>
          </a:xfrm>
          <a:prstGeom prst="rect">
            <a:avLst/>
          </a:prstGeom>
          <a:noFill/>
        </p:spPr>
        <p:txBody>
          <a:bodyPr wrap="square" rtlCol="0">
            <a:spAutoFit/>
          </a:bodyPr>
          <a:lstStyle/>
          <a:p>
            <a:pPr algn="ctr"/>
            <a:r>
              <a:rPr lang="en-US" altLang="zh-CN" sz="2000" b="1" dirty="0">
                <a:ln w="0"/>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38100" dist="25400" dir="5400000" algn="ctr" rotWithShape="0">
                    <a:srgbClr val="6E747A">
                      <a:alpha val="43000"/>
                    </a:srgbClr>
                  </a:outerShdw>
                </a:effectLst>
                <a:ea typeface="思源黑体 CN" panose="020B0500000000000000" pitchFamily="34" charset="-122"/>
              </a:rPr>
              <a:t>South China University Of Technology</a:t>
            </a:r>
            <a:endParaRPr lang="en-US" altLang="zh-CN" sz="2000" b="1" dirty="0">
              <a:ln w="0"/>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38100" dist="25400" dir="5400000" algn="ctr" rotWithShape="0">
                  <a:srgbClr val="6E747A">
                    <a:alpha val="43000"/>
                  </a:srgbClr>
                </a:outerShdw>
              </a:effectLst>
              <a:ea typeface="思源黑体 CN" panose="020B0500000000000000" pitchFamily="34" charset="-122"/>
            </a:endParaRPr>
          </a:p>
        </p:txBody>
      </p:sp>
      <p:sp>
        <p:nvSpPr>
          <p:cNvPr id="31" name="文本框 30"/>
          <p:cNvSpPr txBox="1"/>
          <p:nvPr/>
        </p:nvSpPr>
        <p:spPr>
          <a:xfrm>
            <a:off x="4542773" y="3429000"/>
            <a:ext cx="3106455" cy="337185"/>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rPr>
              <a:t>汇报人：鲤工仔</a:t>
            </a:r>
            <a:endParaRPr lang="zh-CN" altLang="en-US" sz="1600" dirty="0">
              <a:solidFill>
                <a:schemeClr val="tx1">
                  <a:lumMod val="75000"/>
                  <a:lumOff val="25000"/>
                </a:schemeClr>
              </a:solidFill>
              <a:latin typeface="思源黑体 CN" panose="020B0500000000000000" pitchFamily="34" charset="-122"/>
              <a:ea typeface="思源黑体 CN" panose="020B0500000000000000" pitchFamily="34" charset="-122"/>
            </a:endParaRPr>
          </a:p>
        </p:txBody>
      </p:sp>
    </p:spTree>
  </p:cSld>
  <p:clrMapOvr>
    <a:masterClrMapping/>
  </p:clrMapOvr>
</p:sld>
</file>

<file path=ppt/tags/tag1.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2.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3.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4.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5.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6.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7.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8.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9.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10.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11.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12.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13.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14.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15.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16.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17.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18.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19.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20.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21.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22.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23.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24.xml><?xml version="1.0" encoding="utf-8"?>
<p:tagLst xmlns:p="http://schemas.openxmlformats.org/presentationml/2006/main">
  <p:tag name="KSO_WM_DIAGRAM_VIRTUALLY_FRAME" val="{&quot;height&quot;:186.4706299212599,&quot;left&quot;:108.34692913385827,&quot;top&quot;:297.9997637795276,&quot;width&quot;:777.3588188976379}"/>
</p:tagLst>
</file>

<file path=ppt/tags/tag25.xml><?xml version="1.0" encoding="utf-8"?>
<p:tagLst xmlns:p="http://schemas.openxmlformats.org/presentationml/2006/main">
  <p:tag name="PICID" val="{6359f158-9a7b-45c8-b608-e69de563d114}"/>
</p:tagLst>
</file>

<file path=ppt/tags/tag26.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27.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28.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29.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30.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31.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32.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33.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34.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35.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36.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37.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38.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39.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40.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41.xml><?xml version="1.0" encoding="utf-8"?>
<p:tagLst xmlns:p="http://schemas.openxmlformats.org/presentationml/2006/main">
  <p:tag name="KSO_WM_DIAGRAM_VIRTUALLY_FRAME" val="{&quot;height&quot;:247.82535433070862,&quot;left&quot;:58.799527559055115,&quot;top&quot;:275.4188976377953,&quot;width&quot;:844.5221259842522}"/>
</p:tagLst>
</file>

<file path=ppt/tags/tag42.xml><?xml version="1.0" encoding="utf-8"?>
<p:tagLst xmlns:p="http://schemas.openxmlformats.org/presentationml/2006/main">
  <p:tag name="KSO_WM_DIAGRAM_VIRTUALLY_FRAME" val="{&quot;height&quot;:453.1,&quot;left&quot;:0,&quot;top&quot;:109.4,&quot;width&quot;:595}"/>
</p:tagLst>
</file>

<file path=ppt/tags/tag43.xml><?xml version="1.0" encoding="utf-8"?>
<p:tagLst xmlns:p="http://schemas.openxmlformats.org/presentationml/2006/main">
  <p:tag name="KSO_WM_DIAGRAM_VIRTUALLY_FRAME" val="{&quot;height&quot;:453.1,&quot;left&quot;:0,&quot;top&quot;:109.4,&quot;width&quot;:595}"/>
</p:tagLst>
</file>

<file path=ppt/tags/tag44.xml><?xml version="1.0" encoding="utf-8"?>
<p:tagLst xmlns:p="http://schemas.openxmlformats.org/presentationml/2006/main">
  <p:tag name="KSO_WM_DIAGRAM_VIRTUALLY_FRAME" val="{&quot;height&quot;:453.1,&quot;left&quot;:0,&quot;top&quot;:109.4,&quot;width&quot;:595}"/>
</p:tagLst>
</file>

<file path=ppt/tags/tag45.xml><?xml version="1.0" encoding="utf-8"?>
<p:tagLst xmlns:p="http://schemas.openxmlformats.org/presentationml/2006/main">
  <p:tag name="KSO_WM_DIAGRAM_VIRTUALLY_FRAME" val="{&quot;height&quot;:453.1,&quot;left&quot;:0,&quot;top&quot;:109.4,&quot;width&quot;:595}"/>
</p:tagLst>
</file>

<file path=ppt/tags/tag46.xml><?xml version="1.0" encoding="utf-8"?>
<p:tagLst xmlns:p="http://schemas.openxmlformats.org/presentationml/2006/main">
  <p:tag name="KSO_WM_DIAGRAM_VIRTUALLY_FRAME" val="{&quot;height&quot;:453.1,&quot;left&quot;:0,&quot;top&quot;:109.4,&quot;width&quot;:595}"/>
</p:tagLst>
</file>

<file path=ppt/tags/tag47.xml><?xml version="1.0" encoding="utf-8"?>
<p:tagLst xmlns:p="http://schemas.openxmlformats.org/presentationml/2006/main">
  <p:tag name="KSO_WM_DIAGRAM_VIRTUALLY_FRAME" val="{&quot;height&quot;:453.1,&quot;left&quot;:0,&quot;top&quot;:109.4,&quot;width&quot;:595}"/>
</p:tagLst>
</file>

<file path=ppt/tags/tag48.xml><?xml version="1.0" encoding="utf-8"?>
<p:tagLst xmlns:p="http://schemas.openxmlformats.org/presentationml/2006/main">
  <p:tag name="KSO_WM_DIAGRAM_VIRTUALLY_FRAME" val="{&quot;height&quot;:453.1,&quot;left&quot;:0,&quot;top&quot;:109.4,&quot;width&quot;:595}"/>
</p:tagLst>
</file>

<file path=ppt/tags/tag49.xml><?xml version="1.0" encoding="utf-8"?>
<p:tagLst xmlns:p="http://schemas.openxmlformats.org/presentationml/2006/main">
  <p:tag name="KSO_WM_DIAGRAM_VIRTUALLY_FRAME" val="{&quot;height&quot;:453.1,&quot;left&quot;:0,&quot;top&quot;:109.4,&quot;width&quot;:595}"/>
</p:tagLst>
</file>

<file path=ppt/tags/tag50.xml><?xml version="1.0" encoding="utf-8"?>
<p:tagLst xmlns:p="http://schemas.openxmlformats.org/presentationml/2006/main">
  <p:tag name="KSO_WM_DIAGRAM_VIRTUALLY_FRAME" val="{&quot;height&quot;:453.1,&quot;left&quot;:0,&quot;top&quot;:109.4,&quot;width&quot;:595}"/>
</p:tagLst>
</file>

<file path=ppt/tags/tag51.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52.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53.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54.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55.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56.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57.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58.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59.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60.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61.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62.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63.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64.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65.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66.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67.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68.xml><?xml version="1.0" encoding="utf-8"?>
<p:tagLst xmlns:p="http://schemas.openxmlformats.org/presentationml/2006/main">
  <p:tag name="KSO_WM_DIAGRAM_VIRTUALLY_FRAME" val="{&quot;height&quot;:336.9234645669291,&quot;left&quot;:54.399921259842515,&quot;top&quot;:127.91330708661417,&quot;width&quot;:851.1970078740158}"/>
</p:tagLst>
</file>

<file path=ppt/tags/tag69.xml><?xml version="1.0" encoding="utf-8"?>
<p:tagLst xmlns:p="http://schemas.openxmlformats.org/presentationml/2006/main">
  <p:tag name="COMMONDATA" val="eyJoZGlkIjoiYmYzMTNmMWQwZmZjZTcxN2FmNzYzYWFkYTAwZDUxZm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2309</Words>
  <Application>WPS 演示</Application>
  <PresentationFormat>宽屏</PresentationFormat>
  <Paragraphs>291</Paragraphs>
  <Slides>19</Slides>
  <Notes>13</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19</vt:i4>
      </vt:variant>
    </vt:vector>
  </HeadingPairs>
  <TitlesOfParts>
    <vt:vector size="36" baseType="lpstr">
      <vt:lpstr>Arial</vt:lpstr>
      <vt:lpstr>宋体</vt:lpstr>
      <vt:lpstr>Wingdings</vt:lpstr>
      <vt:lpstr>思源黑体 Heavy</vt:lpstr>
      <vt:lpstr>黑体</vt:lpstr>
      <vt:lpstr>思源黑体 CN</vt:lpstr>
      <vt:lpstr>思源黑体 CN Medium</vt:lpstr>
      <vt:lpstr>思源黑体 CN Heavy</vt:lpstr>
      <vt:lpstr>Alibaba PuHuiTi</vt:lpstr>
      <vt:lpstr>思源黑体 CN Bold</vt:lpstr>
      <vt:lpstr>Calibri</vt:lpstr>
      <vt:lpstr>微软雅黑</vt:lpstr>
      <vt:lpstr>阿里巴巴普惠体 Heavy</vt:lpstr>
      <vt:lpstr>等线</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
  <cp:revision>23</cp:revision>
  <dcterms:created xsi:type="dcterms:W3CDTF">2025-05-24T04:04:00Z</dcterms:created>
  <dcterms:modified xsi:type="dcterms:W3CDTF">2026-03-16T03:02:07Z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B8EC7280E62D4F8AA69F2909943510A0_13</vt:lpwstr>
  </property>
  <property fmtid="{D5CDD505-2E9C-101B-9397-08002B2CF9AE}" pid="3" name="KSOProductBuildVer">
    <vt:lpwstr>2052-12.1.0.25225</vt:lpwstr>
  </property>
</Properties>
</file>