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sldIdLst>
    <p:sldId id="288" r:id="rId3"/>
    <p:sldId id="330" r:id="rId4"/>
    <p:sldId id="352" r:id="rId5"/>
    <p:sldId id="261" r:id="rId6"/>
    <p:sldId id="298" r:id="rId8"/>
    <p:sldId id="359" r:id="rId10"/>
    <p:sldId id="360" r:id="rId11"/>
    <p:sldId id="361" r:id="rId15"/>
    <p:sldId id="365" r:id="rId16"/>
    <p:sldId id="366" r:id="rId17"/>
    <p:sldId id="367" r:id="rId18"/>
    <p:sldId id="294" r:id="rId20"/>
    <p:sldId id="368" r:id="rId21"/>
    <p:sldId id="295" r:id="rId23"/>
    <p:sldId id="369" r:id="rId24"/>
    <p:sldId id="351" r:id="rId25"/>
  </p:sldIdLst>
  <p:sldSz cx="12192000" cy="6858000"/>
  <p:notesSz cx="6858000" cy="9144000"/>
  <p:embeddedFontLst>
    <p:embeddedFont>
      <p:font typeface="Broadway" panose="04040905080B02020502" pitchFamily="82" charset="0"/>
      <p:regular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等线" panose="02010600030101010101" pitchFamily="2" charset="-122"/>
      <p:regular r:id="rId32"/>
      <p:bold r:id="rId33"/>
    </p:embeddedFont>
    <p:embeddedFont>
      <p:font typeface="等线 Light" panose="02010600030101010101" pitchFamily="2" charset="-122"/>
      <p:regular r:id="rId34"/>
    </p:embeddedFont>
    <p:embeddedFont>
      <p:font typeface="方正清刻本悦宋简体" panose="02000000000000000000" pitchFamily="2" charset="-122"/>
      <p:regular r:id="rId35"/>
    </p:embeddedFont>
    <p:embeddedFont>
      <p:font typeface="黑体" panose="02010609060101010101" pitchFamily="49" charset="-122"/>
      <p:regular r:id="rId36"/>
    </p:embeddedFont>
    <p:embeddedFont>
      <p:font typeface="微软雅黑" panose="020B0503020204020204" pitchFamily="34" charset="-122"/>
      <p:regular r:id="rId37"/>
      <p:bold r:id="rId3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B6D"/>
    <a:srgbClr val="A6A6A6"/>
    <a:srgbClr val="157E9F"/>
    <a:srgbClr val="F7F7F9"/>
    <a:srgbClr val="F3F8FF"/>
    <a:srgbClr val="BEBCD6"/>
    <a:srgbClr val="889BBA"/>
    <a:srgbClr val="0A193A"/>
    <a:srgbClr val="051F4E"/>
    <a:srgbClr val="102A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36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542" y="67"/>
      </p:cViewPr>
      <p:guideLst>
        <p:guide orient="horz" pos="2049"/>
        <p:guide pos="3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6.xml"/><Relationship Id="rId18" Type="http://schemas.openxmlformats.org/officeDocument/2006/relationships/slide" Target="slides/slide16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8.fntdata"/><Relationship Id="rId42" Type="http://schemas.openxmlformats.org/officeDocument/2006/relationships/tableStyles" Target="tableStyles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8.xml"/><Relationship Id="rId31" Type="http://schemas.openxmlformats.org/officeDocument/2006/relationships/font" Target="fonts/font5.fntdata"/><Relationship Id="rId4" Type="http://schemas.openxmlformats.org/officeDocument/2006/relationships/slide" Target="slides/slide2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11A01-A892-450A-BBA9-B75FD8FAC4C0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C11D7-29FE-44F4-8A4E-40F62E4E2C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11A01-A892-450A-BBA9-B75FD8FAC4C0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C11D7-29FE-44F4-8A4E-40F62E4E2C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11A01-A892-450A-BBA9-B75FD8FAC4C0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C11D7-29FE-44F4-8A4E-40F62E4E2C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11A01-A892-450A-BBA9-B75FD8FAC4C0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C11D7-29FE-44F4-8A4E-40F62E4E2C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11A01-A892-450A-BBA9-B75FD8FAC4C0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C11D7-29FE-44F4-8A4E-40F62E4E2C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11A01-A892-450A-BBA9-B75FD8FAC4C0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C11D7-29FE-44F4-8A4E-40F62E4E2C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11A01-A892-450A-BBA9-B75FD8FAC4C0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C11D7-29FE-44F4-8A4E-40F62E4E2C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11A01-A892-450A-BBA9-B75FD8FAC4C0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C11D7-29FE-44F4-8A4E-40F62E4E2C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11A01-A892-450A-BBA9-B75FD8FAC4C0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C11D7-29FE-44F4-8A4E-40F62E4E2C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11A01-A892-450A-BBA9-B75FD8FAC4C0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C11D7-29FE-44F4-8A4E-40F62E4E2C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11A01-A892-450A-BBA9-B75FD8FAC4C0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C11D7-29FE-44F4-8A4E-40F62E4E2C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5" name="iṩļídê"/>
          <p:cNvGrpSpPr/>
          <p:nvPr userDrawn="1"/>
        </p:nvGrpSpPr>
        <p:grpSpPr>
          <a:xfrm>
            <a:off x="1426592" y="2528317"/>
            <a:ext cx="1800000" cy="1800000"/>
            <a:chOff x="1914526" y="2486026"/>
            <a:chExt cx="1882775" cy="1882775"/>
          </a:xfrm>
          <a:solidFill>
            <a:schemeClr val="bg1"/>
          </a:solidFill>
        </p:grpSpPr>
        <p:sp>
          <p:nvSpPr>
            <p:cNvPr id="606" name="îśľîḋê"/>
            <p:cNvSpPr/>
            <p:nvPr/>
          </p:nvSpPr>
          <p:spPr bwMode="auto">
            <a:xfrm>
              <a:off x="2457451" y="3409951"/>
              <a:ext cx="795338" cy="371475"/>
            </a:xfrm>
            <a:custGeom>
              <a:avLst/>
              <a:gdLst>
                <a:gd name="T0" fmla="*/ 294 w 501"/>
                <a:gd name="T1" fmla="*/ 65 h 234"/>
                <a:gd name="T2" fmla="*/ 213 w 501"/>
                <a:gd name="T3" fmla="*/ 129 h 234"/>
                <a:gd name="T4" fmla="*/ 224 w 501"/>
                <a:gd name="T5" fmla="*/ 52 h 234"/>
                <a:gd name="T6" fmla="*/ 203 w 501"/>
                <a:gd name="T7" fmla="*/ 53 h 234"/>
                <a:gd name="T8" fmla="*/ 177 w 501"/>
                <a:gd name="T9" fmla="*/ 30 h 234"/>
                <a:gd name="T10" fmla="*/ 204 w 501"/>
                <a:gd name="T11" fmla="*/ 20 h 234"/>
                <a:gd name="T12" fmla="*/ 180 w 501"/>
                <a:gd name="T13" fmla="*/ 16 h 234"/>
                <a:gd name="T14" fmla="*/ 162 w 501"/>
                <a:gd name="T15" fmla="*/ 54 h 234"/>
                <a:gd name="T16" fmla="*/ 162 w 501"/>
                <a:gd name="T17" fmla="*/ 45 h 234"/>
                <a:gd name="T18" fmla="*/ 175 w 501"/>
                <a:gd name="T19" fmla="*/ 76 h 234"/>
                <a:gd name="T20" fmla="*/ 134 w 501"/>
                <a:gd name="T21" fmla="*/ 128 h 234"/>
                <a:gd name="T22" fmla="*/ 97 w 501"/>
                <a:gd name="T23" fmla="*/ 50 h 234"/>
                <a:gd name="T24" fmla="*/ 30 w 501"/>
                <a:gd name="T25" fmla="*/ 79 h 234"/>
                <a:gd name="T26" fmla="*/ 42 w 501"/>
                <a:gd name="T27" fmla="*/ 39 h 234"/>
                <a:gd name="T28" fmla="*/ 50 w 501"/>
                <a:gd name="T29" fmla="*/ 59 h 234"/>
                <a:gd name="T30" fmla="*/ 34 w 501"/>
                <a:gd name="T31" fmla="*/ 50 h 234"/>
                <a:gd name="T32" fmla="*/ 86 w 501"/>
                <a:gd name="T33" fmla="*/ 69 h 234"/>
                <a:gd name="T34" fmla="*/ 96 w 501"/>
                <a:gd name="T35" fmla="*/ 71 h 234"/>
                <a:gd name="T36" fmla="*/ 166 w 501"/>
                <a:gd name="T37" fmla="*/ 126 h 234"/>
                <a:gd name="T38" fmla="*/ 112 w 501"/>
                <a:gd name="T39" fmla="*/ 25 h 234"/>
                <a:gd name="T40" fmla="*/ 118 w 501"/>
                <a:gd name="T41" fmla="*/ 48 h 234"/>
                <a:gd name="T42" fmla="*/ 106 w 501"/>
                <a:gd name="T43" fmla="*/ 30 h 234"/>
                <a:gd name="T44" fmla="*/ 138 w 501"/>
                <a:gd name="T45" fmla="*/ 57 h 234"/>
                <a:gd name="T46" fmla="*/ 96 w 501"/>
                <a:gd name="T47" fmla="*/ 94 h 234"/>
                <a:gd name="T48" fmla="*/ 96 w 501"/>
                <a:gd name="T49" fmla="*/ 122 h 234"/>
                <a:gd name="T50" fmla="*/ 59 w 501"/>
                <a:gd name="T51" fmla="*/ 69 h 234"/>
                <a:gd name="T52" fmla="*/ 59 w 501"/>
                <a:gd name="T53" fmla="*/ 82 h 234"/>
                <a:gd name="T54" fmla="*/ 13 w 501"/>
                <a:gd name="T55" fmla="*/ 66 h 234"/>
                <a:gd name="T56" fmla="*/ 28 w 501"/>
                <a:gd name="T57" fmla="*/ 83 h 234"/>
                <a:gd name="T58" fmla="*/ 19 w 501"/>
                <a:gd name="T59" fmla="*/ 176 h 234"/>
                <a:gd name="T60" fmla="*/ 5 w 501"/>
                <a:gd name="T61" fmla="*/ 221 h 234"/>
                <a:gd name="T62" fmla="*/ 288 w 501"/>
                <a:gd name="T63" fmla="*/ 127 h 234"/>
                <a:gd name="T64" fmla="*/ 277 w 501"/>
                <a:gd name="T65" fmla="*/ 54 h 234"/>
                <a:gd name="T66" fmla="*/ 322 w 501"/>
                <a:gd name="T67" fmla="*/ 233 h 234"/>
                <a:gd name="T68" fmla="*/ 326 w 501"/>
                <a:gd name="T69" fmla="*/ 30 h 234"/>
                <a:gd name="T70" fmla="*/ 298 w 501"/>
                <a:gd name="T71" fmla="*/ 17 h 234"/>
                <a:gd name="T72" fmla="*/ 323 w 501"/>
                <a:gd name="T73" fmla="*/ 18 h 234"/>
                <a:gd name="T74" fmla="*/ 338 w 501"/>
                <a:gd name="T75" fmla="*/ 58 h 234"/>
                <a:gd name="T76" fmla="*/ 339 w 501"/>
                <a:gd name="T77" fmla="*/ 43 h 234"/>
                <a:gd name="T78" fmla="*/ 375 w 501"/>
                <a:gd name="T79" fmla="*/ 83 h 234"/>
                <a:gd name="T80" fmla="*/ 364 w 501"/>
                <a:gd name="T81" fmla="*/ 126 h 234"/>
                <a:gd name="T82" fmla="*/ 377 w 501"/>
                <a:gd name="T83" fmla="*/ 50 h 234"/>
                <a:gd name="T84" fmla="*/ 377 w 501"/>
                <a:gd name="T85" fmla="*/ 50 h 234"/>
                <a:gd name="T86" fmla="*/ 447 w 501"/>
                <a:gd name="T87" fmla="*/ 63 h 234"/>
                <a:gd name="T88" fmla="*/ 452 w 501"/>
                <a:gd name="T89" fmla="*/ 58 h 234"/>
                <a:gd name="T90" fmla="*/ 469 w 501"/>
                <a:gd name="T91" fmla="*/ 52 h 234"/>
                <a:gd name="T92" fmla="*/ 414 w 501"/>
                <a:gd name="T93" fmla="*/ 73 h 234"/>
                <a:gd name="T94" fmla="*/ 407 w 501"/>
                <a:gd name="T95" fmla="*/ 71 h 234"/>
                <a:gd name="T96" fmla="*/ 338 w 501"/>
                <a:gd name="T97" fmla="*/ 124 h 234"/>
                <a:gd name="T98" fmla="*/ 390 w 501"/>
                <a:gd name="T99" fmla="*/ 24 h 234"/>
                <a:gd name="T100" fmla="*/ 382 w 501"/>
                <a:gd name="T101" fmla="*/ 48 h 234"/>
                <a:gd name="T102" fmla="*/ 397 w 501"/>
                <a:gd name="T103" fmla="*/ 34 h 234"/>
                <a:gd name="T104" fmla="*/ 362 w 501"/>
                <a:gd name="T105" fmla="*/ 58 h 234"/>
                <a:gd name="T106" fmla="*/ 447 w 501"/>
                <a:gd name="T107" fmla="*/ 110 h 234"/>
                <a:gd name="T108" fmla="*/ 405 w 501"/>
                <a:gd name="T109" fmla="*/ 122 h 234"/>
                <a:gd name="T110" fmla="*/ 443 w 501"/>
                <a:gd name="T111" fmla="*/ 69 h 234"/>
                <a:gd name="T112" fmla="*/ 442 w 501"/>
                <a:gd name="T113" fmla="*/ 82 h 234"/>
                <a:gd name="T114" fmla="*/ 488 w 501"/>
                <a:gd name="T115" fmla="*/ 66 h 234"/>
                <a:gd name="T116" fmla="*/ 473 w 501"/>
                <a:gd name="T117" fmla="*/ 83 h 234"/>
                <a:gd name="T118" fmla="*/ 483 w 501"/>
                <a:gd name="T119" fmla="*/ 176 h 234"/>
                <a:gd name="T120" fmla="*/ 496 w 501"/>
                <a:gd name="T121" fmla="*/ 221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01" h="234">
                  <a:moveTo>
                    <a:pt x="250" y="76"/>
                  </a:moveTo>
                  <a:lnTo>
                    <a:pt x="294" y="76"/>
                  </a:lnTo>
                  <a:lnTo>
                    <a:pt x="294" y="103"/>
                  </a:lnTo>
                  <a:lnTo>
                    <a:pt x="250" y="103"/>
                  </a:lnTo>
                  <a:lnTo>
                    <a:pt x="207" y="103"/>
                  </a:lnTo>
                  <a:lnTo>
                    <a:pt x="207" y="76"/>
                  </a:lnTo>
                  <a:lnTo>
                    <a:pt x="250" y="76"/>
                  </a:lnTo>
                  <a:lnTo>
                    <a:pt x="250" y="76"/>
                  </a:lnTo>
                  <a:close/>
                  <a:moveTo>
                    <a:pt x="250" y="107"/>
                  </a:moveTo>
                  <a:lnTo>
                    <a:pt x="250" y="107"/>
                  </a:lnTo>
                  <a:lnTo>
                    <a:pt x="294" y="107"/>
                  </a:lnTo>
                  <a:lnTo>
                    <a:pt x="294" y="116"/>
                  </a:lnTo>
                  <a:lnTo>
                    <a:pt x="252" y="116"/>
                  </a:lnTo>
                  <a:lnTo>
                    <a:pt x="249" y="116"/>
                  </a:lnTo>
                  <a:lnTo>
                    <a:pt x="207" y="116"/>
                  </a:lnTo>
                  <a:lnTo>
                    <a:pt x="207" y="107"/>
                  </a:lnTo>
                  <a:lnTo>
                    <a:pt x="250" y="107"/>
                  </a:lnTo>
                  <a:lnTo>
                    <a:pt x="250" y="107"/>
                  </a:lnTo>
                  <a:close/>
                  <a:moveTo>
                    <a:pt x="247" y="65"/>
                  </a:moveTo>
                  <a:lnTo>
                    <a:pt x="254" y="65"/>
                  </a:lnTo>
                  <a:lnTo>
                    <a:pt x="294" y="65"/>
                  </a:lnTo>
                  <a:lnTo>
                    <a:pt x="294" y="74"/>
                  </a:lnTo>
                  <a:lnTo>
                    <a:pt x="250" y="74"/>
                  </a:lnTo>
                  <a:lnTo>
                    <a:pt x="250" y="74"/>
                  </a:lnTo>
                  <a:lnTo>
                    <a:pt x="250" y="74"/>
                  </a:lnTo>
                  <a:lnTo>
                    <a:pt x="250" y="74"/>
                  </a:lnTo>
                  <a:lnTo>
                    <a:pt x="207" y="74"/>
                  </a:lnTo>
                  <a:lnTo>
                    <a:pt x="207" y="65"/>
                  </a:lnTo>
                  <a:lnTo>
                    <a:pt x="247" y="65"/>
                  </a:lnTo>
                  <a:lnTo>
                    <a:pt x="247" y="65"/>
                  </a:lnTo>
                  <a:close/>
                  <a:moveTo>
                    <a:pt x="225" y="118"/>
                  </a:moveTo>
                  <a:lnTo>
                    <a:pt x="224" y="118"/>
                  </a:lnTo>
                  <a:lnTo>
                    <a:pt x="222" y="121"/>
                  </a:lnTo>
                  <a:lnTo>
                    <a:pt x="221" y="122"/>
                  </a:lnTo>
                  <a:lnTo>
                    <a:pt x="220" y="124"/>
                  </a:lnTo>
                  <a:lnTo>
                    <a:pt x="218" y="125"/>
                  </a:lnTo>
                  <a:lnTo>
                    <a:pt x="217" y="126"/>
                  </a:lnTo>
                  <a:lnTo>
                    <a:pt x="214" y="126"/>
                  </a:lnTo>
                  <a:lnTo>
                    <a:pt x="214" y="126"/>
                  </a:lnTo>
                  <a:lnTo>
                    <a:pt x="214" y="127"/>
                  </a:lnTo>
                  <a:lnTo>
                    <a:pt x="214" y="128"/>
                  </a:lnTo>
                  <a:lnTo>
                    <a:pt x="213" y="129"/>
                  </a:lnTo>
                  <a:lnTo>
                    <a:pt x="213" y="130"/>
                  </a:lnTo>
                  <a:lnTo>
                    <a:pt x="212" y="131"/>
                  </a:lnTo>
                  <a:lnTo>
                    <a:pt x="211" y="132"/>
                  </a:lnTo>
                  <a:lnTo>
                    <a:pt x="209" y="133"/>
                  </a:lnTo>
                  <a:lnTo>
                    <a:pt x="208" y="133"/>
                  </a:lnTo>
                  <a:lnTo>
                    <a:pt x="208" y="118"/>
                  </a:lnTo>
                  <a:lnTo>
                    <a:pt x="225" y="118"/>
                  </a:lnTo>
                  <a:lnTo>
                    <a:pt x="225" y="118"/>
                  </a:lnTo>
                  <a:close/>
                  <a:moveTo>
                    <a:pt x="207" y="62"/>
                  </a:moveTo>
                  <a:lnTo>
                    <a:pt x="209" y="62"/>
                  </a:lnTo>
                  <a:lnTo>
                    <a:pt x="212" y="62"/>
                  </a:lnTo>
                  <a:lnTo>
                    <a:pt x="216" y="62"/>
                  </a:lnTo>
                  <a:lnTo>
                    <a:pt x="219" y="61"/>
                  </a:lnTo>
                  <a:lnTo>
                    <a:pt x="221" y="59"/>
                  </a:lnTo>
                  <a:lnTo>
                    <a:pt x="222" y="58"/>
                  </a:lnTo>
                  <a:lnTo>
                    <a:pt x="222" y="58"/>
                  </a:lnTo>
                  <a:lnTo>
                    <a:pt x="223" y="56"/>
                  </a:lnTo>
                  <a:lnTo>
                    <a:pt x="224" y="54"/>
                  </a:lnTo>
                  <a:lnTo>
                    <a:pt x="224" y="54"/>
                  </a:lnTo>
                  <a:lnTo>
                    <a:pt x="224" y="53"/>
                  </a:lnTo>
                  <a:lnTo>
                    <a:pt x="224" y="52"/>
                  </a:lnTo>
                  <a:lnTo>
                    <a:pt x="222" y="49"/>
                  </a:lnTo>
                  <a:lnTo>
                    <a:pt x="220" y="46"/>
                  </a:lnTo>
                  <a:lnTo>
                    <a:pt x="218" y="45"/>
                  </a:lnTo>
                  <a:lnTo>
                    <a:pt x="217" y="45"/>
                  </a:lnTo>
                  <a:lnTo>
                    <a:pt x="215" y="45"/>
                  </a:lnTo>
                  <a:lnTo>
                    <a:pt x="214" y="46"/>
                  </a:lnTo>
                  <a:lnTo>
                    <a:pt x="211" y="49"/>
                  </a:lnTo>
                  <a:lnTo>
                    <a:pt x="209" y="52"/>
                  </a:lnTo>
                  <a:lnTo>
                    <a:pt x="208" y="53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62"/>
                  </a:lnTo>
                  <a:lnTo>
                    <a:pt x="207" y="62"/>
                  </a:lnTo>
                  <a:close/>
                  <a:moveTo>
                    <a:pt x="203" y="53"/>
                  </a:moveTo>
                  <a:lnTo>
                    <a:pt x="179" y="53"/>
                  </a:lnTo>
                  <a:lnTo>
                    <a:pt x="179" y="233"/>
                  </a:lnTo>
                  <a:lnTo>
                    <a:pt x="203" y="233"/>
                  </a:lnTo>
                  <a:lnTo>
                    <a:pt x="203" y="53"/>
                  </a:lnTo>
                  <a:lnTo>
                    <a:pt x="203" y="53"/>
                  </a:lnTo>
                  <a:close/>
                  <a:moveTo>
                    <a:pt x="206" y="30"/>
                  </a:moveTo>
                  <a:lnTo>
                    <a:pt x="206" y="30"/>
                  </a:lnTo>
                  <a:lnTo>
                    <a:pt x="207" y="30"/>
                  </a:lnTo>
                  <a:lnTo>
                    <a:pt x="207" y="30"/>
                  </a:lnTo>
                  <a:lnTo>
                    <a:pt x="207" y="30"/>
                  </a:lnTo>
                  <a:lnTo>
                    <a:pt x="207" y="48"/>
                  </a:lnTo>
                  <a:lnTo>
                    <a:pt x="207" y="49"/>
                  </a:lnTo>
                  <a:lnTo>
                    <a:pt x="207" y="50"/>
                  </a:lnTo>
                  <a:lnTo>
                    <a:pt x="206" y="50"/>
                  </a:lnTo>
                  <a:lnTo>
                    <a:pt x="206" y="50"/>
                  </a:lnTo>
                  <a:lnTo>
                    <a:pt x="177" y="50"/>
                  </a:lnTo>
                  <a:lnTo>
                    <a:pt x="176" y="50"/>
                  </a:lnTo>
                  <a:lnTo>
                    <a:pt x="175" y="50"/>
                  </a:lnTo>
                  <a:lnTo>
                    <a:pt x="175" y="49"/>
                  </a:lnTo>
                  <a:lnTo>
                    <a:pt x="175" y="48"/>
                  </a:lnTo>
                  <a:lnTo>
                    <a:pt x="175" y="30"/>
                  </a:lnTo>
                  <a:lnTo>
                    <a:pt x="175" y="30"/>
                  </a:lnTo>
                  <a:lnTo>
                    <a:pt x="175" y="30"/>
                  </a:lnTo>
                  <a:lnTo>
                    <a:pt x="176" y="30"/>
                  </a:lnTo>
                  <a:lnTo>
                    <a:pt x="177" y="30"/>
                  </a:lnTo>
                  <a:lnTo>
                    <a:pt x="206" y="30"/>
                  </a:lnTo>
                  <a:lnTo>
                    <a:pt x="206" y="30"/>
                  </a:lnTo>
                  <a:close/>
                  <a:moveTo>
                    <a:pt x="190" y="0"/>
                  </a:moveTo>
                  <a:lnTo>
                    <a:pt x="191" y="0"/>
                  </a:lnTo>
                  <a:lnTo>
                    <a:pt x="191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3" y="1"/>
                  </a:lnTo>
                  <a:lnTo>
                    <a:pt x="194" y="1"/>
                  </a:lnTo>
                  <a:lnTo>
                    <a:pt x="195" y="2"/>
                  </a:lnTo>
                  <a:lnTo>
                    <a:pt x="196" y="3"/>
                  </a:lnTo>
                  <a:lnTo>
                    <a:pt x="198" y="5"/>
                  </a:lnTo>
                  <a:lnTo>
                    <a:pt x="198" y="7"/>
                  </a:lnTo>
                  <a:lnTo>
                    <a:pt x="199" y="11"/>
                  </a:lnTo>
                  <a:lnTo>
                    <a:pt x="199" y="13"/>
                  </a:lnTo>
                  <a:lnTo>
                    <a:pt x="201" y="14"/>
                  </a:lnTo>
                  <a:lnTo>
                    <a:pt x="202" y="14"/>
                  </a:lnTo>
                  <a:lnTo>
                    <a:pt x="202" y="16"/>
                  </a:lnTo>
                  <a:lnTo>
                    <a:pt x="203" y="17"/>
                  </a:lnTo>
                  <a:lnTo>
                    <a:pt x="204" y="18"/>
                  </a:lnTo>
                  <a:lnTo>
                    <a:pt x="204" y="20"/>
                  </a:lnTo>
                  <a:lnTo>
                    <a:pt x="203" y="22"/>
                  </a:lnTo>
                  <a:lnTo>
                    <a:pt x="202" y="22"/>
                  </a:lnTo>
                  <a:lnTo>
                    <a:pt x="202" y="25"/>
                  </a:lnTo>
                  <a:lnTo>
                    <a:pt x="202" y="26"/>
                  </a:lnTo>
                  <a:lnTo>
                    <a:pt x="202" y="26"/>
                  </a:lnTo>
                  <a:lnTo>
                    <a:pt x="202" y="26"/>
                  </a:lnTo>
                  <a:lnTo>
                    <a:pt x="202" y="27"/>
                  </a:lnTo>
                  <a:lnTo>
                    <a:pt x="201" y="27"/>
                  </a:lnTo>
                  <a:lnTo>
                    <a:pt x="191" y="27"/>
                  </a:lnTo>
                  <a:lnTo>
                    <a:pt x="182" y="27"/>
                  </a:lnTo>
                  <a:lnTo>
                    <a:pt x="181" y="27"/>
                  </a:lnTo>
                  <a:lnTo>
                    <a:pt x="181" y="26"/>
                  </a:lnTo>
                  <a:lnTo>
                    <a:pt x="181" y="26"/>
                  </a:lnTo>
                  <a:lnTo>
                    <a:pt x="181" y="26"/>
                  </a:lnTo>
                  <a:lnTo>
                    <a:pt x="181" y="25"/>
                  </a:lnTo>
                  <a:lnTo>
                    <a:pt x="180" y="22"/>
                  </a:lnTo>
                  <a:lnTo>
                    <a:pt x="179" y="22"/>
                  </a:lnTo>
                  <a:lnTo>
                    <a:pt x="178" y="20"/>
                  </a:lnTo>
                  <a:lnTo>
                    <a:pt x="178" y="18"/>
                  </a:lnTo>
                  <a:lnTo>
                    <a:pt x="179" y="17"/>
                  </a:lnTo>
                  <a:lnTo>
                    <a:pt x="180" y="16"/>
                  </a:lnTo>
                  <a:lnTo>
                    <a:pt x="181" y="14"/>
                  </a:lnTo>
                  <a:lnTo>
                    <a:pt x="182" y="14"/>
                  </a:lnTo>
                  <a:lnTo>
                    <a:pt x="183" y="13"/>
                  </a:lnTo>
                  <a:lnTo>
                    <a:pt x="183" y="11"/>
                  </a:lnTo>
                  <a:lnTo>
                    <a:pt x="184" y="7"/>
                  </a:lnTo>
                  <a:lnTo>
                    <a:pt x="186" y="5"/>
                  </a:lnTo>
                  <a:lnTo>
                    <a:pt x="186" y="3"/>
                  </a:lnTo>
                  <a:lnTo>
                    <a:pt x="187" y="2"/>
                  </a:lnTo>
                  <a:lnTo>
                    <a:pt x="188" y="1"/>
                  </a:lnTo>
                  <a:lnTo>
                    <a:pt x="190" y="1"/>
                  </a:lnTo>
                  <a:lnTo>
                    <a:pt x="190" y="0"/>
                  </a:lnTo>
                  <a:lnTo>
                    <a:pt x="190" y="0"/>
                  </a:lnTo>
                  <a:close/>
                  <a:moveTo>
                    <a:pt x="174" y="52"/>
                  </a:moveTo>
                  <a:lnTo>
                    <a:pt x="174" y="62"/>
                  </a:lnTo>
                  <a:lnTo>
                    <a:pt x="168" y="62"/>
                  </a:lnTo>
                  <a:lnTo>
                    <a:pt x="166" y="62"/>
                  </a:lnTo>
                  <a:lnTo>
                    <a:pt x="166" y="61"/>
                  </a:lnTo>
                  <a:lnTo>
                    <a:pt x="164" y="59"/>
                  </a:lnTo>
                  <a:lnTo>
                    <a:pt x="163" y="58"/>
                  </a:lnTo>
                  <a:lnTo>
                    <a:pt x="162" y="55"/>
                  </a:lnTo>
                  <a:lnTo>
                    <a:pt x="162" y="54"/>
                  </a:lnTo>
                  <a:lnTo>
                    <a:pt x="161" y="53"/>
                  </a:lnTo>
                  <a:lnTo>
                    <a:pt x="159" y="51"/>
                  </a:lnTo>
                  <a:lnTo>
                    <a:pt x="158" y="50"/>
                  </a:lnTo>
                  <a:lnTo>
                    <a:pt x="156" y="47"/>
                  </a:lnTo>
                  <a:lnTo>
                    <a:pt x="156" y="46"/>
                  </a:lnTo>
                  <a:lnTo>
                    <a:pt x="156" y="46"/>
                  </a:lnTo>
                  <a:lnTo>
                    <a:pt x="156" y="45"/>
                  </a:lnTo>
                  <a:lnTo>
                    <a:pt x="157" y="44"/>
                  </a:lnTo>
                  <a:lnTo>
                    <a:pt x="158" y="42"/>
                  </a:lnTo>
                  <a:lnTo>
                    <a:pt x="159" y="42"/>
                  </a:lnTo>
                  <a:lnTo>
                    <a:pt x="160" y="42"/>
                  </a:lnTo>
                  <a:lnTo>
                    <a:pt x="161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3"/>
                  </a:lnTo>
                  <a:lnTo>
                    <a:pt x="161" y="44"/>
                  </a:lnTo>
                  <a:lnTo>
                    <a:pt x="162" y="45"/>
                  </a:lnTo>
                  <a:lnTo>
                    <a:pt x="162" y="46"/>
                  </a:lnTo>
                  <a:lnTo>
                    <a:pt x="163" y="46"/>
                  </a:lnTo>
                  <a:lnTo>
                    <a:pt x="164" y="46"/>
                  </a:lnTo>
                  <a:lnTo>
                    <a:pt x="166" y="47"/>
                  </a:lnTo>
                  <a:lnTo>
                    <a:pt x="169" y="48"/>
                  </a:lnTo>
                  <a:lnTo>
                    <a:pt x="170" y="50"/>
                  </a:lnTo>
                  <a:lnTo>
                    <a:pt x="171" y="51"/>
                  </a:lnTo>
                  <a:lnTo>
                    <a:pt x="173" y="52"/>
                  </a:lnTo>
                  <a:lnTo>
                    <a:pt x="174" y="52"/>
                  </a:lnTo>
                  <a:lnTo>
                    <a:pt x="174" y="52"/>
                  </a:lnTo>
                  <a:close/>
                  <a:moveTo>
                    <a:pt x="175" y="65"/>
                  </a:moveTo>
                  <a:lnTo>
                    <a:pt x="168" y="65"/>
                  </a:lnTo>
                  <a:lnTo>
                    <a:pt x="168" y="74"/>
                  </a:lnTo>
                  <a:lnTo>
                    <a:pt x="175" y="74"/>
                  </a:lnTo>
                  <a:lnTo>
                    <a:pt x="175" y="65"/>
                  </a:lnTo>
                  <a:lnTo>
                    <a:pt x="175" y="65"/>
                  </a:lnTo>
                  <a:close/>
                  <a:moveTo>
                    <a:pt x="175" y="76"/>
                  </a:moveTo>
                  <a:lnTo>
                    <a:pt x="126" y="76"/>
                  </a:lnTo>
                  <a:lnTo>
                    <a:pt x="126" y="83"/>
                  </a:lnTo>
                  <a:lnTo>
                    <a:pt x="175" y="83"/>
                  </a:lnTo>
                  <a:lnTo>
                    <a:pt x="175" y="76"/>
                  </a:lnTo>
                  <a:lnTo>
                    <a:pt x="175" y="76"/>
                  </a:lnTo>
                  <a:close/>
                  <a:moveTo>
                    <a:pt x="175" y="86"/>
                  </a:moveTo>
                  <a:lnTo>
                    <a:pt x="126" y="86"/>
                  </a:lnTo>
                  <a:lnTo>
                    <a:pt x="126" y="107"/>
                  </a:lnTo>
                  <a:lnTo>
                    <a:pt x="175" y="107"/>
                  </a:lnTo>
                  <a:lnTo>
                    <a:pt x="175" y="86"/>
                  </a:lnTo>
                  <a:lnTo>
                    <a:pt x="175" y="86"/>
                  </a:lnTo>
                  <a:close/>
                  <a:moveTo>
                    <a:pt x="175" y="110"/>
                  </a:moveTo>
                  <a:lnTo>
                    <a:pt x="126" y="110"/>
                  </a:lnTo>
                  <a:lnTo>
                    <a:pt x="126" y="117"/>
                  </a:lnTo>
                  <a:lnTo>
                    <a:pt x="175" y="117"/>
                  </a:lnTo>
                  <a:lnTo>
                    <a:pt x="175" y="110"/>
                  </a:lnTo>
                  <a:lnTo>
                    <a:pt x="175" y="110"/>
                  </a:lnTo>
                  <a:close/>
                  <a:moveTo>
                    <a:pt x="140" y="121"/>
                  </a:moveTo>
                  <a:lnTo>
                    <a:pt x="141" y="121"/>
                  </a:lnTo>
                  <a:lnTo>
                    <a:pt x="140" y="122"/>
                  </a:lnTo>
                  <a:lnTo>
                    <a:pt x="139" y="122"/>
                  </a:lnTo>
                  <a:lnTo>
                    <a:pt x="138" y="124"/>
                  </a:lnTo>
                  <a:lnTo>
                    <a:pt x="137" y="126"/>
                  </a:lnTo>
                  <a:lnTo>
                    <a:pt x="135" y="126"/>
                  </a:lnTo>
                  <a:lnTo>
                    <a:pt x="134" y="128"/>
                  </a:lnTo>
                  <a:lnTo>
                    <a:pt x="132" y="128"/>
                  </a:lnTo>
                  <a:lnTo>
                    <a:pt x="130" y="129"/>
                  </a:lnTo>
                  <a:lnTo>
                    <a:pt x="130" y="130"/>
                  </a:lnTo>
                  <a:lnTo>
                    <a:pt x="129" y="132"/>
                  </a:lnTo>
                  <a:lnTo>
                    <a:pt x="128" y="134"/>
                  </a:lnTo>
                  <a:lnTo>
                    <a:pt x="127" y="134"/>
                  </a:lnTo>
                  <a:lnTo>
                    <a:pt x="126" y="134"/>
                  </a:lnTo>
                  <a:lnTo>
                    <a:pt x="126" y="134"/>
                  </a:lnTo>
                  <a:lnTo>
                    <a:pt x="126" y="134"/>
                  </a:lnTo>
                  <a:lnTo>
                    <a:pt x="126" y="121"/>
                  </a:lnTo>
                  <a:lnTo>
                    <a:pt x="140" y="121"/>
                  </a:lnTo>
                  <a:lnTo>
                    <a:pt x="140" y="121"/>
                  </a:lnTo>
                  <a:close/>
                  <a:moveTo>
                    <a:pt x="122" y="73"/>
                  </a:moveTo>
                  <a:lnTo>
                    <a:pt x="100" y="73"/>
                  </a:lnTo>
                  <a:lnTo>
                    <a:pt x="100" y="233"/>
                  </a:lnTo>
                  <a:lnTo>
                    <a:pt x="122" y="233"/>
                  </a:lnTo>
                  <a:lnTo>
                    <a:pt x="122" y="73"/>
                  </a:lnTo>
                  <a:lnTo>
                    <a:pt x="122" y="73"/>
                  </a:lnTo>
                  <a:close/>
                  <a:moveTo>
                    <a:pt x="124" y="50"/>
                  </a:moveTo>
                  <a:lnTo>
                    <a:pt x="98" y="50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96" y="51"/>
                  </a:lnTo>
                  <a:lnTo>
                    <a:pt x="96" y="51"/>
                  </a:lnTo>
                  <a:lnTo>
                    <a:pt x="96" y="67"/>
                  </a:lnTo>
                  <a:lnTo>
                    <a:pt x="96" y="68"/>
                  </a:lnTo>
                  <a:lnTo>
                    <a:pt x="97" y="68"/>
                  </a:lnTo>
                  <a:lnTo>
                    <a:pt x="97" y="68"/>
                  </a:lnTo>
                  <a:lnTo>
                    <a:pt x="98" y="69"/>
                  </a:lnTo>
                  <a:lnTo>
                    <a:pt x="124" y="69"/>
                  </a:lnTo>
                  <a:lnTo>
                    <a:pt x="125" y="68"/>
                  </a:lnTo>
                  <a:lnTo>
                    <a:pt x="125" y="68"/>
                  </a:lnTo>
                  <a:lnTo>
                    <a:pt x="125" y="68"/>
                  </a:lnTo>
                  <a:lnTo>
                    <a:pt x="125" y="67"/>
                  </a:lnTo>
                  <a:lnTo>
                    <a:pt x="125" y="51"/>
                  </a:lnTo>
                  <a:lnTo>
                    <a:pt x="125" y="51"/>
                  </a:lnTo>
                  <a:lnTo>
                    <a:pt x="125" y="50"/>
                  </a:lnTo>
                  <a:lnTo>
                    <a:pt x="125" y="50"/>
                  </a:lnTo>
                  <a:lnTo>
                    <a:pt x="124" y="50"/>
                  </a:lnTo>
                  <a:lnTo>
                    <a:pt x="124" y="50"/>
                  </a:lnTo>
                  <a:close/>
                  <a:moveTo>
                    <a:pt x="52" y="79"/>
                  </a:moveTo>
                  <a:lnTo>
                    <a:pt x="30" y="79"/>
                  </a:lnTo>
                  <a:lnTo>
                    <a:pt x="30" y="232"/>
                  </a:lnTo>
                  <a:lnTo>
                    <a:pt x="51" y="232"/>
                  </a:lnTo>
                  <a:lnTo>
                    <a:pt x="51" y="88"/>
                  </a:lnTo>
                  <a:lnTo>
                    <a:pt x="52" y="88"/>
                  </a:lnTo>
                  <a:lnTo>
                    <a:pt x="52" y="79"/>
                  </a:lnTo>
                  <a:lnTo>
                    <a:pt x="52" y="79"/>
                  </a:lnTo>
                  <a:close/>
                  <a:moveTo>
                    <a:pt x="54" y="63"/>
                  </a:moveTo>
                  <a:lnTo>
                    <a:pt x="30" y="63"/>
                  </a:lnTo>
                  <a:lnTo>
                    <a:pt x="29" y="63"/>
                  </a:lnTo>
                  <a:lnTo>
                    <a:pt x="29" y="64"/>
                  </a:lnTo>
                  <a:lnTo>
                    <a:pt x="29" y="76"/>
                  </a:lnTo>
                  <a:lnTo>
                    <a:pt x="29" y="77"/>
                  </a:lnTo>
                  <a:lnTo>
                    <a:pt x="30" y="78"/>
                  </a:lnTo>
                  <a:lnTo>
                    <a:pt x="54" y="78"/>
                  </a:lnTo>
                  <a:lnTo>
                    <a:pt x="54" y="77"/>
                  </a:lnTo>
                  <a:lnTo>
                    <a:pt x="54" y="76"/>
                  </a:lnTo>
                  <a:lnTo>
                    <a:pt x="54" y="64"/>
                  </a:lnTo>
                  <a:lnTo>
                    <a:pt x="54" y="63"/>
                  </a:lnTo>
                  <a:lnTo>
                    <a:pt x="54" y="63"/>
                  </a:lnTo>
                  <a:lnTo>
                    <a:pt x="54" y="63"/>
                  </a:lnTo>
                  <a:close/>
                  <a:moveTo>
                    <a:pt x="42" y="39"/>
                  </a:moveTo>
                  <a:lnTo>
                    <a:pt x="42" y="39"/>
                  </a:lnTo>
                  <a:lnTo>
                    <a:pt x="43" y="39"/>
                  </a:lnTo>
                  <a:lnTo>
                    <a:pt x="45" y="40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47" y="45"/>
                  </a:lnTo>
                  <a:lnTo>
                    <a:pt x="48" y="47"/>
                  </a:lnTo>
                  <a:lnTo>
                    <a:pt x="49" y="49"/>
                  </a:lnTo>
                  <a:lnTo>
                    <a:pt x="50" y="50"/>
                  </a:lnTo>
                  <a:lnTo>
                    <a:pt x="50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1" y="53"/>
                  </a:lnTo>
                  <a:lnTo>
                    <a:pt x="51" y="54"/>
                  </a:lnTo>
                  <a:lnTo>
                    <a:pt x="51" y="55"/>
                  </a:lnTo>
                  <a:lnTo>
                    <a:pt x="50" y="56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8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1"/>
                  </a:lnTo>
                  <a:lnTo>
                    <a:pt x="50" y="61"/>
                  </a:lnTo>
                  <a:lnTo>
                    <a:pt x="42" y="61"/>
                  </a:lnTo>
                  <a:lnTo>
                    <a:pt x="42" y="61"/>
                  </a:lnTo>
                  <a:lnTo>
                    <a:pt x="42" y="61"/>
                  </a:lnTo>
                  <a:lnTo>
                    <a:pt x="34" y="61"/>
                  </a:lnTo>
                  <a:lnTo>
                    <a:pt x="34" y="61"/>
                  </a:lnTo>
                  <a:lnTo>
                    <a:pt x="34" y="59"/>
                  </a:lnTo>
                  <a:lnTo>
                    <a:pt x="34" y="59"/>
                  </a:lnTo>
                  <a:lnTo>
                    <a:pt x="34" y="58"/>
                  </a:lnTo>
                  <a:lnTo>
                    <a:pt x="34" y="58"/>
                  </a:lnTo>
                  <a:lnTo>
                    <a:pt x="34" y="58"/>
                  </a:lnTo>
                  <a:lnTo>
                    <a:pt x="34" y="57"/>
                  </a:lnTo>
                  <a:lnTo>
                    <a:pt x="34" y="56"/>
                  </a:lnTo>
                  <a:lnTo>
                    <a:pt x="33" y="55"/>
                  </a:lnTo>
                  <a:lnTo>
                    <a:pt x="32" y="54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49"/>
                  </a:lnTo>
                  <a:lnTo>
                    <a:pt x="35" y="47"/>
                  </a:lnTo>
                  <a:lnTo>
                    <a:pt x="36" y="45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39" y="40"/>
                  </a:lnTo>
                  <a:lnTo>
                    <a:pt x="40" y="39"/>
                  </a:lnTo>
                  <a:lnTo>
                    <a:pt x="41" y="39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42" y="39"/>
                  </a:lnTo>
                  <a:close/>
                  <a:moveTo>
                    <a:pt x="96" y="74"/>
                  </a:moveTo>
                  <a:lnTo>
                    <a:pt x="92" y="74"/>
                  </a:lnTo>
                  <a:lnTo>
                    <a:pt x="90" y="74"/>
                  </a:lnTo>
                  <a:lnTo>
                    <a:pt x="90" y="74"/>
                  </a:lnTo>
                  <a:lnTo>
                    <a:pt x="89" y="74"/>
                  </a:lnTo>
                  <a:lnTo>
                    <a:pt x="88" y="73"/>
                  </a:lnTo>
                  <a:lnTo>
                    <a:pt x="86" y="71"/>
                  </a:lnTo>
                  <a:lnTo>
                    <a:pt x="86" y="69"/>
                  </a:lnTo>
                  <a:lnTo>
                    <a:pt x="83" y="65"/>
                  </a:lnTo>
                  <a:lnTo>
                    <a:pt x="81" y="61"/>
                  </a:lnTo>
                  <a:lnTo>
                    <a:pt x="81" y="59"/>
                  </a:lnTo>
                  <a:lnTo>
                    <a:pt x="82" y="59"/>
                  </a:lnTo>
                  <a:lnTo>
                    <a:pt x="82" y="58"/>
                  </a:lnTo>
                  <a:lnTo>
                    <a:pt x="82" y="58"/>
                  </a:lnTo>
                  <a:lnTo>
                    <a:pt x="84" y="57"/>
                  </a:lnTo>
                  <a:lnTo>
                    <a:pt x="84" y="57"/>
                  </a:lnTo>
                  <a:lnTo>
                    <a:pt x="86" y="56"/>
                  </a:lnTo>
                  <a:lnTo>
                    <a:pt x="86" y="56"/>
                  </a:lnTo>
                  <a:lnTo>
                    <a:pt x="86" y="57"/>
                  </a:lnTo>
                  <a:lnTo>
                    <a:pt x="87" y="57"/>
                  </a:lnTo>
                  <a:lnTo>
                    <a:pt x="86" y="58"/>
                  </a:lnTo>
                  <a:lnTo>
                    <a:pt x="86" y="59"/>
                  </a:lnTo>
                  <a:lnTo>
                    <a:pt x="90" y="62"/>
                  </a:lnTo>
                  <a:lnTo>
                    <a:pt x="94" y="65"/>
                  </a:lnTo>
                  <a:lnTo>
                    <a:pt x="94" y="67"/>
                  </a:lnTo>
                  <a:lnTo>
                    <a:pt x="95" y="70"/>
                  </a:lnTo>
                  <a:lnTo>
                    <a:pt x="95" y="71"/>
                  </a:lnTo>
                  <a:lnTo>
                    <a:pt x="95" y="71"/>
                  </a:lnTo>
                  <a:lnTo>
                    <a:pt x="96" y="71"/>
                  </a:lnTo>
                  <a:lnTo>
                    <a:pt x="96" y="74"/>
                  </a:lnTo>
                  <a:lnTo>
                    <a:pt x="96" y="74"/>
                  </a:lnTo>
                  <a:close/>
                  <a:moveTo>
                    <a:pt x="96" y="76"/>
                  </a:moveTo>
                  <a:lnTo>
                    <a:pt x="91" y="76"/>
                  </a:lnTo>
                  <a:lnTo>
                    <a:pt x="91" y="83"/>
                  </a:lnTo>
                  <a:lnTo>
                    <a:pt x="96" y="83"/>
                  </a:lnTo>
                  <a:lnTo>
                    <a:pt x="96" y="76"/>
                  </a:lnTo>
                  <a:lnTo>
                    <a:pt x="96" y="76"/>
                  </a:lnTo>
                  <a:close/>
                  <a:moveTo>
                    <a:pt x="96" y="84"/>
                  </a:moveTo>
                  <a:lnTo>
                    <a:pt x="54" y="84"/>
                  </a:lnTo>
                  <a:lnTo>
                    <a:pt x="54" y="92"/>
                  </a:lnTo>
                  <a:lnTo>
                    <a:pt x="96" y="92"/>
                  </a:lnTo>
                  <a:lnTo>
                    <a:pt x="96" y="84"/>
                  </a:lnTo>
                  <a:lnTo>
                    <a:pt x="96" y="84"/>
                  </a:lnTo>
                  <a:close/>
                  <a:moveTo>
                    <a:pt x="162" y="121"/>
                  </a:moveTo>
                  <a:lnTo>
                    <a:pt x="161" y="121"/>
                  </a:lnTo>
                  <a:lnTo>
                    <a:pt x="162" y="122"/>
                  </a:lnTo>
                  <a:lnTo>
                    <a:pt x="162" y="122"/>
                  </a:lnTo>
                  <a:lnTo>
                    <a:pt x="163" y="124"/>
                  </a:lnTo>
                  <a:lnTo>
                    <a:pt x="164" y="126"/>
                  </a:lnTo>
                  <a:lnTo>
                    <a:pt x="166" y="126"/>
                  </a:lnTo>
                  <a:lnTo>
                    <a:pt x="167" y="128"/>
                  </a:lnTo>
                  <a:lnTo>
                    <a:pt x="169" y="128"/>
                  </a:lnTo>
                  <a:lnTo>
                    <a:pt x="170" y="129"/>
                  </a:lnTo>
                  <a:lnTo>
                    <a:pt x="171" y="130"/>
                  </a:lnTo>
                  <a:lnTo>
                    <a:pt x="172" y="132"/>
                  </a:lnTo>
                  <a:lnTo>
                    <a:pt x="173" y="134"/>
                  </a:lnTo>
                  <a:lnTo>
                    <a:pt x="174" y="134"/>
                  </a:lnTo>
                  <a:lnTo>
                    <a:pt x="174" y="134"/>
                  </a:lnTo>
                  <a:lnTo>
                    <a:pt x="175" y="134"/>
                  </a:lnTo>
                  <a:lnTo>
                    <a:pt x="175" y="134"/>
                  </a:lnTo>
                  <a:lnTo>
                    <a:pt x="175" y="121"/>
                  </a:lnTo>
                  <a:lnTo>
                    <a:pt x="162" y="121"/>
                  </a:lnTo>
                  <a:lnTo>
                    <a:pt x="162" y="121"/>
                  </a:lnTo>
                  <a:close/>
                  <a:moveTo>
                    <a:pt x="110" y="25"/>
                  </a:moveTo>
                  <a:lnTo>
                    <a:pt x="110" y="25"/>
                  </a:lnTo>
                  <a:lnTo>
                    <a:pt x="110" y="25"/>
                  </a:lnTo>
                  <a:lnTo>
                    <a:pt x="110" y="24"/>
                  </a:lnTo>
                  <a:lnTo>
                    <a:pt x="110" y="24"/>
                  </a:lnTo>
                  <a:lnTo>
                    <a:pt x="111" y="24"/>
                  </a:lnTo>
                  <a:lnTo>
                    <a:pt x="111" y="24"/>
                  </a:lnTo>
                  <a:lnTo>
                    <a:pt x="112" y="25"/>
                  </a:lnTo>
                  <a:lnTo>
                    <a:pt x="114" y="25"/>
                  </a:lnTo>
                  <a:lnTo>
                    <a:pt x="114" y="26"/>
                  </a:lnTo>
                  <a:lnTo>
                    <a:pt x="115" y="27"/>
                  </a:lnTo>
                  <a:lnTo>
                    <a:pt x="116" y="29"/>
                  </a:lnTo>
                  <a:lnTo>
                    <a:pt x="117" y="31"/>
                  </a:lnTo>
                  <a:lnTo>
                    <a:pt x="117" y="34"/>
                  </a:lnTo>
                  <a:lnTo>
                    <a:pt x="118" y="35"/>
                  </a:lnTo>
                  <a:lnTo>
                    <a:pt x="118" y="36"/>
                  </a:lnTo>
                  <a:lnTo>
                    <a:pt x="119" y="37"/>
                  </a:lnTo>
                  <a:lnTo>
                    <a:pt x="121" y="38"/>
                  </a:lnTo>
                  <a:lnTo>
                    <a:pt x="121" y="4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22" y="44"/>
                  </a:lnTo>
                  <a:lnTo>
                    <a:pt x="121" y="45"/>
                  </a:lnTo>
                  <a:lnTo>
                    <a:pt x="120" y="46"/>
                  </a:lnTo>
                  <a:lnTo>
                    <a:pt x="120" y="47"/>
                  </a:lnTo>
                  <a:lnTo>
                    <a:pt x="120" y="47"/>
                  </a:lnTo>
                  <a:lnTo>
                    <a:pt x="119" y="48"/>
                  </a:lnTo>
                  <a:lnTo>
                    <a:pt x="119" y="48"/>
                  </a:lnTo>
                  <a:lnTo>
                    <a:pt x="118" y="48"/>
                  </a:lnTo>
                  <a:lnTo>
                    <a:pt x="111" y="48"/>
                  </a:lnTo>
                  <a:lnTo>
                    <a:pt x="111" y="48"/>
                  </a:lnTo>
                  <a:lnTo>
                    <a:pt x="110" y="48"/>
                  </a:lnTo>
                  <a:lnTo>
                    <a:pt x="103" y="48"/>
                  </a:lnTo>
                  <a:lnTo>
                    <a:pt x="102" y="48"/>
                  </a:lnTo>
                  <a:lnTo>
                    <a:pt x="102" y="48"/>
                  </a:lnTo>
                  <a:lnTo>
                    <a:pt x="102" y="48"/>
                  </a:lnTo>
                  <a:lnTo>
                    <a:pt x="102" y="47"/>
                  </a:lnTo>
                  <a:lnTo>
                    <a:pt x="102" y="46"/>
                  </a:lnTo>
                  <a:lnTo>
                    <a:pt x="101" y="46"/>
                  </a:lnTo>
                  <a:lnTo>
                    <a:pt x="100" y="44"/>
                  </a:lnTo>
                  <a:lnTo>
                    <a:pt x="99" y="43"/>
                  </a:lnTo>
                  <a:lnTo>
                    <a:pt x="100" y="42"/>
                  </a:lnTo>
                  <a:lnTo>
                    <a:pt x="100" y="40"/>
                  </a:lnTo>
                  <a:lnTo>
                    <a:pt x="101" y="38"/>
                  </a:lnTo>
                  <a:lnTo>
                    <a:pt x="102" y="38"/>
                  </a:lnTo>
                  <a:lnTo>
                    <a:pt x="103" y="37"/>
                  </a:lnTo>
                  <a:lnTo>
                    <a:pt x="104" y="35"/>
                  </a:lnTo>
                  <a:lnTo>
                    <a:pt x="104" y="34"/>
                  </a:lnTo>
                  <a:lnTo>
                    <a:pt x="105" y="31"/>
                  </a:lnTo>
                  <a:lnTo>
                    <a:pt x="106" y="30"/>
                  </a:lnTo>
                  <a:lnTo>
                    <a:pt x="106" y="27"/>
                  </a:lnTo>
                  <a:lnTo>
                    <a:pt x="107" y="26"/>
                  </a:lnTo>
                  <a:lnTo>
                    <a:pt x="108" y="26"/>
                  </a:lnTo>
                  <a:lnTo>
                    <a:pt x="110" y="25"/>
                  </a:lnTo>
                  <a:lnTo>
                    <a:pt x="110" y="25"/>
                  </a:lnTo>
                  <a:lnTo>
                    <a:pt x="110" y="25"/>
                  </a:lnTo>
                  <a:close/>
                  <a:moveTo>
                    <a:pt x="126" y="74"/>
                  </a:moveTo>
                  <a:lnTo>
                    <a:pt x="130" y="74"/>
                  </a:lnTo>
                  <a:lnTo>
                    <a:pt x="131" y="74"/>
                  </a:lnTo>
                  <a:lnTo>
                    <a:pt x="132" y="74"/>
                  </a:lnTo>
                  <a:lnTo>
                    <a:pt x="134" y="74"/>
                  </a:lnTo>
                  <a:lnTo>
                    <a:pt x="134" y="73"/>
                  </a:lnTo>
                  <a:lnTo>
                    <a:pt x="135" y="71"/>
                  </a:lnTo>
                  <a:lnTo>
                    <a:pt x="136" y="69"/>
                  </a:lnTo>
                  <a:lnTo>
                    <a:pt x="138" y="65"/>
                  </a:lnTo>
                  <a:lnTo>
                    <a:pt x="141" y="61"/>
                  </a:lnTo>
                  <a:lnTo>
                    <a:pt x="141" y="59"/>
                  </a:lnTo>
                  <a:lnTo>
                    <a:pt x="140" y="59"/>
                  </a:lnTo>
                  <a:lnTo>
                    <a:pt x="139" y="58"/>
                  </a:lnTo>
                  <a:lnTo>
                    <a:pt x="139" y="58"/>
                  </a:lnTo>
                  <a:lnTo>
                    <a:pt x="138" y="57"/>
                  </a:lnTo>
                  <a:lnTo>
                    <a:pt x="138" y="57"/>
                  </a:lnTo>
                  <a:lnTo>
                    <a:pt x="136" y="56"/>
                  </a:lnTo>
                  <a:lnTo>
                    <a:pt x="136" y="56"/>
                  </a:lnTo>
                  <a:lnTo>
                    <a:pt x="135" y="57"/>
                  </a:lnTo>
                  <a:lnTo>
                    <a:pt x="135" y="57"/>
                  </a:lnTo>
                  <a:lnTo>
                    <a:pt x="135" y="58"/>
                  </a:lnTo>
                  <a:lnTo>
                    <a:pt x="136" y="59"/>
                  </a:lnTo>
                  <a:lnTo>
                    <a:pt x="132" y="62"/>
                  </a:lnTo>
                  <a:lnTo>
                    <a:pt x="128" y="65"/>
                  </a:lnTo>
                  <a:lnTo>
                    <a:pt x="127" y="67"/>
                  </a:lnTo>
                  <a:lnTo>
                    <a:pt x="127" y="70"/>
                  </a:lnTo>
                  <a:lnTo>
                    <a:pt x="126" y="71"/>
                  </a:lnTo>
                  <a:lnTo>
                    <a:pt x="126" y="71"/>
                  </a:lnTo>
                  <a:lnTo>
                    <a:pt x="126" y="71"/>
                  </a:lnTo>
                  <a:lnTo>
                    <a:pt x="126" y="74"/>
                  </a:lnTo>
                  <a:lnTo>
                    <a:pt x="126" y="74"/>
                  </a:lnTo>
                  <a:close/>
                  <a:moveTo>
                    <a:pt x="96" y="94"/>
                  </a:moveTo>
                  <a:lnTo>
                    <a:pt x="54" y="94"/>
                  </a:lnTo>
                  <a:lnTo>
                    <a:pt x="54" y="110"/>
                  </a:lnTo>
                  <a:lnTo>
                    <a:pt x="96" y="110"/>
                  </a:lnTo>
                  <a:lnTo>
                    <a:pt x="96" y="94"/>
                  </a:lnTo>
                  <a:lnTo>
                    <a:pt x="96" y="94"/>
                  </a:lnTo>
                  <a:close/>
                  <a:moveTo>
                    <a:pt x="96" y="113"/>
                  </a:moveTo>
                  <a:lnTo>
                    <a:pt x="54" y="113"/>
                  </a:lnTo>
                  <a:lnTo>
                    <a:pt x="54" y="120"/>
                  </a:lnTo>
                  <a:lnTo>
                    <a:pt x="96" y="120"/>
                  </a:lnTo>
                  <a:lnTo>
                    <a:pt x="96" y="113"/>
                  </a:lnTo>
                  <a:lnTo>
                    <a:pt x="96" y="113"/>
                  </a:lnTo>
                  <a:close/>
                  <a:moveTo>
                    <a:pt x="96" y="134"/>
                  </a:moveTo>
                  <a:lnTo>
                    <a:pt x="94" y="133"/>
                  </a:lnTo>
                  <a:lnTo>
                    <a:pt x="93" y="131"/>
                  </a:lnTo>
                  <a:lnTo>
                    <a:pt x="90" y="130"/>
                  </a:lnTo>
                  <a:lnTo>
                    <a:pt x="87" y="128"/>
                  </a:lnTo>
                  <a:lnTo>
                    <a:pt x="86" y="126"/>
                  </a:lnTo>
                  <a:lnTo>
                    <a:pt x="85" y="126"/>
                  </a:lnTo>
                  <a:lnTo>
                    <a:pt x="84" y="124"/>
                  </a:lnTo>
                  <a:lnTo>
                    <a:pt x="83" y="123"/>
                  </a:lnTo>
                  <a:lnTo>
                    <a:pt x="82" y="122"/>
                  </a:lnTo>
                  <a:lnTo>
                    <a:pt x="82" y="122"/>
                  </a:lnTo>
                  <a:lnTo>
                    <a:pt x="82" y="122"/>
                  </a:lnTo>
                  <a:lnTo>
                    <a:pt x="82" y="122"/>
                  </a:lnTo>
                  <a:lnTo>
                    <a:pt x="96" y="122"/>
                  </a:lnTo>
                  <a:lnTo>
                    <a:pt x="96" y="134"/>
                  </a:lnTo>
                  <a:lnTo>
                    <a:pt x="96" y="134"/>
                  </a:lnTo>
                  <a:close/>
                  <a:moveTo>
                    <a:pt x="55" y="134"/>
                  </a:moveTo>
                  <a:lnTo>
                    <a:pt x="56" y="134"/>
                  </a:lnTo>
                  <a:lnTo>
                    <a:pt x="58" y="131"/>
                  </a:lnTo>
                  <a:lnTo>
                    <a:pt x="61" y="130"/>
                  </a:lnTo>
                  <a:lnTo>
                    <a:pt x="63" y="128"/>
                  </a:lnTo>
                  <a:lnTo>
                    <a:pt x="65" y="126"/>
                  </a:lnTo>
                  <a:lnTo>
                    <a:pt x="66" y="126"/>
                  </a:lnTo>
                  <a:lnTo>
                    <a:pt x="67" y="124"/>
                  </a:lnTo>
                  <a:lnTo>
                    <a:pt x="67" y="123"/>
                  </a:lnTo>
                  <a:lnTo>
                    <a:pt x="68" y="122"/>
                  </a:lnTo>
                  <a:lnTo>
                    <a:pt x="68" y="122"/>
                  </a:lnTo>
                  <a:lnTo>
                    <a:pt x="55" y="122"/>
                  </a:lnTo>
                  <a:lnTo>
                    <a:pt x="55" y="134"/>
                  </a:lnTo>
                  <a:lnTo>
                    <a:pt x="55" y="134"/>
                  </a:lnTo>
                  <a:close/>
                  <a:moveTo>
                    <a:pt x="54" y="79"/>
                  </a:moveTo>
                  <a:lnTo>
                    <a:pt x="57" y="79"/>
                  </a:lnTo>
                  <a:lnTo>
                    <a:pt x="57" y="70"/>
                  </a:lnTo>
                  <a:lnTo>
                    <a:pt x="58" y="69"/>
                  </a:lnTo>
                  <a:lnTo>
                    <a:pt x="59" y="69"/>
                  </a:lnTo>
                  <a:lnTo>
                    <a:pt x="60" y="69"/>
                  </a:lnTo>
                  <a:lnTo>
                    <a:pt x="61" y="69"/>
                  </a:lnTo>
                  <a:lnTo>
                    <a:pt x="62" y="70"/>
                  </a:lnTo>
                  <a:lnTo>
                    <a:pt x="63" y="70"/>
                  </a:lnTo>
                  <a:lnTo>
                    <a:pt x="63" y="71"/>
                  </a:lnTo>
                  <a:lnTo>
                    <a:pt x="63" y="72"/>
                  </a:lnTo>
                  <a:lnTo>
                    <a:pt x="63" y="73"/>
                  </a:lnTo>
                  <a:lnTo>
                    <a:pt x="63" y="73"/>
                  </a:lnTo>
                  <a:lnTo>
                    <a:pt x="65" y="74"/>
                  </a:lnTo>
                  <a:lnTo>
                    <a:pt x="66" y="74"/>
                  </a:lnTo>
                  <a:lnTo>
                    <a:pt x="66" y="75"/>
                  </a:lnTo>
                  <a:lnTo>
                    <a:pt x="66" y="76"/>
                  </a:lnTo>
                  <a:lnTo>
                    <a:pt x="66" y="77"/>
                  </a:lnTo>
                  <a:lnTo>
                    <a:pt x="66" y="78"/>
                  </a:lnTo>
                  <a:lnTo>
                    <a:pt x="66" y="78"/>
                  </a:lnTo>
                  <a:lnTo>
                    <a:pt x="66" y="78"/>
                  </a:lnTo>
                  <a:lnTo>
                    <a:pt x="65" y="79"/>
                  </a:lnTo>
                  <a:lnTo>
                    <a:pt x="63" y="81"/>
                  </a:lnTo>
                  <a:lnTo>
                    <a:pt x="62" y="82"/>
                  </a:lnTo>
                  <a:lnTo>
                    <a:pt x="60" y="82"/>
                  </a:lnTo>
                  <a:lnTo>
                    <a:pt x="59" y="82"/>
                  </a:lnTo>
                  <a:lnTo>
                    <a:pt x="56" y="82"/>
                  </a:lnTo>
                  <a:lnTo>
                    <a:pt x="54" y="82"/>
                  </a:lnTo>
                  <a:lnTo>
                    <a:pt x="54" y="79"/>
                  </a:lnTo>
                  <a:lnTo>
                    <a:pt x="54" y="79"/>
                  </a:lnTo>
                  <a:close/>
                  <a:moveTo>
                    <a:pt x="28" y="83"/>
                  </a:moveTo>
                  <a:lnTo>
                    <a:pt x="24" y="83"/>
                  </a:lnTo>
                  <a:lnTo>
                    <a:pt x="22" y="83"/>
                  </a:lnTo>
                  <a:lnTo>
                    <a:pt x="21" y="82"/>
                  </a:lnTo>
                  <a:lnTo>
                    <a:pt x="21" y="82"/>
                  </a:lnTo>
                  <a:lnTo>
                    <a:pt x="19" y="82"/>
                  </a:lnTo>
                  <a:lnTo>
                    <a:pt x="18" y="79"/>
                  </a:lnTo>
                  <a:lnTo>
                    <a:pt x="18" y="77"/>
                  </a:lnTo>
                  <a:lnTo>
                    <a:pt x="17" y="75"/>
                  </a:lnTo>
                  <a:lnTo>
                    <a:pt x="16" y="74"/>
                  </a:lnTo>
                  <a:lnTo>
                    <a:pt x="15" y="73"/>
                  </a:lnTo>
                  <a:lnTo>
                    <a:pt x="15" y="72"/>
                  </a:lnTo>
                  <a:lnTo>
                    <a:pt x="14" y="71"/>
                  </a:lnTo>
                  <a:lnTo>
                    <a:pt x="14" y="70"/>
                  </a:lnTo>
                  <a:lnTo>
                    <a:pt x="13" y="70"/>
                  </a:lnTo>
                  <a:lnTo>
                    <a:pt x="13" y="68"/>
                  </a:lnTo>
                  <a:lnTo>
                    <a:pt x="13" y="66"/>
                  </a:lnTo>
                  <a:lnTo>
                    <a:pt x="14" y="65"/>
                  </a:lnTo>
                  <a:lnTo>
                    <a:pt x="14" y="65"/>
                  </a:lnTo>
                  <a:lnTo>
                    <a:pt x="15" y="65"/>
                  </a:lnTo>
                  <a:lnTo>
                    <a:pt x="15" y="64"/>
                  </a:lnTo>
                  <a:lnTo>
                    <a:pt x="16" y="64"/>
                  </a:lnTo>
                  <a:lnTo>
                    <a:pt x="17" y="65"/>
                  </a:lnTo>
                  <a:lnTo>
                    <a:pt x="17" y="65"/>
                  </a:lnTo>
                  <a:lnTo>
                    <a:pt x="17" y="66"/>
                  </a:lnTo>
                  <a:lnTo>
                    <a:pt x="17" y="67"/>
                  </a:lnTo>
                  <a:lnTo>
                    <a:pt x="19" y="68"/>
                  </a:lnTo>
                  <a:lnTo>
                    <a:pt x="22" y="70"/>
                  </a:lnTo>
                  <a:lnTo>
                    <a:pt x="22" y="70"/>
                  </a:lnTo>
                  <a:lnTo>
                    <a:pt x="24" y="71"/>
                  </a:lnTo>
                  <a:lnTo>
                    <a:pt x="25" y="72"/>
                  </a:lnTo>
                  <a:lnTo>
                    <a:pt x="26" y="74"/>
                  </a:lnTo>
                  <a:lnTo>
                    <a:pt x="26" y="76"/>
                  </a:lnTo>
                  <a:lnTo>
                    <a:pt x="26" y="78"/>
                  </a:lnTo>
                  <a:lnTo>
                    <a:pt x="26" y="79"/>
                  </a:lnTo>
                  <a:lnTo>
                    <a:pt x="26" y="79"/>
                  </a:lnTo>
                  <a:lnTo>
                    <a:pt x="28" y="79"/>
                  </a:lnTo>
                  <a:lnTo>
                    <a:pt x="28" y="83"/>
                  </a:lnTo>
                  <a:lnTo>
                    <a:pt x="28" y="83"/>
                  </a:lnTo>
                  <a:close/>
                  <a:moveTo>
                    <a:pt x="27" y="113"/>
                  </a:moveTo>
                  <a:lnTo>
                    <a:pt x="22" y="113"/>
                  </a:lnTo>
                  <a:lnTo>
                    <a:pt x="22" y="120"/>
                  </a:lnTo>
                  <a:lnTo>
                    <a:pt x="27" y="120"/>
                  </a:lnTo>
                  <a:lnTo>
                    <a:pt x="27" y="113"/>
                  </a:lnTo>
                  <a:lnTo>
                    <a:pt x="27" y="113"/>
                  </a:lnTo>
                  <a:close/>
                  <a:moveTo>
                    <a:pt x="28" y="84"/>
                  </a:moveTo>
                  <a:lnTo>
                    <a:pt x="22" y="84"/>
                  </a:lnTo>
                  <a:lnTo>
                    <a:pt x="22" y="92"/>
                  </a:lnTo>
                  <a:lnTo>
                    <a:pt x="28" y="92"/>
                  </a:lnTo>
                  <a:lnTo>
                    <a:pt x="28" y="84"/>
                  </a:lnTo>
                  <a:lnTo>
                    <a:pt x="28" y="84"/>
                  </a:lnTo>
                  <a:close/>
                  <a:moveTo>
                    <a:pt x="26" y="166"/>
                  </a:moveTo>
                  <a:lnTo>
                    <a:pt x="26" y="166"/>
                  </a:lnTo>
                  <a:lnTo>
                    <a:pt x="24" y="167"/>
                  </a:lnTo>
                  <a:lnTo>
                    <a:pt x="22" y="169"/>
                  </a:lnTo>
                  <a:lnTo>
                    <a:pt x="22" y="170"/>
                  </a:lnTo>
                  <a:lnTo>
                    <a:pt x="21" y="171"/>
                  </a:lnTo>
                  <a:lnTo>
                    <a:pt x="20" y="172"/>
                  </a:lnTo>
                  <a:lnTo>
                    <a:pt x="19" y="176"/>
                  </a:lnTo>
                  <a:lnTo>
                    <a:pt x="19" y="178"/>
                  </a:lnTo>
                  <a:lnTo>
                    <a:pt x="17" y="179"/>
                  </a:lnTo>
                  <a:lnTo>
                    <a:pt x="15" y="180"/>
                  </a:lnTo>
                  <a:lnTo>
                    <a:pt x="14" y="182"/>
                  </a:lnTo>
                  <a:lnTo>
                    <a:pt x="12" y="183"/>
                  </a:lnTo>
                  <a:lnTo>
                    <a:pt x="11" y="186"/>
                  </a:lnTo>
                  <a:lnTo>
                    <a:pt x="10" y="188"/>
                  </a:lnTo>
                  <a:lnTo>
                    <a:pt x="10" y="190"/>
                  </a:lnTo>
                  <a:lnTo>
                    <a:pt x="10" y="193"/>
                  </a:lnTo>
                  <a:lnTo>
                    <a:pt x="10" y="198"/>
                  </a:lnTo>
                  <a:lnTo>
                    <a:pt x="11" y="200"/>
                  </a:lnTo>
                  <a:lnTo>
                    <a:pt x="10" y="202"/>
                  </a:lnTo>
                  <a:lnTo>
                    <a:pt x="8" y="203"/>
                  </a:lnTo>
                  <a:lnTo>
                    <a:pt x="6" y="206"/>
                  </a:lnTo>
                  <a:lnTo>
                    <a:pt x="5" y="209"/>
                  </a:lnTo>
                  <a:lnTo>
                    <a:pt x="4" y="210"/>
                  </a:lnTo>
                  <a:lnTo>
                    <a:pt x="4" y="212"/>
                  </a:lnTo>
                  <a:lnTo>
                    <a:pt x="4" y="214"/>
                  </a:lnTo>
                  <a:lnTo>
                    <a:pt x="4" y="217"/>
                  </a:lnTo>
                  <a:lnTo>
                    <a:pt x="4" y="219"/>
                  </a:lnTo>
                  <a:lnTo>
                    <a:pt x="5" y="221"/>
                  </a:lnTo>
                  <a:lnTo>
                    <a:pt x="6" y="222"/>
                  </a:lnTo>
                  <a:lnTo>
                    <a:pt x="6" y="222"/>
                  </a:lnTo>
                  <a:lnTo>
                    <a:pt x="26" y="222"/>
                  </a:lnTo>
                  <a:lnTo>
                    <a:pt x="26" y="166"/>
                  </a:lnTo>
                  <a:lnTo>
                    <a:pt x="26" y="166"/>
                  </a:lnTo>
                  <a:close/>
                  <a:moveTo>
                    <a:pt x="27" y="226"/>
                  </a:moveTo>
                  <a:lnTo>
                    <a:pt x="0" y="226"/>
                  </a:lnTo>
                  <a:lnTo>
                    <a:pt x="0" y="234"/>
                  </a:lnTo>
                  <a:lnTo>
                    <a:pt x="27" y="234"/>
                  </a:lnTo>
                  <a:lnTo>
                    <a:pt x="27" y="226"/>
                  </a:lnTo>
                  <a:lnTo>
                    <a:pt x="27" y="226"/>
                  </a:lnTo>
                  <a:close/>
                  <a:moveTo>
                    <a:pt x="277" y="118"/>
                  </a:moveTo>
                  <a:lnTo>
                    <a:pt x="277" y="118"/>
                  </a:lnTo>
                  <a:lnTo>
                    <a:pt x="279" y="121"/>
                  </a:lnTo>
                  <a:lnTo>
                    <a:pt x="280" y="122"/>
                  </a:lnTo>
                  <a:lnTo>
                    <a:pt x="281" y="124"/>
                  </a:lnTo>
                  <a:lnTo>
                    <a:pt x="283" y="125"/>
                  </a:lnTo>
                  <a:lnTo>
                    <a:pt x="284" y="126"/>
                  </a:lnTo>
                  <a:lnTo>
                    <a:pt x="287" y="126"/>
                  </a:lnTo>
                  <a:lnTo>
                    <a:pt x="287" y="126"/>
                  </a:lnTo>
                  <a:lnTo>
                    <a:pt x="288" y="127"/>
                  </a:lnTo>
                  <a:lnTo>
                    <a:pt x="288" y="128"/>
                  </a:lnTo>
                  <a:lnTo>
                    <a:pt x="288" y="129"/>
                  </a:lnTo>
                  <a:lnTo>
                    <a:pt x="288" y="130"/>
                  </a:lnTo>
                  <a:lnTo>
                    <a:pt x="289" y="131"/>
                  </a:lnTo>
                  <a:lnTo>
                    <a:pt x="290" y="132"/>
                  </a:lnTo>
                  <a:lnTo>
                    <a:pt x="292" y="133"/>
                  </a:lnTo>
                  <a:lnTo>
                    <a:pt x="293" y="133"/>
                  </a:lnTo>
                  <a:lnTo>
                    <a:pt x="293" y="118"/>
                  </a:lnTo>
                  <a:lnTo>
                    <a:pt x="277" y="118"/>
                  </a:lnTo>
                  <a:lnTo>
                    <a:pt x="277" y="118"/>
                  </a:lnTo>
                  <a:close/>
                  <a:moveTo>
                    <a:pt x="294" y="62"/>
                  </a:moveTo>
                  <a:lnTo>
                    <a:pt x="292" y="62"/>
                  </a:lnTo>
                  <a:lnTo>
                    <a:pt x="289" y="62"/>
                  </a:lnTo>
                  <a:lnTo>
                    <a:pt x="285" y="62"/>
                  </a:lnTo>
                  <a:lnTo>
                    <a:pt x="282" y="61"/>
                  </a:lnTo>
                  <a:lnTo>
                    <a:pt x="280" y="59"/>
                  </a:lnTo>
                  <a:lnTo>
                    <a:pt x="279" y="58"/>
                  </a:lnTo>
                  <a:lnTo>
                    <a:pt x="279" y="58"/>
                  </a:lnTo>
                  <a:lnTo>
                    <a:pt x="278" y="56"/>
                  </a:lnTo>
                  <a:lnTo>
                    <a:pt x="277" y="54"/>
                  </a:lnTo>
                  <a:lnTo>
                    <a:pt x="277" y="54"/>
                  </a:lnTo>
                  <a:lnTo>
                    <a:pt x="277" y="53"/>
                  </a:lnTo>
                  <a:lnTo>
                    <a:pt x="277" y="52"/>
                  </a:lnTo>
                  <a:lnTo>
                    <a:pt x="279" y="49"/>
                  </a:lnTo>
                  <a:lnTo>
                    <a:pt x="281" y="46"/>
                  </a:lnTo>
                  <a:lnTo>
                    <a:pt x="283" y="45"/>
                  </a:lnTo>
                  <a:lnTo>
                    <a:pt x="284" y="45"/>
                  </a:lnTo>
                  <a:lnTo>
                    <a:pt x="286" y="45"/>
                  </a:lnTo>
                  <a:lnTo>
                    <a:pt x="287" y="46"/>
                  </a:lnTo>
                  <a:lnTo>
                    <a:pt x="290" y="49"/>
                  </a:lnTo>
                  <a:lnTo>
                    <a:pt x="292" y="52"/>
                  </a:lnTo>
                  <a:lnTo>
                    <a:pt x="294" y="53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62"/>
                  </a:lnTo>
                  <a:lnTo>
                    <a:pt x="294" y="62"/>
                  </a:lnTo>
                  <a:close/>
                  <a:moveTo>
                    <a:pt x="298" y="53"/>
                  </a:moveTo>
                  <a:lnTo>
                    <a:pt x="322" y="53"/>
                  </a:lnTo>
                  <a:lnTo>
                    <a:pt x="322" y="233"/>
                  </a:lnTo>
                  <a:lnTo>
                    <a:pt x="298" y="233"/>
                  </a:lnTo>
                  <a:lnTo>
                    <a:pt x="298" y="53"/>
                  </a:lnTo>
                  <a:lnTo>
                    <a:pt x="298" y="53"/>
                  </a:lnTo>
                  <a:close/>
                  <a:moveTo>
                    <a:pt x="295" y="30"/>
                  </a:moveTo>
                  <a:lnTo>
                    <a:pt x="295" y="30"/>
                  </a:lnTo>
                  <a:lnTo>
                    <a:pt x="294" y="30"/>
                  </a:lnTo>
                  <a:lnTo>
                    <a:pt x="294" y="30"/>
                  </a:lnTo>
                  <a:lnTo>
                    <a:pt x="294" y="30"/>
                  </a:lnTo>
                  <a:lnTo>
                    <a:pt x="294" y="48"/>
                  </a:lnTo>
                  <a:lnTo>
                    <a:pt x="294" y="49"/>
                  </a:lnTo>
                  <a:lnTo>
                    <a:pt x="294" y="50"/>
                  </a:lnTo>
                  <a:lnTo>
                    <a:pt x="295" y="50"/>
                  </a:lnTo>
                  <a:lnTo>
                    <a:pt x="295" y="50"/>
                  </a:lnTo>
                  <a:lnTo>
                    <a:pt x="325" y="50"/>
                  </a:lnTo>
                  <a:lnTo>
                    <a:pt x="325" y="50"/>
                  </a:lnTo>
                  <a:lnTo>
                    <a:pt x="326" y="50"/>
                  </a:lnTo>
                  <a:lnTo>
                    <a:pt x="326" y="49"/>
                  </a:lnTo>
                  <a:lnTo>
                    <a:pt x="326" y="48"/>
                  </a:lnTo>
                  <a:lnTo>
                    <a:pt x="326" y="30"/>
                  </a:lnTo>
                  <a:lnTo>
                    <a:pt x="326" y="30"/>
                  </a:lnTo>
                  <a:lnTo>
                    <a:pt x="326" y="30"/>
                  </a:lnTo>
                  <a:lnTo>
                    <a:pt x="325" y="30"/>
                  </a:lnTo>
                  <a:lnTo>
                    <a:pt x="325" y="30"/>
                  </a:lnTo>
                  <a:lnTo>
                    <a:pt x="295" y="30"/>
                  </a:lnTo>
                  <a:lnTo>
                    <a:pt x="295" y="30"/>
                  </a:lnTo>
                  <a:close/>
                  <a:moveTo>
                    <a:pt x="311" y="0"/>
                  </a:moveTo>
                  <a:lnTo>
                    <a:pt x="310" y="0"/>
                  </a:lnTo>
                  <a:lnTo>
                    <a:pt x="310" y="0"/>
                  </a:lnTo>
                  <a:lnTo>
                    <a:pt x="310" y="0"/>
                  </a:lnTo>
                  <a:lnTo>
                    <a:pt x="309" y="0"/>
                  </a:lnTo>
                  <a:lnTo>
                    <a:pt x="308" y="1"/>
                  </a:lnTo>
                  <a:lnTo>
                    <a:pt x="307" y="1"/>
                  </a:lnTo>
                  <a:lnTo>
                    <a:pt x="306" y="2"/>
                  </a:lnTo>
                  <a:lnTo>
                    <a:pt x="305" y="3"/>
                  </a:lnTo>
                  <a:lnTo>
                    <a:pt x="303" y="5"/>
                  </a:lnTo>
                  <a:lnTo>
                    <a:pt x="303" y="7"/>
                  </a:lnTo>
                  <a:lnTo>
                    <a:pt x="302" y="11"/>
                  </a:lnTo>
                  <a:lnTo>
                    <a:pt x="302" y="13"/>
                  </a:lnTo>
                  <a:lnTo>
                    <a:pt x="300" y="14"/>
                  </a:lnTo>
                  <a:lnTo>
                    <a:pt x="299" y="14"/>
                  </a:lnTo>
                  <a:lnTo>
                    <a:pt x="299" y="16"/>
                  </a:lnTo>
                  <a:lnTo>
                    <a:pt x="298" y="17"/>
                  </a:lnTo>
                  <a:lnTo>
                    <a:pt x="297" y="18"/>
                  </a:lnTo>
                  <a:lnTo>
                    <a:pt x="297" y="20"/>
                  </a:lnTo>
                  <a:lnTo>
                    <a:pt x="298" y="22"/>
                  </a:lnTo>
                  <a:lnTo>
                    <a:pt x="299" y="22"/>
                  </a:lnTo>
                  <a:lnTo>
                    <a:pt x="299" y="25"/>
                  </a:lnTo>
                  <a:lnTo>
                    <a:pt x="299" y="26"/>
                  </a:lnTo>
                  <a:lnTo>
                    <a:pt x="299" y="26"/>
                  </a:lnTo>
                  <a:lnTo>
                    <a:pt x="299" y="26"/>
                  </a:lnTo>
                  <a:lnTo>
                    <a:pt x="299" y="27"/>
                  </a:lnTo>
                  <a:lnTo>
                    <a:pt x="300" y="27"/>
                  </a:lnTo>
                  <a:lnTo>
                    <a:pt x="310" y="27"/>
                  </a:lnTo>
                  <a:lnTo>
                    <a:pt x="319" y="27"/>
                  </a:lnTo>
                  <a:lnTo>
                    <a:pt x="320" y="27"/>
                  </a:lnTo>
                  <a:lnTo>
                    <a:pt x="320" y="26"/>
                  </a:lnTo>
                  <a:lnTo>
                    <a:pt x="321" y="26"/>
                  </a:lnTo>
                  <a:lnTo>
                    <a:pt x="321" y="26"/>
                  </a:lnTo>
                  <a:lnTo>
                    <a:pt x="321" y="25"/>
                  </a:lnTo>
                  <a:lnTo>
                    <a:pt x="321" y="22"/>
                  </a:lnTo>
                  <a:lnTo>
                    <a:pt x="322" y="22"/>
                  </a:lnTo>
                  <a:lnTo>
                    <a:pt x="323" y="20"/>
                  </a:lnTo>
                  <a:lnTo>
                    <a:pt x="323" y="18"/>
                  </a:lnTo>
                  <a:lnTo>
                    <a:pt x="322" y="17"/>
                  </a:lnTo>
                  <a:lnTo>
                    <a:pt x="321" y="16"/>
                  </a:lnTo>
                  <a:lnTo>
                    <a:pt x="320" y="14"/>
                  </a:lnTo>
                  <a:lnTo>
                    <a:pt x="319" y="14"/>
                  </a:lnTo>
                  <a:lnTo>
                    <a:pt x="318" y="13"/>
                  </a:lnTo>
                  <a:lnTo>
                    <a:pt x="318" y="11"/>
                  </a:lnTo>
                  <a:lnTo>
                    <a:pt x="317" y="7"/>
                  </a:lnTo>
                  <a:lnTo>
                    <a:pt x="316" y="5"/>
                  </a:lnTo>
                  <a:lnTo>
                    <a:pt x="315" y="3"/>
                  </a:lnTo>
                  <a:lnTo>
                    <a:pt x="314" y="2"/>
                  </a:lnTo>
                  <a:lnTo>
                    <a:pt x="313" y="1"/>
                  </a:lnTo>
                  <a:lnTo>
                    <a:pt x="312" y="1"/>
                  </a:lnTo>
                  <a:lnTo>
                    <a:pt x="311" y="0"/>
                  </a:lnTo>
                  <a:lnTo>
                    <a:pt x="311" y="0"/>
                  </a:lnTo>
                  <a:close/>
                  <a:moveTo>
                    <a:pt x="327" y="52"/>
                  </a:moveTo>
                  <a:lnTo>
                    <a:pt x="327" y="62"/>
                  </a:lnTo>
                  <a:lnTo>
                    <a:pt x="333" y="62"/>
                  </a:lnTo>
                  <a:lnTo>
                    <a:pt x="335" y="62"/>
                  </a:lnTo>
                  <a:lnTo>
                    <a:pt x="336" y="61"/>
                  </a:lnTo>
                  <a:lnTo>
                    <a:pt x="337" y="59"/>
                  </a:lnTo>
                  <a:lnTo>
                    <a:pt x="338" y="58"/>
                  </a:lnTo>
                  <a:lnTo>
                    <a:pt x="339" y="55"/>
                  </a:lnTo>
                  <a:lnTo>
                    <a:pt x="339" y="54"/>
                  </a:lnTo>
                  <a:lnTo>
                    <a:pt x="340" y="53"/>
                  </a:lnTo>
                  <a:lnTo>
                    <a:pt x="342" y="51"/>
                  </a:lnTo>
                  <a:lnTo>
                    <a:pt x="343" y="50"/>
                  </a:lnTo>
                  <a:lnTo>
                    <a:pt x="345" y="47"/>
                  </a:lnTo>
                  <a:lnTo>
                    <a:pt x="345" y="46"/>
                  </a:lnTo>
                  <a:lnTo>
                    <a:pt x="345" y="46"/>
                  </a:lnTo>
                  <a:lnTo>
                    <a:pt x="345" y="45"/>
                  </a:lnTo>
                  <a:lnTo>
                    <a:pt x="344" y="44"/>
                  </a:lnTo>
                  <a:lnTo>
                    <a:pt x="343" y="42"/>
                  </a:lnTo>
                  <a:lnTo>
                    <a:pt x="342" y="42"/>
                  </a:lnTo>
                  <a:lnTo>
                    <a:pt x="341" y="42"/>
                  </a:lnTo>
                  <a:lnTo>
                    <a:pt x="340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3"/>
                  </a:lnTo>
                  <a:lnTo>
                    <a:pt x="340" y="44"/>
                  </a:lnTo>
                  <a:lnTo>
                    <a:pt x="339" y="45"/>
                  </a:lnTo>
                  <a:lnTo>
                    <a:pt x="339" y="46"/>
                  </a:lnTo>
                  <a:lnTo>
                    <a:pt x="338" y="46"/>
                  </a:lnTo>
                  <a:lnTo>
                    <a:pt x="337" y="46"/>
                  </a:lnTo>
                  <a:lnTo>
                    <a:pt x="335" y="47"/>
                  </a:lnTo>
                  <a:lnTo>
                    <a:pt x="332" y="48"/>
                  </a:lnTo>
                  <a:lnTo>
                    <a:pt x="331" y="50"/>
                  </a:lnTo>
                  <a:lnTo>
                    <a:pt x="330" y="51"/>
                  </a:lnTo>
                  <a:lnTo>
                    <a:pt x="328" y="52"/>
                  </a:lnTo>
                  <a:lnTo>
                    <a:pt x="327" y="52"/>
                  </a:lnTo>
                  <a:lnTo>
                    <a:pt x="327" y="52"/>
                  </a:lnTo>
                  <a:close/>
                  <a:moveTo>
                    <a:pt x="326" y="65"/>
                  </a:moveTo>
                  <a:lnTo>
                    <a:pt x="333" y="65"/>
                  </a:lnTo>
                  <a:lnTo>
                    <a:pt x="333" y="74"/>
                  </a:lnTo>
                  <a:lnTo>
                    <a:pt x="326" y="74"/>
                  </a:lnTo>
                  <a:lnTo>
                    <a:pt x="326" y="65"/>
                  </a:lnTo>
                  <a:lnTo>
                    <a:pt x="326" y="65"/>
                  </a:lnTo>
                  <a:close/>
                  <a:moveTo>
                    <a:pt x="326" y="76"/>
                  </a:moveTo>
                  <a:lnTo>
                    <a:pt x="375" y="76"/>
                  </a:lnTo>
                  <a:lnTo>
                    <a:pt x="375" y="83"/>
                  </a:lnTo>
                  <a:lnTo>
                    <a:pt x="326" y="83"/>
                  </a:lnTo>
                  <a:lnTo>
                    <a:pt x="326" y="76"/>
                  </a:lnTo>
                  <a:lnTo>
                    <a:pt x="326" y="76"/>
                  </a:lnTo>
                  <a:close/>
                  <a:moveTo>
                    <a:pt x="326" y="86"/>
                  </a:moveTo>
                  <a:lnTo>
                    <a:pt x="375" y="86"/>
                  </a:lnTo>
                  <a:lnTo>
                    <a:pt x="375" y="107"/>
                  </a:lnTo>
                  <a:lnTo>
                    <a:pt x="326" y="107"/>
                  </a:lnTo>
                  <a:lnTo>
                    <a:pt x="326" y="86"/>
                  </a:lnTo>
                  <a:lnTo>
                    <a:pt x="326" y="86"/>
                  </a:lnTo>
                  <a:close/>
                  <a:moveTo>
                    <a:pt x="326" y="110"/>
                  </a:moveTo>
                  <a:lnTo>
                    <a:pt x="375" y="110"/>
                  </a:lnTo>
                  <a:lnTo>
                    <a:pt x="375" y="117"/>
                  </a:lnTo>
                  <a:lnTo>
                    <a:pt x="326" y="117"/>
                  </a:lnTo>
                  <a:lnTo>
                    <a:pt x="326" y="110"/>
                  </a:lnTo>
                  <a:lnTo>
                    <a:pt x="326" y="110"/>
                  </a:lnTo>
                  <a:close/>
                  <a:moveTo>
                    <a:pt x="361" y="121"/>
                  </a:moveTo>
                  <a:lnTo>
                    <a:pt x="361" y="121"/>
                  </a:lnTo>
                  <a:lnTo>
                    <a:pt x="361" y="122"/>
                  </a:lnTo>
                  <a:lnTo>
                    <a:pt x="362" y="122"/>
                  </a:lnTo>
                  <a:lnTo>
                    <a:pt x="363" y="124"/>
                  </a:lnTo>
                  <a:lnTo>
                    <a:pt x="364" y="126"/>
                  </a:lnTo>
                  <a:lnTo>
                    <a:pt x="366" y="126"/>
                  </a:lnTo>
                  <a:lnTo>
                    <a:pt x="367" y="128"/>
                  </a:lnTo>
                  <a:lnTo>
                    <a:pt x="369" y="128"/>
                  </a:lnTo>
                  <a:lnTo>
                    <a:pt x="371" y="129"/>
                  </a:lnTo>
                  <a:lnTo>
                    <a:pt x="371" y="130"/>
                  </a:lnTo>
                  <a:lnTo>
                    <a:pt x="372" y="132"/>
                  </a:lnTo>
                  <a:lnTo>
                    <a:pt x="373" y="134"/>
                  </a:lnTo>
                  <a:lnTo>
                    <a:pt x="374" y="134"/>
                  </a:lnTo>
                  <a:lnTo>
                    <a:pt x="375" y="134"/>
                  </a:lnTo>
                  <a:lnTo>
                    <a:pt x="375" y="134"/>
                  </a:lnTo>
                  <a:lnTo>
                    <a:pt x="375" y="134"/>
                  </a:lnTo>
                  <a:lnTo>
                    <a:pt x="375" y="121"/>
                  </a:lnTo>
                  <a:lnTo>
                    <a:pt x="361" y="121"/>
                  </a:lnTo>
                  <a:lnTo>
                    <a:pt x="361" y="121"/>
                  </a:lnTo>
                  <a:close/>
                  <a:moveTo>
                    <a:pt x="379" y="73"/>
                  </a:moveTo>
                  <a:lnTo>
                    <a:pt x="401" y="73"/>
                  </a:lnTo>
                  <a:lnTo>
                    <a:pt x="401" y="233"/>
                  </a:lnTo>
                  <a:lnTo>
                    <a:pt x="379" y="233"/>
                  </a:lnTo>
                  <a:lnTo>
                    <a:pt x="379" y="73"/>
                  </a:lnTo>
                  <a:lnTo>
                    <a:pt x="379" y="73"/>
                  </a:lnTo>
                  <a:close/>
                  <a:moveTo>
                    <a:pt x="377" y="50"/>
                  </a:moveTo>
                  <a:lnTo>
                    <a:pt x="404" y="50"/>
                  </a:lnTo>
                  <a:lnTo>
                    <a:pt x="404" y="50"/>
                  </a:lnTo>
                  <a:lnTo>
                    <a:pt x="404" y="50"/>
                  </a:lnTo>
                  <a:lnTo>
                    <a:pt x="405" y="51"/>
                  </a:lnTo>
                  <a:lnTo>
                    <a:pt x="405" y="51"/>
                  </a:lnTo>
                  <a:lnTo>
                    <a:pt x="405" y="67"/>
                  </a:lnTo>
                  <a:lnTo>
                    <a:pt x="405" y="68"/>
                  </a:lnTo>
                  <a:lnTo>
                    <a:pt x="404" y="68"/>
                  </a:lnTo>
                  <a:lnTo>
                    <a:pt x="404" y="68"/>
                  </a:lnTo>
                  <a:lnTo>
                    <a:pt x="404" y="69"/>
                  </a:lnTo>
                  <a:lnTo>
                    <a:pt x="377" y="69"/>
                  </a:lnTo>
                  <a:lnTo>
                    <a:pt x="377" y="68"/>
                  </a:lnTo>
                  <a:lnTo>
                    <a:pt x="376" y="68"/>
                  </a:lnTo>
                  <a:lnTo>
                    <a:pt x="376" y="68"/>
                  </a:lnTo>
                  <a:lnTo>
                    <a:pt x="376" y="67"/>
                  </a:lnTo>
                  <a:lnTo>
                    <a:pt x="376" y="51"/>
                  </a:lnTo>
                  <a:lnTo>
                    <a:pt x="376" y="51"/>
                  </a:lnTo>
                  <a:lnTo>
                    <a:pt x="376" y="50"/>
                  </a:lnTo>
                  <a:lnTo>
                    <a:pt x="377" y="50"/>
                  </a:lnTo>
                  <a:lnTo>
                    <a:pt x="377" y="50"/>
                  </a:lnTo>
                  <a:lnTo>
                    <a:pt x="377" y="50"/>
                  </a:lnTo>
                  <a:close/>
                  <a:moveTo>
                    <a:pt x="449" y="79"/>
                  </a:moveTo>
                  <a:lnTo>
                    <a:pt x="471" y="79"/>
                  </a:lnTo>
                  <a:lnTo>
                    <a:pt x="471" y="232"/>
                  </a:lnTo>
                  <a:lnTo>
                    <a:pt x="450" y="232"/>
                  </a:lnTo>
                  <a:lnTo>
                    <a:pt x="450" y="88"/>
                  </a:lnTo>
                  <a:lnTo>
                    <a:pt x="449" y="88"/>
                  </a:lnTo>
                  <a:lnTo>
                    <a:pt x="449" y="79"/>
                  </a:lnTo>
                  <a:lnTo>
                    <a:pt x="449" y="79"/>
                  </a:lnTo>
                  <a:close/>
                  <a:moveTo>
                    <a:pt x="447" y="63"/>
                  </a:moveTo>
                  <a:lnTo>
                    <a:pt x="471" y="63"/>
                  </a:lnTo>
                  <a:lnTo>
                    <a:pt x="472" y="63"/>
                  </a:lnTo>
                  <a:lnTo>
                    <a:pt x="473" y="64"/>
                  </a:lnTo>
                  <a:lnTo>
                    <a:pt x="473" y="76"/>
                  </a:lnTo>
                  <a:lnTo>
                    <a:pt x="472" y="77"/>
                  </a:lnTo>
                  <a:lnTo>
                    <a:pt x="471" y="78"/>
                  </a:lnTo>
                  <a:lnTo>
                    <a:pt x="447" y="78"/>
                  </a:lnTo>
                  <a:lnTo>
                    <a:pt x="447" y="77"/>
                  </a:lnTo>
                  <a:lnTo>
                    <a:pt x="447" y="76"/>
                  </a:lnTo>
                  <a:lnTo>
                    <a:pt x="447" y="64"/>
                  </a:lnTo>
                  <a:lnTo>
                    <a:pt x="447" y="63"/>
                  </a:lnTo>
                  <a:lnTo>
                    <a:pt x="447" y="63"/>
                  </a:lnTo>
                  <a:lnTo>
                    <a:pt x="447" y="63"/>
                  </a:lnTo>
                  <a:close/>
                  <a:moveTo>
                    <a:pt x="459" y="39"/>
                  </a:moveTo>
                  <a:lnTo>
                    <a:pt x="459" y="39"/>
                  </a:lnTo>
                  <a:lnTo>
                    <a:pt x="458" y="39"/>
                  </a:lnTo>
                  <a:lnTo>
                    <a:pt x="456" y="40"/>
                  </a:lnTo>
                  <a:lnTo>
                    <a:pt x="455" y="42"/>
                  </a:lnTo>
                  <a:lnTo>
                    <a:pt x="455" y="42"/>
                  </a:lnTo>
                  <a:lnTo>
                    <a:pt x="454" y="45"/>
                  </a:lnTo>
                  <a:lnTo>
                    <a:pt x="453" y="47"/>
                  </a:lnTo>
                  <a:lnTo>
                    <a:pt x="453" y="49"/>
                  </a:lnTo>
                  <a:lnTo>
                    <a:pt x="451" y="50"/>
                  </a:lnTo>
                  <a:lnTo>
                    <a:pt x="451" y="50"/>
                  </a:lnTo>
                  <a:lnTo>
                    <a:pt x="451" y="51"/>
                  </a:lnTo>
                  <a:lnTo>
                    <a:pt x="450" y="52"/>
                  </a:lnTo>
                  <a:lnTo>
                    <a:pt x="450" y="53"/>
                  </a:lnTo>
                  <a:lnTo>
                    <a:pt x="450" y="54"/>
                  </a:lnTo>
                  <a:lnTo>
                    <a:pt x="450" y="55"/>
                  </a:lnTo>
                  <a:lnTo>
                    <a:pt x="451" y="56"/>
                  </a:lnTo>
                  <a:lnTo>
                    <a:pt x="451" y="57"/>
                  </a:lnTo>
                  <a:lnTo>
                    <a:pt x="451" y="58"/>
                  </a:lnTo>
                  <a:lnTo>
                    <a:pt x="452" y="58"/>
                  </a:lnTo>
                  <a:lnTo>
                    <a:pt x="451" y="58"/>
                  </a:lnTo>
                  <a:lnTo>
                    <a:pt x="451" y="59"/>
                  </a:lnTo>
                  <a:lnTo>
                    <a:pt x="451" y="59"/>
                  </a:lnTo>
                  <a:lnTo>
                    <a:pt x="451" y="61"/>
                  </a:lnTo>
                  <a:lnTo>
                    <a:pt x="451" y="61"/>
                  </a:lnTo>
                  <a:lnTo>
                    <a:pt x="459" y="61"/>
                  </a:lnTo>
                  <a:lnTo>
                    <a:pt x="459" y="61"/>
                  </a:lnTo>
                  <a:lnTo>
                    <a:pt x="459" y="61"/>
                  </a:lnTo>
                  <a:lnTo>
                    <a:pt x="467" y="61"/>
                  </a:lnTo>
                  <a:lnTo>
                    <a:pt x="467" y="61"/>
                  </a:lnTo>
                  <a:lnTo>
                    <a:pt x="467" y="59"/>
                  </a:lnTo>
                  <a:lnTo>
                    <a:pt x="467" y="59"/>
                  </a:lnTo>
                  <a:lnTo>
                    <a:pt x="467" y="58"/>
                  </a:lnTo>
                  <a:lnTo>
                    <a:pt x="467" y="58"/>
                  </a:lnTo>
                  <a:lnTo>
                    <a:pt x="467" y="58"/>
                  </a:lnTo>
                  <a:lnTo>
                    <a:pt x="467" y="57"/>
                  </a:lnTo>
                  <a:lnTo>
                    <a:pt x="467" y="56"/>
                  </a:lnTo>
                  <a:lnTo>
                    <a:pt x="469" y="55"/>
                  </a:lnTo>
                  <a:lnTo>
                    <a:pt x="469" y="54"/>
                  </a:lnTo>
                  <a:lnTo>
                    <a:pt x="469" y="53"/>
                  </a:lnTo>
                  <a:lnTo>
                    <a:pt x="469" y="52"/>
                  </a:lnTo>
                  <a:lnTo>
                    <a:pt x="468" y="51"/>
                  </a:lnTo>
                  <a:lnTo>
                    <a:pt x="467" y="50"/>
                  </a:lnTo>
                  <a:lnTo>
                    <a:pt x="467" y="50"/>
                  </a:lnTo>
                  <a:lnTo>
                    <a:pt x="466" y="49"/>
                  </a:lnTo>
                  <a:lnTo>
                    <a:pt x="466" y="47"/>
                  </a:lnTo>
                  <a:lnTo>
                    <a:pt x="465" y="45"/>
                  </a:lnTo>
                  <a:lnTo>
                    <a:pt x="464" y="42"/>
                  </a:lnTo>
                  <a:lnTo>
                    <a:pt x="463" y="42"/>
                  </a:lnTo>
                  <a:lnTo>
                    <a:pt x="463" y="40"/>
                  </a:lnTo>
                  <a:lnTo>
                    <a:pt x="461" y="39"/>
                  </a:lnTo>
                  <a:lnTo>
                    <a:pt x="460" y="39"/>
                  </a:lnTo>
                  <a:lnTo>
                    <a:pt x="459" y="39"/>
                  </a:lnTo>
                  <a:lnTo>
                    <a:pt x="459" y="39"/>
                  </a:lnTo>
                  <a:lnTo>
                    <a:pt x="459" y="39"/>
                  </a:lnTo>
                  <a:lnTo>
                    <a:pt x="459" y="39"/>
                  </a:lnTo>
                  <a:close/>
                  <a:moveTo>
                    <a:pt x="405" y="74"/>
                  </a:moveTo>
                  <a:lnTo>
                    <a:pt x="409" y="74"/>
                  </a:lnTo>
                  <a:lnTo>
                    <a:pt x="411" y="74"/>
                  </a:lnTo>
                  <a:lnTo>
                    <a:pt x="411" y="74"/>
                  </a:lnTo>
                  <a:lnTo>
                    <a:pt x="412" y="74"/>
                  </a:lnTo>
                  <a:lnTo>
                    <a:pt x="414" y="73"/>
                  </a:lnTo>
                  <a:lnTo>
                    <a:pt x="415" y="71"/>
                  </a:lnTo>
                  <a:lnTo>
                    <a:pt x="415" y="69"/>
                  </a:lnTo>
                  <a:lnTo>
                    <a:pt x="418" y="65"/>
                  </a:lnTo>
                  <a:lnTo>
                    <a:pt x="420" y="61"/>
                  </a:lnTo>
                  <a:lnTo>
                    <a:pt x="420" y="59"/>
                  </a:lnTo>
                  <a:lnTo>
                    <a:pt x="419" y="59"/>
                  </a:lnTo>
                  <a:lnTo>
                    <a:pt x="419" y="58"/>
                  </a:lnTo>
                  <a:lnTo>
                    <a:pt x="419" y="58"/>
                  </a:lnTo>
                  <a:lnTo>
                    <a:pt x="418" y="57"/>
                  </a:lnTo>
                  <a:lnTo>
                    <a:pt x="417" y="57"/>
                  </a:lnTo>
                  <a:lnTo>
                    <a:pt x="415" y="56"/>
                  </a:lnTo>
                  <a:lnTo>
                    <a:pt x="415" y="56"/>
                  </a:lnTo>
                  <a:lnTo>
                    <a:pt x="415" y="57"/>
                  </a:lnTo>
                  <a:lnTo>
                    <a:pt x="414" y="57"/>
                  </a:lnTo>
                  <a:lnTo>
                    <a:pt x="415" y="58"/>
                  </a:lnTo>
                  <a:lnTo>
                    <a:pt x="415" y="59"/>
                  </a:lnTo>
                  <a:lnTo>
                    <a:pt x="411" y="62"/>
                  </a:lnTo>
                  <a:lnTo>
                    <a:pt x="407" y="65"/>
                  </a:lnTo>
                  <a:lnTo>
                    <a:pt x="407" y="67"/>
                  </a:lnTo>
                  <a:lnTo>
                    <a:pt x="407" y="70"/>
                  </a:lnTo>
                  <a:lnTo>
                    <a:pt x="407" y="71"/>
                  </a:lnTo>
                  <a:lnTo>
                    <a:pt x="407" y="71"/>
                  </a:lnTo>
                  <a:lnTo>
                    <a:pt x="405" y="71"/>
                  </a:lnTo>
                  <a:lnTo>
                    <a:pt x="405" y="74"/>
                  </a:lnTo>
                  <a:lnTo>
                    <a:pt x="405" y="74"/>
                  </a:lnTo>
                  <a:close/>
                  <a:moveTo>
                    <a:pt x="405" y="76"/>
                  </a:moveTo>
                  <a:lnTo>
                    <a:pt x="410" y="76"/>
                  </a:lnTo>
                  <a:lnTo>
                    <a:pt x="410" y="83"/>
                  </a:lnTo>
                  <a:lnTo>
                    <a:pt x="405" y="83"/>
                  </a:lnTo>
                  <a:lnTo>
                    <a:pt x="405" y="76"/>
                  </a:lnTo>
                  <a:lnTo>
                    <a:pt x="405" y="76"/>
                  </a:lnTo>
                  <a:close/>
                  <a:moveTo>
                    <a:pt x="405" y="84"/>
                  </a:moveTo>
                  <a:lnTo>
                    <a:pt x="447" y="84"/>
                  </a:lnTo>
                  <a:lnTo>
                    <a:pt x="447" y="92"/>
                  </a:lnTo>
                  <a:lnTo>
                    <a:pt x="405" y="92"/>
                  </a:lnTo>
                  <a:lnTo>
                    <a:pt x="405" y="84"/>
                  </a:lnTo>
                  <a:lnTo>
                    <a:pt x="405" y="84"/>
                  </a:lnTo>
                  <a:close/>
                  <a:moveTo>
                    <a:pt x="339" y="121"/>
                  </a:moveTo>
                  <a:lnTo>
                    <a:pt x="340" y="121"/>
                  </a:lnTo>
                  <a:lnTo>
                    <a:pt x="340" y="122"/>
                  </a:lnTo>
                  <a:lnTo>
                    <a:pt x="339" y="122"/>
                  </a:lnTo>
                  <a:lnTo>
                    <a:pt x="338" y="124"/>
                  </a:lnTo>
                  <a:lnTo>
                    <a:pt x="337" y="126"/>
                  </a:lnTo>
                  <a:lnTo>
                    <a:pt x="335" y="126"/>
                  </a:lnTo>
                  <a:lnTo>
                    <a:pt x="334" y="128"/>
                  </a:lnTo>
                  <a:lnTo>
                    <a:pt x="332" y="128"/>
                  </a:lnTo>
                  <a:lnTo>
                    <a:pt x="331" y="129"/>
                  </a:lnTo>
                  <a:lnTo>
                    <a:pt x="330" y="130"/>
                  </a:lnTo>
                  <a:lnTo>
                    <a:pt x="329" y="132"/>
                  </a:lnTo>
                  <a:lnTo>
                    <a:pt x="328" y="134"/>
                  </a:lnTo>
                  <a:lnTo>
                    <a:pt x="327" y="134"/>
                  </a:lnTo>
                  <a:lnTo>
                    <a:pt x="327" y="134"/>
                  </a:lnTo>
                  <a:lnTo>
                    <a:pt x="326" y="134"/>
                  </a:lnTo>
                  <a:lnTo>
                    <a:pt x="326" y="134"/>
                  </a:lnTo>
                  <a:lnTo>
                    <a:pt x="326" y="121"/>
                  </a:lnTo>
                  <a:lnTo>
                    <a:pt x="339" y="121"/>
                  </a:lnTo>
                  <a:lnTo>
                    <a:pt x="339" y="121"/>
                  </a:lnTo>
                  <a:close/>
                  <a:moveTo>
                    <a:pt x="391" y="25"/>
                  </a:moveTo>
                  <a:lnTo>
                    <a:pt x="391" y="25"/>
                  </a:lnTo>
                  <a:lnTo>
                    <a:pt x="391" y="25"/>
                  </a:lnTo>
                  <a:lnTo>
                    <a:pt x="391" y="24"/>
                  </a:lnTo>
                  <a:lnTo>
                    <a:pt x="391" y="24"/>
                  </a:lnTo>
                  <a:lnTo>
                    <a:pt x="390" y="24"/>
                  </a:lnTo>
                  <a:lnTo>
                    <a:pt x="390" y="24"/>
                  </a:lnTo>
                  <a:lnTo>
                    <a:pt x="389" y="25"/>
                  </a:lnTo>
                  <a:lnTo>
                    <a:pt x="388" y="25"/>
                  </a:lnTo>
                  <a:lnTo>
                    <a:pt x="387" y="26"/>
                  </a:lnTo>
                  <a:lnTo>
                    <a:pt x="387" y="27"/>
                  </a:lnTo>
                  <a:lnTo>
                    <a:pt x="385" y="29"/>
                  </a:lnTo>
                  <a:lnTo>
                    <a:pt x="384" y="31"/>
                  </a:lnTo>
                  <a:lnTo>
                    <a:pt x="384" y="34"/>
                  </a:lnTo>
                  <a:lnTo>
                    <a:pt x="384" y="35"/>
                  </a:lnTo>
                  <a:lnTo>
                    <a:pt x="383" y="36"/>
                  </a:lnTo>
                  <a:lnTo>
                    <a:pt x="382" y="37"/>
                  </a:lnTo>
                  <a:lnTo>
                    <a:pt x="380" y="38"/>
                  </a:lnTo>
                  <a:lnTo>
                    <a:pt x="380" y="40"/>
                  </a:lnTo>
                  <a:lnTo>
                    <a:pt x="379" y="42"/>
                  </a:lnTo>
                  <a:lnTo>
                    <a:pt x="379" y="42"/>
                  </a:lnTo>
                  <a:lnTo>
                    <a:pt x="379" y="44"/>
                  </a:lnTo>
                  <a:lnTo>
                    <a:pt x="380" y="45"/>
                  </a:lnTo>
                  <a:lnTo>
                    <a:pt x="381" y="46"/>
                  </a:lnTo>
                  <a:lnTo>
                    <a:pt x="381" y="47"/>
                  </a:lnTo>
                  <a:lnTo>
                    <a:pt x="382" y="47"/>
                  </a:lnTo>
                  <a:lnTo>
                    <a:pt x="382" y="48"/>
                  </a:lnTo>
                  <a:lnTo>
                    <a:pt x="382" y="48"/>
                  </a:lnTo>
                  <a:lnTo>
                    <a:pt x="383" y="48"/>
                  </a:lnTo>
                  <a:lnTo>
                    <a:pt x="390" y="48"/>
                  </a:lnTo>
                  <a:lnTo>
                    <a:pt x="390" y="48"/>
                  </a:lnTo>
                  <a:lnTo>
                    <a:pt x="391" y="48"/>
                  </a:lnTo>
                  <a:lnTo>
                    <a:pt x="398" y="48"/>
                  </a:lnTo>
                  <a:lnTo>
                    <a:pt x="399" y="48"/>
                  </a:lnTo>
                  <a:lnTo>
                    <a:pt x="399" y="48"/>
                  </a:lnTo>
                  <a:lnTo>
                    <a:pt x="399" y="48"/>
                  </a:lnTo>
                  <a:lnTo>
                    <a:pt x="399" y="47"/>
                  </a:lnTo>
                  <a:lnTo>
                    <a:pt x="399" y="46"/>
                  </a:lnTo>
                  <a:lnTo>
                    <a:pt x="401" y="46"/>
                  </a:lnTo>
                  <a:lnTo>
                    <a:pt x="401" y="44"/>
                  </a:lnTo>
                  <a:lnTo>
                    <a:pt x="402" y="43"/>
                  </a:lnTo>
                  <a:lnTo>
                    <a:pt x="401" y="42"/>
                  </a:lnTo>
                  <a:lnTo>
                    <a:pt x="401" y="40"/>
                  </a:lnTo>
                  <a:lnTo>
                    <a:pt x="400" y="38"/>
                  </a:lnTo>
                  <a:lnTo>
                    <a:pt x="399" y="38"/>
                  </a:lnTo>
                  <a:lnTo>
                    <a:pt x="398" y="37"/>
                  </a:lnTo>
                  <a:lnTo>
                    <a:pt x="397" y="35"/>
                  </a:lnTo>
                  <a:lnTo>
                    <a:pt x="397" y="34"/>
                  </a:lnTo>
                  <a:lnTo>
                    <a:pt x="396" y="31"/>
                  </a:lnTo>
                  <a:lnTo>
                    <a:pt x="395" y="30"/>
                  </a:lnTo>
                  <a:lnTo>
                    <a:pt x="395" y="27"/>
                  </a:lnTo>
                  <a:lnTo>
                    <a:pt x="394" y="26"/>
                  </a:lnTo>
                  <a:lnTo>
                    <a:pt x="393" y="26"/>
                  </a:lnTo>
                  <a:lnTo>
                    <a:pt x="392" y="25"/>
                  </a:lnTo>
                  <a:lnTo>
                    <a:pt x="391" y="25"/>
                  </a:lnTo>
                  <a:lnTo>
                    <a:pt x="391" y="25"/>
                  </a:lnTo>
                  <a:close/>
                  <a:moveTo>
                    <a:pt x="375" y="74"/>
                  </a:moveTo>
                  <a:lnTo>
                    <a:pt x="371" y="74"/>
                  </a:lnTo>
                  <a:lnTo>
                    <a:pt x="370" y="74"/>
                  </a:lnTo>
                  <a:lnTo>
                    <a:pt x="369" y="74"/>
                  </a:lnTo>
                  <a:lnTo>
                    <a:pt x="368" y="74"/>
                  </a:lnTo>
                  <a:lnTo>
                    <a:pt x="367" y="73"/>
                  </a:lnTo>
                  <a:lnTo>
                    <a:pt x="366" y="71"/>
                  </a:lnTo>
                  <a:lnTo>
                    <a:pt x="366" y="69"/>
                  </a:lnTo>
                  <a:lnTo>
                    <a:pt x="363" y="65"/>
                  </a:lnTo>
                  <a:lnTo>
                    <a:pt x="360" y="61"/>
                  </a:lnTo>
                  <a:lnTo>
                    <a:pt x="360" y="59"/>
                  </a:lnTo>
                  <a:lnTo>
                    <a:pt x="361" y="59"/>
                  </a:lnTo>
                  <a:lnTo>
                    <a:pt x="362" y="58"/>
                  </a:lnTo>
                  <a:lnTo>
                    <a:pt x="362" y="58"/>
                  </a:lnTo>
                  <a:lnTo>
                    <a:pt x="363" y="57"/>
                  </a:lnTo>
                  <a:lnTo>
                    <a:pt x="364" y="57"/>
                  </a:lnTo>
                  <a:lnTo>
                    <a:pt x="365" y="56"/>
                  </a:lnTo>
                  <a:lnTo>
                    <a:pt x="366" y="56"/>
                  </a:lnTo>
                  <a:lnTo>
                    <a:pt x="366" y="57"/>
                  </a:lnTo>
                  <a:lnTo>
                    <a:pt x="366" y="57"/>
                  </a:lnTo>
                  <a:lnTo>
                    <a:pt x="366" y="58"/>
                  </a:lnTo>
                  <a:lnTo>
                    <a:pt x="366" y="59"/>
                  </a:lnTo>
                  <a:lnTo>
                    <a:pt x="369" y="62"/>
                  </a:lnTo>
                  <a:lnTo>
                    <a:pt x="373" y="65"/>
                  </a:lnTo>
                  <a:lnTo>
                    <a:pt x="374" y="67"/>
                  </a:lnTo>
                  <a:lnTo>
                    <a:pt x="374" y="70"/>
                  </a:lnTo>
                  <a:lnTo>
                    <a:pt x="375" y="71"/>
                  </a:lnTo>
                  <a:lnTo>
                    <a:pt x="375" y="71"/>
                  </a:lnTo>
                  <a:lnTo>
                    <a:pt x="375" y="71"/>
                  </a:lnTo>
                  <a:lnTo>
                    <a:pt x="375" y="74"/>
                  </a:lnTo>
                  <a:lnTo>
                    <a:pt x="375" y="74"/>
                  </a:lnTo>
                  <a:close/>
                  <a:moveTo>
                    <a:pt x="405" y="94"/>
                  </a:moveTo>
                  <a:lnTo>
                    <a:pt x="447" y="94"/>
                  </a:lnTo>
                  <a:lnTo>
                    <a:pt x="447" y="110"/>
                  </a:lnTo>
                  <a:lnTo>
                    <a:pt x="405" y="110"/>
                  </a:lnTo>
                  <a:lnTo>
                    <a:pt x="405" y="94"/>
                  </a:lnTo>
                  <a:lnTo>
                    <a:pt x="405" y="94"/>
                  </a:lnTo>
                  <a:close/>
                  <a:moveTo>
                    <a:pt x="405" y="113"/>
                  </a:moveTo>
                  <a:lnTo>
                    <a:pt x="447" y="113"/>
                  </a:lnTo>
                  <a:lnTo>
                    <a:pt x="447" y="120"/>
                  </a:lnTo>
                  <a:lnTo>
                    <a:pt x="405" y="120"/>
                  </a:lnTo>
                  <a:lnTo>
                    <a:pt x="405" y="113"/>
                  </a:lnTo>
                  <a:lnTo>
                    <a:pt x="405" y="113"/>
                  </a:lnTo>
                  <a:close/>
                  <a:moveTo>
                    <a:pt x="405" y="134"/>
                  </a:moveTo>
                  <a:lnTo>
                    <a:pt x="407" y="133"/>
                  </a:lnTo>
                  <a:lnTo>
                    <a:pt x="409" y="131"/>
                  </a:lnTo>
                  <a:lnTo>
                    <a:pt x="411" y="130"/>
                  </a:lnTo>
                  <a:lnTo>
                    <a:pt x="414" y="128"/>
                  </a:lnTo>
                  <a:lnTo>
                    <a:pt x="415" y="126"/>
                  </a:lnTo>
                  <a:lnTo>
                    <a:pt x="416" y="126"/>
                  </a:lnTo>
                  <a:lnTo>
                    <a:pt x="418" y="124"/>
                  </a:lnTo>
                  <a:lnTo>
                    <a:pt x="418" y="123"/>
                  </a:lnTo>
                  <a:lnTo>
                    <a:pt x="419" y="122"/>
                  </a:lnTo>
                  <a:lnTo>
                    <a:pt x="419" y="122"/>
                  </a:lnTo>
                  <a:lnTo>
                    <a:pt x="405" y="122"/>
                  </a:lnTo>
                  <a:lnTo>
                    <a:pt x="405" y="134"/>
                  </a:lnTo>
                  <a:lnTo>
                    <a:pt x="405" y="134"/>
                  </a:lnTo>
                  <a:close/>
                  <a:moveTo>
                    <a:pt x="446" y="134"/>
                  </a:moveTo>
                  <a:lnTo>
                    <a:pt x="445" y="134"/>
                  </a:lnTo>
                  <a:lnTo>
                    <a:pt x="443" y="131"/>
                  </a:lnTo>
                  <a:lnTo>
                    <a:pt x="440" y="130"/>
                  </a:lnTo>
                  <a:lnTo>
                    <a:pt x="438" y="128"/>
                  </a:lnTo>
                  <a:lnTo>
                    <a:pt x="436" y="126"/>
                  </a:lnTo>
                  <a:lnTo>
                    <a:pt x="435" y="126"/>
                  </a:lnTo>
                  <a:lnTo>
                    <a:pt x="435" y="124"/>
                  </a:lnTo>
                  <a:lnTo>
                    <a:pt x="434" y="123"/>
                  </a:lnTo>
                  <a:lnTo>
                    <a:pt x="433" y="122"/>
                  </a:lnTo>
                  <a:lnTo>
                    <a:pt x="433" y="122"/>
                  </a:lnTo>
                  <a:lnTo>
                    <a:pt x="447" y="122"/>
                  </a:lnTo>
                  <a:lnTo>
                    <a:pt x="446" y="134"/>
                  </a:lnTo>
                  <a:lnTo>
                    <a:pt x="446" y="134"/>
                  </a:lnTo>
                  <a:close/>
                  <a:moveTo>
                    <a:pt x="447" y="79"/>
                  </a:moveTo>
                  <a:lnTo>
                    <a:pt x="444" y="79"/>
                  </a:lnTo>
                  <a:lnTo>
                    <a:pt x="444" y="70"/>
                  </a:lnTo>
                  <a:lnTo>
                    <a:pt x="443" y="69"/>
                  </a:lnTo>
                  <a:lnTo>
                    <a:pt x="443" y="69"/>
                  </a:lnTo>
                  <a:lnTo>
                    <a:pt x="441" y="69"/>
                  </a:lnTo>
                  <a:lnTo>
                    <a:pt x="440" y="69"/>
                  </a:lnTo>
                  <a:lnTo>
                    <a:pt x="439" y="70"/>
                  </a:lnTo>
                  <a:lnTo>
                    <a:pt x="438" y="70"/>
                  </a:lnTo>
                  <a:lnTo>
                    <a:pt x="438" y="71"/>
                  </a:lnTo>
                  <a:lnTo>
                    <a:pt x="438" y="72"/>
                  </a:lnTo>
                  <a:lnTo>
                    <a:pt x="438" y="73"/>
                  </a:lnTo>
                  <a:lnTo>
                    <a:pt x="438" y="73"/>
                  </a:lnTo>
                  <a:lnTo>
                    <a:pt x="436" y="74"/>
                  </a:lnTo>
                  <a:lnTo>
                    <a:pt x="435" y="74"/>
                  </a:lnTo>
                  <a:lnTo>
                    <a:pt x="435" y="75"/>
                  </a:lnTo>
                  <a:lnTo>
                    <a:pt x="435" y="76"/>
                  </a:lnTo>
                  <a:lnTo>
                    <a:pt x="435" y="77"/>
                  </a:lnTo>
                  <a:lnTo>
                    <a:pt x="435" y="78"/>
                  </a:lnTo>
                  <a:lnTo>
                    <a:pt x="435" y="78"/>
                  </a:lnTo>
                  <a:lnTo>
                    <a:pt x="435" y="78"/>
                  </a:lnTo>
                  <a:lnTo>
                    <a:pt x="436" y="79"/>
                  </a:lnTo>
                  <a:lnTo>
                    <a:pt x="438" y="81"/>
                  </a:lnTo>
                  <a:lnTo>
                    <a:pt x="439" y="82"/>
                  </a:lnTo>
                  <a:lnTo>
                    <a:pt x="441" y="82"/>
                  </a:lnTo>
                  <a:lnTo>
                    <a:pt x="442" y="82"/>
                  </a:lnTo>
                  <a:lnTo>
                    <a:pt x="445" y="82"/>
                  </a:lnTo>
                  <a:lnTo>
                    <a:pt x="447" y="82"/>
                  </a:lnTo>
                  <a:lnTo>
                    <a:pt x="447" y="79"/>
                  </a:lnTo>
                  <a:lnTo>
                    <a:pt x="447" y="79"/>
                  </a:lnTo>
                  <a:close/>
                  <a:moveTo>
                    <a:pt x="473" y="83"/>
                  </a:moveTo>
                  <a:lnTo>
                    <a:pt x="478" y="83"/>
                  </a:lnTo>
                  <a:lnTo>
                    <a:pt x="479" y="83"/>
                  </a:lnTo>
                  <a:lnTo>
                    <a:pt x="480" y="82"/>
                  </a:lnTo>
                  <a:lnTo>
                    <a:pt x="481" y="82"/>
                  </a:lnTo>
                  <a:lnTo>
                    <a:pt x="482" y="82"/>
                  </a:lnTo>
                  <a:lnTo>
                    <a:pt x="483" y="79"/>
                  </a:lnTo>
                  <a:lnTo>
                    <a:pt x="483" y="77"/>
                  </a:lnTo>
                  <a:lnTo>
                    <a:pt x="484" y="75"/>
                  </a:lnTo>
                  <a:lnTo>
                    <a:pt x="485" y="74"/>
                  </a:lnTo>
                  <a:lnTo>
                    <a:pt x="486" y="73"/>
                  </a:lnTo>
                  <a:lnTo>
                    <a:pt x="487" y="72"/>
                  </a:lnTo>
                  <a:lnTo>
                    <a:pt x="487" y="71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68"/>
                  </a:lnTo>
                  <a:lnTo>
                    <a:pt x="488" y="66"/>
                  </a:lnTo>
                  <a:lnTo>
                    <a:pt x="487" y="65"/>
                  </a:lnTo>
                  <a:lnTo>
                    <a:pt x="487" y="65"/>
                  </a:lnTo>
                  <a:lnTo>
                    <a:pt x="487" y="65"/>
                  </a:lnTo>
                  <a:lnTo>
                    <a:pt x="486" y="64"/>
                  </a:lnTo>
                  <a:lnTo>
                    <a:pt x="485" y="64"/>
                  </a:lnTo>
                  <a:lnTo>
                    <a:pt x="484" y="65"/>
                  </a:lnTo>
                  <a:lnTo>
                    <a:pt x="484" y="65"/>
                  </a:lnTo>
                  <a:lnTo>
                    <a:pt x="484" y="66"/>
                  </a:lnTo>
                  <a:lnTo>
                    <a:pt x="484" y="67"/>
                  </a:lnTo>
                  <a:lnTo>
                    <a:pt x="483" y="68"/>
                  </a:lnTo>
                  <a:lnTo>
                    <a:pt x="480" y="70"/>
                  </a:lnTo>
                  <a:lnTo>
                    <a:pt x="479" y="70"/>
                  </a:lnTo>
                  <a:lnTo>
                    <a:pt x="477" y="71"/>
                  </a:lnTo>
                  <a:lnTo>
                    <a:pt x="476" y="72"/>
                  </a:lnTo>
                  <a:lnTo>
                    <a:pt x="475" y="74"/>
                  </a:lnTo>
                  <a:lnTo>
                    <a:pt x="475" y="76"/>
                  </a:lnTo>
                  <a:lnTo>
                    <a:pt x="475" y="78"/>
                  </a:lnTo>
                  <a:lnTo>
                    <a:pt x="475" y="79"/>
                  </a:lnTo>
                  <a:lnTo>
                    <a:pt x="475" y="79"/>
                  </a:lnTo>
                  <a:lnTo>
                    <a:pt x="473" y="79"/>
                  </a:lnTo>
                  <a:lnTo>
                    <a:pt x="473" y="83"/>
                  </a:lnTo>
                  <a:lnTo>
                    <a:pt x="473" y="83"/>
                  </a:lnTo>
                  <a:close/>
                  <a:moveTo>
                    <a:pt x="474" y="113"/>
                  </a:moveTo>
                  <a:lnTo>
                    <a:pt x="479" y="113"/>
                  </a:lnTo>
                  <a:lnTo>
                    <a:pt x="479" y="120"/>
                  </a:lnTo>
                  <a:lnTo>
                    <a:pt x="474" y="120"/>
                  </a:lnTo>
                  <a:lnTo>
                    <a:pt x="474" y="113"/>
                  </a:lnTo>
                  <a:lnTo>
                    <a:pt x="474" y="113"/>
                  </a:lnTo>
                  <a:close/>
                  <a:moveTo>
                    <a:pt x="473" y="84"/>
                  </a:moveTo>
                  <a:lnTo>
                    <a:pt x="479" y="84"/>
                  </a:lnTo>
                  <a:lnTo>
                    <a:pt x="479" y="92"/>
                  </a:lnTo>
                  <a:lnTo>
                    <a:pt x="473" y="92"/>
                  </a:lnTo>
                  <a:lnTo>
                    <a:pt x="473" y="84"/>
                  </a:lnTo>
                  <a:lnTo>
                    <a:pt x="473" y="84"/>
                  </a:lnTo>
                  <a:close/>
                  <a:moveTo>
                    <a:pt x="475" y="166"/>
                  </a:moveTo>
                  <a:lnTo>
                    <a:pt x="475" y="166"/>
                  </a:lnTo>
                  <a:lnTo>
                    <a:pt x="477" y="167"/>
                  </a:lnTo>
                  <a:lnTo>
                    <a:pt x="479" y="169"/>
                  </a:lnTo>
                  <a:lnTo>
                    <a:pt x="479" y="170"/>
                  </a:lnTo>
                  <a:lnTo>
                    <a:pt x="480" y="171"/>
                  </a:lnTo>
                  <a:lnTo>
                    <a:pt x="481" y="172"/>
                  </a:lnTo>
                  <a:lnTo>
                    <a:pt x="483" y="176"/>
                  </a:lnTo>
                  <a:lnTo>
                    <a:pt x="483" y="178"/>
                  </a:lnTo>
                  <a:lnTo>
                    <a:pt x="484" y="179"/>
                  </a:lnTo>
                  <a:lnTo>
                    <a:pt x="486" y="180"/>
                  </a:lnTo>
                  <a:lnTo>
                    <a:pt x="487" y="182"/>
                  </a:lnTo>
                  <a:lnTo>
                    <a:pt x="489" y="183"/>
                  </a:lnTo>
                  <a:lnTo>
                    <a:pt x="490" y="186"/>
                  </a:lnTo>
                  <a:lnTo>
                    <a:pt x="491" y="188"/>
                  </a:lnTo>
                  <a:lnTo>
                    <a:pt x="491" y="190"/>
                  </a:lnTo>
                  <a:lnTo>
                    <a:pt x="491" y="193"/>
                  </a:lnTo>
                  <a:lnTo>
                    <a:pt x="491" y="198"/>
                  </a:lnTo>
                  <a:lnTo>
                    <a:pt x="490" y="200"/>
                  </a:lnTo>
                  <a:lnTo>
                    <a:pt x="491" y="202"/>
                  </a:lnTo>
                  <a:lnTo>
                    <a:pt x="493" y="203"/>
                  </a:lnTo>
                  <a:lnTo>
                    <a:pt x="495" y="206"/>
                  </a:lnTo>
                  <a:lnTo>
                    <a:pt x="497" y="209"/>
                  </a:lnTo>
                  <a:lnTo>
                    <a:pt x="497" y="210"/>
                  </a:lnTo>
                  <a:lnTo>
                    <a:pt x="497" y="212"/>
                  </a:lnTo>
                  <a:lnTo>
                    <a:pt x="497" y="214"/>
                  </a:lnTo>
                  <a:lnTo>
                    <a:pt x="497" y="217"/>
                  </a:lnTo>
                  <a:lnTo>
                    <a:pt x="497" y="219"/>
                  </a:lnTo>
                  <a:lnTo>
                    <a:pt x="496" y="221"/>
                  </a:lnTo>
                  <a:lnTo>
                    <a:pt x="496" y="222"/>
                  </a:lnTo>
                  <a:lnTo>
                    <a:pt x="495" y="222"/>
                  </a:lnTo>
                  <a:lnTo>
                    <a:pt x="475" y="222"/>
                  </a:lnTo>
                  <a:lnTo>
                    <a:pt x="475" y="166"/>
                  </a:lnTo>
                  <a:lnTo>
                    <a:pt x="475" y="166"/>
                  </a:lnTo>
                  <a:close/>
                  <a:moveTo>
                    <a:pt x="474" y="226"/>
                  </a:moveTo>
                  <a:lnTo>
                    <a:pt x="501" y="226"/>
                  </a:lnTo>
                  <a:lnTo>
                    <a:pt x="501" y="234"/>
                  </a:lnTo>
                  <a:lnTo>
                    <a:pt x="474" y="234"/>
                  </a:lnTo>
                  <a:lnTo>
                    <a:pt x="474" y="2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07" name="îṣḻïḋé"/>
            <p:cNvSpPr/>
            <p:nvPr/>
          </p:nvSpPr>
          <p:spPr bwMode="auto">
            <a:xfrm>
              <a:off x="1914526" y="2486026"/>
              <a:ext cx="1882775" cy="1882775"/>
            </a:xfrm>
            <a:custGeom>
              <a:avLst/>
              <a:gdLst>
                <a:gd name="T0" fmla="*/ 784 w 1186"/>
                <a:gd name="T1" fmla="*/ 31 h 1186"/>
                <a:gd name="T2" fmla="*/ 982 w 1186"/>
                <a:gd name="T3" fmla="*/ 145 h 1186"/>
                <a:gd name="T4" fmla="*/ 1122 w 1186"/>
                <a:gd name="T5" fmla="*/ 323 h 1186"/>
                <a:gd name="T6" fmla="*/ 1184 w 1186"/>
                <a:gd name="T7" fmla="*/ 548 h 1186"/>
                <a:gd name="T8" fmla="*/ 1171 w 1186"/>
                <a:gd name="T9" fmla="*/ 727 h 1186"/>
                <a:gd name="T10" fmla="*/ 1077 w 1186"/>
                <a:gd name="T11" fmla="*/ 936 h 1186"/>
                <a:gd name="T12" fmla="*/ 913 w 1186"/>
                <a:gd name="T13" fmla="*/ 1093 h 1186"/>
                <a:gd name="T14" fmla="*/ 698 w 1186"/>
                <a:gd name="T15" fmla="*/ 1177 h 1186"/>
                <a:gd name="T16" fmla="*/ 518 w 1186"/>
                <a:gd name="T17" fmla="*/ 1181 h 1186"/>
                <a:gd name="T18" fmla="*/ 298 w 1186"/>
                <a:gd name="T19" fmla="*/ 1108 h 1186"/>
                <a:gd name="T20" fmla="*/ 127 w 1186"/>
                <a:gd name="T21" fmla="*/ 960 h 1186"/>
                <a:gd name="T22" fmla="*/ 23 w 1186"/>
                <a:gd name="T23" fmla="*/ 756 h 1186"/>
                <a:gd name="T24" fmla="*/ 1 w 1186"/>
                <a:gd name="T25" fmla="*/ 578 h 1186"/>
                <a:gd name="T26" fmla="*/ 53 w 1186"/>
                <a:gd name="T27" fmla="*/ 349 h 1186"/>
                <a:gd name="T28" fmla="*/ 184 w 1186"/>
                <a:gd name="T29" fmla="*/ 164 h 1186"/>
                <a:gd name="T30" fmla="*/ 376 w 1186"/>
                <a:gd name="T31" fmla="*/ 42 h 1186"/>
                <a:gd name="T32" fmla="*/ 593 w 1186"/>
                <a:gd name="T33" fmla="*/ 0 h 1186"/>
                <a:gd name="T34" fmla="*/ 491 w 1186"/>
                <a:gd name="T35" fmla="*/ 233 h 1186"/>
                <a:gd name="T36" fmla="*/ 362 w 1186"/>
                <a:gd name="T37" fmla="*/ 299 h 1186"/>
                <a:gd name="T38" fmla="*/ 268 w 1186"/>
                <a:gd name="T39" fmla="*/ 407 h 1186"/>
                <a:gd name="T40" fmla="*/ 222 w 1186"/>
                <a:gd name="T41" fmla="*/ 546 h 1186"/>
                <a:gd name="T42" fmla="*/ 224 w 1186"/>
                <a:gd name="T43" fmla="*/ 660 h 1186"/>
                <a:gd name="T44" fmla="*/ 278 w 1186"/>
                <a:gd name="T45" fmla="*/ 795 h 1186"/>
                <a:gd name="T46" fmla="*/ 392 w 1186"/>
                <a:gd name="T47" fmla="*/ 908 h 1186"/>
                <a:gd name="T48" fmla="*/ 431 w 1186"/>
                <a:gd name="T49" fmla="*/ 916 h 1186"/>
                <a:gd name="T50" fmla="*/ 304 w 1186"/>
                <a:gd name="T51" fmla="*/ 809 h 1186"/>
                <a:gd name="T52" fmla="*/ 244 w 1186"/>
                <a:gd name="T53" fmla="*/ 684 h 1186"/>
                <a:gd name="T54" fmla="*/ 232 w 1186"/>
                <a:gd name="T55" fmla="*/ 575 h 1186"/>
                <a:gd name="T56" fmla="*/ 268 w 1186"/>
                <a:gd name="T57" fmla="*/ 437 h 1186"/>
                <a:gd name="T58" fmla="*/ 351 w 1186"/>
                <a:gd name="T59" fmla="*/ 326 h 1186"/>
                <a:gd name="T60" fmla="*/ 469 w 1186"/>
                <a:gd name="T61" fmla="*/ 254 h 1186"/>
                <a:gd name="T62" fmla="*/ 593 w 1186"/>
                <a:gd name="T63" fmla="*/ 232 h 1186"/>
                <a:gd name="T64" fmla="*/ 717 w 1186"/>
                <a:gd name="T65" fmla="*/ 254 h 1186"/>
                <a:gd name="T66" fmla="*/ 836 w 1186"/>
                <a:gd name="T67" fmla="*/ 326 h 1186"/>
                <a:gd name="T68" fmla="*/ 919 w 1186"/>
                <a:gd name="T69" fmla="*/ 437 h 1186"/>
                <a:gd name="T70" fmla="*/ 954 w 1186"/>
                <a:gd name="T71" fmla="*/ 575 h 1186"/>
                <a:gd name="T72" fmla="*/ 943 w 1186"/>
                <a:gd name="T73" fmla="*/ 684 h 1186"/>
                <a:gd name="T74" fmla="*/ 883 w 1186"/>
                <a:gd name="T75" fmla="*/ 809 h 1186"/>
                <a:gd name="T76" fmla="*/ 756 w 1186"/>
                <a:gd name="T77" fmla="*/ 916 h 1186"/>
                <a:gd name="T78" fmla="*/ 795 w 1186"/>
                <a:gd name="T79" fmla="*/ 909 h 1186"/>
                <a:gd name="T80" fmla="*/ 909 w 1186"/>
                <a:gd name="T81" fmla="*/ 795 h 1186"/>
                <a:gd name="T82" fmla="*/ 961 w 1186"/>
                <a:gd name="T83" fmla="*/ 660 h 1186"/>
                <a:gd name="T84" fmla="*/ 965 w 1186"/>
                <a:gd name="T85" fmla="*/ 546 h 1186"/>
                <a:gd name="T86" fmla="*/ 918 w 1186"/>
                <a:gd name="T87" fmla="*/ 407 h 1186"/>
                <a:gd name="T88" fmla="*/ 825 w 1186"/>
                <a:gd name="T89" fmla="*/ 299 h 1186"/>
                <a:gd name="T90" fmla="*/ 696 w 1186"/>
                <a:gd name="T91" fmla="*/ 233 h 1186"/>
                <a:gd name="T92" fmla="*/ 593 w 1186"/>
                <a:gd name="T93" fmla="*/ 14 h 1186"/>
                <a:gd name="T94" fmla="*/ 408 w 1186"/>
                <a:gd name="T95" fmla="*/ 44 h 1186"/>
                <a:gd name="T96" fmla="*/ 214 w 1186"/>
                <a:gd name="T97" fmla="*/ 155 h 1186"/>
                <a:gd name="T98" fmla="*/ 77 w 1186"/>
                <a:gd name="T99" fmla="*/ 330 h 1186"/>
                <a:gd name="T100" fmla="*/ 15 w 1186"/>
                <a:gd name="T101" fmla="*/ 548 h 1186"/>
                <a:gd name="T102" fmla="*/ 28 w 1186"/>
                <a:gd name="T103" fmla="*/ 724 h 1186"/>
                <a:gd name="T104" fmla="*/ 120 w 1186"/>
                <a:gd name="T105" fmla="*/ 928 h 1186"/>
                <a:gd name="T106" fmla="*/ 281 w 1186"/>
                <a:gd name="T107" fmla="*/ 1081 h 1186"/>
                <a:gd name="T108" fmla="*/ 491 w 1186"/>
                <a:gd name="T109" fmla="*/ 1164 h 1186"/>
                <a:gd name="T110" fmla="*/ 667 w 1186"/>
                <a:gd name="T111" fmla="*/ 1169 h 1186"/>
                <a:gd name="T112" fmla="*/ 882 w 1186"/>
                <a:gd name="T113" fmla="*/ 1096 h 1186"/>
                <a:gd name="T114" fmla="*/ 1050 w 1186"/>
                <a:gd name="T115" fmla="*/ 951 h 1186"/>
                <a:gd name="T116" fmla="*/ 1151 w 1186"/>
                <a:gd name="T117" fmla="*/ 752 h 1186"/>
                <a:gd name="T118" fmla="*/ 1173 w 1186"/>
                <a:gd name="T119" fmla="*/ 578 h 1186"/>
                <a:gd name="T120" fmla="*/ 1122 w 1186"/>
                <a:gd name="T121" fmla="*/ 355 h 1186"/>
                <a:gd name="T122" fmla="*/ 994 w 1186"/>
                <a:gd name="T123" fmla="*/ 174 h 1186"/>
                <a:gd name="T124" fmla="*/ 806 w 1186"/>
                <a:gd name="T125" fmla="*/ 54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86" h="1186">
                  <a:moveTo>
                    <a:pt x="593" y="0"/>
                  </a:moveTo>
                  <a:lnTo>
                    <a:pt x="593" y="0"/>
                  </a:lnTo>
                  <a:lnTo>
                    <a:pt x="593" y="0"/>
                  </a:lnTo>
                  <a:lnTo>
                    <a:pt x="609" y="1"/>
                  </a:lnTo>
                  <a:lnTo>
                    <a:pt x="624" y="1"/>
                  </a:lnTo>
                  <a:lnTo>
                    <a:pt x="639" y="2"/>
                  </a:lnTo>
                  <a:lnTo>
                    <a:pt x="654" y="3"/>
                  </a:lnTo>
                  <a:lnTo>
                    <a:pt x="669" y="5"/>
                  </a:lnTo>
                  <a:lnTo>
                    <a:pt x="684" y="7"/>
                  </a:lnTo>
                  <a:lnTo>
                    <a:pt x="698" y="10"/>
                  </a:lnTo>
                  <a:lnTo>
                    <a:pt x="713" y="13"/>
                  </a:lnTo>
                  <a:lnTo>
                    <a:pt x="727" y="15"/>
                  </a:lnTo>
                  <a:lnTo>
                    <a:pt x="741" y="19"/>
                  </a:lnTo>
                  <a:lnTo>
                    <a:pt x="756" y="23"/>
                  </a:lnTo>
                  <a:lnTo>
                    <a:pt x="769" y="27"/>
                  </a:lnTo>
                  <a:lnTo>
                    <a:pt x="784" y="31"/>
                  </a:lnTo>
                  <a:lnTo>
                    <a:pt x="797" y="36"/>
                  </a:lnTo>
                  <a:lnTo>
                    <a:pt x="811" y="42"/>
                  </a:lnTo>
                  <a:lnTo>
                    <a:pt x="825" y="47"/>
                  </a:lnTo>
                  <a:lnTo>
                    <a:pt x="837" y="53"/>
                  </a:lnTo>
                  <a:lnTo>
                    <a:pt x="850" y="59"/>
                  </a:lnTo>
                  <a:lnTo>
                    <a:pt x="863" y="65"/>
                  </a:lnTo>
                  <a:lnTo>
                    <a:pt x="876" y="72"/>
                  </a:lnTo>
                  <a:lnTo>
                    <a:pt x="889" y="79"/>
                  </a:lnTo>
                  <a:lnTo>
                    <a:pt x="901" y="87"/>
                  </a:lnTo>
                  <a:lnTo>
                    <a:pt x="913" y="94"/>
                  </a:lnTo>
                  <a:lnTo>
                    <a:pt x="925" y="102"/>
                  </a:lnTo>
                  <a:lnTo>
                    <a:pt x="937" y="110"/>
                  </a:lnTo>
                  <a:lnTo>
                    <a:pt x="948" y="119"/>
                  </a:lnTo>
                  <a:lnTo>
                    <a:pt x="959" y="127"/>
                  </a:lnTo>
                  <a:lnTo>
                    <a:pt x="970" y="135"/>
                  </a:lnTo>
                  <a:lnTo>
                    <a:pt x="982" y="145"/>
                  </a:lnTo>
                  <a:lnTo>
                    <a:pt x="992" y="155"/>
                  </a:lnTo>
                  <a:lnTo>
                    <a:pt x="1002" y="164"/>
                  </a:lnTo>
                  <a:lnTo>
                    <a:pt x="1013" y="174"/>
                  </a:lnTo>
                  <a:lnTo>
                    <a:pt x="1022" y="184"/>
                  </a:lnTo>
                  <a:lnTo>
                    <a:pt x="1032" y="195"/>
                  </a:lnTo>
                  <a:lnTo>
                    <a:pt x="1042" y="206"/>
                  </a:lnTo>
                  <a:lnTo>
                    <a:pt x="1050" y="216"/>
                  </a:lnTo>
                  <a:lnTo>
                    <a:pt x="1060" y="227"/>
                  </a:lnTo>
                  <a:lnTo>
                    <a:pt x="1069" y="239"/>
                  </a:lnTo>
                  <a:lnTo>
                    <a:pt x="1077" y="250"/>
                  </a:lnTo>
                  <a:lnTo>
                    <a:pt x="1085" y="262"/>
                  </a:lnTo>
                  <a:lnTo>
                    <a:pt x="1093" y="274"/>
                  </a:lnTo>
                  <a:lnTo>
                    <a:pt x="1101" y="286"/>
                  </a:lnTo>
                  <a:lnTo>
                    <a:pt x="1108" y="298"/>
                  </a:lnTo>
                  <a:lnTo>
                    <a:pt x="1114" y="311"/>
                  </a:lnTo>
                  <a:lnTo>
                    <a:pt x="1122" y="323"/>
                  </a:lnTo>
                  <a:lnTo>
                    <a:pt x="1128" y="336"/>
                  </a:lnTo>
                  <a:lnTo>
                    <a:pt x="1134" y="349"/>
                  </a:lnTo>
                  <a:lnTo>
                    <a:pt x="1140" y="363"/>
                  </a:lnTo>
                  <a:lnTo>
                    <a:pt x="1146" y="376"/>
                  </a:lnTo>
                  <a:lnTo>
                    <a:pt x="1150" y="389"/>
                  </a:lnTo>
                  <a:lnTo>
                    <a:pt x="1155" y="403"/>
                  </a:lnTo>
                  <a:lnTo>
                    <a:pt x="1160" y="417"/>
                  </a:lnTo>
                  <a:lnTo>
                    <a:pt x="1164" y="431"/>
                  </a:lnTo>
                  <a:lnTo>
                    <a:pt x="1167" y="445"/>
                  </a:lnTo>
                  <a:lnTo>
                    <a:pt x="1171" y="460"/>
                  </a:lnTo>
                  <a:lnTo>
                    <a:pt x="1174" y="474"/>
                  </a:lnTo>
                  <a:lnTo>
                    <a:pt x="1177" y="488"/>
                  </a:lnTo>
                  <a:lnTo>
                    <a:pt x="1179" y="503"/>
                  </a:lnTo>
                  <a:lnTo>
                    <a:pt x="1182" y="518"/>
                  </a:lnTo>
                  <a:lnTo>
                    <a:pt x="1183" y="532"/>
                  </a:lnTo>
                  <a:lnTo>
                    <a:pt x="1184" y="548"/>
                  </a:lnTo>
                  <a:lnTo>
                    <a:pt x="1186" y="563"/>
                  </a:lnTo>
                  <a:lnTo>
                    <a:pt x="1186" y="578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608"/>
                  </a:lnTo>
                  <a:lnTo>
                    <a:pt x="1186" y="624"/>
                  </a:lnTo>
                  <a:lnTo>
                    <a:pt x="1184" y="639"/>
                  </a:lnTo>
                  <a:lnTo>
                    <a:pt x="1183" y="654"/>
                  </a:lnTo>
                  <a:lnTo>
                    <a:pt x="1182" y="669"/>
                  </a:lnTo>
                  <a:lnTo>
                    <a:pt x="1179" y="684"/>
                  </a:lnTo>
                  <a:lnTo>
                    <a:pt x="1177" y="698"/>
                  </a:lnTo>
                  <a:lnTo>
                    <a:pt x="1174" y="713"/>
                  </a:lnTo>
                  <a:lnTo>
                    <a:pt x="1171" y="727"/>
                  </a:lnTo>
                  <a:lnTo>
                    <a:pt x="1167" y="741"/>
                  </a:lnTo>
                  <a:lnTo>
                    <a:pt x="1164" y="756"/>
                  </a:lnTo>
                  <a:lnTo>
                    <a:pt x="1160" y="769"/>
                  </a:lnTo>
                  <a:lnTo>
                    <a:pt x="1155" y="784"/>
                  </a:lnTo>
                  <a:lnTo>
                    <a:pt x="1150" y="797"/>
                  </a:lnTo>
                  <a:lnTo>
                    <a:pt x="1146" y="811"/>
                  </a:lnTo>
                  <a:lnTo>
                    <a:pt x="1140" y="824"/>
                  </a:lnTo>
                  <a:lnTo>
                    <a:pt x="1134" y="837"/>
                  </a:lnTo>
                  <a:lnTo>
                    <a:pt x="1128" y="851"/>
                  </a:lnTo>
                  <a:lnTo>
                    <a:pt x="1122" y="864"/>
                  </a:lnTo>
                  <a:lnTo>
                    <a:pt x="1114" y="876"/>
                  </a:lnTo>
                  <a:lnTo>
                    <a:pt x="1108" y="888"/>
                  </a:lnTo>
                  <a:lnTo>
                    <a:pt x="1101" y="900"/>
                  </a:lnTo>
                  <a:lnTo>
                    <a:pt x="1093" y="912"/>
                  </a:lnTo>
                  <a:lnTo>
                    <a:pt x="1085" y="924"/>
                  </a:lnTo>
                  <a:lnTo>
                    <a:pt x="1077" y="936"/>
                  </a:lnTo>
                  <a:lnTo>
                    <a:pt x="1069" y="948"/>
                  </a:lnTo>
                  <a:lnTo>
                    <a:pt x="1060" y="960"/>
                  </a:lnTo>
                  <a:lnTo>
                    <a:pt x="1050" y="970"/>
                  </a:lnTo>
                  <a:lnTo>
                    <a:pt x="1042" y="981"/>
                  </a:lnTo>
                  <a:lnTo>
                    <a:pt x="1032" y="992"/>
                  </a:lnTo>
                  <a:lnTo>
                    <a:pt x="1022" y="1002"/>
                  </a:lnTo>
                  <a:lnTo>
                    <a:pt x="1013" y="1012"/>
                  </a:lnTo>
                  <a:lnTo>
                    <a:pt x="1002" y="1022"/>
                  </a:lnTo>
                  <a:lnTo>
                    <a:pt x="992" y="1032"/>
                  </a:lnTo>
                  <a:lnTo>
                    <a:pt x="982" y="1041"/>
                  </a:lnTo>
                  <a:lnTo>
                    <a:pt x="970" y="1051"/>
                  </a:lnTo>
                  <a:lnTo>
                    <a:pt x="959" y="1060"/>
                  </a:lnTo>
                  <a:lnTo>
                    <a:pt x="948" y="1069"/>
                  </a:lnTo>
                  <a:lnTo>
                    <a:pt x="937" y="1077"/>
                  </a:lnTo>
                  <a:lnTo>
                    <a:pt x="925" y="1085"/>
                  </a:lnTo>
                  <a:lnTo>
                    <a:pt x="913" y="1093"/>
                  </a:lnTo>
                  <a:lnTo>
                    <a:pt x="901" y="1101"/>
                  </a:lnTo>
                  <a:lnTo>
                    <a:pt x="889" y="1108"/>
                  </a:lnTo>
                  <a:lnTo>
                    <a:pt x="876" y="1114"/>
                  </a:lnTo>
                  <a:lnTo>
                    <a:pt x="863" y="1121"/>
                  </a:lnTo>
                  <a:lnTo>
                    <a:pt x="850" y="1128"/>
                  </a:lnTo>
                  <a:lnTo>
                    <a:pt x="837" y="1134"/>
                  </a:lnTo>
                  <a:lnTo>
                    <a:pt x="825" y="1140"/>
                  </a:lnTo>
                  <a:lnTo>
                    <a:pt x="811" y="1145"/>
                  </a:lnTo>
                  <a:lnTo>
                    <a:pt x="797" y="1150"/>
                  </a:lnTo>
                  <a:lnTo>
                    <a:pt x="784" y="1155"/>
                  </a:lnTo>
                  <a:lnTo>
                    <a:pt x="769" y="1160"/>
                  </a:lnTo>
                  <a:lnTo>
                    <a:pt x="756" y="1164"/>
                  </a:lnTo>
                  <a:lnTo>
                    <a:pt x="741" y="1168"/>
                  </a:lnTo>
                  <a:lnTo>
                    <a:pt x="727" y="1171"/>
                  </a:lnTo>
                  <a:lnTo>
                    <a:pt x="713" y="1174"/>
                  </a:lnTo>
                  <a:lnTo>
                    <a:pt x="698" y="1177"/>
                  </a:lnTo>
                  <a:lnTo>
                    <a:pt x="684" y="1179"/>
                  </a:lnTo>
                  <a:lnTo>
                    <a:pt x="669" y="1181"/>
                  </a:lnTo>
                  <a:lnTo>
                    <a:pt x="654" y="1183"/>
                  </a:lnTo>
                  <a:lnTo>
                    <a:pt x="639" y="1185"/>
                  </a:lnTo>
                  <a:lnTo>
                    <a:pt x="624" y="1185"/>
                  </a:lnTo>
                  <a:lnTo>
                    <a:pt x="609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78" y="1186"/>
                  </a:lnTo>
                  <a:lnTo>
                    <a:pt x="563" y="1185"/>
                  </a:lnTo>
                  <a:lnTo>
                    <a:pt x="548" y="1185"/>
                  </a:lnTo>
                  <a:lnTo>
                    <a:pt x="532" y="1183"/>
                  </a:lnTo>
                  <a:lnTo>
                    <a:pt x="518" y="1181"/>
                  </a:lnTo>
                  <a:lnTo>
                    <a:pt x="503" y="1179"/>
                  </a:lnTo>
                  <a:lnTo>
                    <a:pt x="488" y="1177"/>
                  </a:lnTo>
                  <a:lnTo>
                    <a:pt x="474" y="1174"/>
                  </a:lnTo>
                  <a:lnTo>
                    <a:pt x="460" y="1171"/>
                  </a:lnTo>
                  <a:lnTo>
                    <a:pt x="445" y="1168"/>
                  </a:lnTo>
                  <a:lnTo>
                    <a:pt x="431" y="1164"/>
                  </a:lnTo>
                  <a:lnTo>
                    <a:pt x="417" y="1160"/>
                  </a:lnTo>
                  <a:lnTo>
                    <a:pt x="404" y="1155"/>
                  </a:lnTo>
                  <a:lnTo>
                    <a:pt x="389" y="1150"/>
                  </a:lnTo>
                  <a:lnTo>
                    <a:pt x="376" y="1145"/>
                  </a:lnTo>
                  <a:lnTo>
                    <a:pt x="363" y="1140"/>
                  </a:lnTo>
                  <a:lnTo>
                    <a:pt x="349" y="1134"/>
                  </a:lnTo>
                  <a:lnTo>
                    <a:pt x="336" y="1128"/>
                  </a:lnTo>
                  <a:lnTo>
                    <a:pt x="324" y="1121"/>
                  </a:lnTo>
                  <a:lnTo>
                    <a:pt x="311" y="1114"/>
                  </a:lnTo>
                  <a:lnTo>
                    <a:pt x="298" y="1108"/>
                  </a:lnTo>
                  <a:lnTo>
                    <a:pt x="286" y="1101"/>
                  </a:lnTo>
                  <a:lnTo>
                    <a:pt x="274" y="1093"/>
                  </a:lnTo>
                  <a:lnTo>
                    <a:pt x="262" y="1085"/>
                  </a:lnTo>
                  <a:lnTo>
                    <a:pt x="250" y="1077"/>
                  </a:lnTo>
                  <a:lnTo>
                    <a:pt x="239" y="1069"/>
                  </a:lnTo>
                  <a:lnTo>
                    <a:pt x="227" y="1060"/>
                  </a:lnTo>
                  <a:lnTo>
                    <a:pt x="216" y="1051"/>
                  </a:lnTo>
                  <a:lnTo>
                    <a:pt x="205" y="1041"/>
                  </a:lnTo>
                  <a:lnTo>
                    <a:pt x="195" y="1032"/>
                  </a:lnTo>
                  <a:lnTo>
                    <a:pt x="184" y="1022"/>
                  </a:lnTo>
                  <a:lnTo>
                    <a:pt x="174" y="1012"/>
                  </a:lnTo>
                  <a:lnTo>
                    <a:pt x="164" y="1002"/>
                  </a:lnTo>
                  <a:lnTo>
                    <a:pt x="155" y="992"/>
                  </a:lnTo>
                  <a:lnTo>
                    <a:pt x="145" y="981"/>
                  </a:lnTo>
                  <a:lnTo>
                    <a:pt x="135" y="970"/>
                  </a:lnTo>
                  <a:lnTo>
                    <a:pt x="127" y="960"/>
                  </a:lnTo>
                  <a:lnTo>
                    <a:pt x="118" y="948"/>
                  </a:lnTo>
                  <a:lnTo>
                    <a:pt x="110" y="936"/>
                  </a:lnTo>
                  <a:lnTo>
                    <a:pt x="102" y="924"/>
                  </a:lnTo>
                  <a:lnTo>
                    <a:pt x="94" y="912"/>
                  </a:lnTo>
                  <a:lnTo>
                    <a:pt x="87" y="900"/>
                  </a:lnTo>
                  <a:lnTo>
                    <a:pt x="79" y="888"/>
                  </a:lnTo>
                  <a:lnTo>
                    <a:pt x="71" y="876"/>
                  </a:lnTo>
                  <a:lnTo>
                    <a:pt x="65" y="864"/>
                  </a:lnTo>
                  <a:lnTo>
                    <a:pt x="59" y="851"/>
                  </a:lnTo>
                  <a:lnTo>
                    <a:pt x="53" y="837"/>
                  </a:lnTo>
                  <a:lnTo>
                    <a:pt x="47" y="824"/>
                  </a:lnTo>
                  <a:lnTo>
                    <a:pt x="42" y="811"/>
                  </a:lnTo>
                  <a:lnTo>
                    <a:pt x="36" y="797"/>
                  </a:lnTo>
                  <a:lnTo>
                    <a:pt x="31" y="784"/>
                  </a:lnTo>
                  <a:lnTo>
                    <a:pt x="27" y="769"/>
                  </a:lnTo>
                  <a:lnTo>
                    <a:pt x="23" y="756"/>
                  </a:lnTo>
                  <a:lnTo>
                    <a:pt x="19" y="741"/>
                  </a:lnTo>
                  <a:lnTo>
                    <a:pt x="15" y="727"/>
                  </a:lnTo>
                  <a:lnTo>
                    <a:pt x="12" y="713"/>
                  </a:lnTo>
                  <a:lnTo>
                    <a:pt x="10" y="698"/>
                  </a:lnTo>
                  <a:lnTo>
                    <a:pt x="7" y="684"/>
                  </a:lnTo>
                  <a:lnTo>
                    <a:pt x="5" y="669"/>
                  </a:lnTo>
                  <a:lnTo>
                    <a:pt x="3" y="654"/>
                  </a:lnTo>
                  <a:lnTo>
                    <a:pt x="2" y="639"/>
                  </a:lnTo>
                  <a:lnTo>
                    <a:pt x="1" y="624"/>
                  </a:lnTo>
                  <a:lnTo>
                    <a:pt x="1" y="608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1" y="578"/>
                  </a:lnTo>
                  <a:lnTo>
                    <a:pt x="1" y="563"/>
                  </a:lnTo>
                  <a:lnTo>
                    <a:pt x="2" y="548"/>
                  </a:lnTo>
                  <a:lnTo>
                    <a:pt x="3" y="532"/>
                  </a:lnTo>
                  <a:lnTo>
                    <a:pt x="5" y="518"/>
                  </a:lnTo>
                  <a:lnTo>
                    <a:pt x="7" y="503"/>
                  </a:lnTo>
                  <a:lnTo>
                    <a:pt x="10" y="488"/>
                  </a:lnTo>
                  <a:lnTo>
                    <a:pt x="12" y="474"/>
                  </a:lnTo>
                  <a:lnTo>
                    <a:pt x="15" y="460"/>
                  </a:lnTo>
                  <a:lnTo>
                    <a:pt x="19" y="445"/>
                  </a:lnTo>
                  <a:lnTo>
                    <a:pt x="23" y="431"/>
                  </a:lnTo>
                  <a:lnTo>
                    <a:pt x="27" y="417"/>
                  </a:lnTo>
                  <a:lnTo>
                    <a:pt x="31" y="403"/>
                  </a:lnTo>
                  <a:lnTo>
                    <a:pt x="36" y="389"/>
                  </a:lnTo>
                  <a:lnTo>
                    <a:pt x="42" y="376"/>
                  </a:lnTo>
                  <a:lnTo>
                    <a:pt x="47" y="363"/>
                  </a:lnTo>
                  <a:lnTo>
                    <a:pt x="53" y="349"/>
                  </a:lnTo>
                  <a:lnTo>
                    <a:pt x="59" y="336"/>
                  </a:lnTo>
                  <a:lnTo>
                    <a:pt x="65" y="323"/>
                  </a:lnTo>
                  <a:lnTo>
                    <a:pt x="71" y="311"/>
                  </a:lnTo>
                  <a:lnTo>
                    <a:pt x="79" y="298"/>
                  </a:lnTo>
                  <a:lnTo>
                    <a:pt x="87" y="286"/>
                  </a:lnTo>
                  <a:lnTo>
                    <a:pt x="94" y="274"/>
                  </a:lnTo>
                  <a:lnTo>
                    <a:pt x="102" y="262"/>
                  </a:lnTo>
                  <a:lnTo>
                    <a:pt x="110" y="250"/>
                  </a:lnTo>
                  <a:lnTo>
                    <a:pt x="118" y="239"/>
                  </a:lnTo>
                  <a:lnTo>
                    <a:pt x="127" y="227"/>
                  </a:lnTo>
                  <a:lnTo>
                    <a:pt x="135" y="216"/>
                  </a:lnTo>
                  <a:lnTo>
                    <a:pt x="145" y="206"/>
                  </a:lnTo>
                  <a:lnTo>
                    <a:pt x="155" y="195"/>
                  </a:lnTo>
                  <a:lnTo>
                    <a:pt x="164" y="184"/>
                  </a:lnTo>
                  <a:lnTo>
                    <a:pt x="174" y="174"/>
                  </a:lnTo>
                  <a:lnTo>
                    <a:pt x="184" y="164"/>
                  </a:lnTo>
                  <a:lnTo>
                    <a:pt x="195" y="155"/>
                  </a:lnTo>
                  <a:lnTo>
                    <a:pt x="205" y="145"/>
                  </a:lnTo>
                  <a:lnTo>
                    <a:pt x="216" y="135"/>
                  </a:lnTo>
                  <a:lnTo>
                    <a:pt x="227" y="127"/>
                  </a:lnTo>
                  <a:lnTo>
                    <a:pt x="239" y="119"/>
                  </a:lnTo>
                  <a:lnTo>
                    <a:pt x="250" y="110"/>
                  </a:lnTo>
                  <a:lnTo>
                    <a:pt x="262" y="102"/>
                  </a:lnTo>
                  <a:lnTo>
                    <a:pt x="274" y="94"/>
                  </a:lnTo>
                  <a:lnTo>
                    <a:pt x="286" y="87"/>
                  </a:lnTo>
                  <a:lnTo>
                    <a:pt x="298" y="79"/>
                  </a:lnTo>
                  <a:lnTo>
                    <a:pt x="311" y="72"/>
                  </a:lnTo>
                  <a:lnTo>
                    <a:pt x="324" y="65"/>
                  </a:lnTo>
                  <a:lnTo>
                    <a:pt x="336" y="59"/>
                  </a:lnTo>
                  <a:lnTo>
                    <a:pt x="349" y="53"/>
                  </a:lnTo>
                  <a:lnTo>
                    <a:pt x="363" y="47"/>
                  </a:lnTo>
                  <a:lnTo>
                    <a:pt x="376" y="42"/>
                  </a:lnTo>
                  <a:lnTo>
                    <a:pt x="389" y="36"/>
                  </a:lnTo>
                  <a:lnTo>
                    <a:pt x="404" y="31"/>
                  </a:lnTo>
                  <a:lnTo>
                    <a:pt x="417" y="27"/>
                  </a:lnTo>
                  <a:lnTo>
                    <a:pt x="431" y="23"/>
                  </a:lnTo>
                  <a:lnTo>
                    <a:pt x="445" y="19"/>
                  </a:lnTo>
                  <a:lnTo>
                    <a:pt x="460" y="15"/>
                  </a:lnTo>
                  <a:lnTo>
                    <a:pt x="474" y="13"/>
                  </a:lnTo>
                  <a:lnTo>
                    <a:pt x="488" y="10"/>
                  </a:lnTo>
                  <a:lnTo>
                    <a:pt x="503" y="7"/>
                  </a:lnTo>
                  <a:lnTo>
                    <a:pt x="518" y="5"/>
                  </a:lnTo>
                  <a:lnTo>
                    <a:pt x="532" y="3"/>
                  </a:lnTo>
                  <a:lnTo>
                    <a:pt x="548" y="2"/>
                  </a:lnTo>
                  <a:lnTo>
                    <a:pt x="563" y="1"/>
                  </a:lnTo>
                  <a:lnTo>
                    <a:pt x="578" y="1"/>
                  </a:lnTo>
                  <a:lnTo>
                    <a:pt x="593" y="0"/>
                  </a:lnTo>
                  <a:lnTo>
                    <a:pt x="593" y="0"/>
                  </a:lnTo>
                  <a:lnTo>
                    <a:pt x="593" y="0"/>
                  </a:lnTo>
                  <a:lnTo>
                    <a:pt x="593" y="0"/>
                  </a:lnTo>
                  <a:close/>
                  <a:moveTo>
                    <a:pt x="593" y="219"/>
                  </a:moveTo>
                  <a:lnTo>
                    <a:pt x="593" y="219"/>
                  </a:lnTo>
                  <a:lnTo>
                    <a:pt x="593" y="219"/>
                  </a:lnTo>
                  <a:lnTo>
                    <a:pt x="584" y="219"/>
                  </a:lnTo>
                  <a:lnTo>
                    <a:pt x="574" y="219"/>
                  </a:lnTo>
                  <a:lnTo>
                    <a:pt x="564" y="220"/>
                  </a:lnTo>
                  <a:lnTo>
                    <a:pt x="555" y="221"/>
                  </a:lnTo>
                  <a:lnTo>
                    <a:pt x="545" y="222"/>
                  </a:lnTo>
                  <a:lnTo>
                    <a:pt x="536" y="223"/>
                  </a:lnTo>
                  <a:lnTo>
                    <a:pt x="527" y="225"/>
                  </a:lnTo>
                  <a:lnTo>
                    <a:pt x="518" y="227"/>
                  </a:lnTo>
                  <a:lnTo>
                    <a:pt x="508" y="228"/>
                  </a:lnTo>
                  <a:lnTo>
                    <a:pt x="500" y="231"/>
                  </a:lnTo>
                  <a:lnTo>
                    <a:pt x="491" y="233"/>
                  </a:lnTo>
                  <a:lnTo>
                    <a:pt x="482" y="235"/>
                  </a:lnTo>
                  <a:lnTo>
                    <a:pt x="473" y="239"/>
                  </a:lnTo>
                  <a:lnTo>
                    <a:pt x="464" y="242"/>
                  </a:lnTo>
                  <a:lnTo>
                    <a:pt x="456" y="245"/>
                  </a:lnTo>
                  <a:lnTo>
                    <a:pt x="448" y="248"/>
                  </a:lnTo>
                  <a:lnTo>
                    <a:pt x="439" y="251"/>
                  </a:lnTo>
                  <a:lnTo>
                    <a:pt x="431" y="255"/>
                  </a:lnTo>
                  <a:lnTo>
                    <a:pt x="423" y="259"/>
                  </a:lnTo>
                  <a:lnTo>
                    <a:pt x="415" y="264"/>
                  </a:lnTo>
                  <a:lnTo>
                    <a:pt x="407" y="268"/>
                  </a:lnTo>
                  <a:lnTo>
                    <a:pt x="399" y="273"/>
                  </a:lnTo>
                  <a:lnTo>
                    <a:pt x="392" y="278"/>
                  </a:lnTo>
                  <a:lnTo>
                    <a:pt x="384" y="283"/>
                  </a:lnTo>
                  <a:lnTo>
                    <a:pt x="376" y="288"/>
                  </a:lnTo>
                  <a:lnTo>
                    <a:pt x="369" y="293"/>
                  </a:lnTo>
                  <a:lnTo>
                    <a:pt x="362" y="299"/>
                  </a:lnTo>
                  <a:lnTo>
                    <a:pt x="356" y="304"/>
                  </a:lnTo>
                  <a:lnTo>
                    <a:pt x="348" y="310"/>
                  </a:lnTo>
                  <a:lnTo>
                    <a:pt x="341" y="316"/>
                  </a:lnTo>
                  <a:lnTo>
                    <a:pt x="335" y="322"/>
                  </a:lnTo>
                  <a:lnTo>
                    <a:pt x="328" y="328"/>
                  </a:lnTo>
                  <a:lnTo>
                    <a:pt x="322" y="335"/>
                  </a:lnTo>
                  <a:lnTo>
                    <a:pt x="316" y="342"/>
                  </a:lnTo>
                  <a:lnTo>
                    <a:pt x="310" y="348"/>
                  </a:lnTo>
                  <a:lnTo>
                    <a:pt x="304" y="355"/>
                  </a:lnTo>
                  <a:lnTo>
                    <a:pt x="299" y="362"/>
                  </a:lnTo>
                  <a:lnTo>
                    <a:pt x="293" y="369"/>
                  </a:lnTo>
                  <a:lnTo>
                    <a:pt x="288" y="376"/>
                  </a:lnTo>
                  <a:lnTo>
                    <a:pt x="283" y="383"/>
                  </a:lnTo>
                  <a:lnTo>
                    <a:pt x="278" y="391"/>
                  </a:lnTo>
                  <a:lnTo>
                    <a:pt x="273" y="399"/>
                  </a:lnTo>
                  <a:lnTo>
                    <a:pt x="268" y="407"/>
                  </a:lnTo>
                  <a:lnTo>
                    <a:pt x="264" y="415"/>
                  </a:lnTo>
                  <a:lnTo>
                    <a:pt x="260" y="423"/>
                  </a:lnTo>
                  <a:lnTo>
                    <a:pt x="256" y="431"/>
                  </a:lnTo>
                  <a:lnTo>
                    <a:pt x="252" y="439"/>
                  </a:lnTo>
                  <a:lnTo>
                    <a:pt x="248" y="448"/>
                  </a:lnTo>
                  <a:lnTo>
                    <a:pt x="245" y="456"/>
                  </a:lnTo>
                  <a:lnTo>
                    <a:pt x="242" y="464"/>
                  </a:lnTo>
                  <a:lnTo>
                    <a:pt x="239" y="473"/>
                  </a:lnTo>
                  <a:lnTo>
                    <a:pt x="236" y="482"/>
                  </a:lnTo>
                  <a:lnTo>
                    <a:pt x="233" y="491"/>
                  </a:lnTo>
                  <a:lnTo>
                    <a:pt x="231" y="500"/>
                  </a:lnTo>
                  <a:lnTo>
                    <a:pt x="228" y="509"/>
                  </a:lnTo>
                  <a:lnTo>
                    <a:pt x="227" y="518"/>
                  </a:lnTo>
                  <a:lnTo>
                    <a:pt x="224" y="527"/>
                  </a:lnTo>
                  <a:lnTo>
                    <a:pt x="223" y="536"/>
                  </a:lnTo>
                  <a:lnTo>
                    <a:pt x="222" y="546"/>
                  </a:lnTo>
                  <a:lnTo>
                    <a:pt x="221" y="555"/>
                  </a:lnTo>
                  <a:lnTo>
                    <a:pt x="220" y="564"/>
                  </a:lnTo>
                  <a:lnTo>
                    <a:pt x="219" y="574"/>
                  </a:lnTo>
                  <a:lnTo>
                    <a:pt x="219" y="584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603"/>
                  </a:lnTo>
                  <a:lnTo>
                    <a:pt x="219" y="612"/>
                  </a:lnTo>
                  <a:lnTo>
                    <a:pt x="220" y="622"/>
                  </a:lnTo>
                  <a:lnTo>
                    <a:pt x="221" y="632"/>
                  </a:lnTo>
                  <a:lnTo>
                    <a:pt x="222" y="641"/>
                  </a:lnTo>
                  <a:lnTo>
                    <a:pt x="223" y="650"/>
                  </a:lnTo>
                  <a:lnTo>
                    <a:pt x="224" y="660"/>
                  </a:lnTo>
                  <a:lnTo>
                    <a:pt x="227" y="669"/>
                  </a:lnTo>
                  <a:lnTo>
                    <a:pt x="228" y="678"/>
                  </a:lnTo>
                  <a:lnTo>
                    <a:pt x="231" y="687"/>
                  </a:lnTo>
                  <a:lnTo>
                    <a:pt x="233" y="696"/>
                  </a:lnTo>
                  <a:lnTo>
                    <a:pt x="236" y="704"/>
                  </a:lnTo>
                  <a:lnTo>
                    <a:pt x="239" y="713"/>
                  </a:lnTo>
                  <a:lnTo>
                    <a:pt x="242" y="722"/>
                  </a:lnTo>
                  <a:lnTo>
                    <a:pt x="245" y="731"/>
                  </a:lnTo>
                  <a:lnTo>
                    <a:pt x="248" y="739"/>
                  </a:lnTo>
                  <a:lnTo>
                    <a:pt x="252" y="748"/>
                  </a:lnTo>
                  <a:lnTo>
                    <a:pt x="256" y="756"/>
                  </a:lnTo>
                  <a:lnTo>
                    <a:pt x="260" y="764"/>
                  </a:lnTo>
                  <a:lnTo>
                    <a:pt x="264" y="772"/>
                  </a:lnTo>
                  <a:lnTo>
                    <a:pt x="268" y="780"/>
                  </a:lnTo>
                  <a:lnTo>
                    <a:pt x="273" y="788"/>
                  </a:lnTo>
                  <a:lnTo>
                    <a:pt x="278" y="795"/>
                  </a:lnTo>
                  <a:lnTo>
                    <a:pt x="283" y="803"/>
                  </a:lnTo>
                  <a:lnTo>
                    <a:pt x="288" y="810"/>
                  </a:lnTo>
                  <a:lnTo>
                    <a:pt x="293" y="817"/>
                  </a:lnTo>
                  <a:lnTo>
                    <a:pt x="299" y="824"/>
                  </a:lnTo>
                  <a:lnTo>
                    <a:pt x="304" y="832"/>
                  </a:lnTo>
                  <a:lnTo>
                    <a:pt x="310" y="838"/>
                  </a:lnTo>
                  <a:lnTo>
                    <a:pt x="316" y="845"/>
                  </a:lnTo>
                  <a:lnTo>
                    <a:pt x="322" y="852"/>
                  </a:lnTo>
                  <a:lnTo>
                    <a:pt x="328" y="858"/>
                  </a:lnTo>
                  <a:lnTo>
                    <a:pt x="337" y="866"/>
                  </a:lnTo>
                  <a:lnTo>
                    <a:pt x="345" y="874"/>
                  </a:lnTo>
                  <a:lnTo>
                    <a:pt x="354" y="881"/>
                  </a:lnTo>
                  <a:lnTo>
                    <a:pt x="363" y="888"/>
                  </a:lnTo>
                  <a:lnTo>
                    <a:pt x="372" y="896"/>
                  </a:lnTo>
                  <a:lnTo>
                    <a:pt x="382" y="903"/>
                  </a:lnTo>
                  <a:lnTo>
                    <a:pt x="392" y="908"/>
                  </a:lnTo>
                  <a:lnTo>
                    <a:pt x="402" y="915"/>
                  </a:lnTo>
                  <a:lnTo>
                    <a:pt x="412" y="921"/>
                  </a:lnTo>
                  <a:lnTo>
                    <a:pt x="422" y="927"/>
                  </a:lnTo>
                  <a:lnTo>
                    <a:pt x="432" y="932"/>
                  </a:lnTo>
                  <a:lnTo>
                    <a:pt x="444" y="936"/>
                  </a:lnTo>
                  <a:lnTo>
                    <a:pt x="454" y="941"/>
                  </a:lnTo>
                  <a:lnTo>
                    <a:pt x="465" y="945"/>
                  </a:lnTo>
                  <a:lnTo>
                    <a:pt x="476" y="949"/>
                  </a:lnTo>
                  <a:lnTo>
                    <a:pt x="488" y="952"/>
                  </a:lnTo>
                  <a:lnTo>
                    <a:pt x="496" y="941"/>
                  </a:lnTo>
                  <a:lnTo>
                    <a:pt x="484" y="938"/>
                  </a:lnTo>
                  <a:lnTo>
                    <a:pt x="473" y="934"/>
                  </a:lnTo>
                  <a:lnTo>
                    <a:pt x="462" y="930"/>
                  </a:lnTo>
                  <a:lnTo>
                    <a:pt x="452" y="925"/>
                  </a:lnTo>
                  <a:lnTo>
                    <a:pt x="440" y="921"/>
                  </a:lnTo>
                  <a:lnTo>
                    <a:pt x="431" y="916"/>
                  </a:lnTo>
                  <a:lnTo>
                    <a:pt x="420" y="910"/>
                  </a:lnTo>
                  <a:lnTo>
                    <a:pt x="410" y="904"/>
                  </a:lnTo>
                  <a:lnTo>
                    <a:pt x="400" y="899"/>
                  </a:lnTo>
                  <a:lnTo>
                    <a:pt x="391" y="892"/>
                  </a:lnTo>
                  <a:lnTo>
                    <a:pt x="381" y="886"/>
                  </a:lnTo>
                  <a:lnTo>
                    <a:pt x="372" y="879"/>
                  </a:lnTo>
                  <a:lnTo>
                    <a:pt x="364" y="872"/>
                  </a:lnTo>
                  <a:lnTo>
                    <a:pt x="355" y="864"/>
                  </a:lnTo>
                  <a:lnTo>
                    <a:pt x="346" y="856"/>
                  </a:lnTo>
                  <a:lnTo>
                    <a:pt x="338" y="848"/>
                  </a:lnTo>
                  <a:lnTo>
                    <a:pt x="332" y="843"/>
                  </a:lnTo>
                  <a:lnTo>
                    <a:pt x="326" y="836"/>
                  </a:lnTo>
                  <a:lnTo>
                    <a:pt x="320" y="830"/>
                  </a:lnTo>
                  <a:lnTo>
                    <a:pt x="315" y="823"/>
                  </a:lnTo>
                  <a:lnTo>
                    <a:pt x="309" y="816"/>
                  </a:lnTo>
                  <a:lnTo>
                    <a:pt x="304" y="809"/>
                  </a:lnTo>
                  <a:lnTo>
                    <a:pt x="299" y="802"/>
                  </a:lnTo>
                  <a:lnTo>
                    <a:pt x="294" y="795"/>
                  </a:lnTo>
                  <a:lnTo>
                    <a:pt x="289" y="788"/>
                  </a:lnTo>
                  <a:lnTo>
                    <a:pt x="284" y="780"/>
                  </a:lnTo>
                  <a:lnTo>
                    <a:pt x="280" y="773"/>
                  </a:lnTo>
                  <a:lnTo>
                    <a:pt x="276" y="765"/>
                  </a:lnTo>
                  <a:lnTo>
                    <a:pt x="272" y="758"/>
                  </a:lnTo>
                  <a:lnTo>
                    <a:pt x="268" y="750"/>
                  </a:lnTo>
                  <a:lnTo>
                    <a:pt x="264" y="742"/>
                  </a:lnTo>
                  <a:lnTo>
                    <a:pt x="260" y="734"/>
                  </a:lnTo>
                  <a:lnTo>
                    <a:pt x="257" y="726"/>
                  </a:lnTo>
                  <a:lnTo>
                    <a:pt x="254" y="717"/>
                  </a:lnTo>
                  <a:lnTo>
                    <a:pt x="252" y="709"/>
                  </a:lnTo>
                  <a:lnTo>
                    <a:pt x="248" y="700"/>
                  </a:lnTo>
                  <a:lnTo>
                    <a:pt x="246" y="692"/>
                  </a:lnTo>
                  <a:lnTo>
                    <a:pt x="244" y="684"/>
                  </a:lnTo>
                  <a:lnTo>
                    <a:pt x="241" y="675"/>
                  </a:lnTo>
                  <a:lnTo>
                    <a:pt x="240" y="666"/>
                  </a:lnTo>
                  <a:lnTo>
                    <a:pt x="238" y="657"/>
                  </a:lnTo>
                  <a:lnTo>
                    <a:pt x="236" y="648"/>
                  </a:lnTo>
                  <a:lnTo>
                    <a:pt x="235" y="640"/>
                  </a:lnTo>
                  <a:lnTo>
                    <a:pt x="234" y="630"/>
                  </a:lnTo>
                  <a:lnTo>
                    <a:pt x="233" y="621"/>
                  </a:lnTo>
                  <a:lnTo>
                    <a:pt x="232" y="612"/>
                  </a:lnTo>
                  <a:lnTo>
                    <a:pt x="232" y="60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84"/>
                  </a:lnTo>
                  <a:lnTo>
                    <a:pt x="232" y="575"/>
                  </a:lnTo>
                  <a:lnTo>
                    <a:pt x="233" y="565"/>
                  </a:lnTo>
                  <a:lnTo>
                    <a:pt x="234" y="556"/>
                  </a:lnTo>
                  <a:lnTo>
                    <a:pt x="235" y="548"/>
                  </a:lnTo>
                  <a:lnTo>
                    <a:pt x="236" y="538"/>
                  </a:lnTo>
                  <a:lnTo>
                    <a:pt x="238" y="529"/>
                  </a:lnTo>
                  <a:lnTo>
                    <a:pt x="240" y="520"/>
                  </a:lnTo>
                  <a:lnTo>
                    <a:pt x="241" y="512"/>
                  </a:lnTo>
                  <a:lnTo>
                    <a:pt x="244" y="503"/>
                  </a:lnTo>
                  <a:lnTo>
                    <a:pt x="246" y="495"/>
                  </a:lnTo>
                  <a:lnTo>
                    <a:pt x="248" y="486"/>
                  </a:lnTo>
                  <a:lnTo>
                    <a:pt x="252" y="478"/>
                  </a:lnTo>
                  <a:lnTo>
                    <a:pt x="254" y="469"/>
                  </a:lnTo>
                  <a:lnTo>
                    <a:pt x="257" y="461"/>
                  </a:lnTo>
                  <a:lnTo>
                    <a:pt x="260" y="452"/>
                  </a:lnTo>
                  <a:lnTo>
                    <a:pt x="264" y="444"/>
                  </a:lnTo>
                  <a:lnTo>
                    <a:pt x="268" y="437"/>
                  </a:lnTo>
                  <a:lnTo>
                    <a:pt x="272" y="429"/>
                  </a:lnTo>
                  <a:lnTo>
                    <a:pt x="276" y="421"/>
                  </a:lnTo>
                  <a:lnTo>
                    <a:pt x="280" y="413"/>
                  </a:lnTo>
                  <a:lnTo>
                    <a:pt x="284" y="406"/>
                  </a:lnTo>
                  <a:lnTo>
                    <a:pt x="289" y="399"/>
                  </a:lnTo>
                  <a:lnTo>
                    <a:pt x="294" y="391"/>
                  </a:lnTo>
                  <a:lnTo>
                    <a:pt x="299" y="384"/>
                  </a:lnTo>
                  <a:lnTo>
                    <a:pt x="304" y="377"/>
                  </a:lnTo>
                  <a:lnTo>
                    <a:pt x="309" y="371"/>
                  </a:lnTo>
                  <a:lnTo>
                    <a:pt x="315" y="363"/>
                  </a:lnTo>
                  <a:lnTo>
                    <a:pt x="320" y="357"/>
                  </a:lnTo>
                  <a:lnTo>
                    <a:pt x="326" y="351"/>
                  </a:lnTo>
                  <a:lnTo>
                    <a:pt x="332" y="344"/>
                  </a:lnTo>
                  <a:lnTo>
                    <a:pt x="338" y="338"/>
                  </a:lnTo>
                  <a:lnTo>
                    <a:pt x="344" y="331"/>
                  </a:lnTo>
                  <a:lnTo>
                    <a:pt x="351" y="326"/>
                  </a:lnTo>
                  <a:lnTo>
                    <a:pt x="357" y="320"/>
                  </a:lnTo>
                  <a:lnTo>
                    <a:pt x="364" y="315"/>
                  </a:lnTo>
                  <a:lnTo>
                    <a:pt x="370" y="309"/>
                  </a:lnTo>
                  <a:lnTo>
                    <a:pt x="377" y="303"/>
                  </a:lnTo>
                  <a:lnTo>
                    <a:pt x="384" y="299"/>
                  </a:lnTo>
                  <a:lnTo>
                    <a:pt x="392" y="294"/>
                  </a:lnTo>
                  <a:lnTo>
                    <a:pt x="399" y="289"/>
                  </a:lnTo>
                  <a:lnTo>
                    <a:pt x="406" y="284"/>
                  </a:lnTo>
                  <a:lnTo>
                    <a:pt x="413" y="280"/>
                  </a:lnTo>
                  <a:lnTo>
                    <a:pt x="421" y="276"/>
                  </a:lnTo>
                  <a:lnTo>
                    <a:pt x="429" y="271"/>
                  </a:lnTo>
                  <a:lnTo>
                    <a:pt x="437" y="267"/>
                  </a:lnTo>
                  <a:lnTo>
                    <a:pt x="444" y="264"/>
                  </a:lnTo>
                  <a:lnTo>
                    <a:pt x="452" y="260"/>
                  </a:lnTo>
                  <a:lnTo>
                    <a:pt x="461" y="257"/>
                  </a:lnTo>
                  <a:lnTo>
                    <a:pt x="469" y="254"/>
                  </a:lnTo>
                  <a:lnTo>
                    <a:pt x="477" y="251"/>
                  </a:lnTo>
                  <a:lnTo>
                    <a:pt x="486" y="248"/>
                  </a:lnTo>
                  <a:lnTo>
                    <a:pt x="494" y="246"/>
                  </a:lnTo>
                  <a:lnTo>
                    <a:pt x="503" y="243"/>
                  </a:lnTo>
                  <a:lnTo>
                    <a:pt x="512" y="241"/>
                  </a:lnTo>
                  <a:lnTo>
                    <a:pt x="520" y="239"/>
                  </a:lnTo>
                  <a:lnTo>
                    <a:pt x="529" y="238"/>
                  </a:lnTo>
                  <a:lnTo>
                    <a:pt x="538" y="236"/>
                  </a:lnTo>
                  <a:lnTo>
                    <a:pt x="548" y="235"/>
                  </a:lnTo>
                  <a:lnTo>
                    <a:pt x="556" y="234"/>
                  </a:lnTo>
                  <a:lnTo>
                    <a:pt x="565" y="233"/>
                  </a:lnTo>
                  <a:lnTo>
                    <a:pt x="575" y="232"/>
                  </a:lnTo>
                  <a:lnTo>
                    <a:pt x="584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603" y="232"/>
                  </a:lnTo>
                  <a:lnTo>
                    <a:pt x="612" y="232"/>
                  </a:lnTo>
                  <a:lnTo>
                    <a:pt x="621" y="233"/>
                  </a:lnTo>
                  <a:lnTo>
                    <a:pt x="630" y="234"/>
                  </a:lnTo>
                  <a:lnTo>
                    <a:pt x="639" y="235"/>
                  </a:lnTo>
                  <a:lnTo>
                    <a:pt x="649" y="236"/>
                  </a:lnTo>
                  <a:lnTo>
                    <a:pt x="657" y="238"/>
                  </a:lnTo>
                  <a:lnTo>
                    <a:pt x="666" y="239"/>
                  </a:lnTo>
                  <a:lnTo>
                    <a:pt x="675" y="241"/>
                  </a:lnTo>
                  <a:lnTo>
                    <a:pt x="684" y="243"/>
                  </a:lnTo>
                  <a:lnTo>
                    <a:pt x="693" y="246"/>
                  </a:lnTo>
                  <a:lnTo>
                    <a:pt x="701" y="248"/>
                  </a:lnTo>
                  <a:lnTo>
                    <a:pt x="709" y="251"/>
                  </a:lnTo>
                  <a:lnTo>
                    <a:pt x="717" y="254"/>
                  </a:lnTo>
                  <a:lnTo>
                    <a:pt x="726" y="257"/>
                  </a:lnTo>
                  <a:lnTo>
                    <a:pt x="733" y="260"/>
                  </a:lnTo>
                  <a:lnTo>
                    <a:pt x="742" y="264"/>
                  </a:lnTo>
                  <a:lnTo>
                    <a:pt x="750" y="267"/>
                  </a:lnTo>
                  <a:lnTo>
                    <a:pt x="757" y="271"/>
                  </a:lnTo>
                  <a:lnTo>
                    <a:pt x="765" y="276"/>
                  </a:lnTo>
                  <a:lnTo>
                    <a:pt x="773" y="280"/>
                  </a:lnTo>
                  <a:lnTo>
                    <a:pt x="781" y="284"/>
                  </a:lnTo>
                  <a:lnTo>
                    <a:pt x="788" y="289"/>
                  </a:lnTo>
                  <a:lnTo>
                    <a:pt x="795" y="294"/>
                  </a:lnTo>
                  <a:lnTo>
                    <a:pt x="802" y="299"/>
                  </a:lnTo>
                  <a:lnTo>
                    <a:pt x="809" y="303"/>
                  </a:lnTo>
                  <a:lnTo>
                    <a:pt x="817" y="309"/>
                  </a:lnTo>
                  <a:lnTo>
                    <a:pt x="823" y="315"/>
                  </a:lnTo>
                  <a:lnTo>
                    <a:pt x="829" y="320"/>
                  </a:lnTo>
                  <a:lnTo>
                    <a:pt x="836" y="326"/>
                  </a:lnTo>
                  <a:lnTo>
                    <a:pt x="842" y="331"/>
                  </a:lnTo>
                  <a:lnTo>
                    <a:pt x="849" y="338"/>
                  </a:lnTo>
                  <a:lnTo>
                    <a:pt x="855" y="344"/>
                  </a:lnTo>
                  <a:lnTo>
                    <a:pt x="861" y="351"/>
                  </a:lnTo>
                  <a:lnTo>
                    <a:pt x="866" y="357"/>
                  </a:lnTo>
                  <a:lnTo>
                    <a:pt x="872" y="363"/>
                  </a:lnTo>
                  <a:lnTo>
                    <a:pt x="877" y="371"/>
                  </a:lnTo>
                  <a:lnTo>
                    <a:pt x="883" y="377"/>
                  </a:lnTo>
                  <a:lnTo>
                    <a:pt x="888" y="384"/>
                  </a:lnTo>
                  <a:lnTo>
                    <a:pt x="893" y="391"/>
                  </a:lnTo>
                  <a:lnTo>
                    <a:pt x="897" y="399"/>
                  </a:lnTo>
                  <a:lnTo>
                    <a:pt x="902" y="406"/>
                  </a:lnTo>
                  <a:lnTo>
                    <a:pt x="906" y="413"/>
                  </a:lnTo>
                  <a:lnTo>
                    <a:pt x="911" y="421"/>
                  </a:lnTo>
                  <a:lnTo>
                    <a:pt x="915" y="429"/>
                  </a:lnTo>
                  <a:lnTo>
                    <a:pt x="919" y="437"/>
                  </a:lnTo>
                  <a:lnTo>
                    <a:pt x="923" y="444"/>
                  </a:lnTo>
                  <a:lnTo>
                    <a:pt x="926" y="452"/>
                  </a:lnTo>
                  <a:lnTo>
                    <a:pt x="929" y="461"/>
                  </a:lnTo>
                  <a:lnTo>
                    <a:pt x="933" y="469"/>
                  </a:lnTo>
                  <a:lnTo>
                    <a:pt x="936" y="478"/>
                  </a:lnTo>
                  <a:lnTo>
                    <a:pt x="938" y="486"/>
                  </a:lnTo>
                  <a:lnTo>
                    <a:pt x="941" y="495"/>
                  </a:lnTo>
                  <a:lnTo>
                    <a:pt x="943" y="503"/>
                  </a:lnTo>
                  <a:lnTo>
                    <a:pt x="945" y="512"/>
                  </a:lnTo>
                  <a:lnTo>
                    <a:pt x="947" y="520"/>
                  </a:lnTo>
                  <a:lnTo>
                    <a:pt x="949" y="529"/>
                  </a:lnTo>
                  <a:lnTo>
                    <a:pt x="950" y="538"/>
                  </a:lnTo>
                  <a:lnTo>
                    <a:pt x="952" y="548"/>
                  </a:lnTo>
                  <a:lnTo>
                    <a:pt x="953" y="556"/>
                  </a:lnTo>
                  <a:lnTo>
                    <a:pt x="953" y="565"/>
                  </a:lnTo>
                  <a:lnTo>
                    <a:pt x="954" y="575"/>
                  </a:lnTo>
                  <a:lnTo>
                    <a:pt x="954" y="584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603"/>
                  </a:lnTo>
                  <a:lnTo>
                    <a:pt x="954" y="612"/>
                  </a:lnTo>
                  <a:lnTo>
                    <a:pt x="953" y="621"/>
                  </a:lnTo>
                  <a:lnTo>
                    <a:pt x="953" y="630"/>
                  </a:lnTo>
                  <a:lnTo>
                    <a:pt x="952" y="640"/>
                  </a:lnTo>
                  <a:lnTo>
                    <a:pt x="950" y="648"/>
                  </a:lnTo>
                  <a:lnTo>
                    <a:pt x="949" y="657"/>
                  </a:lnTo>
                  <a:lnTo>
                    <a:pt x="947" y="666"/>
                  </a:lnTo>
                  <a:lnTo>
                    <a:pt x="945" y="675"/>
                  </a:lnTo>
                  <a:lnTo>
                    <a:pt x="943" y="684"/>
                  </a:lnTo>
                  <a:lnTo>
                    <a:pt x="941" y="692"/>
                  </a:lnTo>
                  <a:lnTo>
                    <a:pt x="938" y="700"/>
                  </a:lnTo>
                  <a:lnTo>
                    <a:pt x="936" y="709"/>
                  </a:lnTo>
                  <a:lnTo>
                    <a:pt x="933" y="717"/>
                  </a:lnTo>
                  <a:lnTo>
                    <a:pt x="929" y="726"/>
                  </a:lnTo>
                  <a:lnTo>
                    <a:pt x="926" y="734"/>
                  </a:lnTo>
                  <a:lnTo>
                    <a:pt x="923" y="742"/>
                  </a:lnTo>
                  <a:lnTo>
                    <a:pt x="919" y="750"/>
                  </a:lnTo>
                  <a:lnTo>
                    <a:pt x="915" y="758"/>
                  </a:lnTo>
                  <a:lnTo>
                    <a:pt x="911" y="765"/>
                  </a:lnTo>
                  <a:lnTo>
                    <a:pt x="906" y="773"/>
                  </a:lnTo>
                  <a:lnTo>
                    <a:pt x="902" y="780"/>
                  </a:lnTo>
                  <a:lnTo>
                    <a:pt x="897" y="788"/>
                  </a:lnTo>
                  <a:lnTo>
                    <a:pt x="893" y="795"/>
                  </a:lnTo>
                  <a:lnTo>
                    <a:pt x="888" y="802"/>
                  </a:lnTo>
                  <a:lnTo>
                    <a:pt x="883" y="809"/>
                  </a:lnTo>
                  <a:lnTo>
                    <a:pt x="877" y="816"/>
                  </a:lnTo>
                  <a:lnTo>
                    <a:pt x="872" y="823"/>
                  </a:lnTo>
                  <a:lnTo>
                    <a:pt x="866" y="830"/>
                  </a:lnTo>
                  <a:lnTo>
                    <a:pt x="861" y="836"/>
                  </a:lnTo>
                  <a:lnTo>
                    <a:pt x="855" y="843"/>
                  </a:lnTo>
                  <a:lnTo>
                    <a:pt x="849" y="848"/>
                  </a:lnTo>
                  <a:lnTo>
                    <a:pt x="841" y="856"/>
                  </a:lnTo>
                  <a:lnTo>
                    <a:pt x="832" y="864"/>
                  </a:lnTo>
                  <a:lnTo>
                    <a:pt x="823" y="872"/>
                  </a:lnTo>
                  <a:lnTo>
                    <a:pt x="814" y="879"/>
                  </a:lnTo>
                  <a:lnTo>
                    <a:pt x="805" y="886"/>
                  </a:lnTo>
                  <a:lnTo>
                    <a:pt x="796" y="892"/>
                  </a:lnTo>
                  <a:lnTo>
                    <a:pt x="786" y="899"/>
                  </a:lnTo>
                  <a:lnTo>
                    <a:pt x="777" y="904"/>
                  </a:lnTo>
                  <a:lnTo>
                    <a:pt x="766" y="910"/>
                  </a:lnTo>
                  <a:lnTo>
                    <a:pt x="756" y="916"/>
                  </a:lnTo>
                  <a:lnTo>
                    <a:pt x="745" y="921"/>
                  </a:lnTo>
                  <a:lnTo>
                    <a:pt x="735" y="925"/>
                  </a:lnTo>
                  <a:lnTo>
                    <a:pt x="725" y="930"/>
                  </a:lnTo>
                  <a:lnTo>
                    <a:pt x="713" y="934"/>
                  </a:lnTo>
                  <a:lnTo>
                    <a:pt x="702" y="938"/>
                  </a:lnTo>
                  <a:lnTo>
                    <a:pt x="691" y="941"/>
                  </a:lnTo>
                  <a:lnTo>
                    <a:pt x="699" y="952"/>
                  </a:lnTo>
                  <a:lnTo>
                    <a:pt x="710" y="949"/>
                  </a:lnTo>
                  <a:lnTo>
                    <a:pt x="721" y="945"/>
                  </a:lnTo>
                  <a:lnTo>
                    <a:pt x="733" y="941"/>
                  </a:lnTo>
                  <a:lnTo>
                    <a:pt x="743" y="936"/>
                  </a:lnTo>
                  <a:lnTo>
                    <a:pt x="754" y="932"/>
                  </a:lnTo>
                  <a:lnTo>
                    <a:pt x="765" y="927"/>
                  </a:lnTo>
                  <a:lnTo>
                    <a:pt x="775" y="921"/>
                  </a:lnTo>
                  <a:lnTo>
                    <a:pt x="785" y="915"/>
                  </a:lnTo>
                  <a:lnTo>
                    <a:pt x="795" y="909"/>
                  </a:lnTo>
                  <a:lnTo>
                    <a:pt x="805" y="903"/>
                  </a:lnTo>
                  <a:lnTo>
                    <a:pt x="814" y="896"/>
                  </a:lnTo>
                  <a:lnTo>
                    <a:pt x="823" y="888"/>
                  </a:lnTo>
                  <a:lnTo>
                    <a:pt x="833" y="881"/>
                  </a:lnTo>
                  <a:lnTo>
                    <a:pt x="841" y="874"/>
                  </a:lnTo>
                  <a:lnTo>
                    <a:pt x="850" y="866"/>
                  </a:lnTo>
                  <a:lnTo>
                    <a:pt x="858" y="858"/>
                  </a:lnTo>
                  <a:lnTo>
                    <a:pt x="865" y="852"/>
                  </a:lnTo>
                  <a:lnTo>
                    <a:pt x="871" y="845"/>
                  </a:lnTo>
                  <a:lnTo>
                    <a:pt x="877" y="838"/>
                  </a:lnTo>
                  <a:lnTo>
                    <a:pt x="882" y="832"/>
                  </a:lnTo>
                  <a:lnTo>
                    <a:pt x="888" y="824"/>
                  </a:lnTo>
                  <a:lnTo>
                    <a:pt x="893" y="817"/>
                  </a:lnTo>
                  <a:lnTo>
                    <a:pt x="898" y="810"/>
                  </a:lnTo>
                  <a:lnTo>
                    <a:pt x="904" y="803"/>
                  </a:lnTo>
                  <a:lnTo>
                    <a:pt x="909" y="795"/>
                  </a:lnTo>
                  <a:lnTo>
                    <a:pt x="913" y="788"/>
                  </a:lnTo>
                  <a:lnTo>
                    <a:pt x="918" y="780"/>
                  </a:lnTo>
                  <a:lnTo>
                    <a:pt x="923" y="772"/>
                  </a:lnTo>
                  <a:lnTo>
                    <a:pt x="927" y="764"/>
                  </a:lnTo>
                  <a:lnTo>
                    <a:pt x="931" y="756"/>
                  </a:lnTo>
                  <a:lnTo>
                    <a:pt x="935" y="748"/>
                  </a:lnTo>
                  <a:lnTo>
                    <a:pt x="938" y="739"/>
                  </a:lnTo>
                  <a:lnTo>
                    <a:pt x="941" y="731"/>
                  </a:lnTo>
                  <a:lnTo>
                    <a:pt x="945" y="722"/>
                  </a:lnTo>
                  <a:lnTo>
                    <a:pt x="948" y="713"/>
                  </a:lnTo>
                  <a:lnTo>
                    <a:pt x="951" y="704"/>
                  </a:lnTo>
                  <a:lnTo>
                    <a:pt x="953" y="696"/>
                  </a:lnTo>
                  <a:lnTo>
                    <a:pt x="956" y="687"/>
                  </a:lnTo>
                  <a:lnTo>
                    <a:pt x="958" y="678"/>
                  </a:lnTo>
                  <a:lnTo>
                    <a:pt x="960" y="669"/>
                  </a:lnTo>
                  <a:lnTo>
                    <a:pt x="961" y="660"/>
                  </a:lnTo>
                  <a:lnTo>
                    <a:pt x="964" y="650"/>
                  </a:lnTo>
                  <a:lnTo>
                    <a:pt x="965" y="641"/>
                  </a:lnTo>
                  <a:lnTo>
                    <a:pt x="965" y="632"/>
                  </a:lnTo>
                  <a:lnTo>
                    <a:pt x="967" y="622"/>
                  </a:lnTo>
                  <a:lnTo>
                    <a:pt x="967" y="612"/>
                  </a:lnTo>
                  <a:lnTo>
                    <a:pt x="968" y="60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84"/>
                  </a:lnTo>
                  <a:lnTo>
                    <a:pt x="967" y="574"/>
                  </a:lnTo>
                  <a:lnTo>
                    <a:pt x="967" y="564"/>
                  </a:lnTo>
                  <a:lnTo>
                    <a:pt x="965" y="555"/>
                  </a:lnTo>
                  <a:lnTo>
                    <a:pt x="965" y="546"/>
                  </a:lnTo>
                  <a:lnTo>
                    <a:pt x="964" y="536"/>
                  </a:lnTo>
                  <a:lnTo>
                    <a:pt x="961" y="527"/>
                  </a:lnTo>
                  <a:lnTo>
                    <a:pt x="960" y="518"/>
                  </a:lnTo>
                  <a:lnTo>
                    <a:pt x="958" y="509"/>
                  </a:lnTo>
                  <a:lnTo>
                    <a:pt x="956" y="500"/>
                  </a:lnTo>
                  <a:lnTo>
                    <a:pt x="953" y="491"/>
                  </a:lnTo>
                  <a:lnTo>
                    <a:pt x="951" y="482"/>
                  </a:lnTo>
                  <a:lnTo>
                    <a:pt x="948" y="473"/>
                  </a:lnTo>
                  <a:lnTo>
                    <a:pt x="945" y="464"/>
                  </a:lnTo>
                  <a:lnTo>
                    <a:pt x="941" y="456"/>
                  </a:lnTo>
                  <a:lnTo>
                    <a:pt x="938" y="448"/>
                  </a:lnTo>
                  <a:lnTo>
                    <a:pt x="935" y="439"/>
                  </a:lnTo>
                  <a:lnTo>
                    <a:pt x="931" y="431"/>
                  </a:lnTo>
                  <a:lnTo>
                    <a:pt x="927" y="423"/>
                  </a:lnTo>
                  <a:lnTo>
                    <a:pt x="923" y="415"/>
                  </a:lnTo>
                  <a:lnTo>
                    <a:pt x="918" y="407"/>
                  </a:lnTo>
                  <a:lnTo>
                    <a:pt x="913" y="399"/>
                  </a:lnTo>
                  <a:lnTo>
                    <a:pt x="909" y="391"/>
                  </a:lnTo>
                  <a:lnTo>
                    <a:pt x="904" y="383"/>
                  </a:lnTo>
                  <a:lnTo>
                    <a:pt x="898" y="376"/>
                  </a:lnTo>
                  <a:lnTo>
                    <a:pt x="893" y="369"/>
                  </a:lnTo>
                  <a:lnTo>
                    <a:pt x="888" y="362"/>
                  </a:lnTo>
                  <a:lnTo>
                    <a:pt x="882" y="355"/>
                  </a:lnTo>
                  <a:lnTo>
                    <a:pt x="877" y="348"/>
                  </a:lnTo>
                  <a:lnTo>
                    <a:pt x="871" y="342"/>
                  </a:lnTo>
                  <a:lnTo>
                    <a:pt x="865" y="335"/>
                  </a:lnTo>
                  <a:lnTo>
                    <a:pt x="858" y="328"/>
                  </a:lnTo>
                  <a:lnTo>
                    <a:pt x="852" y="322"/>
                  </a:lnTo>
                  <a:lnTo>
                    <a:pt x="845" y="316"/>
                  </a:lnTo>
                  <a:lnTo>
                    <a:pt x="838" y="310"/>
                  </a:lnTo>
                  <a:lnTo>
                    <a:pt x="832" y="304"/>
                  </a:lnTo>
                  <a:lnTo>
                    <a:pt x="825" y="299"/>
                  </a:lnTo>
                  <a:lnTo>
                    <a:pt x="817" y="293"/>
                  </a:lnTo>
                  <a:lnTo>
                    <a:pt x="810" y="288"/>
                  </a:lnTo>
                  <a:lnTo>
                    <a:pt x="803" y="283"/>
                  </a:lnTo>
                  <a:lnTo>
                    <a:pt x="795" y="278"/>
                  </a:lnTo>
                  <a:lnTo>
                    <a:pt x="787" y="273"/>
                  </a:lnTo>
                  <a:lnTo>
                    <a:pt x="780" y="268"/>
                  </a:lnTo>
                  <a:lnTo>
                    <a:pt x="772" y="264"/>
                  </a:lnTo>
                  <a:lnTo>
                    <a:pt x="764" y="259"/>
                  </a:lnTo>
                  <a:lnTo>
                    <a:pt x="756" y="255"/>
                  </a:lnTo>
                  <a:lnTo>
                    <a:pt x="748" y="251"/>
                  </a:lnTo>
                  <a:lnTo>
                    <a:pt x="739" y="248"/>
                  </a:lnTo>
                  <a:lnTo>
                    <a:pt x="731" y="245"/>
                  </a:lnTo>
                  <a:lnTo>
                    <a:pt x="722" y="242"/>
                  </a:lnTo>
                  <a:lnTo>
                    <a:pt x="713" y="239"/>
                  </a:lnTo>
                  <a:lnTo>
                    <a:pt x="705" y="235"/>
                  </a:lnTo>
                  <a:lnTo>
                    <a:pt x="696" y="233"/>
                  </a:lnTo>
                  <a:lnTo>
                    <a:pt x="687" y="231"/>
                  </a:lnTo>
                  <a:lnTo>
                    <a:pt x="678" y="228"/>
                  </a:lnTo>
                  <a:lnTo>
                    <a:pt x="669" y="227"/>
                  </a:lnTo>
                  <a:lnTo>
                    <a:pt x="660" y="225"/>
                  </a:lnTo>
                  <a:lnTo>
                    <a:pt x="650" y="223"/>
                  </a:lnTo>
                  <a:lnTo>
                    <a:pt x="641" y="222"/>
                  </a:lnTo>
                  <a:lnTo>
                    <a:pt x="632" y="221"/>
                  </a:lnTo>
                  <a:lnTo>
                    <a:pt x="622" y="220"/>
                  </a:lnTo>
                  <a:lnTo>
                    <a:pt x="613" y="219"/>
                  </a:lnTo>
                  <a:lnTo>
                    <a:pt x="603" y="219"/>
                  </a:lnTo>
                  <a:lnTo>
                    <a:pt x="593" y="219"/>
                  </a:lnTo>
                  <a:lnTo>
                    <a:pt x="593" y="219"/>
                  </a:lnTo>
                  <a:lnTo>
                    <a:pt x="593" y="219"/>
                  </a:lnTo>
                  <a:lnTo>
                    <a:pt x="593" y="219"/>
                  </a:lnTo>
                  <a:close/>
                  <a:moveTo>
                    <a:pt x="593" y="14"/>
                  </a:moveTo>
                  <a:lnTo>
                    <a:pt x="593" y="14"/>
                  </a:lnTo>
                  <a:lnTo>
                    <a:pt x="593" y="14"/>
                  </a:lnTo>
                  <a:lnTo>
                    <a:pt x="593" y="14"/>
                  </a:lnTo>
                  <a:lnTo>
                    <a:pt x="593" y="14"/>
                  </a:lnTo>
                  <a:lnTo>
                    <a:pt x="578" y="14"/>
                  </a:lnTo>
                  <a:lnTo>
                    <a:pt x="564" y="15"/>
                  </a:lnTo>
                  <a:lnTo>
                    <a:pt x="548" y="15"/>
                  </a:lnTo>
                  <a:lnTo>
                    <a:pt x="534" y="16"/>
                  </a:lnTo>
                  <a:lnTo>
                    <a:pt x="520" y="19"/>
                  </a:lnTo>
                  <a:lnTo>
                    <a:pt x="505" y="20"/>
                  </a:lnTo>
                  <a:lnTo>
                    <a:pt x="491" y="23"/>
                  </a:lnTo>
                  <a:lnTo>
                    <a:pt x="476" y="26"/>
                  </a:lnTo>
                  <a:lnTo>
                    <a:pt x="463" y="28"/>
                  </a:lnTo>
                  <a:lnTo>
                    <a:pt x="448" y="32"/>
                  </a:lnTo>
                  <a:lnTo>
                    <a:pt x="435" y="35"/>
                  </a:lnTo>
                  <a:lnTo>
                    <a:pt x="421" y="40"/>
                  </a:lnTo>
                  <a:lnTo>
                    <a:pt x="408" y="44"/>
                  </a:lnTo>
                  <a:lnTo>
                    <a:pt x="394" y="49"/>
                  </a:lnTo>
                  <a:lnTo>
                    <a:pt x="381" y="54"/>
                  </a:lnTo>
                  <a:lnTo>
                    <a:pt x="368" y="59"/>
                  </a:lnTo>
                  <a:lnTo>
                    <a:pt x="355" y="65"/>
                  </a:lnTo>
                  <a:lnTo>
                    <a:pt x="342" y="71"/>
                  </a:lnTo>
                  <a:lnTo>
                    <a:pt x="329" y="77"/>
                  </a:lnTo>
                  <a:lnTo>
                    <a:pt x="317" y="83"/>
                  </a:lnTo>
                  <a:lnTo>
                    <a:pt x="305" y="91"/>
                  </a:lnTo>
                  <a:lnTo>
                    <a:pt x="292" y="98"/>
                  </a:lnTo>
                  <a:lnTo>
                    <a:pt x="281" y="105"/>
                  </a:lnTo>
                  <a:lnTo>
                    <a:pt x="269" y="113"/>
                  </a:lnTo>
                  <a:lnTo>
                    <a:pt x="258" y="120"/>
                  </a:lnTo>
                  <a:lnTo>
                    <a:pt x="247" y="129"/>
                  </a:lnTo>
                  <a:lnTo>
                    <a:pt x="236" y="137"/>
                  </a:lnTo>
                  <a:lnTo>
                    <a:pt x="224" y="146"/>
                  </a:lnTo>
                  <a:lnTo>
                    <a:pt x="214" y="155"/>
                  </a:lnTo>
                  <a:lnTo>
                    <a:pt x="203" y="164"/>
                  </a:lnTo>
                  <a:lnTo>
                    <a:pt x="193" y="174"/>
                  </a:lnTo>
                  <a:lnTo>
                    <a:pt x="183" y="183"/>
                  </a:lnTo>
                  <a:lnTo>
                    <a:pt x="174" y="194"/>
                  </a:lnTo>
                  <a:lnTo>
                    <a:pt x="164" y="203"/>
                  </a:lnTo>
                  <a:lnTo>
                    <a:pt x="155" y="214"/>
                  </a:lnTo>
                  <a:lnTo>
                    <a:pt x="146" y="224"/>
                  </a:lnTo>
                  <a:lnTo>
                    <a:pt x="137" y="235"/>
                  </a:lnTo>
                  <a:lnTo>
                    <a:pt x="129" y="247"/>
                  </a:lnTo>
                  <a:lnTo>
                    <a:pt x="120" y="258"/>
                  </a:lnTo>
                  <a:lnTo>
                    <a:pt x="112" y="269"/>
                  </a:lnTo>
                  <a:lnTo>
                    <a:pt x="105" y="281"/>
                  </a:lnTo>
                  <a:lnTo>
                    <a:pt x="98" y="292"/>
                  </a:lnTo>
                  <a:lnTo>
                    <a:pt x="91" y="305"/>
                  </a:lnTo>
                  <a:lnTo>
                    <a:pt x="83" y="317"/>
                  </a:lnTo>
                  <a:lnTo>
                    <a:pt x="77" y="330"/>
                  </a:lnTo>
                  <a:lnTo>
                    <a:pt x="71" y="342"/>
                  </a:lnTo>
                  <a:lnTo>
                    <a:pt x="65" y="355"/>
                  </a:lnTo>
                  <a:lnTo>
                    <a:pt x="59" y="367"/>
                  </a:lnTo>
                  <a:lnTo>
                    <a:pt x="54" y="381"/>
                  </a:lnTo>
                  <a:lnTo>
                    <a:pt x="49" y="394"/>
                  </a:lnTo>
                  <a:lnTo>
                    <a:pt x="44" y="408"/>
                  </a:lnTo>
                  <a:lnTo>
                    <a:pt x="39" y="421"/>
                  </a:lnTo>
                  <a:lnTo>
                    <a:pt x="35" y="435"/>
                  </a:lnTo>
                  <a:lnTo>
                    <a:pt x="32" y="448"/>
                  </a:lnTo>
                  <a:lnTo>
                    <a:pt x="28" y="463"/>
                  </a:lnTo>
                  <a:lnTo>
                    <a:pt x="25" y="476"/>
                  </a:lnTo>
                  <a:lnTo>
                    <a:pt x="23" y="491"/>
                  </a:lnTo>
                  <a:lnTo>
                    <a:pt x="20" y="505"/>
                  </a:lnTo>
                  <a:lnTo>
                    <a:pt x="18" y="520"/>
                  </a:lnTo>
                  <a:lnTo>
                    <a:pt x="16" y="534"/>
                  </a:lnTo>
                  <a:lnTo>
                    <a:pt x="15" y="548"/>
                  </a:lnTo>
                  <a:lnTo>
                    <a:pt x="15" y="564"/>
                  </a:lnTo>
                  <a:lnTo>
                    <a:pt x="14" y="578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608"/>
                  </a:lnTo>
                  <a:lnTo>
                    <a:pt x="15" y="623"/>
                  </a:lnTo>
                  <a:lnTo>
                    <a:pt x="15" y="638"/>
                  </a:lnTo>
                  <a:lnTo>
                    <a:pt x="16" y="652"/>
                  </a:lnTo>
                  <a:lnTo>
                    <a:pt x="18" y="667"/>
                  </a:lnTo>
                  <a:lnTo>
                    <a:pt x="20" y="682"/>
                  </a:lnTo>
                  <a:lnTo>
                    <a:pt x="23" y="696"/>
                  </a:lnTo>
                  <a:lnTo>
                    <a:pt x="25" y="710"/>
                  </a:lnTo>
                  <a:lnTo>
                    <a:pt x="28" y="724"/>
                  </a:lnTo>
                  <a:lnTo>
                    <a:pt x="32" y="738"/>
                  </a:lnTo>
                  <a:lnTo>
                    <a:pt x="35" y="752"/>
                  </a:lnTo>
                  <a:lnTo>
                    <a:pt x="40" y="765"/>
                  </a:lnTo>
                  <a:lnTo>
                    <a:pt x="44" y="779"/>
                  </a:lnTo>
                  <a:lnTo>
                    <a:pt x="49" y="792"/>
                  </a:lnTo>
                  <a:lnTo>
                    <a:pt x="54" y="806"/>
                  </a:lnTo>
                  <a:lnTo>
                    <a:pt x="59" y="819"/>
                  </a:lnTo>
                  <a:lnTo>
                    <a:pt x="65" y="832"/>
                  </a:lnTo>
                  <a:lnTo>
                    <a:pt x="71" y="844"/>
                  </a:lnTo>
                  <a:lnTo>
                    <a:pt x="77" y="857"/>
                  </a:lnTo>
                  <a:lnTo>
                    <a:pt x="83" y="869"/>
                  </a:lnTo>
                  <a:lnTo>
                    <a:pt x="91" y="882"/>
                  </a:lnTo>
                  <a:lnTo>
                    <a:pt x="98" y="894"/>
                  </a:lnTo>
                  <a:lnTo>
                    <a:pt x="105" y="906"/>
                  </a:lnTo>
                  <a:lnTo>
                    <a:pt x="112" y="917"/>
                  </a:lnTo>
                  <a:lnTo>
                    <a:pt x="120" y="928"/>
                  </a:lnTo>
                  <a:lnTo>
                    <a:pt x="129" y="940"/>
                  </a:lnTo>
                  <a:lnTo>
                    <a:pt x="137" y="951"/>
                  </a:lnTo>
                  <a:lnTo>
                    <a:pt x="146" y="962"/>
                  </a:lnTo>
                  <a:lnTo>
                    <a:pt x="155" y="972"/>
                  </a:lnTo>
                  <a:lnTo>
                    <a:pt x="164" y="983"/>
                  </a:lnTo>
                  <a:lnTo>
                    <a:pt x="174" y="993"/>
                  </a:lnTo>
                  <a:lnTo>
                    <a:pt x="183" y="1003"/>
                  </a:lnTo>
                  <a:lnTo>
                    <a:pt x="193" y="1012"/>
                  </a:lnTo>
                  <a:lnTo>
                    <a:pt x="203" y="1022"/>
                  </a:lnTo>
                  <a:lnTo>
                    <a:pt x="214" y="1032"/>
                  </a:lnTo>
                  <a:lnTo>
                    <a:pt x="224" y="1040"/>
                  </a:lnTo>
                  <a:lnTo>
                    <a:pt x="236" y="1049"/>
                  </a:lnTo>
                  <a:lnTo>
                    <a:pt x="247" y="1058"/>
                  </a:lnTo>
                  <a:lnTo>
                    <a:pt x="258" y="1066"/>
                  </a:lnTo>
                  <a:lnTo>
                    <a:pt x="269" y="1074"/>
                  </a:lnTo>
                  <a:lnTo>
                    <a:pt x="281" y="1081"/>
                  </a:lnTo>
                  <a:lnTo>
                    <a:pt x="292" y="1089"/>
                  </a:lnTo>
                  <a:lnTo>
                    <a:pt x="305" y="1096"/>
                  </a:lnTo>
                  <a:lnTo>
                    <a:pt x="317" y="1103"/>
                  </a:lnTo>
                  <a:lnTo>
                    <a:pt x="329" y="1109"/>
                  </a:lnTo>
                  <a:lnTo>
                    <a:pt x="342" y="1116"/>
                  </a:lnTo>
                  <a:lnTo>
                    <a:pt x="355" y="1121"/>
                  </a:lnTo>
                  <a:lnTo>
                    <a:pt x="368" y="1127"/>
                  </a:lnTo>
                  <a:lnTo>
                    <a:pt x="381" y="1133"/>
                  </a:lnTo>
                  <a:lnTo>
                    <a:pt x="394" y="1138"/>
                  </a:lnTo>
                  <a:lnTo>
                    <a:pt x="408" y="1142"/>
                  </a:lnTo>
                  <a:lnTo>
                    <a:pt x="421" y="1147"/>
                  </a:lnTo>
                  <a:lnTo>
                    <a:pt x="435" y="1151"/>
                  </a:lnTo>
                  <a:lnTo>
                    <a:pt x="448" y="1155"/>
                  </a:lnTo>
                  <a:lnTo>
                    <a:pt x="463" y="1158"/>
                  </a:lnTo>
                  <a:lnTo>
                    <a:pt x="476" y="1161"/>
                  </a:lnTo>
                  <a:lnTo>
                    <a:pt x="491" y="1164"/>
                  </a:lnTo>
                  <a:lnTo>
                    <a:pt x="505" y="1166"/>
                  </a:lnTo>
                  <a:lnTo>
                    <a:pt x="520" y="1169"/>
                  </a:lnTo>
                  <a:lnTo>
                    <a:pt x="534" y="1170"/>
                  </a:lnTo>
                  <a:lnTo>
                    <a:pt x="548" y="1171"/>
                  </a:lnTo>
                  <a:lnTo>
                    <a:pt x="564" y="1172"/>
                  </a:lnTo>
                  <a:lnTo>
                    <a:pt x="578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609" y="1173"/>
                  </a:lnTo>
                  <a:lnTo>
                    <a:pt x="623" y="1172"/>
                  </a:lnTo>
                  <a:lnTo>
                    <a:pt x="638" y="1171"/>
                  </a:lnTo>
                  <a:lnTo>
                    <a:pt x="653" y="1170"/>
                  </a:lnTo>
                  <a:lnTo>
                    <a:pt x="667" y="1169"/>
                  </a:lnTo>
                  <a:lnTo>
                    <a:pt x="681" y="1166"/>
                  </a:lnTo>
                  <a:lnTo>
                    <a:pt x="696" y="1164"/>
                  </a:lnTo>
                  <a:lnTo>
                    <a:pt x="710" y="1161"/>
                  </a:lnTo>
                  <a:lnTo>
                    <a:pt x="725" y="1158"/>
                  </a:lnTo>
                  <a:lnTo>
                    <a:pt x="738" y="1155"/>
                  </a:lnTo>
                  <a:lnTo>
                    <a:pt x="752" y="1151"/>
                  </a:lnTo>
                  <a:lnTo>
                    <a:pt x="765" y="1147"/>
                  </a:lnTo>
                  <a:lnTo>
                    <a:pt x="779" y="1142"/>
                  </a:lnTo>
                  <a:lnTo>
                    <a:pt x="793" y="1138"/>
                  </a:lnTo>
                  <a:lnTo>
                    <a:pt x="806" y="1133"/>
                  </a:lnTo>
                  <a:lnTo>
                    <a:pt x="819" y="1127"/>
                  </a:lnTo>
                  <a:lnTo>
                    <a:pt x="832" y="1121"/>
                  </a:lnTo>
                  <a:lnTo>
                    <a:pt x="845" y="1116"/>
                  </a:lnTo>
                  <a:lnTo>
                    <a:pt x="857" y="1109"/>
                  </a:lnTo>
                  <a:lnTo>
                    <a:pt x="869" y="1103"/>
                  </a:lnTo>
                  <a:lnTo>
                    <a:pt x="882" y="1096"/>
                  </a:lnTo>
                  <a:lnTo>
                    <a:pt x="893" y="1089"/>
                  </a:lnTo>
                  <a:lnTo>
                    <a:pt x="905" y="1081"/>
                  </a:lnTo>
                  <a:lnTo>
                    <a:pt x="917" y="1074"/>
                  </a:lnTo>
                  <a:lnTo>
                    <a:pt x="929" y="1066"/>
                  </a:lnTo>
                  <a:lnTo>
                    <a:pt x="940" y="1058"/>
                  </a:lnTo>
                  <a:lnTo>
                    <a:pt x="951" y="1049"/>
                  </a:lnTo>
                  <a:lnTo>
                    <a:pt x="961" y="1040"/>
                  </a:lnTo>
                  <a:lnTo>
                    <a:pt x="973" y="1032"/>
                  </a:lnTo>
                  <a:lnTo>
                    <a:pt x="983" y="1022"/>
                  </a:lnTo>
                  <a:lnTo>
                    <a:pt x="994" y="1012"/>
                  </a:lnTo>
                  <a:lnTo>
                    <a:pt x="1003" y="1003"/>
                  </a:lnTo>
                  <a:lnTo>
                    <a:pt x="1013" y="993"/>
                  </a:lnTo>
                  <a:lnTo>
                    <a:pt x="1022" y="983"/>
                  </a:lnTo>
                  <a:lnTo>
                    <a:pt x="1032" y="972"/>
                  </a:lnTo>
                  <a:lnTo>
                    <a:pt x="1041" y="962"/>
                  </a:lnTo>
                  <a:lnTo>
                    <a:pt x="1050" y="951"/>
                  </a:lnTo>
                  <a:lnTo>
                    <a:pt x="1058" y="940"/>
                  </a:lnTo>
                  <a:lnTo>
                    <a:pt x="1066" y="928"/>
                  </a:lnTo>
                  <a:lnTo>
                    <a:pt x="1074" y="917"/>
                  </a:lnTo>
                  <a:lnTo>
                    <a:pt x="1082" y="906"/>
                  </a:lnTo>
                  <a:lnTo>
                    <a:pt x="1089" y="894"/>
                  </a:lnTo>
                  <a:lnTo>
                    <a:pt x="1096" y="882"/>
                  </a:lnTo>
                  <a:lnTo>
                    <a:pt x="1103" y="869"/>
                  </a:lnTo>
                  <a:lnTo>
                    <a:pt x="1110" y="857"/>
                  </a:lnTo>
                  <a:lnTo>
                    <a:pt x="1116" y="844"/>
                  </a:lnTo>
                  <a:lnTo>
                    <a:pt x="1122" y="832"/>
                  </a:lnTo>
                  <a:lnTo>
                    <a:pt x="1127" y="819"/>
                  </a:lnTo>
                  <a:lnTo>
                    <a:pt x="1133" y="806"/>
                  </a:lnTo>
                  <a:lnTo>
                    <a:pt x="1138" y="792"/>
                  </a:lnTo>
                  <a:lnTo>
                    <a:pt x="1142" y="779"/>
                  </a:lnTo>
                  <a:lnTo>
                    <a:pt x="1147" y="765"/>
                  </a:lnTo>
                  <a:lnTo>
                    <a:pt x="1151" y="752"/>
                  </a:lnTo>
                  <a:lnTo>
                    <a:pt x="1154" y="738"/>
                  </a:lnTo>
                  <a:lnTo>
                    <a:pt x="1158" y="724"/>
                  </a:lnTo>
                  <a:lnTo>
                    <a:pt x="1162" y="710"/>
                  </a:lnTo>
                  <a:lnTo>
                    <a:pt x="1164" y="696"/>
                  </a:lnTo>
                  <a:lnTo>
                    <a:pt x="1166" y="682"/>
                  </a:lnTo>
                  <a:lnTo>
                    <a:pt x="1168" y="667"/>
                  </a:lnTo>
                  <a:lnTo>
                    <a:pt x="1170" y="652"/>
                  </a:lnTo>
                  <a:lnTo>
                    <a:pt x="1171" y="638"/>
                  </a:lnTo>
                  <a:lnTo>
                    <a:pt x="1172" y="623"/>
                  </a:lnTo>
                  <a:lnTo>
                    <a:pt x="1173" y="608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78"/>
                  </a:lnTo>
                  <a:lnTo>
                    <a:pt x="1172" y="564"/>
                  </a:lnTo>
                  <a:lnTo>
                    <a:pt x="1171" y="548"/>
                  </a:lnTo>
                  <a:lnTo>
                    <a:pt x="1170" y="534"/>
                  </a:lnTo>
                  <a:lnTo>
                    <a:pt x="1168" y="520"/>
                  </a:lnTo>
                  <a:lnTo>
                    <a:pt x="1166" y="505"/>
                  </a:lnTo>
                  <a:lnTo>
                    <a:pt x="1164" y="491"/>
                  </a:lnTo>
                  <a:lnTo>
                    <a:pt x="1162" y="476"/>
                  </a:lnTo>
                  <a:lnTo>
                    <a:pt x="1158" y="463"/>
                  </a:lnTo>
                  <a:lnTo>
                    <a:pt x="1154" y="448"/>
                  </a:lnTo>
                  <a:lnTo>
                    <a:pt x="1151" y="435"/>
                  </a:lnTo>
                  <a:lnTo>
                    <a:pt x="1147" y="421"/>
                  </a:lnTo>
                  <a:lnTo>
                    <a:pt x="1142" y="408"/>
                  </a:lnTo>
                  <a:lnTo>
                    <a:pt x="1138" y="394"/>
                  </a:lnTo>
                  <a:lnTo>
                    <a:pt x="1133" y="381"/>
                  </a:lnTo>
                  <a:lnTo>
                    <a:pt x="1127" y="367"/>
                  </a:lnTo>
                  <a:lnTo>
                    <a:pt x="1122" y="355"/>
                  </a:lnTo>
                  <a:lnTo>
                    <a:pt x="1116" y="342"/>
                  </a:lnTo>
                  <a:lnTo>
                    <a:pt x="1110" y="330"/>
                  </a:lnTo>
                  <a:lnTo>
                    <a:pt x="1103" y="317"/>
                  </a:lnTo>
                  <a:lnTo>
                    <a:pt x="1096" y="305"/>
                  </a:lnTo>
                  <a:lnTo>
                    <a:pt x="1089" y="292"/>
                  </a:lnTo>
                  <a:lnTo>
                    <a:pt x="1082" y="281"/>
                  </a:lnTo>
                  <a:lnTo>
                    <a:pt x="1074" y="269"/>
                  </a:lnTo>
                  <a:lnTo>
                    <a:pt x="1066" y="258"/>
                  </a:lnTo>
                  <a:lnTo>
                    <a:pt x="1058" y="247"/>
                  </a:lnTo>
                  <a:lnTo>
                    <a:pt x="1050" y="235"/>
                  </a:lnTo>
                  <a:lnTo>
                    <a:pt x="1041" y="224"/>
                  </a:lnTo>
                  <a:lnTo>
                    <a:pt x="1032" y="214"/>
                  </a:lnTo>
                  <a:lnTo>
                    <a:pt x="1022" y="203"/>
                  </a:lnTo>
                  <a:lnTo>
                    <a:pt x="1013" y="194"/>
                  </a:lnTo>
                  <a:lnTo>
                    <a:pt x="1003" y="183"/>
                  </a:lnTo>
                  <a:lnTo>
                    <a:pt x="994" y="174"/>
                  </a:lnTo>
                  <a:lnTo>
                    <a:pt x="983" y="164"/>
                  </a:lnTo>
                  <a:lnTo>
                    <a:pt x="973" y="155"/>
                  </a:lnTo>
                  <a:lnTo>
                    <a:pt x="961" y="146"/>
                  </a:lnTo>
                  <a:lnTo>
                    <a:pt x="951" y="137"/>
                  </a:lnTo>
                  <a:lnTo>
                    <a:pt x="940" y="129"/>
                  </a:lnTo>
                  <a:lnTo>
                    <a:pt x="929" y="120"/>
                  </a:lnTo>
                  <a:lnTo>
                    <a:pt x="917" y="113"/>
                  </a:lnTo>
                  <a:lnTo>
                    <a:pt x="905" y="105"/>
                  </a:lnTo>
                  <a:lnTo>
                    <a:pt x="893" y="98"/>
                  </a:lnTo>
                  <a:lnTo>
                    <a:pt x="882" y="91"/>
                  </a:lnTo>
                  <a:lnTo>
                    <a:pt x="869" y="83"/>
                  </a:lnTo>
                  <a:lnTo>
                    <a:pt x="857" y="77"/>
                  </a:lnTo>
                  <a:lnTo>
                    <a:pt x="845" y="71"/>
                  </a:lnTo>
                  <a:lnTo>
                    <a:pt x="832" y="65"/>
                  </a:lnTo>
                  <a:lnTo>
                    <a:pt x="819" y="59"/>
                  </a:lnTo>
                  <a:lnTo>
                    <a:pt x="806" y="54"/>
                  </a:lnTo>
                  <a:lnTo>
                    <a:pt x="793" y="49"/>
                  </a:lnTo>
                  <a:lnTo>
                    <a:pt x="779" y="44"/>
                  </a:lnTo>
                  <a:lnTo>
                    <a:pt x="765" y="40"/>
                  </a:lnTo>
                  <a:lnTo>
                    <a:pt x="752" y="35"/>
                  </a:lnTo>
                  <a:lnTo>
                    <a:pt x="738" y="32"/>
                  </a:lnTo>
                  <a:lnTo>
                    <a:pt x="725" y="28"/>
                  </a:lnTo>
                  <a:lnTo>
                    <a:pt x="710" y="26"/>
                  </a:lnTo>
                  <a:lnTo>
                    <a:pt x="696" y="23"/>
                  </a:lnTo>
                  <a:lnTo>
                    <a:pt x="681" y="20"/>
                  </a:lnTo>
                  <a:lnTo>
                    <a:pt x="667" y="19"/>
                  </a:lnTo>
                  <a:lnTo>
                    <a:pt x="653" y="16"/>
                  </a:lnTo>
                  <a:lnTo>
                    <a:pt x="638" y="15"/>
                  </a:lnTo>
                  <a:lnTo>
                    <a:pt x="623" y="15"/>
                  </a:lnTo>
                  <a:lnTo>
                    <a:pt x="609" y="14"/>
                  </a:lnTo>
                  <a:lnTo>
                    <a:pt x="59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08" name="îṥľîḋè"/>
            <p:cNvSpPr/>
            <p:nvPr/>
          </p:nvSpPr>
          <p:spPr bwMode="auto">
            <a:xfrm>
              <a:off x="2636838" y="3000376"/>
              <a:ext cx="433388" cy="309563"/>
            </a:xfrm>
            <a:custGeom>
              <a:avLst/>
              <a:gdLst>
                <a:gd name="T0" fmla="*/ 121 w 273"/>
                <a:gd name="T1" fmla="*/ 190 h 195"/>
                <a:gd name="T2" fmla="*/ 157 w 273"/>
                <a:gd name="T3" fmla="*/ 186 h 195"/>
                <a:gd name="T4" fmla="*/ 184 w 273"/>
                <a:gd name="T5" fmla="*/ 151 h 195"/>
                <a:gd name="T6" fmla="*/ 206 w 273"/>
                <a:gd name="T7" fmla="*/ 133 h 195"/>
                <a:gd name="T8" fmla="*/ 247 w 273"/>
                <a:gd name="T9" fmla="*/ 119 h 195"/>
                <a:gd name="T10" fmla="*/ 273 w 273"/>
                <a:gd name="T11" fmla="*/ 102 h 195"/>
                <a:gd name="T12" fmla="*/ 245 w 273"/>
                <a:gd name="T13" fmla="*/ 71 h 195"/>
                <a:gd name="T14" fmla="*/ 216 w 273"/>
                <a:gd name="T15" fmla="*/ 35 h 195"/>
                <a:gd name="T16" fmla="*/ 207 w 273"/>
                <a:gd name="T17" fmla="*/ 1 h 195"/>
                <a:gd name="T18" fmla="*/ 172 w 273"/>
                <a:gd name="T19" fmla="*/ 9 h 195"/>
                <a:gd name="T20" fmla="*/ 129 w 273"/>
                <a:gd name="T21" fmla="*/ 24 h 195"/>
                <a:gd name="T22" fmla="*/ 76 w 273"/>
                <a:gd name="T23" fmla="*/ 2 h 195"/>
                <a:gd name="T24" fmla="*/ 62 w 273"/>
                <a:gd name="T25" fmla="*/ 6 h 195"/>
                <a:gd name="T26" fmla="*/ 49 w 273"/>
                <a:gd name="T27" fmla="*/ 57 h 195"/>
                <a:gd name="T28" fmla="*/ 15 w 273"/>
                <a:gd name="T29" fmla="*/ 89 h 195"/>
                <a:gd name="T30" fmla="*/ 1 w 273"/>
                <a:gd name="T31" fmla="*/ 108 h 195"/>
                <a:gd name="T32" fmla="*/ 46 w 273"/>
                <a:gd name="T33" fmla="*/ 132 h 195"/>
                <a:gd name="T34" fmla="*/ 76 w 273"/>
                <a:gd name="T35" fmla="*/ 132 h 195"/>
                <a:gd name="T36" fmla="*/ 130 w 273"/>
                <a:gd name="T37" fmla="*/ 100 h 195"/>
                <a:gd name="T38" fmla="*/ 110 w 273"/>
                <a:gd name="T39" fmla="*/ 80 h 195"/>
                <a:gd name="T40" fmla="*/ 105 w 273"/>
                <a:gd name="T41" fmla="*/ 85 h 195"/>
                <a:gd name="T42" fmla="*/ 69 w 273"/>
                <a:gd name="T43" fmla="*/ 56 h 195"/>
                <a:gd name="T44" fmla="*/ 73 w 273"/>
                <a:gd name="T45" fmla="*/ 13 h 195"/>
                <a:gd name="T46" fmla="*/ 119 w 273"/>
                <a:gd name="T47" fmla="*/ 31 h 195"/>
                <a:gd name="T48" fmla="*/ 154 w 273"/>
                <a:gd name="T49" fmla="*/ 31 h 195"/>
                <a:gd name="T50" fmla="*/ 199 w 273"/>
                <a:gd name="T51" fmla="*/ 13 h 195"/>
                <a:gd name="T52" fmla="*/ 205 w 273"/>
                <a:gd name="T53" fmla="*/ 56 h 195"/>
                <a:gd name="T54" fmla="*/ 168 w 273"/>
                <a:gd name="T55" fmla="*/ 85 h 195"/>
                <a:gd name="T56" fmla="*/ 163 w 273"/>
                <a:gd name="T57" fmla="*/ 80 h 195"/>
                <a:gd name="T58" fmla="*/ 142 w 273"/>
                <a:gd name="T59" fmla="*/ 100 h 195"/>
                <a:gd name="T60" fmla="*/ 145 w 273"/>
                <a:gd name="T61" fmla="*/ 54 h 195"/>
                <a:gd name="T62" fmla="*/ 130 w 273"/>
                <a:gd name="T63" fmla="*/ 61 h 195"/>
                <a:gd name="T64" fmla="*/ 137 w 273"/>
                <a:gd name="T65" fmla="*/ 45 h 195"/>
                <a:gd name="T66" fmla="*/ 113 w 273"/>
                <a:gd name="T67" fmla="*/ 164 h 195"/>
                <a:gd name="T68" fmla="*/ 141 w 273"/>
                <a:gd name="T69" fmla="*/ 173 h 195"/>
                <a:gd name="T70" fmla="*/ 151 w 273"/>
                <a:gd name="T71" fmla="*/ 177 h 195"/>
                <a:gd name="T72" fmla="*/ 121 w 273"/>
                <a:gd name="T73" fmla="*/ 150 h 195"/>
                <a:gd name="T74" fmla="*/ 89 w 273"/>
                <a:gd name="T75" fmla="*/ 134 h 195"/>
                <a:gd name="T76" fmla="*/ 95 w 273"/>
                <a:gd name="T77" fmla="*/ 108 h 195"/>
                <a:gd name="T78" fmla="*/ 133 w 273"/>
                <a:gd name="T79" fmla="*/ 115 h 195"/>
                <a:gd name="T80" fmla="*/ 157 w 273"/>
                <a:gd name="T81" fmla="*/ 105 h 195"/>
                <a:gd name="T82" fmla="*/ 183 w 273"/>
                <a:gd name="T83" fmla="*/ 114 h 195"/>
                <a:gd name="T84" fmla="*/ 177 w 273"/>
                <a:gd name="T85" fmla="*/ 142 h 195"/>
                <a:gd name="T86" fmla="*/ 137 w 273"/>
                <a:gd name="T87" fmla="*/ 164 h 195"/>
                <a:gd name="T88" fmla="*/ 178 w 273"/>
                <a:gd name="T89" fmla="*/ 63 h 195"/>
                <a:gd name="T90" fmla="*/ 161 w 273"/>
                <a:gd name="T91" fmla="*/ 63 h 195"/>
                <a:gd name="T92" fmla="*/ 175 w 273"/>
                <a:gd name="T93" fmla="*/ 96 h 195"/>
                <a:gd name="T94" fmla="*/ 202 w 273"/>
                <a:gd name="T95" fmla="*/ 68 h 195"/>
                <a:gd name="T96" fmla="*/ 236 w 273"/>
                <a:gd name="T97" fmla="*/ 76 h 195"/>
                <a:gd name="T98" fmla="*/ 246 w 273"/>
                <a:gd name="T99" fmla="*/ 107 h 195"/>
                <a:gd name="T100" fmla="*/ 201 w 273"/>
                <a:gd name="T101" fmla="*/ 120 h 195"/>
                <a:gd name="T102" fmla="*/ 178 w 273"/>
                <a:gd name="T103" fmla="*/ 96 h 195"/>
                <a:gd name="T104" fmla="*/ 113 w 273"/>
                <a:gd name="T105" fmla="*/ 62 h 195"/>
                <a:gd name="T106" fmla="*/ 97 w 273"/>
                <a:gd name="T107" fmla="*/ 65 h 195"/>
                <a:gd name="T108" fmla="*/ 104 w 273"/>
                <a:gd name="T109" fmla="*/ 51 h 195"/>
                <a:gd name="T110" fmla="*/ 75 w 273"/>
                <a:gd name="T111" fmla="*/ 120 h 195"/>
                <a:gd name="T112" fmla="*/ 34 w 273"/>
                <a:gd name="T113" fmla="*/ 110 h 195"/>
                <a:gd name="T114" fmla="*/ 34 w 273"/>
                <a:gd name="T115" fmla="*/ 80 h 195"/>
                <a:gd name="T116" fmla="*/ 65 w 273"/>
                <a:gd name="T117" fmla="*/ 67 h 195"/>
                <a:gd name="T118" fmla="*/ 96 w 273"/>
                <a:gd name="T119" fmla="*/ 93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3" h="195">
                  <a:moveTo>
                    <a:pt x="97" y="154"/>
                  </a:moveTo>
                  <a:lnTo>
                    <a:pt x="98" y="158"/>
                  </a:lnTo>
                  <a:lnTo>
                    <a:pt x="100" y="162"/>
                  </a:lnTo>
                  <a:lnTo>
                    <a:pt x="101" y="166"/>
                  </a:lnTo>
                  <a:lnTo>
                    <a:pt x="103" y="170"/>
                  </a:lnTo>
                  <a:lnTo>
                    <a:pt x="105" y="174"/>
                  </a:lnTo>
                  <a:lnTo>
                    <a:pt x="108" y="177"/>
                  </a:lnTo>
                  <a:lnTo>
                    <a:pt x="111" y="181"/>
                  </a:lnTo>
                  <a:lnTo>
                    <a:pt x="113" y="184"/>
                  </a:lnTo>
                  <a:lnTo>
                    <a:pt x="116" y="186"/>
                  </a:lnTo>
                  <a:lnTo>
                    <a:pt x="119" y="188"/>
                  </a:lnTo>
                  <a:lnTo>
                    <a:pt x="121" y="190"/>
                  </a:lnTo>
                  <a:lnTo>
                    <a:pt x="124" y="191"/>
                  </a:lnTo>
                  <a:lnTo>
                    <a:pt x="126" y="192"/>
                  </a:lnTo>
                  <a:lnTo>
                    <a:pt x="130" y="193"/>
                  </a:lnTo>
                  <a:lnTo>
                    <a:pt x="133" y="194"/>
                  </a:lnTo>
                  <a:lnTo>
                    <a:pt x="137" y="195"/>
                  </a:lnTo>
                  <a:lnTo>
                    <a:pt x="140" y="194"/>
                  </a:lnTo>
                  <a:lnTo>
                    <a:pt x="143" y="193"/>
                  </a:lnTo>
                  <a:lnTo>
                    <a:pt x="146" y="192"/>
                  </a:lnTo>
                  <a:lnTo>
                    <a:pt x="149" y="191"/>
                  </a:lnTo>
                  <a:lnTo>
                    <a:pt x="152" y="190"/>
                  </a:lnTo>
                  <a:lnTo>
                    <a:pt x="154" y="188"/>
                  </a:lnTo>
                  <a:lnTo>
                    <a:pt x="157" y="186"/>
                  </a:lnTo>
                  <a:lnTo>
                    <a:pt x="159" y="184"/>
                  </a:lnTo>
                  <a:lnTo>
                    <a:pt x="162" y="181"/>
                  </a:lnTo>
                  <a:lnTo>
                    <a:pt x="165" y="177"/>
                  </a:lnTo>
                  <a:lnTo>
                    <a:pt x="167" y="174"/>
                  </a:lnTo>
                  <a:lnTo>
                    <a:pt x="170" y="170"/>
                  </a:lnTo>
                  <a:lnTo>
                    <a:pt x="171" y="166"/>
                  </a:lnTo>
                  <a:lnTo>
                    <a:pt x="174" y="162"/>
                  </a:lnTo>
                  <a:lnTo>
                    <a:pt x="175" y="158"/>
                  </a:lnTo>
                  <a:lnTo>
                    <a:pt x="177" y="154"/>
                  </a:lnTo>
                  <a:lnTo>
                    <a:pt x="177" y="154"/>
                  </a:lnTo>
                  <a:lnTo>
                    <a:pt x="180" y="152"/>
                  </a:lnTo>
                  <a:lnTo>
                    <a:pt x="184" y="151"/>
                  </a:lnTo>
                  <a:lnTo>
                    <a:pt x="186" y="149"/>
                  </a:lnTo>
                  <a:lnTo>
                    <a:pt x="190" y="147"/>
                  </a:lnTo>
                  <a:lnTo>
                    <a:pt x="192" y="144"/>
                  </a:lnTo>
                  <a:lnTo>
                    <a:pt x="194" y="140"/>
                  </a:lnTo>
                  <a:lnTo>
                    <a:pt x="196" y="136"/>
                  </a:lnTo>
                  <a:lnTo>
                    <a:pt x="197" y="132"/>
                  </a:lnTo>
                  <a:lnTo>
                    <a:pt x="197" y="132"/>
                  </a:lnTo>
                  <a:lnTo>
                    <a:pt x="198" y="131"/>
                  </a:lnTo>
                  <a:lnTo>
                    <a:pt x="198" y="132"/>
                  </a:lnTo>
                  <a:lnTo>
                    <a:pt x="198" y="132"/>
                  </a:lnTo>
                  <a:lnTo>
                    <a:pt x="202" y="132"/>
                  </a:lnTo>
                  <a:lnTo>
                    <a:pt x="206" y="133"/>
                  </a:lnTo>
                  <a:lnTo>
                    <a:pt x="210" y="134"/>
                  </a:lnTo>
                  <a:lnTo>
                    <a:pt x="215" y="134"/>
                  </a:lnTo>
                  <a:lnTo>
                    <a:pt x="219" y="133"/>
                  </a:lnTo>
                  <a:lnTo>
                    <a:pt x="222" y="132"/>
                  </a:lnTo>
                  <a:lnTo>
                    <a:pt x="225" y="132"/>
                  </a:lnTo>
                  <a:lnTo>
                    <a:pt x="227" y="132"/>
                  </a:lnTo>
                  <a:lnTo>
                    <a:pt x="229" y="131"/>
                  </a:lnTo>
                  <a:lnTo>
                    <a:pt x="231" y="129"/>
                  </a:lnTo>
                  <a:lnTo>
                    <a:pt x="233" y="128"/>
                  </a:lnTo>
                  <a:lnTo>
                    <a:pt x="237" y="124"/>
                  </a:lnTo>
                  <a:lnTo>
                    <a:pt x="242" y="121"/>
                  </a:lnTo>
                  <a:lnTo>
                    <a:pt x="247" y="119"/>
                  </a:lnTo>
                  <a:lnTo>
                    <a:pt x="254" y="116"/>
                  </a:lnTo>
                  <a:lnTo>
                    <a:pt x="260" y="113"/>
                  </a:lnTo>
                  <a:lnTo>
                    <a:pt x="266" y="111"/>
                  </a:lnTo>
                  <a:lnTo>
                    <a:pt x="268" y="110"/>
                  </a:lnTo>
                  <a:lnTo>
                    <a:pt x="270" y="109"/>
                  </a:lnTo>
                  <a:lnTo>
                    <a:pt x="271" y="108"/>
                  </a:lnTo>
                  <a:lnTo>
                    <a:pt x="272" y="107"/>
                  </a:lnTo>
                  <a:lnTo>
                    <a:pt x="273" y="106"/>
                  </a:lnTo>
                  <a:lnTo>
                    <a:pt x="273" y="105"/>
                  </a:lnTo>
                  <a:lnTo>
                    <a:pt x="273" y="104"/>
                  </a:lnTo>
                  <a:lnTo>
                    <a:pt x="273" y="104"/>
                  </a:lnTo>
                  <a:lnTo>
                    <a:pt x="273" y="102"/>
                  </a:lnTo>
                  <a:lnTo>
                    <a:pt x="272" y="101"/>
                  </a:lnTo>
                  <a:lnTo>
                    <a:pt x="271" y="100"/>
                  </a:lnTo>
                  <a:lnTo>
                    <a:pt x="270" y="99"/>
                  </a:lnTo>
                  <a:lnTo>
                    <a:pt x="266" y="96"/>
                  </a:lnTo>
                  <a:lnTo>
                    <a:pt x="261" y="91"/>
                  </a:lnTo>
                  <a:lnTo>
                    <a:pt x="258" y="89"/>
                  </a:lnTo>
                  <a:lnTo>
                    <a:pt x="255" y="86"/>
                  </a:lnTo>
                  <a:lnTo>
                    <a:pt x="253" y="83"/>
                  </a:lnTo>
                  <a:lnTo>
                    <a:pt x="251" y="79"/>
                  </a:lnTo>
                  <a:lnTo>
                    <a:pt x="249" y="76"/>
                  </a:lnTo>
                  <a:lnTo>
                    <a:pt x="247" y="74"/>
                  </a:lnTo>
                  <a:lnTo>
                    <a:pt x="245" y="71"/>
                  </a:lnTo>
                  <a:lnTo>
                    <a:pt x="242" y="67"/>
                  </a:lnTo>
                  <a:lnTo>
                    <a:pt x="238" y="65"/>
                  </a:lnTo>
                  <a:lnTo>
                    <a:pt x="234" y="62"/>
                  </a:lnTo>
                  <a:lnTo>
                    <a:pt x="230" y="59"/>
                  </a:lnTo>
                  <a:lnTo>
                    <a:pt x="227" y="58"/>
                  </a:lnTo>
                  <a:lnTo>
                    <a:pt x="224" y="57"/>
                  </a:lnTo>
                  <a:lnTo>
                    <a:pt x="220" y="56"/>
                  </a:lnTo>
                  <a:lnTo>
                    <a:pt x="220" y="54"/>
                  </a:lnTo>
                  <a:lnTo>
                    <a:pt x="220" y="50"/>
                  </a:lnTo>
                  <a:lnTo>
                    <a:pt x="219" y="46"/>
                  </a:lnTo>
                  <a:lnTo>
                    <a:pt x="219" y="43"/>
                  </a:lnTo>
                  <a:lnTo>
                    <a:pt x="216" y="35"/>
                  </a:lnTo>
                  <a:lnTo>
                    <a:pt x="214" y="27"/>
                  </a:lnTo>
                  <a:lnTo>
                    <a:pt x="212" y="23"/>
                  </a:lnTo>
                  <a:lnTo>
                    <a:pt x="211" y="19"/>
                  </a:lnTo>
                  <a:lnTo>
                    <a:pt x="210" y="13"/>
                  </a:lnTo>
                  <a:lnTo>
                    <a:pt x="210" y="8"/>
                  </a:lnTo>
                  <a:lnTo>
                    <a:pt x="210" y="6"/>
                  </a:lnTo>
                  <a:lnTo>
                    <a:pt x="210" y="4"/>
                  </a:lnTo>
                  <a:lnTo>
                    <a:pt x="210" y="3"/>
                  </a:lnTo>
                  <a:lnTo>
                    <a:pt x="210" y="3"/>
                  </a:lnTo>
                  <a:lnTo>
                    <a:pt x="210" y="2"/>
                  </a:lnTo>
                  <a:lnTo>
                    <a:pt x="209" y="2"/>
                  </a:lnTo>
                  <a:lnTo>
                    <a:pt x="207" y="1"/>
                  </a:lnTo>
                  <a:lnTo>
                    <a:pt x="205" y="0"/>
                  </a:lnTo>
                  <a:lnTo>
                    <a:pt x="203" y="0"/>
                  </a:lnTo>
                  <a:lnTo>
                    <a:pt x="202" y="0"/>
                  </a:lnTo>
                  <a:lnTo>
                    <a:pt x="201" y="0"/>
                  </a:lnTo>
                  <a:lnTo>
                    <a:pt x="200" y="1"/>
                  </a:lnTo>
                  <a:lnTo>
                    <a:pt x="197" y="2"/>
                  </a:lnTo>
                  <a:lnTo>
                    <a:pt x="194" y="3"/>
                  </a:lnTo>
                  <a:lnTo>
                    <a:pt x="190" y="5"/>
                  </a:lnTo>
                  <a:lnTo>
                    <a:pt x="186" y="6"/>
                  </a:lnTo>
                  <a:lnTo>
                    <a:pt x="182" y="7"/>
                  </a:lnTo>
                  <a:lnTo>
                    <a:pt x="177" y="7"/>
                  </a:lnTo>
                  <a:lnTo>
                    <a:pt x="172" y="9"/>
                  </a:lnTo>
                  <a:lnTo>
                    <a:pt x="169" y="11"/>
                  </a:lnTo>
                  <a:lnTo>
                    <a:pt x="164" y="12"/>
                  </a:lnTo>
                  <a:lnTo>
                    <a:pt x="160" y="15"/>
                  </a:lnTo>
                  <a:lnTo>
                    <a:pt x="156" y="17"/>
                  </a:lnTo>
                  <a:lnTo>
                    <a:pt x="152" y="19"/>
                  </a:lnTo>
                  <a:lnTo>
                    <a:pt x="145" y="24"/>
                  </a:lnTo>
                  <a:lnTo>
                    <a:pt x="137" y="30"/>
                  </a:lnTo>
                  <a:lnTo>
                    <a:pt x="137" y="30"/>
                  </a:lnTo>
                  <a:lnTo>
                    <a:pt x="137" y="30"/>
                  </a:lnTo>
                  <a:lnTo>
                    <a:pt x="136" y="30"/>
                  </a:lnTo>
                  <a:lnTo>
                    <a:pt x="136" y="30"/>
                  </a:lnTo>
                  <a:lnTo>
                    <a:pt x="129" y="24"/>
                  </a:lnTo>
                  <a:lnTo>
                    <a:pt x="121" y="19"/>
                  </a:lnTo>
                  <a:lnTo>
                    <a:pt x="117" y="17"/>
                  </a:lnTo>
                  <a:lnTo>
                    <a:pt x="113" y="15"/>
                  </a:lnTo>
                  <a:lnTo>
                    <a:pt x="109" y="12"/>
                  </a:lnTo>
                  <a:lnTo>
                    <a:pt x="105" y="11"/>
                  </a:lnTo>
                  <a:lnTo>
                    <a:pt x="101" y="9"/>
                  </a:lnTo>
                  <a:lnTo>
                    <a:pt x="96" y="7"/>
                  </a:lnTo>
                  <a:lnTo>
                    <a:pt x="91" y="7"/>
                  </a:lnTo>
                  <a:lnTo>
                    <a:pt x="87" y="6"/>
                  </a:lnTo>
                  <a:lnTo>
                    <a:pt x="83" y="5"/>
                  </a:lnTo>
                  <a:lnTo>
                    <a:pt x="80" y="3"/>
                  </a:lnTo>
                  <a:lnTo>
                    <a:pt x="76" y="2"/>
                  </a:lnTo>
                  <a:lnTo>
                    <a:pt x="73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66" y="1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3" y="3"/>
                  </a:lnTo>
                  <a:lnTo>
                    <a:pt x="63" y="3"/>
                  </a:lnTo>
                  <a:lnTo>
                    <a:pt x="63" y="4"/>
                  </a:lnTo>
                  <a:lnTo>
                    <a:pt x="62" y="6"/>
                  </a:lnTo>
                  <a:lnTo>
                    <a:pt x="63" y="8"/>
                  </a:lnTo>
                  <a:lnTo>
                    <a:pt x="62" y="13"/>
                  </a:lnTo>
                  <a:lnTo>
                    <a:pt x="61" y="19"/>
                  </a:lnTo>
                  <a:lnTo>
                    <a:pt x="61" y="23"/>
                  </a:lnTo>
                  <a:lnTo>
                    <a:pt x="60" y="27"/>
                  </a:lnTo>
                  <a:lnTo>
                    <a:pt x="57" y="35"/>
                  </a:lnTo>
                  <a:lnTo>
                    <a:pt x="54" y="43"/>
                  </a:lnTo>
                  <a:lnTo>
                    <a:pt x="53" y="46"/>
                  </a:lnTo>
                  <a:lnTo>
                    <a:pt x="53" y="50"/>
                  </a:lnTo>
                  <a:lnTo>
                    <a:pt x="53" y="54"/>
                  </a:lnTo>
                  <a:lnTo>
                    <a:pt x="53" y="56"/>
                  </a:lnTo>
                  <a:lnTo>
                    <a:pt x="49" y="57"/>
                  </a:lnTo>
                  <a:lnTo>
                    <a:pt x="46" y="58"/>
                  </a:lnTo>
                  <a:lnTo>
                    <a:pt x="43" y="59"/>
                  </a:lnTo>
                  <a:lnTo>
                    <a:pt x="39" y="62"/>
                  </a:lnTo>
                  <a:lnTo>
                    <a:pt x="34" y="65"/>
                  </a:lnTo>
                  <a:lnTo>
                    <a:pt x="31" y="67"/>
                  </a:lnTo>
                  <a:lnTo>
                    <a:pt x="29" y="71"/>
                  </a:lnTo>
                  <a:lnTo>
                    <a:pt x="26" y="74"/>
                  </a:lnTo>
                  <a:lnTo>
                    <a:pt x="24" y="76"/>
                  </a:lnTo>
                  <a:lnTo>
                    <a:pt x="22" y="79"/>
                  </a:lnTo>
                  <a:lnTo>
                    <a:pt x="20" y="83"/>
                  </a:lnTo>
                  <a:lnTo>
                    <a:pt x="17" y="86"/>
                  </a:lnTo>
                  <a:lnTo>
                    <a:pt x="15" y="89"/>
                  </a:lnTo>
                  <a:lnTo>
                    <a:pt x="13" y="91"/>
                  </a:lnTo>
                  <a:lnTo>
                    <a:pt x="7" y="96"/>
                  </a:lnTo>
                  <a:lnTo>
                    <a:pt x="3" y="99"/>
                  </a:lnTo>
                  <a:lnTo>
                    <a:pt x="1" y="100"/>
                  </a:lnTo>
                  <a:lnTo>
                    <a:pt x="1" y="101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5" y="110"/>
                  </a:lnTo>
                  <a:lnTo>
                    <a:pt x="7" y="111"/>
                  </a:lnTo>
                  <a:lnTo>
                    <a:pt x="13" y="113"/>
                  </a:lnTo>
                  <a:lnTo>
                    <a:pt x="20" y="116"/>
                  </a:lnTo>
                  <a:lnTo>
                    <a:pt x="26" y="119"/>
                  </a:lnTo>
                  <a:lnTo>
                    <a:pt x="31" y="121"/>
                  </a:lnTo>
                  <a:lnTo>
                    <a:pt x="36" y="124"/>
                  </a:lnTo>
                  <a:lnTo>
                    <a:pt x="40" y="128"/>
                  </a:lnTo>
                  <a:lnTo>
                    <a:pt x="42" y="129"/>
                  </a:lnTo>
                  <a:lnTo>
                    <a:pt x="44" y="131"/>
                  </a:lnTo>
                  <a:lnTo>
                    <a:pt x="46" y="132"/>
                  </a:lnTo>
                  <a:lnTo>
                    <a:pt x="48" y="132"/>
                  </a:lnTo>
                  <a:lnTo>
                    <a:pt x="50" y="132"/>
                  </a:lnTo>
                  <a:lnTo>
                    <a:pt x="54" y="133"/>
                  </a:lnTo>
                  <a:lnTo>
                    <a:pt x="58" y="134"/>
                  </a:lnTo>
                  <a:lnTo>
                    <a:pt x="62" y="134"/>
                  </a:lnTo>
                  <a:lnTo>
                    <a:pt x="67" y="133"/>
                  </a:lnTo>
                  <a:lnTo>
                    <a:pt x="72" y="132"/>
                  </a:lnTo>
                  <a:lnTo>
                    <a:pt x="74" y="132"/>
                  </a:lnTo>
                  <a:lnTo>
                    <a:pt x="76" y="132"/>
                  </a:lnTo>
                  <a:lnTo>
                    <a:pt x="76" y="131"/>
                  </a:lnTo>
                  <a:lnTo>
                    <a:pt x="76" y="132"/>
                  </a:lnTo>
                  <a:lnTo>
                    <a:pt x="76" y="132"/>
                  </a:lnTo>
                  <a:lnTo>
                    <a:pt x="77" y="136"/>
                  </a:lnTo>
                  <a:lnTo>
                    <a:pt x="79" y="140"/>
                  </a:lnTo>
                  <a:lnTo>
                    <a:pt x="81" y="144"/>
                  </a:lnTo>
                  <a:lnTo>
                    <a:pt x="84" y="147"/>
                  </a:lnTo>
                  <a:lnTo>
                    <a:pt x="86" y="149"/>
                  </a:lnTo>
                  <a:lnTo>
                    <a:pt x="89" y="151"/>
                  </a:lnTo>
                  <a:lnTo>
                    <a:pt x="93" y="152"/>
                  </a:lnTo>
                  <a:lnTo>
                    <a:pt x="97" y="154"/>
                  </a:lnTo>
                  <a:lnTo>
                    <a:pt x="97" y="154"/>
                  </a:lnTo>
                  <a:lnTo>
                    <a:pt x="97" y="154"/>
                  </a:lnTo>
                  <a:close/>
                  <a:moveTo>
                    <a:pt x="130" y="71"/>
                  </a:moveTo>
                  <a:lnTo>
                    <a:pt x="130" y="100"/>
                  </a:lnTo>
                  <a:lnTo>
                    <a:pt x="130" y="100"/>
                  </a:lnTo>
                  <a:lnTo>
                    <a:pt x="129" y="100"/>
                  </a:lnTo>
                  <a:lnTo>
                    <a:pt x="129" y="97"/>
                  </a:lnTo>
                  <a:lnTo>
                    <a:pt x="129" y="95"/>
                  </a:lnTo>
                  <a:lnTo>
                    <a:pt x="127" y="91"/>
                  </a:lnTo>
                  <a:lnTo>
                    <a:pt x="125" y="86"/>
                  </a:lnTo>
                  <a:lnTo>
                    <a:pt x="123" y="80"/>
                  </a:lnTo>
                  <a:lnTo>
                    <a:pt x="120" y="76"/>
                  </a:lnTo>
                  <a:lnTo>
                    <a:pt x="117" y="72"/>
                  </a:lnTo>
                  <a:lnTo>
                    <a:pt x="117" y="71"/>
                  </a:lnTo>
                  <a:lnTo>
                    <a:pt x="108" y="78"/>
                  </a:lnTo>
                  <a:lnTo>
                    <a:pt x="110" y="80"/>
                  </a:lnTo>
                  <a:lnTo>
                    <a:pt x="112" y="84"/>
                  </a:lnTo>
                  <a:lnTo>
                    <a:pt x="114" y="88"/>
                  </a:lnTo>
                  <a:lnTo>
                    <a:pt x="116" y="92"/>
                  </a:lnTo>
                  <a:lnTo>
                    <a:pt x="117" y="93"/>
                  </a:lnTo>
                  <a:lnTo>
                    <a:pt x="117" y="95"/>
                  </a:lnTo>
                  <a:lnTo>
                    <a:pt x="115" y="94"/>
                  </a:lnTo>
                  <a:lnTo>
                    <a:pt x="113" y="93"/>
                  </a:lnTo>
                  <a:lnTo>
                    <a:pt x="110" y="93"/>
                  </a:lnTo>
                  <a:lnTo>
                    <a:pt x="108" y="93"/>
                  </a:lnTo>
                  <a:lnTo>
                    <a:pt x="107" y="91"/>
                  </a:lnTo>
                  <a:lnTo>
                    <a:pt x="106" y="88"/>
                  </a:lnTo>
                  <a:lnTo>
                    <a:pt x="105" y="85"/>
                  </a:lnTo>
                  <a:lnTo>
                    <a:pt x="102" y="80"/>
                  </a:lnTo>
                  <a:lnTo>
                    <a:pt x="101" y="78"/>
                  </a:lnTo>
                  <a:lnTo>
                    <a:pt x="99" y="75"/>
                  </a:lnTo>
                  <a:lnTo>
                    <a:pt x="97" y="71"/>
                  </a:lnTo>
                  <a:lnTo>
                    <a:pt x="94" y="69"/>
                  </a:lnTo>
                  <a:lnTo>
                    <a:pt x="92" y="67"/>
                  </a:lnTo>
                  <a:lnTo>
                    <a:pt x="89" y="64"/>
                  </a:lnTo>
                  <a:lnTo>
                    <a:pt x="85" y="62"/>
                  </a:lnTo>
                  <a:lnTo>
                    <a:pt x="81" y="59"/>
                  </a:lnTo>
                  <a:lnTo>
                    <a:pt x="77" y="58"/>
                  </a:lnTo>
                  <a:lnTo>
                    <a:pt x="73" y="57"/>
                  </a:lnTo>
                  <a:lnTo>
                    <a:pt x="69" y="56"/>
                  </a:lnTo>
                  <a:lnTo>
                    <a:pt x="65" y="56"/>
                  </a:lnTo>
                  <a:lnTo>
                    <a:pt x="65" y="55"/>
                  </a:lnTo>
                  <a:lnTo>
                    <a:pt x="65" y="50"/>
                  </a:lnTo>
                  <a:lnTo>
                    <a:pt x="65" y="45"/>
                  </a:lnTo>
                  <a:lnTo>
                    <a:pt x="67" y="41"/>
                  </a:lnTo>
                  <a:lnTo>
                    <a:pt x="69" y="35"/>
                  </a:lnTo>
                  <a:lnTo>
                    <a:pt x="69" y="32"/>
                  </a:lnTo>
                  <a:lnTo>
                    <a:pt x="71" y="29"/>
                  </a:lnTo>
                  <a:lnTo>
                    <a:pt x="72" y="26"/>
                  </a:lnTo>
                  <a:lnTo>
                    <a:pt x="72" y="23"/>
                  </a:lnTo>
                  <a:lnTo>
                    <a:pt x="73" y="17"/>
                  </a:lnTo>
                  <a:lnTo>
                    <a:pt x="73" y="13"/>
                  </a:lnTo>
                  <a:lnTo>
                    <a:pt x="74" y="13"/>
                  </a:lnTo>
                  <a:lnTo>
                    <a:pt x="77" y="15"/>
                  </a:lnTo>
                  <a:lnTo>
                    <a:pt x="81" y="16"/>
                  </a:lnTo>
                  <a:lnTo>
                    <a:pt x="87" y="17"/>
                  </a:lnTo>
                  <a:lnTo>
                    <a:pt x="95" y="19"/>
                  </a:lnTo>
                  <a:lnTo>
                    <a:pt x="101" y="20"/>
                  </a:lnTo>
                  <a:lnTo>
                    <a:pt x="104" y="22"/>
                  </a:lnTo>
                  <a:lnTo>
                    <a:pt x="106" y="23"/>
                  </a:lnTo>
                  <a:lnTo>
                    <a:pt x="108" y="24"/>
                  </a:lnTo>
                  <a:lnTo>
                    <a:pt x="110" y="25"/>
                  </a:lnTo>
                  <a:lnTo>
                    <a:pt x="115" y="28"/>
                  </a:lnTo>
                  <a:lnTo>
                    <a:pt x="119" y="31"/>
                  </a:lnTo>
                  <a:lnTo>
                    <a:pt x="123" y="35"/>
                  </a:lnTo>
                  <a:lnTo>
                    <a:pt x="128" y="38"/>
                  </a:lnTo>
                  <a:lnTo>
                    <a:pt x="129" y="39"/>
                  </a:lnTo>
                  <a:lnTo>
                    <a:pt x="132" y="40"/>
                  </a:lnTo>
                  <a:lnTo>
                    <a:pt x="134" y="41"/>
                  </a:lnTo>
                  <a:lnTo>
                    <a:pt x="137" y="42"/>
                  </a:lnTo>
                  <a:lnTo>
                    <a:pt x="139" y="41"/>
                  </a:lnTo>
                  <a:lnTo>
                    <a:pt x="141" y="40"/>
                  </a:lnTo>
                  <a:lnTo>
                    <a:pt x="143" y="39"/>
                  </a:lnTo>
                  <a:lnTo>
                    <a:pt x="145" y="38"/>
                  </a:lnTo>
                  <a:lnTo>
                    <a:pt x="150" y="35"/>
                  </a:lnTo>
                  <a:lnTo>
                    <a:pt x="154" y="31"/>
                  </a:lnTo>
                  <a:lnTo>
                    <a:pt x="158" y="28"/>
                  </a:lnTo>
                  <a:lnTo>
                    <a:pt x="162" y="25"/>
                  </a:lnTo>
                  <a:lnTo>
                    <a:pt x="165" y="24"/>
                  </a:lnTo>
                  <a:lnTo>
                    <a:pt x="167" y="23"/>
                  </a:lnTo>
                  <a:lnTo>
                    <a:pt x="170" y="22"/>
                  </a:lnTo>
                  <a:lnTo>
                    <a:pt x="172" y="20"/>
                  </a:lnTo>
                  <a:lnTo>
                    <a:pt x="178" y="19"/>
                  </a:lnTo>
                  <a:lnTo>
                    <a:pt x="186" y="17"/>
                  </a:lnTo>
                  <a:lnTo>
                    <a:pt x="192" y="16"/>
                  </a:lnTo>
                  <a:lnTo>
                    <a:pt x="196" y="15"/>
                  </a:lnTo>
                  <a:lnTo>
                    <a:pt x="199" y="13"/>
                  </a:lnTo>
                  <a:lnTo>
                    <a:pt x="199" y="13"/>
                  </a:lnTo>
                  <a:lnTo>
                    <a:pt x="200" y="17"/>
                  </a:lnTo>
                  <a:lnTo>
                    <a:pt x="201" y="23"/>
                  </a:lnTo>
                  <a:lnTo>
                    <a:pt x="202" y="26"/>
                  </a:lnTo>
                  <a:lnTo>
                    <a:pt x="202" y="29"/>
                  </a:lnTo>
                  <a:lnTo>
                    <a:pt x="203" y="32"/>
                  </a:lnTo>
                  <a:lnTo>
                    <a:pt x="205" y="35"/>
                  </a:lnTo>
                  <a:lnTo>
                    <a:pt x="206" y="41"/>
                  </a:lnTo>
                  <a:lnTo>
                    <a:pt x="208" y="45"/>
                  </a:lnTo>
                  <a:lnTo>
                    <a:pt x="208" y="50"/>
                  </a:lnTo>
                  <a:lnTo>
                    <a:pt x="208" y="55"/>
                  </a:lnTo>
                  <a:lnTo>
                    <a:pt x="208" y="56"/>
                  </a:lnTo>
                  <a:lnTo>
                    <a:pt x="205" y="56"/>
                  </a:lnTo>
                  <a:lnTo>
                    <a:pt x="200" y="57"/>
                  </a:lnTo>
                  <a:lnTo>
                    <a:pt x="196" y="58"/>
                  </a:lnTo>
                  <a:lnTo>
                    <a:pt x="192" y="59"/>
                  </a:lnTo>
                  <a:lnTo>
                    <a:pt x="188" y="62"/>
                  </a:lnTo>
                  <a:lnTo>
                    <a:pt x="184" y="64"/>
                  </a:lnTo>
                  <a:lnTo>
                    <a:pt x="181" y="67"/>
                  </a:lnTo>
                  <a:lnTo>
                    <a:pt x="178" y="69"/>
                  </a:lnTo>
                  <a:lnTo>
                    <a:pt x="176" y="71"/>
                  </a:lnTo>
                  <a:lnTo>
                    <a:pt x="174" y="75"/>
                  </a:lnTo>
                  <a:lnTo>
                    <a:pt x="172" y="78"/>
                  </a:lnTo>
                  <a:lnTo>
                    <a:pt x="170" y="80"/>
                  </a:lnTo>
                  <a:lnTo>
                    <a:pt x="168" y="85"/>
                  </a:lnTo>
                  <a:lnTo>
                    <a:pt x="166" y="88"/>
                  </a:lnTo>
                  <a:lnTo>
                    <a:pt x="166" y="91"/>
                  </a:lnTo>
                  <a:lnTo>
                    <a:pt x="166" y="93"/>
                  </a:lnTo>
                  <a:lnTo>
                    <a:pt x="163" y="93"/>
                  </a:lnTo>
                  <a:lnTo>
                    <a:pt x="161" y="93"/>
                  </a:lnTo>
                  <a:lnTo>
                    <a:pt x="158" y="94"/>
                  </a:lnTo>
                  <a:lnTo>
                    <a:pt x="156" y="95"/>
                  </a:lnTo>
                  <a:lnTo>
                    <a:pt x="156" y="93"/>
                  </a:lnTo>
                  <a:lnTo>
                    <a:pt x="157" y="92"/>
                  </a:lnTo>
                  <a:lnTo>
                    <a:pt x="158" y="88"/>
                  </a:lnTo>
                  <a:lnTo>
                    <a:pt x="161" y="84"/>
                  </a:lnTo>
                  <a:lnTo>
                    <a:pt x="163" y="80"/>
                  </a:lnTo>
                  <a:lnTo>
                    <a:pt x="165" y="78"/>
                  </a:lnTo>
                  <a:lnTo>
                    <a:pt x="156" y="71"/>
                  </a:lnTo>
                  <a:lnTo>
                    <a:pt x="155" y="72"/>
                  </a:lnTo>
                  <a:lnTo>
                    <a:pt x="153" y="76"/>
                  </a:lnTo>
                  <a:lnTo>
                    <a:pt x="150" y="80"/>
                  </a:lnTo>
                  <a:lnTo>
                    <a:pt x="147" y="86"/>
                  </a:lnTo>
                  <a:lnTo>
                    <a:pt x="145" y="91"/>
                  </a:lnTo>
                  <a:lnTo>
                    <a:pt x="145" y="95"/>
                  </a:lnTo>
                  <a:lnTo>
                    <a:pt x="144" y="97"/>
                  </a:lnTo>
                  <a:lnTo>
                    <a:pt x="144" y="100"/>
                  </a:lnTo>
                  <a:lnTo>
                    <a:pt x="143" y="100"/>
                  </a:lnTo>
                  <a:lnTo>
                    <a:pt x="142" y="100"/>
                  </a:lnTo>
                  <a:lnTo>
                    <a:pt x="142" y="71"/>
                  </a:lnTo>
                  <a:lnTo>
                    <a:pt x="130" y="71"/>
                  </a:lnTo>
                  <a:lnTo>
                    <a:pt x="130" y="71"/>
                  </a:lnTo>
                  <a:close/>
                  <a:moveTo>
                    <a:pt x="137" y="45"/>
                  </a:moveTo>
                  <a:lnTo>
                    <a:pt x="138" y="45"/>
                  </a:lnTo>
                  <a:lnTo>
                    <a:pt x="140" y="46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4" y="49"/>
                  </a:lnTo>
                  <a:lnTo>
                    <a:pt x="145" y="51"/>
                  </a:lnTo>
                  <a:lnTo>
                    <a:pt x="145" y="52"/>
                  </a:lnTo>
                  <a:lnTo>
                    <a:pt x="145" y="54"/>
                  </a:lnTo>
                  <a:lnTo>
                    <a:pt x="145" y="56"/>
                  </a:lnTo>
                  <a:lnTo>
                    <a:pt x="145" y="58"/>
                  </a:lnTo>
                  <a:lnTo>
                    <a:pt x="144" y="59"/>
                  </a:lnTo>
                  <a:lnTo>
                    <a:pt x="143" y="61"/>
                  </a:lnTo>
                  <a:lnTo>
                    <a:pt x="141" y="62"/>
                  </a:lnTo>
                  <a:lnTo>
                    <a:pt x="140" y="63"/>
                  </a:lnTo>
                  <a:lnTo>
                    <a:pt x="138" y="63"/>
                  </a:lnTo>
                  <a:lnTo>
                    <a:pt x="137" y="63"/>
                  </a:lnTo>
                  <a:lnTo>
                    <a:pt x="134" y="63"/>
                  </a:lnTo>
                  <a:lnTo>
                    <a:pt x="133" y="63"/>
                  </a:lnTo>
                  <a:lnTo>
                    <a:pt x="131" y="62"/>
                  </a:lnTo>
                  <a:lnTo>
                    <a:pt x="130" y="61"/>
                  </a:lnTo>
                  <a:lnTo>
                    <a:pt x="129" y="59"/>
                  </a:lnTo>
                  <a:lnTo>
                    <a:pt x="128" y="58"/>
                  </a:lnTo>
                  <a:lnTo>
                    <a:pt x="127" y="56"/>
                  </a:lnTo>
                  <a:lnTo>
                    <a:pt x="127" y="54"/>
                  </a:lnTo>
                  <a:lnTo>
                    <a:pt x="127" y="52"/>
                  </a:lnTo>
                  <a:lnTo>
                    <a:pt x="128" y="51"/>
                  </a:lnTo>
                  <a:lnTo>
                    <a:pt x="129" y="49"/>
                  </a:lnTo>
                  <a:lnTo>
                    <a:pt x="130" y="47"/>
                  </a:lnTo>
                  <a:lnTo>
                    <a:pt x="131" y="47"/>
                  </a:lnTo>
                  <a:lnTo>
                    <a:pt x="133" y="46"/>
                  </a:lnTo>
                  <a:lnTo>
                    <a:pt x="134" y="45"/>
                  </a:lnTo>
                  <a:lnTo>
                    <a:pt x="137" y="45"/>
                  </a:lnTo>
                  <a:lnTo>
                    <a:pt x="137" y="45"/>
                  </a:lnTo>
                  <a:close/>
                  <a:moveTo>
                    <a:pt x="137" y="184"/>
                  </a:moveTo>
                  <a:lnTo>
                    <a:pt x="134" y="184"/>
                  </a:lnTo>
                  <a:lnTo>
                    <a:pt x="133" y="184"/>
                  </a:lnTo>
                  <a:lnTo>
                    <a:pt x="130" y="183"/>
                  </a:lnTo>
                  <a:lnTo>
                    <a:pt x="129" y="182"/>
                  </a:lnTo>
                  <a:lnTo>
                    <a:pt x="125" y="180"/>
                  </a:lnTo>
                  <a:lnTo>
                    <a:pt x="121" y="177"/>
                  </a:lnTo>
                  <a:lnTo>
                    <a:pt x="119" y="174"/>
                  </a:lnTo>
                  <a:lnTo>
                    <a:pt x="116" y="171"/>
                  </a:lnTo>
                  <a:lnTo>
                    <a:pt x="114" y="167"/>
                  </a:lnTo>
                  <a:lnTo>
                    <a:pt x="113" y="164"/>
                  </a:lnTo>
                  <a:lnTo>
                    <a:pt x="110" y="160"/>
                  </a:lnTo>
                  <a:lnTo>
                    <a:pt x="109" y="156"/>
                  </a:lnTo>
                  <a:lnTo>
                    <a:pt x="113" y="157"/>
                  </a:lnTo>
                  <a:lnTo>
                    <a:pt x="115" y="159"/>
                  </a:lnTo>
                  <a:lnTo>
                    <a:pt x="118" y="160"/>
                  </a:lnTo>
                  <a:lnTo>
                    <a:pt x="121" y="164"/>
                  </a:lnTo>
                  <a:lnTo>
                    <a:pt x="128" y="169"/>
                  </a:lnTo>
                  <a:lnTo>
                    <a:pt x="132" y="173"/>
                  </a:lnTo>
                  <a:lnTo>
                    <a:pt x="134" y="176"/>
                  </a:lnTo>
                  <a:lnTo>
                    <a:pt x="137" y="177"/>
                  </a:lnTo>
                  <a:lnTo>
                    <a:pt x="138" y="176"/>
                  </a:lnTo>
                  <a:lnTo>
                    <a:pt x="141" y="173"/>
                  </a:lnTo>
                  <a:lnTo>
                    <a:pt x="145" y="169"/>
                  </a:lnTo>
                  <a:lnTo>
                    <a:pt x="151" y="164"/>
                  </a:lnTo>
                  <a:lnTo>
                    <a:pt x="154" y="160"/>
                  </a:lnTo>
                  <a:lnTo>
                    <a:pt x="158" y="159"/>
                  </a:lnTo>
                  <a:lnTo>
                    <a:pt x="160" y="157"/>
                  </a:lnTo>
                  <a:lnTo>
                    <a:pt x="163" y="156"/>
                  </a:lnTo>
                  <a:lnTo>
                    <a:pt x="162" y="160"/>
                  </a:lnTo>
                  <a:lnTo>
                    <a:pt x="161" y="164"/>
                  </a:lnTo>
                  <a:lnTo>
                    <a:pt x="159" y="167"/>
                  </a:lnTo>
                  <a:lnTo>
                    <a:pt x="157" y="171"/>
                  </a:lnTo>
                  <a:lnTo>
                    <a:pt x="154" y="174"/>
                  </a:lnTo>
                  <a:lnTo>
                    <a:pt x="151" y="177"/>
                  </a:lnTo>
                  <a:lnTo>
                    <a:pt x="148" y="180"/>
                  </a:lnTo>
                  <a:lnTo>
                    <a:pt x="144" y="182"/>
                  </a:lnTo>
                  <a:lnTo>
                    <a:pt x="142" y="183"/>
                  </a:lnTo>
                  <a:lnTo>
                    <a:pt x="141" y="184"/>
                  </a:lnTo>
                  <a:lnTo>
                    <a:pt x="138" y="184"/>
                  </a:lnTo>
                  <a:lnTo>
                    <a:pt x="137" y="184"/>
                  </a:lnTo>
                  <a:lnTo>
                    <a:pt x="137" y="184"/>
                  </a:lnTo>
                  <a:close/>
                  <a:moveTo>
                    <a:pt x="137" y="164"/>
                  </a:moveTo>
                  <a:lnTo>
                    <a:pt x="134" y="161"/>
                  </a:lnTo>
                  <a:lnTo>
                    <a:pt x="130" y="157"/>
                  </a:lnTo>
                  <a:lnTo>
                    <a:pt x="125" y="153"/>
                  </a:lnTo>
                  <a:lnTo>
                    <a:pt x="121" y="150"/>
                  </a:lnTo>
                  <a:lnTo>
                    <a:pt x="119" y="148"/>
                  </a:lnTo>
                  <a:lnTo>
                    <a:pt x="117" y="148"/>
                  </a:lnTo>
                  <a:lnTo>
                    <a:pt x="114" y="147"/>
                  </a:lnTo>
                  <a:lnTo>
                    <a:pt x="112" y="146"/>
                  </a:lnTo>
                  <a:lnTo>
                    <a:pt x="105" y="144"/>
                  </a:lnTo>
                  <a:lnTo>
                    <a:pt x="100" y="143"/>
                  </a:lnTo>
                  <a:lnTo>
                    <a:pt x="97" y="143"/>
                  </a:lnTo>
                  <a:lnTo>
                    <a:pt x="96" y="142"/>
                  </a:lnTo>
                  <a:lnTo>
                    <a:pt x="95" y="141"/>
                  </a:lnTo>
                  <a:lnTo>
                    <a:pt x="93" y="140"/>
                  </a:lnTo>
                  <a:lnTo>
                    <a:pt x="91" y="137"/>
                  </a:lnTo>
                  <a:lnTo>
                    <a:pt x="89" y="134"/>
                  </a:lnTo>
                  <a:lnTo>
                    <a:pt x="87" y="132"/>
                  </a:lnTo>
                  <a:lnTo>
                    <a:pt x="86" y="128"/>
                  </a:lnTo>
                  <a:lnTo>
                    <a:pt x="85" y="125"/>
                  </a:lnTo>
                  <a:lnTo>
                    <a:pt x="86" y="123"/>
                  </a:lnTo>
                  <a:lnTo>
                    <a:pt x="87" y="120"/>
                  </a:lnTo>
                  <a:lnTo>
                    <a:pt x="88" y="118"/>
                  </a:lnTo>
                  <a:lnTo>
                    <a:pt x="89" y="116"/>
                  </a:lnTo>
                  <a:lnTo>
                    <a:pt x="89" y="114"/>
                  </a:lnTo>
                  <a:lnTo>
                    <a:pt x="91" y="112"/>
                  </a:lnTo>
                  <a:lnTo>
                    <a:pt x="93" y="111"/>
                  </a:lnTo>
                  <a:lnTo>
                    <a:pt x="93" y="109"/>
                  </a:lnTo>
                  <a:lnTo>
                    <a:pt x="95" y="108"/>
                  </a:lnTo>
                  <a:lnTo>
                    <a:pt x="97" y="108"/>
                  </a:lnTo>
                  <a:lnTo>
                    <a:pt x="99" y="106"/>
                  </a:lnTo>
                  <a:lnTo>
                    <a:pt x="101" y="106"/>
                  </a:lnTo>
                  <a:lnTo>
                    <a:pt x="102" y="105"/>
                  </a:lnTo>
                  <a:lnTo>
                    <a:pt x="106" y="104"/>
                  </a:lnTo>
                  <a:lnTo>
                    <a:pt x="109" y="104"/>
                  </a:lnTo>
                  <a:lnTo>
                    <a:pt x="113" y="104"/>
                  </a:lnTo>
                  <a:lnTo>
                    <a:pt x="116" y="105"/>
                  </a:lnTo>
                  <a:lnTo>
                    <a:pt x="119" y="107"/>
                  </a:lnTo>
                  <a:lnTo>
                    <a:pt x="122" y="108"/>
                  </a:lnTo>
                  <a:lnTo>
                    <a:pt x="129" y="112"/>
                  </a:lnTo>
                  <a:lnTo>
                    <a:pt x="133" y="115"/>
                  </a:lnTo>
                  <a:lnTo>
                    <a:pt x="134" y="116"/>
                  </a:lnTo>
                  <a:lnTo>
                    <a:pt x="135" y="116"/>
                  </a:lnTo>
                  <a:lnTo>
                    <a:pt x="136" y="116"/>
                  </a:lnTo>
                  <a:lnTo>
                    <a:pt x="137" y="116"/>
                  </a:lnTo>
                  <a:lnTo>
                    <a:pt x="137" y="116"/>
                  </a:lnTo>
                  <a:lnTo>
                    <a:pt x="137" y="116"/>
                  </a:lnTo>
                  <a:lnTo>
                    <a:pt x="139" y="116"/>
                  </a:lnTo>
                  <a:lnTo>
                    <a:pt x="140" y="115"/>
                  </a:lnTo>
                  <a:lnTo>
                    <a:pt x="145" y="112"/>
                  </a:lnTo>
                  <a:lnTo>
                    <a:pt x="150" y="108"/>
                  </a:lnTo>
                  <a:lnTo>
                    <a:pt x="154" y="107"/>
                  </a:lnTo>
                  <a:lnTo>
                    <a:pt x="157" y="105"/>
                  </a:lnTo>
                  <a:lnTo>
                    <a:pt x="160" y="104"/>
                  </a:lnTo>
                  <a:lnTo>
                    <a:pt x="163" y="104"/>
                  </a:lnTo>
                  <a:lnTo>
                    <a:pt x="167" y="104"/>
                  </a:lnTo>
                  <a:lnTo>
                    <a:pt x="171" y="105"/>
                  </a:lnTo>
                  <a:lnTo>
                    <a:pt x="173" y="106"/>
                  </a:lnTo>
                  <a:lnTo>
                    <a:pt x="174" y="106"/>
                  </a:lnTo>
                  <a:lnTo>
                    <a:pt x="176" y="108"/>
                  </a:lnTo>
                  <a:lnTo>
                    <a:pt x="178" y="108"/>
                  </a:lnTo>
                  <a:lnTo>
                    <a:pt x="179" y="109"/>
                  </a:lnTo>
                  <a:lnTo>
                    <a:pt x="181" y="111"/>
                  </a:lnTo>
                  <a:lnTo>
                    <a:pt x="182" y="112"/>
                  </a:lnTo>
                  <a:lnTo>
                    <a:pt x="183" y="114"/>
                  </a:lnTo>
                  <a:lnTo>
                    <a:pt x="184" y="116"/>
                  </a:lnTo>
                  <a:lnTo>
                    <a:pt x="186" y="118"/>
                  </a:lnTo>
                  <a:lnTo>
                    <a:pt x="186" y="120"/>
                  </a:lnTo>
                  <a:lnTo>
                    <a:pt x="187" y="123"/>
                  </a:lnTo>
                  <a:lnTo>
                    <a:pt x="187" y="125"/>
                  </a:lnTo>
                  <a:lnTo>
                    <a:pt x="186" y="128"/>
                  </a:lnTo>
                  <a:lnTo>
                    <a:pt x="186" y="132"/>
                  </a:lnTo>
                  <a:lnTo>
                    <a:pt x="184" y="134"/>
                  </a:lnTo>
                  <a:lnTo>
                    <a:pt x="182" y="137"/>
                  </a:lnTo>
                  <a:lnTo>
                    <a:pt x="180" y="140"/>
                  </a:lnTo>
                  <a:lnTo>
                    <a:pt x="178" y="141"/>
                  </a:lnTo>
                  <a:lnTo>
                    <a:pt x="177" y="142"/>
                  </a:lnTo>
                  <a:lnTo>
                    <a:pt x="175" y="143"/>
                  </a:lnTo>
                  <a:lnTo>
                    <a:pt x="174" y="143"/>
                  </a:lnTo>
                  <a:lnTo>
                    <a:pt x="167" y="144"/>
                  </a:lnTo>
                  <a:lnTo>
                    <a:pt x="162" y="146"/>
                  </a:lnTo>
                  <a:lnTo>
                    <a:pt x="158" y="147"/>
                  </a:lnTo>
                  <a:lnTo>
                    <a:pt x="156" y="148"/>
                  </a:lnTo>
                  <a:lnTo>
                    <a:pt x="154" y="148"/>
                  </a:lnTo>
                  <a:lnTo>
                    <a:pt x="152" y="150"/>
                  </a:lnTo>
                  <a:lnTo>
                    <a:pt x="147" y="153"/>
                  </a:lnTo>
                  <a:lnTo>
                    <a:pt x="143" y="157"/>
                  </a:lnTo>
                  <a:lnTo>
                    <a:pt x="139" y="161"/>
                  </a:lnTo>
                  <a:lnTo>
                    <a:pt x="137" y="164"/>
                  </a:lnTo>
                  <a:lnTo>
                    <a:pt x="137" y="164"/>
                  </a:lnTo>
                  <a:close/>
                  <a:moveTo>
                    <a:pt x="170" y="51"/>
                  </a:moveTo>
                  <a:lnTo>
                    <a:pt x="171" y="51"/>
                  </a:lnTo>
                  <a:lnTo>
                    <a:pt x="173" y="51"/>
                  </a:lnTo>
                  <a:lnTo>
                    <a:pt x="174" y="52"/>
                  </a:lnTo>
                  <a:lnTo>
                    <a:pt x="175" y="53"/>
                  </a:lnTo>
                  <a:lnTo>
                    <a:pt x="177" y="55"/>
                  </a:lnTo>
                  <a:lnTo>
                    <a:pt x="178" y="56"/>
                  </a:lnTo>
                  <a:lnTo>
                    <a:pt x="178" y="58"/>
                  </a:lnTo>
                  <a:lnTo>
                    <a:pt x="178" y="59"/>
                  </a:lnTo>
                  <a:lnTo>
                    <a:pt x="178" y="62"/>
                  </a:lnTo>
                  <a:lnTo>
                    <a:pt x="178" y="63"/>
                  </a:lnTo>
                  <a:lnTo>
                    <a:pt x="177" y="65"/>
                  </a:lnTo>
                  <a:lnTo>
                    <a:pt x="175" y="67"/>
                  </a:lnTo>
                  <a:lnTo>
                    <a:pt x="174" y="67"/>
                  </a:lnTo>
                  <a:lnTo>
                    <a:pt x="173" y="68"/>
                  </a:lnTo>
                  <a:lnTo>
                    <a:pt x="171" y="69"/>
                  </a:lnTo>
                  <a:lnTo>
                    <a:pt x="170" y="69"/>
                  </a:lnTo>
                  <a:lnTo>
                    <a:pt x="167" y="69"/>
                  </a:lnTo>
                  <a:lnTo>
                    <a:pt x="166" y="68"/>
                  </a:lnTo>
                  <a:lnTo>
                    <a:pt x="164" y="67"/>
                  </a:lnTo>
                  <a:lnTo>
                    <a:pt x="162" y="67"/>
                  </a:lnTo>
                  <a:lnTo>
                    <a:pt x="162" y="65"/>
                  </a:lnTo>
                  <a:lnTo>
                    <a:pt x="161" y="63"/>
                  </a:lnTo>
                  <a:lnTo>
                    <a:pt x="160" y="62"/>
                  </a:lnTo>
                  <a:lnTo>
                    <a:pt x="160" y="59"/>
                  </a:lnTo>
                  <a:lnTo>
                    <a:pt x="160" y="58"/>
                  </a:lnTo>
                  <a:lnTo>
                    <a:pt x="161" y="56"/>
                  </a:lnTo>
                  <a:lnTo>
                    <a:pt x="162" y="55"/>
                  </a:lnTo>
                  <a:lnTo>
                    <a:pt x="162" y="53"/>
                  </a:lnTo>
                  <a:lnTo>
                    <a:pt x="164" y="52"/>
                  </a:lnTo>
                  <a:lnTo>
                    <a:pt x="166" y="51"/>
                  </a:lnTo>
                  <a:lnTo>
                    <a:pt x="167" y="51"/>
                  </a:lnTo>
                  <a:lnTo>
                    <a:pt x="170" y="51"/>
                  </a:lnTo>
                  <a:lnTo>
                    <a:pt x="170" y="51"/>
                  </a:lnTo>
                  <a:close/>
                  <a:moveTo>
                    <a:pt x="175" y="96"/>
                  </a:moveTo>
                  <a:lnTo>
                    <a:pt x="177" y="95"/>
                  </a:lnTo>
                  <a:lnTo>
                    <a:pt x="177" y="93"/>
                  </a:lnTo>
                  <a:lnTo>
                    <a:pt x="179" y="88"/>
                  </a:lnTo>
                  <a:lnTo>
                    <a:pt x="181" y="84"/>
                  </a:lnTo>
                  <a:lnTo>
                    <a:pt x="183" y="81"/>
                  </a:lnTo>
                  <a:lnTo>
                    <a:pt x="186" y="78"/>
                  </a:lnTo>
                  <a:lnTo>
                    <a:pt x="188" y="76"/>
                  </a:lnTo>
                  <a:lnTo>
                    <a:pt x="190" y="74"/>
                  </a:lnTo>
                  <a:lnTo>
                    <a:pt x="194" y="72"/>
                  </a:lnTo>
                  <a:lnTo>
                    <a:pt x="196" y="71"/>
                  </a:lnTo>
                  <a:lnTo>
                    <a:pt x="198" y="69"/>
                  </a:lnTo>
                  <a:lnTo>
                    <a:pt x="202" y="68"/>
                  </a:lnTo>
                  <a:lnTo>
                    <a:pt x="205" y="67"/>
                  </a:lnTo>
                  <a:lnTo>
                    <a:pt x="209" y="67"/>
                  </a:lnTo>
                  <a:lnTo>
                    <a:pt x="213" y="67"/>
                  </a:lnTo>
                  <a:lnTo>
                    <a:pt x="217" y="67"/>
                  </a:lnTo>
                  <a:lnTo>
                    <a:pt x="221" y="67"/>
                  </a:lnTo>
                  <a:lnTo>
                    <a:pt x="223" y="68"/>
                  </a:lnTo>
                  <a:lnTo>
                    <a:pt x="226" y="69"/>
                  </a:lnTo>
                  <a:lnTo>
                    <a:pt x="229" y="71"/>
                  </a:lnTo>
                  <a:lnTo>
                    <a:pt x="230" y="72"/>
                  </a:lnTo>
                  <a:lnTo>
                    <a:pt x="232" y="73"/>
                  </a:lnTo>
                  <a:lnTo>
                    <a:pt x="234" y="75"/>
                  </a:lnTo>
                  <a:lnTo>
                    <a:pt x="236" y="76"/>
                  </a:lnTo>
                  <a:lnTo>
                    <a:pt x="238" y="79"/>
                  </a:lnTo>
                  <a:lnTo>
                    <a:pt x="238" y="80"/>
                  </a:lnTo>
                  <a:lnTo>
                    <a:pt x="240" y="82"/>
                  </a:lnTo>
                  <a:lnTo>
                    <a:pt x="242" y="86"/>
                  </a:lnTo>
                  <a:lnTo>
                    <a:pt x="244" y="89"/>
                  </a:lnTo>
                  <a:lnTo>
                    <a:pt x="247" y="93"/>
                  </a:lnTo>
                  <a:lnTo>
                    <a:pt x="251" y="98"/>
                  </a:lnTo>
                  <a:lnTo>
                    <a:pt x="254" y="101"/>
                  </a:lnTo>
                  <a:lnTo>
                    <a:pt x="256" y="102"/>
                  </a:lnTo>
                  <a:lnTo>
                    <a:pt x="254" y="103"/>
                  </a:lnTo>
                  <a:lnTo>
                    <a:pt x="249" y="105"/>
                  </a:lnTo>
                  <a:lnTo>
                    <a:pt x="246" y="107"/>
                  </a:lnTo>
                  <a:lnTo>
                    <a:pt x="242" y="108"/>
                  </a:lnTo>
                  <a:lnTo>
                    <a:pt x="238" y="110"/>
                  </a:lnTo>
                  <a:lnTo>
                    <a:pt x="236" y="112"/>
                  </a:lnTo>
                  <a:lnTo>
                    <a:pt x="230" y="116"/>
                  </a:lnTo>
                  <a:lnTo>
                    <a:pt x="224" y="120"/>
                  </a:lnTo>
                  <a:lnTo>
                    <a:pt x="222" y="120"/>
                  </a:lnTo>
                  <a:lnTo>
                    <a:pt x="218" y="121"/>
                  </a:lnTo>
                  <a:lnTo>
                    <a:pt x="215" y="122"/>
                  </a:lnTo>
                  <a:lnTo>
                    <a:pt x="211" y="122"/>
                  </a:lnTo>
                  <a:lnTo>
                    <a:pt x="207" y="121"/>
                  </a:lnTo>
                  <a:lnTo>
                    <a:pt x="204" y="120"/>
                  </a:lnTo>
                  <a:lnTo>
                    <a:pt x="201" y="120"/>
                  </a:lnTo>
                  <a:lnTo>
                    <a:pt x="198" y="120"/>
                  </a:lnTo>
                  <a:lnTo>
                    <a:pt x="198" y="120"/>
                  </a:lnTo>
                  <a:lnTo>
                    <a:pt x="197" y="119"/>
                  </a:lnTo>
                  <a:lnTo>
                    <a:pt x="195" y="115"/>
                  </a:lnTo>
                  <a:lnTo>
                    <a:pt x="194" y="112"/>
                  </a:lnTo>
                  <a:lnTo>
                    <a:pt x="191" y="108"/>
                  </a:lnTo>
                  <a:lnTo>
                    <a:pt x="190" y="106"/>
                  </a:lnTo>
                  <a:lnTo>
                    <a:pt x="186" y="104"/>
                  </a:lnTo>
                  <a:lnTo>
                    <a:pt x="184" y="100"/>
                  </a:lnTo>
                  <a:lnTo>
                    <a:pt x="182" y="99"/>
                  </a:lnTo>
                  <a:lnTo>
                    <a:pt x="180" y="98"/>
                  </a:lnTo>
                  <a:lnTo>
                    <a:pt x="178" y="96"/>
                  </a:lnTo>
                  <a:lnTo>
                    <a:pt x="175" y="96"/>
                  </a:lnTo>
                  <a:lnTo>
                    <a:pt x="175" y="96"/>
                  </a:lnTo>
                  <a:close/>
                  <a:moveTo>
                    <a:pt x="104" y="51"/>
                  </a:moveTo>
                  <a:lnTo>
                    <a:pt x="106" y="51"/>
                  </a:lnTo>
                  <a:lnTo>
                    <a:pt x="108" y="51"/>
                  </a:lnTo>
                  <a:lnTo>
                    <a:pt x="109" y="52"/>
                  </a:lnTo>
                  <a:lnTo>
                    <a:pt x="110" y="53"/>
                  </a:lnTo>
                  <a:lnTo>
                    <a:pt x="112" y="55"/>
                  </a:lnTo>
                  <a:lnTo>
                    <a:pt x="113" y="56"/>
                  </a:lnTo>
                  <a:lnTo>
                    <a:pt x="113" y="58"/>
                  </a:lnTo>
                  <a:lnTo>
                    <a:pt x="113" y="59"/>
                  </a:lnTo>
                  <a:lnTo>
                    <a:pt x="113" y="62"/>
                  </a:lnTo>
                  <a:lnTo>
                    <a:pt x="113" y="63"/>
                  </a:lnTo>
                  <a:lnTo>
                    <a:pt x="112" y="65"/>
                  </a:lnTo>
                  <a:lnTo>
                    <a:pt x="110" y="67"/>
                  </a:lnTo>
                  <a:lnTo>
                    <a:pt x="109" y="67"/>
                  </a:lnTo>
                  <a:lnTo>
                    <a:pt x="108" y="68"/>
                  </a:lnTo>
                  <a:lnTo>
                    <a:pt x="106" y="69"/>
                  </a:lnTo>
                  <a:lnTo>
                    <a:pt x="104" y="69"/>
                  </a:lnTo>
                  <a:lnTo>
                    <a:pt x="102" y="69"/>
                  </a:lnTo>
                  <a:lnTo>
                    <a:pt x="101" y="68"/>
                  </a:lnTo>
                  <a:lnTo>
                    <a:pt x="99" y="67"/>
                  </a:lnTo>
                  <a:lnTo>
                    <a:pt x="97" y="67"/>
                  </a:lnTo>
                  <a:lnTo>
                    <a:pt x="97" y="65"/>
                  </a:lnTo>
                  <a:lnTo>
                    <a:pt x="95" y="63"/>
                  </a:lnTo>
                  <a:lnTo>
                    <a:pt x="95" y="62"/>
                  </a:lnTo>
                  <a:lnTo>
                    <a:pt x="95" y="59"/>
                  </a:lnTo>
                  <a:lnTo>
                    <a:pt x="95" y="58"/>
                  </a:lnTo>
                  <a:lnTo>
                    <a:pt x="95" y="56"/>
                  </a:lnTo>
                  <a:lnTo>
                    <a:pt x="97" y="55"/>
                  </a:lnTo>
                  <a:lnTo>
                    <a:pt x="97" y="53"/>
                  </a:lnTo>
                  <a:lnTo>
                    <a:pt x="99" y="52"/>
                  </a:lnTo>
                  <a:lnTo>
                    <a:pt x="101" y="51"/>
                  </a:lnTo>
                  <a:lnTo>
                    <a:pt x="102" y="51"/>
                  </a:lnTo>
                  <a:lnTo>
                    <a:pt x="104" y="51"/>
                  </a:lnTo>
                  <a:lnTo>
                    <a:pt x="104" y="51"/>
                  </a:lnTo>
                  <a:close/>
                  <a:moveTo>
                    <a:pt x="97" y="96"/>
                  </a:moveTo>
                  <a:lnTo>
                    <a:pt x="95" y="96"/>
                  </a:lnTo>
                  <a:lnTo>
                    <a:pt x="93" y="98"/>
                  </a:lnTo>
                  <a:lnTo>
                    <a:pt x="91" y="99"/>
                  </a:lnTo>
                  <a:lnTo>
                    <a:pt x="89" y="100"/>
                  </a:lnTo>
                  <a:lnTo>
                    <a:pt x="86" y="104"/>
                  </a:lnTo>
                  <a:lnTo>
                    <a:pt x="84" y="106"/>
                  </a:lnTo>
                  <a:lnTo>
                    <a:pt x="81" y="108"/>
                  </a:lnTo>
                  <a:lnTo>
                    <a:pt x="80" y="112"/>
                  </a:lnTo>
                  <a:lnTo>
                    <a:pt x="77" y="115"/>
                  </a:lnTo>
                  <a:lnTo>
                    <a:pt x="77" y="119"/>
                  </a:lnTo>
                  <a:lnTo>
                    <a:pt x="75" y="120"/>
                  </a:lnTo>
                  <a:lnTo>
                    <a:pt x="74" y="120"/>
                  </a:lnTo>
                  <a:lnTo>
                    <a:pt x="73" y="120"/>
                  </a:lnTo>
                  <a:lnTo>
                    <a:pt x="69" y="120"/>
                  </a:lnTo>
                  <a:lnTo>
                    <a:pt x="65" y="121"/>
                  </a:lnTo>
                  <a:lnTo>
                    <a:pt x="61" y="122"/>
                  </a:lnTo>
                  <a:lnTo>
                    <a:pt x="58" y="122"/>
                  </a:lnTo>
                  <a:lnTo>
                    <a:pt x="54" y="121"/>
                  </a:lnTo>
                  <a:lnTo>
                    <a:pt x="51" y="120"/>
                  </a:lnTo>
                  <a:lnTo>
                    <a:pt x="49" y="120"/>
                  </a:lnTo>
                  <a:lnTo>
                    <a:pt x="43" y="116"/>
                  </a:lnTo>
                  <a:lnTo>
                    <a:pt x="37" y="112"/>
                  </a:lnTo>
                  <a:lnTo>
                    <a:pt x="34" y="110"/>
                  </a:lnTo>
                  <a:lnTo>
                    <a:pt x="31" y="108"/>
                  </a:lnTo>
                  <a:lnTo>
                    <a:pt x="28" y="107"/>
                  </a:lnTo>
                  <a:lnTo>
                    <a:pt x="25" y="105"/>
                  </a:lnTo>
                  <a:lnTo>
                    <a:pt x="19" y="103"/>
                  </a:lnTo>
                  <a:lnTo>
                    <a:pt x="17" y="102"/>
                  </a:lnTo>
                  <a:lnTo>
                    <a:pt x="18" y="101"/>
                  </a:lnTo>
                  <a:lnTo>
                    <a:pt x="21" y="98"/>
                  </a:lnTo>
                  <a:lnTo>
                    <a:pt x="25" y="93"/>
                  </a:lnTo>
                  <a:lnTo>
                    <a:pt x="29" y="89"/>
                  </a:lnTo>
                  <a:lnTo>
                    <a:pt x="31" y="86"/>
                  </a:lnTo>
                  <a:lnTo>
                    <a:pt x="33" y="82"/>
                  </a:lnTo>
                  <a:lnTo>
                    <a:pt x="34" y="80"/>
                  </a:lnTo>
                  <a:lnTo>
                    <a:pt x="36" y="79"/>
                  </a:lnTo>
                  <a:lnTo>
                    <a:pt x="37" y="76"/>
                  </a:lnTo>
                  <a:lnTo>
                    <a:pt x="39" y="75"/>
                  </a:lnTo>
                  <a:lnTo>
                    <a:pt x="41" y="73"/>
                  </a:lnTo>
                  <a:lnTo>
                    <a:pt x="43" y="72"/>
                  </a:lnTo>
                  <a:lnTo>
                    <a:pt x="45" y="71"/>
                  </a:lnTo>
                  <a:lnTo>
                    <a:pt x="47" y="69"/>
                  </a:lnTo>
                  <a:lnTo>
                    <a:pt x="49" y="68"/>
                  </a:lnTo>
                  <a:lnTo>
                    <a:pt x="53" y="67"/>
                  </a:lnTo>
                  <a:lnTo>
                    <a:pt x="56" y="67"/>
                  </a:lnTo>
                  <a:lnTo>
                    <a:pt x="60" y="67"/>
                  </a:lnTo>
                  <a:lnTo>
                    <a:pt x="65" y="67"/>
                  </a:lnTo>
                  <a:lnTo>
                    <a:pt x="68" y="67"/>
                  </a:lnTo>
                  <a:lnTo>
                    <a:pt x="71" y="68"/>
                  </a:lnTo>
                  <a:lnTo>
                    <a:pt x="74" y="69"/>
                  </a:lnTo>
                  <a:lnTo>
                    <a:pt x="77" y="71"/>
                  </a:lnTo>
                  <a:lnTo>
                    <a:pt x="80" y="72"/>
                  </a:lnTo>
                  <a:lnTo>
                    <a:pt x="82" y="74"/>
                  </a:lnTo>
                  <a:lnTo>
                    <a:pt x="85" y="76"/>
                  </a:lnTo>
                  <a:lnTo>
                    <a:pt x="88" y="78"/>
                  </a:lnTo>
                  <a:lnTo>
                    <a:pt x="90" y="81"/>
                  </a:lnTo>
                  <a:lnTo>
                    <a:pt x="92" y="84"/>
                  </a:lnTo>
                  <a:lnTo>
                    <a:pt x="93" y="88"/>
                  </a:lnTo>
                  <a:lnTo>
                    <a:pt x="96" y="93"/>
                  </a:lnTo>
                  <a:lnTo>
                    <a:pt x="97" y="95"/>
                  </a:lnTo>
                  <a:lnTo>
                    <a:pt x="97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09" name="iṣļiḍê"/>
            <p:cNvSpPr/>
            <p:nvPr/>
          </p:nvSpPr>
          <p:spPr bwMode="auto">
            <a:xfrm>
              <a:off x="2032001" y="3052763"/>
              <a:ext cx="236538" cy="215900"/>
            </a:xfrm>
            <a:custGeom>
              <a:avLst/>
              <a:gdLst>
                <a:gd name="T0" fmla="*/ 27 w 149"/>
                <a:gd name="T1" fmla="*/ 59 h 136"/>
                <a:gd name="T2" fmla="*/ 21 w 149"/>
                <a:gd name="T3" fmla="*/ 66 h 136"/>
                <a:gd name="T4" fmla="*/ 19 w 149"/>
                <a:gd name="T5" fmla="*/ 59 h 136"/>
                <a:gd name="T6" fmla="*/ 9 w 149"/>
                <a:gd name="T7" fmla="*/ 54 h 136"/>
                <a:gd name="T8" fmla="*/ 1 w 149"/>
                <a:gd name="T9" fmla="*/ 49 h 136"/>
                <a:gd name="T10" fmla="*/ 3 w 149"/>
                <a:gd name="T11" fmla="*/ 35 h 136"/>
                <a:gd name="T12" fmla="*/ 9 w 149"/>
                <a:gd name="T13" fmla="*/ 34 h 136"/>
                <a:gd name="T14" fmla="*/ 20 w 149"/>
                <a:gd name="T15" fmla="*/ 43 h 136"/>
                <a:gd name="T16" fmla="*/ 21 w 149"/>
                <a:gd name="T17" fmla="*/ 35 h 136"/>
                <a:gd name="T18" fmla="*/ 8 w 149"/>
                <a:gd name="T19" fmla="*/ 8 h 136"/>
                <a:gd name="T20" fmla="*/ 17 w 149"/>
                <a:gd name="T21" fmla="*/ 0 h 136"/>
                <a:gd name="T22" fmla="*/ 24 w 149"/>
                <a:gd name="T23" fmla="*/ 6 h 136"/>
                <a:gd name="T24" fmla="*/ 29 w 149"/>
                <a:gd name="T25" fmla="*/ 38 h 136"/>
                <a:gd name="T26" fmla="*/ 31 w 149"/>
                <a:gd name="T27" fmla="*/ 49 h 136"/>
                <a:gd name="T28" fmla="*/ 46 w 149"/>
                <a:gd name="T29" fmla="*/ 61 h 136"/>
                <a:gd name="T30" fmla="*/ 46 w 149"/>
                <a:gd name="T31" fmla="*/ 55 h 136"/>
                <a:gd name="T32" fmla="*/ 41 w 149"/>
                <a:gd name="T33" fmla="*/ 43 h 136"/>
                <a:gd name="T34" fmla="*/ 47 w 149"/>
                <a:gd name="T35" fmla="*/ 41 h 136"/>
                <a:gd name="T36" fmla="*/ 34 w 149"/>
                <a:gd name="T37" fmla="*/ 24 h 136"/>
                <a:gd name="T38" fmla="*/ 38 w 149"/>
                <a:gd name="T39" fmla="*/ 19 h 136"/>
                <a:gd name="T40" fmla="*/ 45 w 149"/>
                <a:gd name="T41" fmla="*/ 26 h 136"/>
                <a:gd name="T42" fmla="*/ 49 w 149"/>
                <a:gd name="T43" fmla="*/ 28 h 136"/>
                <a:gd name="T44" fmla="*/ 45 w 149"/>
                <a:gd name="T45" fmla="*/ 10 h 136"/>
                <a:gd name="T46" fmla="*/ 50 w 149"/>
                <a:gd name="T47" fmla="*/ 8 h 136"/>
                <a:gd name="T48" fmla="*/ 53 w 149"/>
                <a:gd name="T49" fmla="*/ 28 h 136"/>
                <a:gd name="T50" fmla="*/ 67 w 149"/>
                <a:gd name="T51" fmla="*/ 56 h 136"/>
                <a:gd name="T52" fmla="*/ 68 w 149"/>
                <a:gd name="T53" fmla="*/ 37 h 136"/>
                <a:gd name="T54" fmla="*/ 70 w 149"/>
                <a:gd name="T55" fmla="*/ 13 h 136"/>
                <a:gd name="T56" fmla="*/ 77 w 149"/>
                <a:gd name="T57" fmla="*/ 20 h 136"/>
                <a:gd name="T58" fmla="*/ 73 w 149"/>
                <a:gd name="T59" fmla="*/ 37 h 136"/>
                <a:gd name="T60" fmla="*/ 85 w 149"/>
                <a:gd name="T61" fmla="*/ 64 h 136"/>
                <a:gd name="T62" fmla="*/ 97 w 149"/>
                <a:gd name="T63" fmla="*/ 67 h 136"/>
                <a:gd name="T64" fmla="*/ 100 w 149"/>
                <a:gd name="T65" fmla="*/ 55 h 136"/>
                <a:gd name="T66" fmla="*/ 106 w 149"/>
                <a:gd name="T67" fmla="*/ 59 h 136"/>
                <a:gd name="T68" fmla="*/ 105 w 149"/>
                <a:gd name="T69" fmla="*/ 71 h 136"/>
                <a:gd name="T70" fmla="*/ 142 w 149"/>
                <a:gd name="T71" fmla="*/ 82 h 136"/>
                <a:gd name="T72" fmla="*/ 148 w 149"/>
                <a:gd name="T73" fmla="*/ 91 h 136"/>
                <a:gd name="T74" fmla="*/ 132 w 149"/>
                <a:gd name="T75" fmla="*/ 98 h 136"/>
                <a:gd name="T76" fmla="*/ 133 w 149"/>
                <a:gd name="T77" fmla="*/ 92 h 136"/>
                <a:gd name="T78" fmla="*/ 109 w 149"/>
                <a:gd name="T79" fmla="*/ 80 h 136"/>
                <a:gd name="T80" fmla="*/ 109 w 149"/>
                <a:gd name="T81" fmla="*/ 91 h 136"/>
                <a:gd name="T82" fmla="*/ 113 w 149"/>
                <a:gd name="T83" fmla="*/ 101 h 136"/>
                <a:gd name="T84" fmla="*/ 101 w 149"/>
                <a:gd name="T85" fmla="*/ 104 h 136"/>
                <a:gd name="T86" fmla="*/ 97 w 149"/>
                <a:gd name="T87" fmla="*/ 87 h 136"/>
                <a:gd name="T88" fmla="*/ 76 w 149"/>
                <a:gd name="T89" fmla="*/ 71 h 136"/>
                <a:gd name="T90" fmla="*/ 81 w 149"/>
                <a:gd name="T91" fmla="*/ 96 h 136"/>
                <a:gd name="T92" fmla="*/ 91 w 149"/>
                <a:gd name="T93" fmla="*/ 125 h 136"/>
                <a:gd name="T94" fmla="*/ 86 w 149"/>
                <a:gd name="T95" fmla="*/ 136 h 136"/>
                <a:gd name="T96" fmla="*/ 76 w 149"/>
                <a:gd name="T97" fmla="*/ 124 h 136"/>
                <a:gd name="T98" fmla="*/ 70 w 149"/>
                <a:gd name="T99" fmla="*/ 78 h 136"/>
                <a:gd name="T100" fmla="*/ 57 w 149"/>
                <a:gd name="T101" fmla="*/ 60 h 136"/>
                <a:gd name="T102" fmla="*/ 55 w 149"/>
                <a:gd name="T103" fmla="*/ 71 h 136"/>
                <a:gd name="T104" fmla="*/ 56 w 149"/>
                <a:gd name="T105" fmla="*/ 91 h 136"/>
                <a:gd name="T106" fmla="*/ 47 w 149"/>
                <a:gd name="T107" fmla="*/ 89 h 136"/>
                <a:gd name="T108" fmla="*/ 41 w 149"/>
                <a:gd name="T109" fmla="*/ 6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9" h="136">
                  <a:moveTo>
                    <a:pt x="32" y="60"/>
                  </a:moveTo>
                  <a:lnTo>
                    <a:pt x="31" y="60"/>
                  </a:lnTo>
                  <a:lnTo>
                    <a:pt x="29" y="59"/>
                  </a:lnTo>
                  <a:lnTo>
                    <a:pt x="29" y="58"/>
                  </a:lnTo>
                  <a:lnTo>
                    <a:pt x="28" y="58"/>
                  </a:lnTo>
                  <a:lnTo>
                    <a:pt x="27" y="58"/>
                  </a:lnTo>
                  <a:lnTo>
                    <a:pt x="27" y="59"/>
                  </a:lnTo>
                  <a:lnTo>
                    <a:pt x="26" y="62"/>
                  </a:lnTo>
                  <a:lnTo>
                    <a:pt x="25" y="64"/>
                  </a:lnTo>
                  <a:lnTo>
                    <a:pt x="25" y="66"/>
                  </a:lnTo>
                  <a:lnTo>
                    <a:pt x="24" y="66"/>
                  </a:lnTo>
                  <a:lnTo>
                    <a:pt x="24" y="67"/>
                  </a:lnTo>
                  <a:lnTo>
                    <a:pt x="23" y="67"/>
                  </a:lnTo>
                  <a:lnTo>
                    <a:pt x="21" y="66"/>
                  </a:lnTo>
                  <a:lnTo>
                    <a:pt x="20" y="66"/>
                  </a:lnTo>
                  <a:lnTo>
                    <a:pt x="19" y="65"/>
                  </a:lnTo>
                  <a:lnTo>
                    <a:pt x="18" y="65"/>
                  </a:lnTo>
                  <a:lnTo>
                    <a:pt x="18" y="64"/>
                  </a:lnTo>
                  <a:lnTo>
                    <a:pt x="18" y="63"/>
                  </a:lnTo>
                  <a:lnTo>
                    <a:pt x="18" y="62"/>
                  </a:lnTo>
                  <a:lnTo>
                    <a:pt x="19" y="59"/>
                  </a:lnTo>
                  <a:lnTo>
                    <a:pt x="19" y="58"/>
                  </a:lnTo>
                  <a:lnTo>
                    <a:pt x="19" y="57"/>
                  </a:lnTo>
                  <a:lnTo>
                    <a:pt x="19" y="56"/>
                  </a:lnTo>
                  <a:lnTo>
                    <a:pt x="18" y="56"/>
                  </a:lnTo>
                  <a:lnTo>
                    <a:pt x="16" y="55"/>
                  </a:lnTo>
                  <a:lnTo>
                    <a:pt x="13" y="55"/>
                  </a:lnTo>
                  <a:lnTo>
                    <a:pt x="9" y="54"/>
                  </a:lnTo>
                  <a:lnTo>
                    <a:pt x="8" y="53"/>
                  </a:lnTo>
                  <a:lnTo>
                    <a:pt x="7" y="52"/>
                  </a:lnTo>
                  <a:lnTo>
                    <a:pt x="5" y="52"/>
                  </a:lnTo>
                  <a:lnTo>
                    <a:pt x="3" y="51"/>
                  </a:lnTo>
                  <a:lnTo>
                    <a:pt x="2" y="51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0" y="46"/>
                  </a:lnTo>
                  <a:lnTo>
                    <a:pt x="1" y="43"/>
                  </a:lnTo>
                  <a:lnTo>
                    <a:pt x="1" y="41"/>
                  </a:lnTo>
                  <a:lnTo>
                    <a:pt x="1" y="39"/>
                  </a:lnTo>
                  <a:lnTo>
                    <a:pt x="1" y="38"/>
                  </a:lnTo>
                  <a:lnTo>
                    <a:pt x="2" y="37"/>
                  </a:lnTo>
                  <a:lnTo>
                    <a:pt x="3" y="35"/>
                  </a:lnTo>
                  <a:lnTo>
                    <a:pt x="4" y="35"/>
                  </a:lnTo>
                  <a:lnTo>
                    <a:pt x="5" y="34"/>
                  </a:lnTo>
                  <a:lnTo>
                    <a:pt x="5" y="34"/>
                  </a:lnTo>
                  <a:lnTo>
                    <a:pt x="6" y="34"/>
                  </a:lnTo>
                  <a:lnTo>
                    <a:pt x="7" y="34"/>
                  </a:lnTo>
                  <a:lnTo>
                    <a:pt x="9" y="34"/>
                  </a:lnTo>
                  <a:lnTo>
                    <a:pt x="9" y="34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2" y="35"/>
                  </a:lnTo>
                  <a:lnTo>
                    <a:pt x="13" y="37"/>
                  </a:lnTo>
                  <a:lnTo>
                    <a:pt x="16" y="39"/>
                  </a:lnTo>
                  <a:lnTo>
                    <a:pt x="19" y="42"/>
                  </a:lnTo>
                  <a:lnTo>
                    <a:pt x="20" y="43"/>
                  </a:lnTo>
                  <a:lnTo>
                    <a:pt x="21" y="43"/>
                  </a:lnTo>
                  <a:lnTo>
                    <a:pt x="21" y="43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22" y="42"/>
                  </a:lnTo>
                  <a:lnTo>
                    <a:pt x="21" y="39"/>
                  </a:lnTo>
                  <a:lnTo>
                    <a:pt x="21" y="35"/>
                  </a:lnTo>
                  <a:lnTo>
                    <a:pt x="19" y="30"/>
                  </a:lnTo>
                  <a:lnTo>
                    <a:pt x="17" y="26"/>
                  </a:lnTo>
                  <a:lnTo>
                    <a:pt x="14" y="19"/>
                  </a:lnTo>
                  <a:lnTo>
                    <a:pt x="11" y="14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8" y="8"/>
                  </a:lnTo>
                  <a:lnTo>
                    <a:pt x="8" y="7"/>
                  </a:lnTo>
                  <a:lnTo>
                    <a:pt x="9" y="6"/>
                  </a:lnTo>
                  <a:lnTo>
                    <a:pt x="9" y="4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1"/>
                  </a:lnTo>
                  <a:lnTo>
                    <a:pt x="21" y="2"/>
                  </a:lnTo>
                  <a:lnTo>
                    <a:pt x="23" y="3"/>
                  </a:lnTo>
                  <a:lnTo>
                    <a:pt x="24" y="4"/>
                  </a:lnTo>
                  <a:lnTo>
                    <a:pt x="24" y="6"/>
                  </a:lnTo>
                  <a:lnTo>
                    <a:pt x="24" y="9"/>
                  </a:lnTo>
                  <a:lnTo>
                    <a:pt x="24" y="13"/>
                  </a:lnTo>
                  <a:lnTo>
                    <a:pt x="25" y="17"/>
                  </a:lnTo>
                  <a:lnTo>
                    <a:pt x="27" y="23"/>
                  </a:lnTo>
                  <a:lnTo>
                    <a:pt x="27" y="28"/>
                  </a:lnTo>
                  <a:lnTo>
                    <a:pt x="28" y="32"/>
                  </a:lnTo>
                  <a:lnTo>
                    <a:pt x="29" y="38"/>
                  </a:lnTo>
                  <a:lnTo>
                    <a:pt x="29" y="41"/>
                  </a:lnTo>
                  <a:lnTo>
                    <a:pt x="29" y="45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30" y="49"/>
                  </a:lnTo>
                  <a:lnTo>
                    <a:pt x="31" y="49"/>
                  </a:lnTo>
                  <a:lnTo>
                    <a:pt x="32" y="49"/>
                  </a:lnTo>
                  <a:lnTo>
                    <a:pt x="33" y="50"/>
                  </a:lnTo>
                  <a:lnTo>
                    <a:pt x="36" y="52"/>
                  </a:lnTo>
                  <a:lnTo>
                    <a:pt x="39" y="55"/>
                  </a:lnTo>
                  <a:lnTo>
                    <a:pt x="41" y="57"/>
                  </a:lnTo>
                  <a:lnTo>
                    <a:pt x="44" y="59"/>
                  </a:lnTo>
                  <a:lnTo>
                    <a:pt x="46" y="61"/>
                  </a:lnTo>
                  <a:lnTo>
                    <a:pt x="46" y="61"/>
                  </a:lnTo>
                  <a:lnTo>
                    <a:pt x="47" y="61"/>
                  </a:lnTo>
                  <a:lnTo>
                    <a:pt x="47" y="60"/>
                  </a:lnTo>
                  <a:lnTo>
                    <a:pt x="47" y="59"/>
                  </a:lnTo>
                  <a:lnTo>
                    <a:pt x="47" y="57"/>
                  </a:lnTo>
                  <a:lnTo>
                    <a:pt x="47" y="56"/>
                  </a:lnTo>
                  <a:lnTo>
                    <a:pt x="46" y="55"/>
                  </a:lnTo>
                  <a:lnTo>
                    <a:pt x="46" y="54"/>
                  </a:lnTo>
                  <a:lnTo>
                    <a:pt x="44" y="51"/>
                  </a:lnTo>
                  <a:lnTo>
                    <a:pt x="41" y="47"/>
                  </a:lnTo>
                  <a:lnTo>
                    <a:pt x="41" y="46"/>
                  </a:lnTo>
                  <a:lnTo>
                    <a:pt x="41" y="44"/>
                  </a:lnTo>
                  <a:lnTo>
                    <a:pt x="41" y="43"/>
                  </a:lnTo>
                  <a:lnTo>
                    <a:pt x="41" y="43"/>
                  </a:lnTo>
                  <a:lnTo>
                    <a:pt x="41" y="42"/>
                  </a:lnTo>
                  <a:lnTo>
                    <a:pt x="41" y="42"/>
                  </a:lnTo>
                  <a:lnTo>
                    <a:pt x="44" y="42"/>
                  </a:lnTo>
                  <a:lnTo>
                    <a:pt x="46" y="42"/>
                  </a:lnTo>
                  <a:lnTo>
                    <a:pt x="47" y="42"/>
                  </a:lnTo>
                  <a:lnTo>
                    <a:pt x="47" y="42"/>
                  </a:lnTo>
                  <a:lnTo>
                    <a:pt x="47" y="41"/>
                  </a:lnTo>
                  <a:lnTo>
                    <a:pt x="46" y="40"/>
                  </a:lnTo>
                  <a:lnTo>
                    <a:pt x="44" y="37"/>
                  </a:lnTo>
                  <a:lnTo>
                    <a:pt x="41" y="34"/>
                  </a:lnTo>
                  <a:lnTo>
                    <a:pt x="38" y="30"/>
                  </a:lnTo>
                  <a:lnTo>
                    <a:pt x="37" y="28"/>
                  </a:lnTo>
                  <a:lnTo>
                    <a:pt x="35" y="26"/>
                  </a:lnTo>
                  <a:lnTo>
                    <a:pt x="34" y="24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34" y="21"/>
                  </a:lnTo>
                  <a:lnTo>
                    <a:pt x="35" y="19"/>
                  </a:lnTo>
                  <a:lnTo>
                    <a:pt x="36" y="19"/>
                  </a:lnTo>
                  <a:lnTo>
                    <a:pt x="37" y="19"/>
                  </a:lnTo>
                  <a:lnTo>
                    <a:pt x="38" y="19"/>
                  </a:lnTo>
                  <a:lnTo>
                    <a:pt x="39" y="19"/>
                  </a:lnTo>
                  <a:lnTo>
                    <a:pt x="41" y="20"/>
                  </a:lnTo>
                  <a:lnTo>
                    <a:pt x="41" y="22"/>
                  </a:lnTo>
                  <a:lnTo>
                    <a:pt x="42" y="23"/>
                  </a:lnTo>
                  <a:lnTo>
                    <a:pt x="44" y="25"/>
                  </a:lnTo>
                  <a:lnTo>
                    <a:pt x="44" y="26"/>
                  </a:lnTo>
                  <a:lnTo>
                    <a:pt x="45" y="26"/>
                  </a:lnTo>
                  <a:lnTo>
                    <a:pt x="45" y="27"/>
                  </a:lnTo>
                  <a:lnTo>
                    <a:pt x="46" y="27"/>
                  </a:lnTo>
                  <a:lnTo>
                    <a:pt x="47" y="28"/>
                  </a:lnTo>
                  <a:lnTo>
                    <a:pt x="48" y="29"/>
                  </a:lnTo>
                  <a:lnTo>
                    <a:pt x="49" y="29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8" y="23"/>
                  </a:lnTo>
                  <a:lnTo>
                    <a:pt x="46" y="19"/>
                  </a:lnTo>
                  <a:lnTo>
                    <a:pt x="45" y="16"/>
                  </a:lnTo>
                  <a:lnTo>
                    <a:pt x="45" y="14"/>
                  </a:lnTo>
                  <a:lnTo>
                    <a:pt x="45" y="13"/>
                  </a:lnTo>
                  <a:lnTo>
                    <a:pt x="45" y="10"/>
                  </a:lnTo>
                  <a:lnTo>
                    <a:pt x="46" y="8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0" y="8"/>
                  </a:lnTo>
                  <a:lnTo>
                    <a:pt x="51" y="10"/>
                  </a:lnTo>
                  <a:lnTo>
                    <a:pt x="51" y="12"/>
                  </a:lnTo>
                  <a:lnTo>
                    <a:pt x="52" y="15"/>
                  </a:lnTo>
                  <a:lnTo>
                    <a:pt x="53" y="18"/>
                  </a:lnTo>
                  <a:lnTo>
                    <a:pt x="53" y="22"/>
                  </a:lnTo>
                  <a:lnTo>
                    <a:pt x="53" y="26"/>
                  </a:lnTo>
                  <a:lnTo>
                    <a:pt x="53" y="28"/>
                  </a:lnTo>
                  <a:lnTo>
                    <a:pt x="53" y="30"/>
                  </a:lnTo>
                  <a:lnTo>
                    <a:pt x="53" y="32"/>
                  </a:lnTo>
                  <a:lnTo>
                    <a:pt x="56" y="37"/>
                  </a:lnTo>
                  <a:lnTo>
                    <a:pt x="60" y="44"/>
                  </a:lnTo>
                  <a:lnTo>
                    <a:pt x="64" y="51"/>
                  </a:lnTo>
                  <a:lnTo>
                    <a:pt x="66" y="55"/>
                  </a:lnTo>
                  <a:lnTo>
                    <a:pt x="67" y="56"/>
                  </a:lnTo>
                  <a:lnTo>
                    <a:pt x="68" y="56"/>
                  </a:lnTo>
                  <a:lnTo>
                    <a:pt x="68" y="56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68" y="47"/>
                  </a:lnTo>
                  <a:lnTo>
                    <a:pt x="68" y="37"/>
                  </a:lnTo>
                  <a:lnTo>
                    <a:pt x="68" y="30"/>
                  </a:lnTo>
                  <a:lnTo>
                    <a:pt x="68" y="26"/>
                  </a:lnTo>
                  <a:lnTo>
                    <a:pt x="68" y="22"/>
                  </a:lnTo>
                  <a:lnTo>
                    <a:pt x="68" y="19"/>
                  </a:lnTo>
                  <a:lnTo>
                    <a:pt x="69" y="16"/>
                  </a:lnTo>
                  <a:lnTo>
                    <a:pt x="70" y="14"/>
                  </a:lnTo>
                  <a:lnTo>
                    <a:pt x="70" y="13"/>
                  </a:lnTo>
                  <a:lnTo>
                    <a:pt x="71" y="13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3" y="14"/>
                  </a:lnTo>
                  <a:lnTo>
                    <a:pt x="76" y="15"/>
                  </a:lnTo>
                  <a:lnTo>
                    <a:pt x="77" y="18"/>
                  </a:lnTo>
                  <a:lnTo>
                    <a:pt x="77" y="20"/>
                  </a:lnTo>
                  <a:lnTo>
                    <a:pt x="77" y="22"/>
                  </a:lnTo>
                  <a:lnTo>
                    <a:pt x="77" y="25"/>
                  </a:lnTo>
                  <a:lnTo>
                    <a:pt x="76" y="26"/>
                  </a:lnTo>
                  <a:lnTo>
                    <a:pt x="74" y="29"/>
                  </a:lnTo>
                  <a:lnTo>
                    <a:pt x="74" y="30"/>
                  </a:lnTo>
                  <a:lnTo>
                    <a:pt x="73" y="34"/>
                  </a:lnTo>
                  <a:lnTo>
                    <a:pt x="73" y="37"/>
                  </a:lnTo>
                  <a:lnTo>
                    <a:pt x="73" y="40"/>
                  </a:lnTo>
                  <a:lnTo>
                    <a:pt x="73" y="47"/>
                  </a:lnTo>
                  <a:lnTo>
                    <a:pt x="73" y="52"/>
                  </a:lnTo>
                  <a:lnTo>
                    <a:pt x="74" y="56"/>
                  </a:lnTo>
                  <a:lnTo>
                    <a:pt x="74" y="58"/>
                  </a:lnTo>
                  <a:lnTo>
                    <a:pt x="78" y="60"/>
                  </a:lnTo>
                  <a:lnTo>
                    <a:pt x="85" y="64"/>
                  </a:lnTo>
                  <a:lnTo>
                    <a:pt x="89" y="66"/>
                  </a:lnTo>
                  <a:lnTo>
                    <a:pt x="92" y="67"/>
                  </a:lnTo>
                  <a:lnTo>
                    <a:pt x="94" y="67"/>
                  </a:lnTo>
                  <a:lnTo>
                    <a:pt x="95" y="67"/>
                  </a:lnTo>
                  <a:lnTo>
                    <a:pt x="96" y="67"/>
                  </a:lnTo>
                  <a:lnTo>
                    <a:pt x="97" y="67"/>
                  </a:lnTo>
                  <a:lnTo>
                    <a:pt x="97" y="67"/>
                  </a:lnTo>
                  <a:lnTo>
                    <a:pt x="97" y="66"/>
                  </a:lnTo>
                  <a:lnTo>
                    <a:pt x="97" y="63"/>
                  </a:lnTo>
                  <a:lnTo>
                    <a:pt x="97" y="59"/>
                  </a:lnTo>
                  <a:lnTo>
                    <a:pt x="97" y="58"/>
                  </a:lnTo>
                  <a:lnTo>
                    <a:pt x="98" y="56"/>
                  </a:lnTo>
                  <a:lnTo>
                    <a:pt x="99" y="55"/>
                  </a:lnTo>
                  <a:lnTo>
                    <a:pt x="100" y="55"/>
                  </a:lnTo>
                  <a:lnTo>
                    <a:pt x="101" y="55"/>
                  </a:lnTo>
                  <a:lnTo>
                    <a:pt x="102" y="55"/>
                  </a:lnTo>
                  <a:lnTo>
                    <a:pt x="104" y="55"/>
                  </a:lnTo>
                  <a:lnTo>
                    <a:pt x="105" y="56"/>
                  </a:lnTo>
                  <a:lnTo>
                    <a:pt x="105" y="57"/>
                  </a:lnTo>
                  <a:lnTo>
                    <a:pt x="105" y="58"/>
                  </a:lnTo>
                  <a:lnTo>
                    <a:pt x="106" y="59"/>
                  </a:lnTo>
                  <a:lnTo>
                    <a:pt x="106" y="59"/>
                  </a:lnTo>
                  <a:lnTo>
                    <a:pt x="105" y="63"/>
                  </a:lnTo>
                  <a:lnTo>
                    <a:pt x="105" y="66"/>
                  </a:lnTo>
                  <a:lnTo>
                    <a:pt x="104" y="67"/>
                  </a:lnTo>
                  <a:lnTo>
                    <a:pt x="104" y="69"/>
                  </a:lnTo>
                  <a:lnTo>
                    <a:pt x="105" y="71"/>
                  </a:lnTo>
                  <a:lnTo>
                    <a:pt x="105" y="71"/>
                  </a:lnTo>
                  <a:lnTo>
                    <a:pt x="110" y="73"/>
                  </a:lnTo>
                  <a:lnTo>
                    <a:pt x="120" y="75"/>
                  </a:lnTo>
                  <a:lnTo>
                    <a:pt x="129" y="78"/>
                  </a:lnTo>
                  <a:lnTo>
                    <a:pt x="135" y="79"/>
                  </a:lnTo>
                  <a:lnTo>
                    <a:pt x="137" y="80"/>
                  </a:lnTo>
                  <a:lnTo>
                    <a:pt x="140" y="81"/>
                  </a:lnTo>
                  <a:lnTo>
                    <a:pt x="142" y="82"/>
                  </a:lnTo>
                  <a:lnTo>
                    <a:pt x="145" y="84"/>
                  </a:lnTo>
                  <a:lnTo>
                    <a:pt x="147" y="86"/>
                  </a:lnTo>
                  <a:lnTo>
                    <a:pt x="149" y="87"/>
                  </a:lnTo>
                  <a:lnTo>
                    <a:pt x="149" y="88"/>
                  </a:lnTo>
                  <a:lnTo>
                    <a:pt x="149" y="89"/>
                  </a:lnTo>
                  <a:lnTo>
                    <a:pt x="148" y="90"/>
                  </a:lnTo>
                  <a:lnTo>
                    <a:pt x="148" y="91"/>
                  </a:lnTo>
                  <a:lnTo>
                    <a:pt x="144" y="95"/>
                  </a:lnTo>
                  <a:lnTo>
                    <a:pt x="140" y="97"/>
                  </a:lnTo>
                  <a:lnTo>
                    <a:pt x="137" y="98"/>
                  </a:lnTo>
                  <a:lnTo>
                    <a:pt x="135" y="99"/>
                  </a:lnTo>
                  <a:lnTo>
                    <a:pt x="133" y="98"/>
                  </a:lnTo>
                  <a:lnTo>
                    <a:pt x="133" y="98"/>
                  </a:lnTo>
                  <a:lnTo>
                    <a:pt x="132" y="98"/>
                  </a:lnTo>
                  <a:lnTo>
                    <a:pt x="132" y="97"/>
                  </a:lnTo>
                  <a:lnTo>
                    <a:pt x="132" y="96"/>
                  </a:lnTo>
                  <a:lnTo>
                    <a:pt x="133" y="95"/>
                  </a:lnTo>
                  <a:lnTo>
                    <a:pt x="133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3" y="92"/>
                  </a:lnTo>
                  <a:lnTo>
                    <a:pt x="131" y="91"/>
                  </a:lnTo>
                  <a:lnTo>
                    <a:pt x="129" y="90"/>
                  </a:lnTo>
                  <a:lnTo>
                    <a:pt x="126" y="88"/>
                  </a:lnTo>
                  <a:lnTo>
                    <a:pt x="122" y="87"/>
                  </a:lnTo>
                  <a:lnTo>
                    <a:pt x="115" y="83"/>
                  </a:lnTo>
                  <a:lnTo>
                    <a:pt x="110" y="81"/>
                  </a:lnTo>
                  <a:lnTo>
                    <a:pt x="109" y="80"/>
                  </a:lnTo>
                  <a:lnTo>
                    <a:pt x="107" y="80"/>
                  </a:lnTo>
                  <a:lnTo>
                    <a:pt x="107" y="80"/>
                  </a:lnTo>
                  <a:lnTo>
                    <a:pt x="106" y="80"/>
                  </a:lnTo>
                  <a:lnTo>
                    <a:pt x="106" y="83"/>
                  </a:lnTo>
                  <a:lnTo>
                    <a:pt x="107" y="86"/>
                  </a:lnTo>
                  <a:lnTo>
                    <a:pt x="108" y="89"/>
                  </a:lnTo>
                  <a:lnTo>
                    <a:pt x="109" y="91"/>
                  </a:lnTo>
                  <a:lnTo>
                    <a:pt x="110" y="92"/>
                  </a:lnTo>
                  <a:lnTo>
                    <a:pt x="113" y="95"/>
                  </a:lnTo>
                  <a:lnTo>
                    <a:pt x="113" y="97"/>
                  </a:lnTo>
                  <a:lnTo>
                    <a:pt x="113" y="99"/>
                  </a:lnTo>
                  <a:lnTo>
                    <a:pt x="113" y="99"/>
                  </a:lnTo>
                  <a:lnTo>
                    <a:pt x="113" y="100"/>
                  </a:lnTo>
                  <a:lnTo>
                    <a:pt x="113" y="101"/>
                  </a:lnTo>
                  <a:lnTo>
                    <a:pt x="112" y="102"/>
                  </a:lnTo>
                  <a:lnTo>
                    <a:pt x="109" y="103"/>
                  </a:lnTo>
                  <a:lnTo>
                    <a:pt x="108" y="104"/>
                  </a:lnTo>
                  <a:lnTo>
                    <a:pt x="105" y="104"/>
                  </a:lnTo>
                  <a:lnTo>
                    <a:pt x="104" y="104"/>
                  </a:lnTo>
                  <a:lnTo>
                    <a:pt x="102" y="104"/>
                  </a:lnTo>
                  <a:lnTo>
                    <a:pt x="101" y="104"/>
                  </a:lnTo>
                  <a:lnTo>
                    <a:pt x="100" y="103"/>
                  </a:lnTo>
                  <a:lnTo>
                    <a:pt x="100" y="103"/>
                  </a:lnTo>
                  <a:lnTo>
                    <a:pt x="100" y="100"/>
                  </a:lnTo>
                  <a:lnTo>
                    <a:pt x="100" y="99"/>
                  </a:lnTo>
                  <a:lnTo>
                    <a:pt x="100" y="96"/>
                  </a:lnTo>
                  <a:lnTo>
                    <a:pt x="98" y="91"/>
                  </a:lnTo>
                  <a:lnTo>
                    <a:pt x="97" y="87"/>
                  </a:lnTo>
                  <a:lnTo>
                    <a:pt x="97" y="83"/>
                  </a:lnTo>
                  <a:lnTo>
                    <a:pt x="97" y="79"/>
                  </a:lnTo>
                  <a:lnTo>
                    <a:pt x="97" y="77"/>
                  </a:lnTo>
                  <a:lnTo>
                    <a:pt x="77" y="70"/>
                  </a:lnTo>
                  <a:lnTo>
                    <a:pt x="77" y="70"/>
                  </a:lnTo>
                  <a:lnTo>
                    <a:pt x="77" y="70"/>
                  </a:lnTo>
                  <a:lnTo>
                    <a:pt x="76" y="71"/>
                  </a:lnTo>
                  <a:lnTo>
                    <a:pt x="76" y="71"/>
                  </a:lnTo>
                  <a:lnTo>
                    <a:pt x="76" y="72"/>
                  </a:lnTo>
                  <a:lnTo>
                    <a:pt x="76" y="74"/>
                  </a:lnTo>
                  <a:lnTo>
                    <a:pt x="77" y="79"/>
                  </a:lnTo>
                  <a:lnTo>
                    <a:pt x="78" y="87"/>
                  </a:lnTo>
                  <a:lnTo>
                    <a:pt x="79" y="91"/>
                  </a:lnTo>
                  <a:lnTo>
                    <a:pt x="81" y="96"/>
                  </a:lnTo>
                  <a:lnTo>
                    <a:pt x="82" y="101"/>
                  </a:lnTo>
                  <a:lnTo>
                    <a:pt x="84" y="106"/>
                  </a:lnTo>
                  <a:lnTo>
                    <a:pt x="87" y="115"/>
                  </a:lnTo>
                  <a:lnTo>
                    <a:pt x="90" y="120"/>
                  </a:lnTo>
                  <a:lnTo>
                    <a:pt x="90" y="122"/>
                  </a:lnTo>
                  <a:lnTo>
                    <a:pt x="91" y="123"/>
                  </a:lnTo>
                  <a:lnTo>
                    <a:pt x="91" y="125"/>
                  </a:lnTo>
                  <a:lnTo>
                    <a:pt x="91" y="127"/>
                  </a:lnTo>
                  <a:lnTo>
                    <a:pt x="90" y="130"/>
                  </a:lnTo>
                  <a:lnTo>
                    <a:pt x="89" y="132"/>
                  </a:lnTo>
                  <a:lnTo>
                    <a:pt x="89" y="134"/>
                  </a:lnTo>
                  <a:lnTo>
                    <a:pt x="88" y="135"/>
                  </a:lnTo>
                  <a:lnTo>
                    <a:pt x="86" y="136"/>
                  </a:lnTo>
                  <a:lnTo>
                    <a:pt x="86" y="136"/>
                  </a:lnTo>
                  <a:lnTo>
                    <a:pt x="85" y="136"/>
                  </a:lnTo>
                  <a:lnTo>
                    <a:pt x="85" y="136"/>
                  </a:lnTo>
                  <a:lnTo>
                    <a:pt x="82" y="135"/>
                  </a:lnTo>
                  <a:lnTo>
                    <a:pt x="79" y="134"/>
                  </a:lnTo>
                  <a:lnTo>
                    <a:pt x="77" y="131"/>
                  </a:lnTo>
                  <a:lnTo>
                    <a:pt x="77" y="127"/>
                  </a:lnTo>
                  <a:lnTo>
                    <a:pt x="76" y="124"/>
                  </a:lnTo>
                  <a:lnTo>
                    <a:pt x="75" y="121"/>
                  </a:lnTo>
                  <a:lnTo>
                    <a:pt x="73" y="114"/>
                  </a:lnTo>
                  <a:lnTo>
                    <a:pt x="73" y="106"/>
                  </a:lnTo>
                  <a:lnTo>
                    <a:pt x="72" y="99"/>
                  </a:lnTo>
                  <a:lnTo>
                    <a:pt x="72" y="91"/>
                  </a:lnTo>
                  <a:lnTo>
                    <a:pt x="71" y="84"/>
                  </a:lnTo>
                  <a:lnTo>
                    <a:pt x="70" y="78"/>
                  </a:lnTo>
                  <a:lnTo>
                    <a:pt x="70" y="73"/>
                  </a:lnTo>
                  <a:lnTo>
                    <a:pt x="69" y="70"/>
                  </a:lnTo>
                  <a:lnTo>
                    <a:pt x="69" y="67"/>
                  </a:lnTo>
                  <a:lnTo>
                    <a:pt x="69" y="67"/>
                  </a:lnTo>
                  <a:lnTo>
                    <a:pt x="67" y="66"/>
                  </a:lnTo>
                  <a:lnTo>
                    <a:pt x="62" y="63"/>
                  </a:lnTo>
                  <a:lnTo>
                    <a:pt x="57" y="60"/>
                  </a:lnTo>
                  <a:lnTo>
                    <a:pt x="55" y="59"/>
                  </a:lnTo>
                  <a:lnTo>
                    <a:pt x="54" y="59"/>
                  </a:lnTo>
                  <a:lnTo>
                    <a:pt x="54" y="59"/>
                  </a:lnTo>
                  <a:lnTo>
                    <a:pt x="54" y="60"/>
                  </a:lnTo>
                  <a:lnTo>
                    <a:pt x="54" y="62"/>
                  </a:lnTo>
                  <a:lnTo>
                    <a:pt x="54" y="67"/>
                  </a:lnTo>
                  <a:lnTo>
                    <a:pt x="55" y="71"/>
                  </a:lnTo>
                  <a:lnTo>
                    <a:pt x="55" y="75"/>
                  </a:lnTo>
                  <a:lnTo>
                    <a:pt x="55" y="79"/>
                  </a:lnTo>
                  <a:lnTo>
                    <a:pt x="57" y="83"/>
                  </a:lnTo>
                  <a:lnTo>
                    <a:pt x="57" y="86"/>
                  </a:lnTo>
                  <a:lnTo>
                    <a:pt x="57" y="87"/>
                  </a:lnTo>
                  <a:lnTo>
                    <a:pt x="57" y="89"/>
                  </a:lnTo>
                  <a:lnTo>
                    <a:pt x="56" y="91"/>
                  </a:lnTo>
                  <a:lnTo>
                    <a:pt x="55" y="91"/>
                  </a:lnTo>
                  <a:lnTo>
                    <a:pt x="53" y="92"/>
                  </a:lnTo>
                  <a:lnTo>
                    <a:pt x="51" y="92"/>
                  </a:lnTo>
                  <a:lnTo>
                    <a:pt x="49" y="92"/>
                  </a:lnTo>
                  <a:lnTo>
                    <a:pt x="49" y="91"/>
                  </a:lnTo>
                  <a:lnTo>
                    <a:pt x="48" y="90"/>
                  </a:lnTo>
                  <a:lnTo>
                    <a:pt x="47" y="89"/>
                  </a:lnTo>
                  <a:lnTo>
                    <a:pt x="47" y="87"/>
                  </a:lnTo>
                  <a:lnTo>
                    <a:pt x="46" y="85"/>
                  </a:lnTo>
                  <a:lnTo>
                    <a:pt x="46" y="78"/>
                  </a:lnTo>
                  <a:lnTo>
                    <a:pt x="46" y="73"/>
                  </a:lnTo>
                  <a:lnTo>
                    <a:pt x="45" y="71"/>
                  </a:lnTo>
                  <a:lnTo>
                    <a:pt x="44" y="71"/>
                  </a:lnTo>
                  <a:lnTo>
                    <a:pt x="41" y="68"/>
                  </a:lnTo>
                  <a:lnTo>
                    <a:pt x="38" y="66"/>
                  </a:lnTo>
                  <a:lnTo>
                    <a:pt x="35" y="63"/>
                  </a:lnTo>
                  <a:lnTo>
                    <a:pt x="3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0" name="iṣľîḓe"/>
            <p:cNvSpPr/>
            <p:nvPr/>
          </p:nvSpPr>
          <p:spPr bwMode="auto">
            <a:xfrm>
              <a:off x="2330451" y="2909888"/>
              <a:ext cx="60325" cy="63500"/>
            </a:xfrm>
            <a:custGeom>
              <a:avLst/>
              <a:gdLst>
                <a:gd name="T0" fmla="*/ 0 w 38"/>
                <a:gd name="T1" fmla="*/ 4 h 40"/>
                <a:gd name="T2" fmla="*/ 0 w 38"/>
                <a:gd name="T3" fmla="*/ 4 h 40"/>
                <a:gd name="T4" fmla="*/ 1 w 38"/>
                <a:gd name="T5" fmla="*/ 2 h 40"/>
                <a:gd name="T6" fmla="*/ 2 w 38"/>
                <a:gd name="T7" fmla="*/ 1 h 40"/>
                <a:gd name="T8" fmla="*/ 2 w 38"/>
                <a:gd name="T9" fmla="*/ 1 h 40"/>
                <a:gd name="T10" fmla="*/ 3 w 38"/>
                <a:gd name="T11" fmla="*/ 0 h 40"/>
                <a:gd name="T12" fmla="*/ 5 w 38"/>
                <a:gd name="T13" fmla="*/ 0 h 40"/>
                <a:gd name="T14" fmla="*/ 6 w 38"/>
                <a:gd name="T15" fmla="*/ 0 h 40"/>
                <a:gd name="T16" fmla="*/ 8 w 38"/>
                <a:gd name="T17" fmla="*/ 1 h 40"/>
                <a:gd name="T18" fmla="*/ 10 w 38"/>
                <a:gd name="T19" fmla="*/ 3 h 40"/>
                <a:gd name="T20" fmla="*/ 13 w 38"/>
                <a:gd name="T21" fmla="*/ 4 h 40"/>
                <a:gd name="T22" fmla="*/ 18 w 38"/>
                <a:gd name="T23" fmla="*/ 8 h 40"/>
                <a:gd name="T24" fmla="*/ 24 w 38"/>
                <a:gd name="T25" fmla="*/ 12 h 40"/>
                <a:gd name="T26" fmla="*/ 29 w 38"/>
                <a:gd name="T27" fmla="*/ 17 h 40"/>
                <a:gd name="T28" fmla="*/ 34 w 38"/>
                <a:gd name="T29" fmla="*/ 22 h 40"/>
                <a:gd name="T30" fmla="*/ 35 w 38"/>
                <a:gd name="T31" fmla="*/ 24 h 40"/>
                <a:gd name="T32" fmla="*/ 36 w 38"/>
                <a:gd name="T33" fmla="*/ 26 h 40"/>
                <a:gd name="T34" fmla="*/ 38 w 38"/>
                <a:gd name="T35" fmla="*/ 28 h 40"/>
                <a:gd name="T36" fmla="*/ 38 w 38"/>
                <a:gd name="T37" fmla="*/ 28 h 40"/>
                <a:gd name="T38" fmla="*/ 36 w 38"/>
                <a:gd name="T39" fmla="*/ 31 h 40"/>
                <a:gd name="T40" fmla="*/ 33 w 38"/>
                <a:gd name="T41" fmla="*/ 35 h 40"/>
                <a:gd name="T42" fmla="*/ 31 w 38"/>
                <a:gd name="T43" fmla="*/ 37 h 40"/>
                <a:gd name="T44" fmla="*/ 30 w 38"/>
                <a:gd name="T45" fmla="*/ 39 h 40"/>
                <a:gd name="T46" fmla="*/ 28 w 38"/>
                <a:gd name="T47" fmla="*/ 40 h 40"/>
                <a:gd name="T48" fmla="*/ 26 w 38"/>
                <a:gd name="T49" fmla="*/ 40 h 40"/>
                <a:gd name="T50" fmla="*/ 26 w 38"/>
                <a:gd name="T51" fmla="*/ 39 h 40"/>
                <a:gd name="T52" fmla="*/ 25 w 38"/>
                <a:gd name="T53" fmla="*/ 39 h 40"/>
                <a:gd name="T54" fmla="*/ 24 w 38"/>
                <a:gd name="T55" fmla="*/ 37 h 40"/>
                <a:gd name="T56" fmla="*/ 23 w 38"/>
                <a:gd name="T57" fmla="*/ 36 h 40"/>
                <a:gd name="T58" fmla="*/ 22 w 38"/>
                <a:gd name="T59" fmla="*/ 33 h 40"/>
                <a:gd name="T60" fmla="*/ 20 w 38"/>
                <a:gd name="T61" fmla="*/ 30 h 40"/>
                <a:gd name="T62" fmla="*/ 18 w 38"/>
                <a:gd name="T63" fmla="*/ 27 h 40"/>
                <a:gd name="T64" fmla="*/ 15 w 38"/>
                <a:gd name="T65" fmla="*/ 23 h 40"/>
                <a:gd name="T66" fmla="*/ 14 w 38"/>
                <a:gd name="T67" fmla="*/ 20 h 40"/>
                <a:gd name="T68" fmla="*/ 10 w 38"/>
                <a:gd name="T69" fmla="*/ 16 h 40"/>
                <a:gd name="T70" fmla="*/ 5 w 38"/>
                <a:gd name="T71" fmla="*/ 10 h 40"/>
                <a:gd name="T72" fmla="*/ 0 w 38"/>
                <a:gd name="T73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8" h="40">
                  <a:moveTo>
                    <a:pt x="0" y="4"/>
                  </a:moveTo>
                  <a:lnTo>
                    <a:pt x="0" y="4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1"/>
                  </a:lnTo>
                  <a:lnTo>
                    <a:pt x="10" y="3"/>
                  </a:lnTo>
                  <a:lnTo>
                    <a:pt x="13" y="4"/>
                  </a:lnTo>
                  <a:lnTo>
                    <a:pt x="18" y="8"/>
                  </a:lnTo>
                  <a:lnTo>
                    <a:pt x="24" y="12"/>
                  </a:lnTo>
                  <a:lnTo>
                    <a:pt x="29" y="17"/>
                  </a:lnTo>
                  <a:lnTo>
                    <a:pt x="34" y="22"/>
                  </a:lnTo>
                  <a:lnTo>
                    <a:pt x="35" y="24"/>
                  </a:lnTo>
                  <a:lnTo>
                    <a:pt x="36" y="26"/>
                  </a:lnTo>
                  <a:lnTo>
                    <a:pt x="38" y="28"/>
                  </a:lnTo>
                  <a:lnTo>
                    <a:pt x="38" y="28"/>
                  </a:lnTo>
                  <a:lnTo>
                    <a:pt x="36" y="31"/>
                  </a:lnTo>
                  <a:lnTo>
                    <a:pt x="33" y="35"/>
                  </a:lnTo>
                  <a:lnTo>
                    <a:pt x="31" y="37"/>
                  </a:lnTo>
                  <a:lnTo>
                    <a:pt x="30" y="39"/>
                  </a:lnTo>
                  <a:lnTo>
                    <a:pt x="28" y="40"/>
                  </a:lnTo>
                  <a:lnTo>
                    <a:pt x="26" y="40"/>
                  </a:lnTo>
                  <a:lnTo>
                    <a:pt x="26" y="39"/>
                  </a:lnTo>
                  <a:lnTo>
                    <a:pt x="25" y="39"/>
                  </a:lnTo>
                  <a:lnTo>
                    <a:pt x="24" y="37"/>
                  </a:lnTo>
                  <a:lnTo>
                    <a:pt x="23" y="36"/>
                  </a:lnTo>
                  <a:lnTo>
                    <a:pt x="22" y="33"/>
                  </a:lnTo>
                  <a:lnTo>
                    <a:pt x="20" y="30"/>
                  </a:lnTo>
                  <a:lnTo>
                    <a:pt x="18" y="27"/>
                  </a:lnTo>
                  <a:lnTo>
                    <a:pt x="15" y="23"/>
                  </a:lnTo>
                  <a:lnTo>
                    <a:pt x="14" y="20"/>
                  </a:lnTo>
                  <a:lnTo>
                    <a:pt x="10" y="16"/>
                  </a:lnTo>
                  <a:lnTo>
                    <a:pt x="5" y="10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1" name="îṡlide"/>
            <p:cNvSpPr/>
            <p:nvPr/>
          </p:nvSpPr>
          <p:spPr bwMode="auto">
            <a:xfrm>
              <a:off x="2266951" y="2749551"/>
              <a:ext cx="204788" cy="173038"/>
            </a:xfrm>
            <a:custGeom>
              <a:avLst/>
              <a:gdLst>
                <a:gd name="T0" fmla="*/ 17 w 129"/>
                <a:gd name="T1" fmla="*/ 93 h 109"/>
                <a:gd name="T2" fmla="*/ 11 w 129"/>
                <a:gd name="T3" fmla="*/ 93 h 109"/>
                <a:gd name="T4" fmla="*/ 3 w 129"/>
                <a:gd name="T5" fmla="*/ 95 h 109"/>
                <a:gd name="T6" fmla="*/ 5 w 129"/>
                <a:gd name="T7" fmla="*/ 86 h 109"/>
                <a:gd name="T8" fmla="*/ 13 w 129"/>
                <a:gd name="T9" fmla="*/ 60 h 109"/>
                <a:gd name="T10" fmla="*/ 16 w 129"/>
                <a:gd name="T11" fmla="*/ 44 h 109"/>
                <a:gd name="T12" fmla="*/ 4 w 129"/>
                <a:gd name="T13" fmla="*/ 21 h 109"/>
                <a:gd name="T14" fmla="*/ 1 w 129"/>
                <a:gd name="T15" fmla="*/ 15 h 109"/>
                <a:gd name="T16" fmla="*/ 22 w 129"/>
                <a:gd name="T17" fmla="*/ 17 h 109"/>
                <a:gd name="T18" fmla="*/ 27 w 129"/>
                <a:gd name="T19" fmla="*/ 9 h 109"/>
                <a:gd name="T20" fmla="*/ 35 w 129"/>
                <a:gd name="T21" fmla="*/ 17 h 109"/>
                <a:gd name="T22" fmla="*/ 33 w 129"/>
                <a:gd name="T23" fmla="*/ 37 h 109"/>
                <a:gd name="T24" fmla="*/ 37 w 129"/>
                <a:gd name="T25" fmla="*/ 64 h 109"/>
                <a:gd name="T26" fmla="*/ 42 w 129"/>
                <a:gd name="T27" fmla="*/ 73 h 109"/>
                <a:gd name="T28" fmla="*/ 46 w 129"/>
                <a:gd name="T29" fmla="*/ 65 h 109"/>
                <a:gd name="T30" fmla="*/ 47 w 129"/>
                <a:gd name="T31" fmla="*/ 50 h 109"/>
                <a:gd name="T32" fmla="*/ 45 w 129"/>
                <a:gd name="T33" fmla="*/ 42 h 109"/>
                <a:gd name="T34" fmla="*/ 46 w 129"/>
                <a:gd name="T35" fmla="*/ 36 h 109"/>
                <a:gd name="T36" fmla="*/ 52 w 129"/>
                <a:gd name="T37" fmla="*/ 16 h 109"/>
                <a:gd name="T38" fmla="*/ 58 w 129"/>
                <a:gd name="T39" fmla="*/ 1 h 109"/>
                <a:gd name="T40" fmla="*/ 66 w 129"/>
                <a:gd name="T41" fmla="*/ 8 h 109"/>
                <a:gd name="T42" fmla="*/ 101 w 129"/>
                <a:gd name="T43" fmla="*/ 50 h 109"/>
                <a:gd name="T44" fmla="*/ 128 w 129"/>
                <a:gd name="T45" fmla="*/ 82 h 109"/>
                <a:gd name="T46" fmla="*/ 122 w 129"/>
                <a:gd name="T47" fmla="*/ 89 h 109"/>
                <a:gd name="T48" fmla="*/ 96 w 129"/>
                <a:gd name="T49" fmla="*/ 90 h 109"/>
                <a:gd name="T50" fmla="*/ 102 w 129"/>
                <a:gd name="T51" fmla="*/ 86 h 109"/>
                <a:gd name="T52" fmla="*/ 110 w 129"/>
                <a:gd name="T53" fmla="*/ 80 h 109"/>
                <a:gd name="T54" fmla="*/ 78 w 129"/>
                <a:gd name="T55" fmla="*/ 41 h 109"/>
                <a:gd name="T56" fmla="*/ 59 w 129"/>
                <a:gd name="T57" fmla="*/ 13 h 109"/>
                <a:gd name="T58" fmla="*/ 55 w 129"/>
                <a:gd name="T59" fmla="*/ 28 h 109"/>
                <a:gd name="T60" fmla="*/ 58 w 129"/>
                <a:gd name="T61" fmla="*/ 35 h 109"/>
                <a:gd name="T62" fmla="*/ 63 w 129"/>
                <a:gd name="T63" fmla="*/ 41 h 109"/>
                <a:gd name="T64" fmla="*/ 56 w 129"/>
                <a:gd name="T65" fmla="*/ 58 h 109"/>
                <a:gd name="T66" fmla="*/ 58 w 129"/>
                <a:gd name="T67" fmla="*/ 71 h 109"/>
                <a:gd name="T68" fmla="*/ 56 w 129"/>
                <a:gd name="T69" fmla="*/ 77 h 109"/>
                <a:gd name="T70" fmla="*/ 43 w 129"/>
                <a:gd name="T71" fmla="*/ 96 h 109"/>
                <a:gd name="T72" fmla="*/ 39 w 129"/>
                <a:gd name="T73" fmla="*/ 97 h 109"/>
                <a:gd name="T74" fmla="*/ 42 w 129"/>
                <a:gd name="T75" fmla="*/ 80 h 109"/>
                <a:gd name="T76" fmla="*/ 37 w 129"/>
                <a:gd name="T77" fmla="*/ 73 h 109"/>
                <a:gd name="T78" fmla="*/ 28 w 129"/>
                <a:gd name="T79" fmla="*/ 57 h 109"/>
                <a:gd name="T80" fmla="*/ 22 w 129"/>
                <a:gd name="T81" fmla="*/ 66 h 109"/>
                <a:gd name="T82" fmla="*/ 70 w 129"/>
                <a:gd name="T83" fmla="*/ 90 h 109"/>
                <a:gd name="T84" fmla="*/ 72 w 129"/>
                <a:gd name="T85" fmla="*/ 107 h 109"/>
                <a:gd name="T86" fmla="*/ 79 w 129"/>
                <a:gd name="T87" fmla="*/ 101 h 109"/>
                <a:gd name="T88" fmla="*/ 87 w 129"/>
                <a:gd name="T89" fmla="*/ 107 h 109"/>
                <a:gd name="T90" fmla="*/ 96 w 129"/>
                <a:gd name="T91" fmla="*/ 109 h 109"/>
                <a:gd name="T92" fmla="*/ 100 w 129"/>
                <a:gd name="T93" fmla="*/ 106 h 109"/>
                <a:gd name="T94" fmla="*/ 88 w 129"/>
                <a:gd name="T95" fmla="*/ 89 h 109"/>
                <a:gd name="T96" fmla="*/ 86 w 129"/>
                <a:gd name="T97" fmla="*/ 73 h 109"/>
                <a:gd name="T98" fmla="*/ 80 w 129"/>
                <a:gd name="T99" fmla="*/ 77 h 109"/>
                <a:gd name="T100" fmla="*/ 70 w 129"/>
                <a:gd name="T101" fmla="*/ 90 h 109"/>
                <a:gd name="T102" fmla="*/ 69 w 129"/>
                <a:gd name="T103" fmla="*/ 82 h 109"/>
                <a:gd name="T104" fmla="*/ 75 w 129"/>
                <a:gd name="T105" fmla="*/ 70 h 109"/>
                <a:gd name="T106" fmla="*/ 71 w 129"/>
                <a:gd name="T107" fmla="*/ 67 h 109"/>
                <a:gd name="T108" fmla="*/ 65 w 129"/>
                <a:gd name="T109" fmla="*/ 71 h 109"/>
                <a:gd name="T110" fmla="*/ 62 w 129"/>
                <a:gd name="T111" fmla="*/ 77 h 109"/>
                <a:gd name="T112" fmla="*/ 58 w 129"/>
                <a:gd name="T113" fmla="*/ 85 h 109"/>
                <a:gd name="T114" fmla="*/ 62 w 129"/>
                <a:gd name="T115" fmla="*/ 86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9" h="109">
                  <a:moveTo>
                    <a:pt x="19" y="83"/>
                  </a:moveTo>
                  <a:lnTo>
                    <a:pt x="19" y="84"/>
                  </a:lnTo>
                  <a:lnTo>
                    <a:pt x="18" y="86"/>
                  </a:lnTo>
                  <a:lnTo>
                    <a:pt x="18" y="89"/>
                  </a:lnTo>
                  <a:lnTo>
                    <a:pt x="18" y="91"/>
                  </a:lnTo>
                  <a:lnTo>
                    <a:pt x="17" y="93"/>
                  </a:lnTo>
                  <a:lnTo>
                    <a:pt x="14" y="93"/>
                  </a:lnTo>
                  <a:lnTo>
                    <a:pt x="14" y="93"/>
                  </a:lnTo>
                  <a:lnTo>
                    <a:pt x="12" y="93"/>
                  </a:lnTo>
                  <a:lnTo>
                    <a:pt x="11" y="93"/>
                  </a:lnTo>
                  <a:lnTo>
                    <a:pt x="11" y="93"/>
                  </a:lnTo>
                  <a:lnTo>
                    <a:pt x="11" y="93"/>
                  </a:lnTo>
                  <a:lnTo>
                    <a:pt x="10" y="94"/>
                  </a:lnTo>
                  <a:lnTo>
                    <a:pt x="10" y="95"/>
                  </a:lnTo>
                  <a:lnTo>
                    <a:pt x="8" y="95"/>
                  </a:lnTo>
                  <a:lnTo>
                    <a:pt x="6" y="95"/>
                  </a:lnTo>
                  <a:lnTo>
                    <a:pt x="5" y="95"/>
                  </a:lnTo>
                  <a:lnTo>
                    <a:pt x="3" y="95"/>
                  </a:lnTo>
                  <a:lnTo>
                    <a:pt x="2" y="94"/>
                  </a:lnTo>
                  <a:lnTo>
                    <a:pt x="2" y="93"/>
                  </a:lnTo>
                  <a:lnTo>
                    <a:pt x="1" y="93"/>
                  </a:lnTo>
                  <a:lnTo>
                    <a:pt x="2" y="92"/>
                  </a:lnTo>
                  <a:lnTo>
                    <a:pt x="2" y="91"/>
                  </a:lnTo>
                  <a:lnTo>
                    <a:pt x="5" y="86"/>
                  </a:lnTo>
                  <a:lnTo>
                    <a:pt x="7" y="84"/>
                  </a:lnTo>
                  <a:lnTo>
                    <a:pt x="8" y="80"/>
                  </a:lnTo>
                  <a:lnTo>
                    <a:pt x="10" y="75"/>
                  </a:lnTo>
                  <a:lnTo>
                    <a:pt x="11" y="69"/>
                  </a:lnTo>
                  <a:lnTo>
                    <a:pt x="12" y="65"/>
                  </a:lnTo>
                  <a:lnTo>
                    <a:pt x="13" y="60"/>
                  </a:lnTo>
                  <a:lnTo>
                    <a:pt x="14" y="54"/>
                  </a:lnTo>
                  <a:lnTo>
                    <a:pt x="16" y="50"/>
                  </a:lnTo>
                  <a:lnTo>
                    <a:pt x="17" y="49"/>
                  </a:lnTo>
                  <a:lnTo>
                    <a:pt x="17" y="48"/>
                  </a:lnTo>
                  <a:lnTo>
                    <a:pt x="17" y="45"/>
                  </a:lnTo>
                  <a:lnTo>
                    <a:pt x="16" y="44"/>
                  </a:lnTo>
                  <a:lnTo>
                    <a:pt x="15" y="42"/>
                  </a:lnTo>
                  <a:lnTo>
                    <a:pt x="14" y="40"/>
                  </a:lnTo>
                  <a:lnTo>
                    <a:pt x="13" y="37"/>
                  </a:lnTo>
                  <a:lnTo>
                    <a:pt x="9" y="30"/>
                  </a:lnTo>
                  <a:lnTo>
                    <a:pt x="5" y="25"/>
                  </a:lnTo>
                  <a:lnTo>
                    <a:pt x="4" y="21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5" y="15"/>
                  </a:lnTo>
                  <a:lnTo>
                    <a:pt x="12" y="16"/>
                  </a:lnTo>
                  <a:lnTo>
                    <a:pt x="18" y="17"/>
                  </a:lnTo>
                  <a:lnTo>
                    <a:pt x="22" y="17"/>
                  </a:lnTo>
                  <a:lnTo>
                    <a:pt x="22" y="17"/>
                  </a:lnTo>
                  <a:lnTo>
                    <a:pt x="23" y="17"/>
                  </a:lnTo>
                  <a:lnTo>
                    <a:pt x="24" y="17"/>
                  </a:lnTo>
                  <a:lnTo>
                    <a:pt x="25" y="15"/>
                  </a:lnTo>
                  <a:lnTo>
                    <a:pt x="26" y="12"/>
                  </a:lnTo>
                  <a:lnTo>
                    <a:pt x="26" y="9"/>
                  </a:lnTo>
                  <a:lnTo>
                    <a:pt x="27" y="9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9"/>
                  </a:lnTo>
                  <a:lnTo>
                    <a:pt x="32" y="12"/>
                  </a:lnTo>
                  <a:lnTo>
                    <a:pt x="34" y="15"/>
                  </a:lnTo>
                  <a:lnTo>
                    <a:pt x="35" y="17"/>
                  </a:lnTo>
                  <a:lnTo>
                    <a:pt x="36" y="20"/>
                  </a:lnTo>
                  <a:lnTo>
                    <a:pt x="36" y="22"/>
                  </a:lnTo>
                  <a:lnTo>
                    <a:pt x="35" y="25"/>
                  </a:lnTo>
                  <a:lnTo>
                    <a:pt x="34" y="30"/>
                  </a:lnTo>
                  <a:lnTo>
                    <a:pt x="33" y="36"/>
                  </a:lnTo>
                  <a:lnTo>
                    <a:pt x="33" y="37"/>
                  </a:lnTo>
                  <a:lnTo>
                    <a:pt x="33" y="41"/>
                  </a:lnTo>
                  <a:lnTo>
                    <a:pt x="34" y="44"/>
                  </a:lnTo>
                  <a:lnTo>
                    <a:pt x="34" y="47"/>
                  </a:lnTo>
                  <a:lnTo>
                    <a:pt x="35" y="54"/>
                  </a:lnTo>
                  <a:lnTo>
                    <a:pt x="37" y="60"/>
                  </a:lnTo>
                  <a:lnTo>
                    <a:pt x="37" y="64"/>
                  </a:lnTo>
                  <a:lnTo>
                    <a:pt x="38" y="65"/>
                  </a:lnTo>
                  <a:lnTo>
                    <a:pt x="39" y="67"/>
                  </a:lnTo>
                  <a:lnTo>
                    <a:pt x="40" y="70"/>
                  </a:lnTo>
                  <a:lnTo>
                    <a:pt x="41" y="71"/>
                  </a:lnTo>
                  <a:lnTo>
                    <a:pt x="41" y="72"/>
                  </a:lnTo>
                  <a:lnTo>
                    <a:pt x="42" y="73"/>
                  </a:lnTo>
                  <a:lnTo>
                    <a:pt x="42" y="73"/>
                  </a:lnTo>
                  <a:lnTo>
                    <a:pt x="42" y="71"/>
                  </a:lnTo>
                  <a:lnTo>
                    <a:pt x="44" y="70"/>
                  </a:lnTo>
                  <a:lnTo>
                    <a:pt x="45" y="69"/>
                  </a:lnTo>
                  <a:lnTo>
                    <a:pt x="46" y="67"/>
                  </a:lnTo>
                  <a:lnTo>
                    <a:pt x="46" y="65"/>
                  </a:lnTo>
                  <a:lnTo>
                    <a:pt x="47" y="62"/>
                  </a:lnTo>
                  <a:lnTo>
                    <a:pt x="48" y="59"/>
                  </a:lnTo>
                  <a:lnTo>
                    <a:pt x="48" y="56"/>
                  </a:lnTo>
                  <a:lnTo>
                    <a:pt x="48" y="54"/>
                  </a:lnTo>
                  <a:lnTo>
                    <a:pt x="48" y="52"/>
                  </a:lnTo>
                  <a:lnTo>
                    <a:pt x="47" y="50"/>
                  </a:lnTo>
                  <a:lnTo>
                    <a:pt x="47" y="49"/>
                  </a:lnTo>
                  <a:lnTo>
                    <a:pt x="46" y="46"/>
                  </a:lnTo>
                  <a:lnTo>
                    <a:pt x="46" y="44"/>
                  </a:lnTo>
                  <a:lnTo>
                    <a:pt x="46" y="44"/>
                  </a:lnTo>
                  <a:lnTo>
                    <a:pt x="45" y="43"/>
                  </a:lnTo>
                  <a:lnTo>
                    <a:pt x="45" y="42"/>
                  </a:lnTo>
                  <a:lnTo>
                    <a:pt x="45" y="41"/>
                  </a:lnTo>
                  <a:lnTo>
                    <a:pt x="45" y="40"/>
                  </a:lnTo>
                  <a:lnTo>
                    <a:pt x="45" y="38"/>
                  </a:lnTo>
                  <a:lnTo>
                    <a:pt x="46" y="37"/>
                  </a:lnTo>
                  <a:lnTo>
                    <a:pt x="46" y="37"/>
                  </a:lnTo>
                  <a:lnTo>
                    <a:pt x="46" y="36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8" y="35"/>
                  </a:lnTo>
                  <a:lnTo>
                    <a:pt x="50" y="28"/>
                  </a:lnTo>
                  <a:lnTo>
                    <a:pt x="51" y="20"/>
                  </a:lnTo>
                  <a:lnTo>
                    <a:pt x="52" y="16"/>
                  </a:lnTo>
                  <a:lnTo>
                    <a:pt x="54" y="12"/>
                  </a:lnTo>
                  <a:lnTo>
                    <a:pt x="54" y="8"/>
                  </a:lnTo>
                  <a:lnTo>
                    <a:pt x="56" y="4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58" y="1"/>
                  </a:lnTo>
                  <a:lnTo>
                    <a:pt x="59" y="0"/>
                  </a:lnTo>
                  <a:lnTo>
                    <a:pt x="61" y="0"/>
                  </a:lnTo>
                  <a:lnTo>
                    <a:pt x="62" y="0"/>
                  </a:lnTo>
                  <a:lnTo>
                    <a:pt x="62" y="1"/>
                  </a:lnTo>
                  <a:lnTo>
                    <a:pt x="63" y="1"/>
                  </a:lnTo>
                  <a:lnTo>
                    <a:pt x="66" y="8"/>
                  </a:lnTo>
                  <a:lnTo>
                    <a:pt x="71" y="14"/>
                  </a:lnTo>
                  <a:lnTo>
                    <a:pt x="77" y="21"/>
                  </a:lnTo>
                  <a:lnTo>
                    <a:pt x="83" y="29"/>
                  </a:lnTo>
                  <a:lnTo>
                    <a:pt x="89" y="37"/>
                  </a:lnTo>
                  <a:lnTo>
                    <a:pt x="95" y="44"/>
                  </a:lnTo>
                  <a:lnTo>
                    <a:pt x="101" y="50"/>
                  </a:lnTo>
                  <a:lnTo>
                    <a:pt x="106" y="56"/>
                  </a:lnTo>
                  <a:lnTo>
                    <a:pt x="115" y="66"/>
                  </a:lnTo>
                  <a:lnTo>
                    <a:pt x="122" y="74"/>
                  </a:lnTo>
                  <a:lnTo>
                    <a:pt x="127" y="78"/>
                  </a:lnTo>
                  <a:lnTo>
                    <a:pt x="129" y="80"/>
                  </a:lnTo>
                  <a:lnTo>
                    <a:pt x="128" y="82"/>
                  </a:lnTo>
                  <a:lnTo>
                    <a:pt x="127" y="85"/>
                  </a:lnTo>
                  <a:lnTo>
                    <a:pt x="126" y="86"/>
                  </a:lnTo>
                  <a:lnTo>
                    <a:pt x="125" y="88"/>
                  </a:lnTo>
                  <a:lnTo>
                    <a:pt x="124" y="89"/>
                  </a:lnTo>
                  <a:lnTo>
                    <a:pt x="122" y="89"/>
                  </a:lnTo>
                  <a:lnTo>
                    <a:pt x="122" y="89"/>
                  </a:lnTo>
                  <a:lnTo>
                    <a:pt x="120" y="90"/>
                  </a:lnTo>
                  <a:lnTo>
                    <a:pt x="113" y="91"/>
                  </a:lnTo>
                  <a:lnTo>
                    <a:pt x="106" y="91"/>
                  </a:lnTo>
                  <a:lnTo>
                    <a:pt x="99" y="91"/>
                  </a:lnTo>
                  <a:lnTo>
                    <a:pt x="96" y="91"/>
                  </a:lnTo>
                  <a:lnTo>
                    <a:pt x="96" y="90"/>
                  </a:lnTo>
                  <a:lnTo>
                    <a:pt x="95" y="90"/>
                  </a:lnTo>
                  <a:lnTo>
                    <a:pt x="95" y="90"/>
                  </a:lnTo>
                  <a:lnTo>
                    <a:pt x="95" y="89"/>
                  </a:lnTo>
                  <a:lnTo>
                    <a:pt x="96" y="89"/>
                  </a:lnTo>
                  <a:lnTo>
                    <a:pt x="98" y="88"/>
                  </a:lnTo>
                  <a:lnTo>
                    <a:pt x="102" y="86"/>
                  </a:lnTo>
                  <a:lnTo>
                    <a:pt x="106" y="85"/>
                  </a:lnTo>
                  <a:lnTo>
                    <a:pt x="108" y="84"/>
                  </a:lnTo>
                  <a:lnTo>
                    <a:pt x="110" y="83"/>
                  </a:lnTo>
                  <a:lnTo>
                    <a:pt x="110" y="82"/>
                  </a:lnTo>
                  <a:lnTo>
                    <a:pt x="110" y="81"/>
                  </a:lnTo>
                  <a:lnTo>
                    <a:pt x="110" y="80"/>
                  </a:lnTo>
                  <a:lnTo>
                    <a:pt x="107" y="77"/>
                  </a:lnTo>
                  <a:lnTo>
                    <a:pt x="104" y="73"/>
                  </a:lnTo>
                  <a:lnTo>
                    <a:pt x="100" y="68"/>
                  </a:lnTo>
                  <a:lnTo>
                    <a:pt x="92" y="58"/>
                  </a:lnTo>
                  <a:lnTo>
                    <a:pt x="85" y="49"/>
                  </a:lnTo>
                  <a:lnTo>
                    <a:pt x="78" y="41"/>
                  </a:lnTo>
                  <a:lnTo>
                    <a:pt x="70" y="30"/>
                  </a:lnTo>
                  <a:lnTo>
                    <a:pt x="64" y="21"/>
                  </a:lnTo>
                  <a:lnTo>
                    <a:pt x="61" y="15"/>
                  </a:lnTo>
                  <a:lnTo>
                    <a:pt x="61" y="14"/>
                  </a:lnTo>
                  <a:lnTo>
                    <a:pt x="60" y="13"/>
                  </a:lnTo>
                  <a:lnTo>
                    <a:pt x="59" y="13"/>
                  </a:lnTo>
                  <a:lnTo>
                    <a:pt x="59" y="13"/>
                  </a:lnTo>
                  <a:lnTo>
                    <a:pt x="58" y="14"/>
                  </a:lnTo>
                  <a:lnTo>
                    <a:pt x="58" y="15"/>
                  </a:lnTo>
                  <a:lnTo>
                    <a:pt x="57" y="17"/>
                  </a:lnTo>
                  <a:lnTo>
                    <a:pt x="57" y="21"/>
                  </a:lnTo>
                  <a:lnTo>
                    <a:pt x="55" y="28"/>
                  </a:lnTo>
                  <a:lnTo>
                    <a:pt x="55" y="32"/>
                  </a:lnTo>
                  <a:lnTo>
                    <a:pt x="55" y="33"/>
                  </a:lnTo>
                  <a:lnTo>
                    <a:pt x="55" y="33"/>
                  </a:lnTo>
                  <a:lnTo>
                    <a:pt x="56" y="34"/>
                  </a:lnTo>
                  <a:lnTo>
                    <a:pt x="57" y="34"/>
                  </a:lnTo>
                  <a:lnTo>
                    <a:pt x="58" y="35"/>
                  </a:lnTo>
                  <a:lnTo>
                    <a:pt x="59" y="36"/>
                  </a:lnTo>
                  <a:lnTo>
                    <a:pt x="61" y="36"/>
                  </a:lnTo>
                  <a:lnTo>
                    <a:pt x="62" y="37"/>
                  </a:lnTo>
                  <a:lnTo>
                    <a:pt x="62" y="38"/>
                  </a:lnTo>
                  <a:lnTo>
                    <a:pt x="63" y="40"/>
                  </a:lnTo>
                  <a:lnTo>
                    <a:pt x="63" y="41"/>
                  </a:lnTo>
                  <a:lnTo>
                    <a:pt x="62" y="44"/>
                  </a:lnTo>
                  <a:lnTo>
                    <a:pt x="60" y="49"/>
                  </a:lnTo>
                  <a:lnTo>
                    <a:pt x="58" y="53"/>
                  </a:lnTo>
                  <a:lnTo>
                    <a:pt x="58" y="55"/>
                  </a:lnTo>
                  <a:lnTo>
                    <a:pt x="56" y="57"/>
                  </a:lnTo>
                  <a:lnTo>
                    <a:pt x="56" y="58"/>
                  </a:lnTo>
                  <a:lnTo>
                    <a:pt x="56" y="60"/>
                  </a:lnTo>
                  <a:lnTo>
                    <a:pt x="56" y="61"/>
                  </a:lnTo>
                  <a:lnTo>
                    <a:pt x="57" y="65"/>
                  </a:lnTo>
                  <a:lnTo>
                    <a:pt x="57" y="68"/>
                  </a:lnTo>
                  <a:lnTo>
                    <a:pt x="58" y="69"/>
                  </a:lnTo>
                  <a:lnTo>
                    <a:pt x="58" y="71"/>
                  </a:lnTo>
                  <a:lnTo>
                    <a:pt x="58" y="72"/>
                  </a:lnTo>
                  <a:lnTo>
                    <a:pt x="58" y="73"/>
                  </a:lnTo>
                  <a:lnTo>
                    <a:pt x="58" y="74"/>
                  </a:lnTo>
                  <a:lnTo>
                    <a:pt x="58" y="75"/>
                  </a:lnTo>
                  <a:lnTo>
                    <a:pt x="57" y="76"/>
                  </a:lnTo>
                  <a:lnTo>
                    <a:pt x="56" y="77"/>
                  </a:lnTo>
                  <a:lnTo>
                    <a:pt x="55" y="77"/>
                  </a:lnTo>
                  <a:lnTo>
                    <a:pt x="51" y="76"/>
                  </a:lnTo>
                  <a:lnTo>
                    <a:pt x="49" y="76"/>
                  </a:lnTo>
                  <a:lnTo>
                    <a:pt x="49" y="91"/>
                  </a:lnTo>
                  <a:lnTo>
                    <a:pt x="47" y="93"/>
                  </a:lnTo>
                  <a:lnTo>
                    <a:pt x="43" y="96"/>
                  </a:lnTo>
                  <a:lnTo>
                    <a:pt x="42" y="97"/>
                  </a:lnTo>
                  <a:lnTo>
                    <a:pt x="40" y="97"/>
                  </a:lnTo>
                  <a:lnTo>
                    <a:pt x="40" y="97"/>
                  </a:lnTo>
                  <a:lnTo>
                    <a:pt x="39" y="97"/>
                  </a:lnTo>
                  <a:lnTo>
                    <a:pt x="39" y="97"/>
                  </a:lnTo>
                  <a:lnTo>
                    <a:pt x="39" y="97"/>
                  </a:lnTo>
                  <a:lnTo>
                    <a:pt x="40" y="93"/>
                  </a:lnTo>
                  <a:lnTo>
                    <a:pt x="42" y="89"/>
                  </a:lnTo>
                  <a:lnTo>
                    <a:pt x="42" y="85"/>
                  </a:lnTo>
                  <a:lnTo>
                    <a:pt x="43" y="83"/>
                  </a:lnTo>
                  <a:lnTo>
                    <a:pt x="43" y="81"/>
                  </a:lnTo>
                  <a:lnTo>
                    <a:pt x="42" y="80"/>
                  </a:lnTo>
                  <a:lnTo>
                    <a:pt x="42" y="79"/>
                  </a:lnTo>
                  <a:lnTo>
                    <a:pt x="41" y="78"/>
                  </a:lnTo>
                  <a:lnTo>
                    <a:pt x="39" y="77"/>
                  </a:lnTo>
                  <a:lnTo>
                    <a:pt x="38" y="77"/>
                  </a:lnTo>
                  <a:lnTo>
                    <a:pt x="38" y="75"/>
                  </a:lnTo>
                  <a:lnTo>
                    <a:pt x="37" y="73"/>
                  </a:lnTo>
                  <a:lnTo>
                    <a:pt x="35" y="69"/>
                  </a:lnTo>
                  <a:lnTo>
                    <a:pt x="32" y="64"/>
                  </a:lnTo>
                  <a:lnTo>
                    <a:pt x="30" y="61"/>
                  </a:lnTo>
                  <a:lnTo>
                    <a:pt x="29" y="59"/>
                  </a:lnTo>
                  <a:lnTo>
                    <a:pt x="28" y="58"/>
                  </a:lnTo>
                  <a:lnTo>
                    <a:pt x="28" y="57"/>
                  </a:lnTo>
                  <a:lnTo>
                    <a:pt x="27" y="57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4" y="61"/>
                  </a:lnTo>
                  <a:lnTo>
                    <a:pt x="23" y="64"/>
                  </a:lnTo>
                  <a:lnTo>
                    <a:pt x="22" y="66"/>
                  </a:lnTo>
                  <a:lnTo>
                    <a:pt x="21" y="73"/>
                  </a:lnTo>
                  <a:lnTo>
                    <a:pt x="20" y="77"/>
                  </a:lnTo>
                  <a:lnTo>
                    <a:pt x="19" y="81"/>
                  </a:lnTo>
                  <a:lnTo>
                    <a:pt x="19" y="83"/>
                  </a:lnTo>
                  <a:lnTo>
                    <a:pt x="19" y="83"/>
                  </a:lnTo>
                  <a:close/>
                  <a:moveTo>
                    <a:pt x="70" y="90"/>
                  </a:moveTo>
                  <a:lnTo>
                    <a:pt x="77" y="97"/>
                  </a:lnTo>
                  <a:lnTo>
                    <a:pt x="76" y="98"/>
                  </a:lnTo>
                  <a:lnTo>
                    <a:pt x="75" y="100"/>
                  </a:lnTo>
                  <a:lnTo>
                    <a:pt x="74" y="102"/>
                  </a:lnTo>
                  <a:lnTo>
                    <a:pt x="72" y="106"/>
                  </a:lnTo>
                  <a:lnTo>
                    <a:pt x="72" y="107"/>
                  </a:lnTo>
                  <a:lnTo>
                    <a:pt x="73" y="108"/>
                  </a:lnTo>
                  <a:lnTo>
                    <a:pt x="74" y="108"/>
                  </a:lnTo>
                  <a:lnTo>
                    <a:pt x="74" y="107"/>
                  </a:lnTo>
                  <a:lnTo>
                    <a:pt x="77" y="105"/>
                  </a:lnTo>
                  <a:lnTo>
                    <a:pt x="78" y="102"/>
                  </a:lnTo>
                  <a:lnTo>
                    <a:pt x="79" y="101"/>
                  </a:lnTo>
                  <a:lnTo>
                    <a:pt x="80" y="101"/>
                  </a:lnTo>
                  <a:lnTo>
                    <a:pt x="80" y="101"/>
                  </a:lnTo>
                  <a:lnTo>
                    <a:pt x="82" y="101"/>
                  </a:lnTo>
                  <a:lnTo>
                    <a:pt x="83" y="103"/>
                  </a:lnTo>
                  <a:lnTo>
                    <a:pt x="86" y="105"/>
                  </a:lnTo>
                  <a:lnTo>
                    <a:pt x="87" y="107"/>
                  </a:lnTo>
                  <a:lnTo>
                    <a:pt x="89" y="108"/>
                  </a:lnTo>
                  <a:lnTo>
                    <a:pt x="90" y="109"/>
                  </a:lnTo>
                  <a:lnTo>
                    <a:pt x="91" y="109"/>
                  </a:lnTo>
                  <a:lnTo>
                    <a:pt x="93" y="109"/>
                  </a:lnTo>
                  <a:lnTo>
                    <a:pt x="94" y="109"/>
                  </a:lnTo>
                  <a:lnTo>
                    <a:pt x="96" y="109"/>
                  </a:lnTo>
                  <a:lnTo>
                    <a:pt x="98" y="109"/>
                  </a:lnTo>
                  <a:lnTo>
                    <a:pt x="98" y="109"/>
                  </a:lnTo>
                  <a:lnTo>
                    <a:pt x="99" y="109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100" y="106"/>
                  </a:lnTo>
                  <a:lnTo>
                    <a:pt x="100" y="105"/>
                  </a:lnTo>
                  <a:lnTo>
                    <a:pt x="98" y="102"/>
                  </a:lnTo>
                  <a:lnTo>
                    <a:pt x="98" y="101"/>
                  </a:lnTo>
                  <a:lnTo>
                    <a:pt x="96" y="99"/>
                  </a:lnTo>
                  <a:lnTo>
                    <a:pt x="92" y="95"/>
                  </a:lnTo>
                  <a:lnTo>
                    <a:pt x="88" y="89"/>
                  </a:lnTo>
                  <a:lnTo>
                    <a:pt x="86" y="86"/>
                  </a:lnTo>
                  <a:lnTo>
                    <a:pt x="85" y="85"/>
                  </a:lnTo>
                  <a:lnTo>
                    <a:pt x="85" y="81"/>
                  </a:lnTo>
                  <a:lnTo>
                    <a:pt x="86" y="78"/>
                  </a:lnTo>
                  <a:lnTo>
                    <a:pt x="86" y="75"/>
                  </a:lnTo>
                  <a:lnTo>
                    <a:pt x="86" y="73"/>
                  </a:lnTo>
                  <a:lnTo>
                    <a:pt x="85" y="73"/>
                  </a:lnTo>
                  <a:lnTo>
                    <a:pt x="85" y="73"/>
                  </a:lnTo>
                  <a:lnTo>
                    <a:pt x="83" y="73"/>
                  </a:lnTo>
                  <a:lnTo>
                    <a:pt x="82" y="73"/>
                  </a:lnTo>
                  <a:lnTo>
                    <a:pt x="80" y="74"/>
                  </a:lnTo>
                  <a:lnTo>
                    <a:pt x="80" y="77"/>
                  </a:lnTo>
                  <a:lnTo>
                    <a:pt x="80" y="79"/>
                  </a:lnTo>
                  <a:lnTo>
                    <a:pt x="80" y="82"/>
                  </a:lnTo>
                  <a:lnTo>
                    <a:pt x="80" y="84"/>
                  </a:lnTo>
                  <a:lnTo>
                    <a:pt x="75" y="86"/>
                  </a:lnTo>
                  <a:lnTo>
                    <a:pt x="70" y="90"/>
                  </a:lnTo>
                  <a:lnTo>
                    <a:pt x="70" y="90"/>
                  </a:lnTo>
                  <a:close/>
                  <a:moveTo>
                    <a:pt x="67" y="84"/>
                  </a:moveTo>
                  <a:lnTo>
                    <a:pt x="68" y="84"/>
                  </a:lnTo>
                  <a:lnTo>
                    <a:pt x="69" y="84"/>
                  </a:lnTo>
                  <a:lnTo>
                    <a:pt x="69" y="84"/>
                  </a:lnTo>
                  <a:lnTo>
                    <a:pt x="69" y="83"/>
                  </a:lnTo>
                  <a:lnTo>
                    <a:pt x="69" y="82"/>
                  </a:lnTo>
                  <a:lnTo>
                    <a:pt x="70" y="82"/>
                  </a:lnTo>
                  <a:lnTo>
                    <a:pt x="70" y="79"/>
                  </a:lnTo>
                  <a:lnTo>
                    <a:pt x="72" y="77"/>
                  </a:lnTo>
                  <a:lnTo>
                    <a:pt x="74" y="73"/>
                  </a:lnTo>
                  <a:lnTo>
                    <a:pt x="75" y="71"/>
                  </a:lnTo>
                  <a:lnTo>
                    <a:pt x="75" y="70"/>
                  </a:lnTo>
                  <a:lnTo>
                    <a:pt x="75" y="69"/>
                  </a:lnTo>
                  <a:lnTo>
                    <a:pt x="74" y="69"/>
                  </a:lnTo>
                  <a:lnTo>
                    <a:pt x="74" y="69"/>
                  </a:lnTo>
                  <a:lnTo>
                    <a:pt x="73" y="68"/>
                  </a:lnTo>
                  <a:lnTo>
                    <a:pt x="72" y="67"/>
                  </a:lnTo>
                  <a:lnTo>
                    <a:pt x="71" y="67"/>
                  </a:lnTo>
                  <a:lnTo>
                    <a:pt x="70" y="67"/>
                  </a:lnTo>
                  <a:lnTo>
                    <a:pt x="69" y="67"/>
                  </a:lnTo>
                  <a:lnTo>
                    <a:pt x="68" y="68"/>
                  </a:lnTo>
                  <a:lnTo>
                    <a:pt x="66" y="69"/>
                  </a:lnTo>
                  <a:lnTo>
                    <a:pt x="66" y="70"/>
                  </a:lnTo>
                  <a:lnTo>
                    <a:pt x="65" y="71"/>
                  </a:lnTo>
                  <a:lnTo>
                    <a:pt x="65" y="73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4" y="75"/>
                  </a:lnTo>
                  <a:lnTo>
                    <a:pt x="63" y="77"/>
                  </a:lnTo>
                  <a:lnTo>
                    <a:pt x="62" y="77"/>
                  </a:lnTo>
                  <a:lnTo>
                    <a:pt x="61" y="78"/>
                  </a:lnTo>
                  <a:lnTo>
                    <a:pt x="59" y="80"/>
                  </a:lnTo>
                  <a:lnTo>
                    <a:pt x="58" y="81"/>
                  </a:lnTo>
                  <a:lnTo>
                    <a:pt x="58" y="82"/>
                  </a:lnTo>
                  <a:lnTo>
                    <a:pt x="58" y="83"/>
                  </a:lnTo>
                  <a:lnTo>
                    <a:pt x="58" y="85"/>
                  </a:lnTo>
                  <a:lnTo>
                    <a:pt x="59" y="85"/>
                  </a:lnTo>
                  <a:lnTo>
                    <a:pt x="59" y="85"/>
                  </a:lnTo>
                  <a:lnTo>
                    <a:pt x="60" y="86"/>
                  </a:lnTo>
                  <a:lnTo>
                    <a:pt x="61" y="86"/>
                  </a:lnTo>
                  <a:lnTo>
                    <a:pt x="62" y="86"/>
                  </a:lnTo>
                  <a:lnTo>
                    <a:pt x="62" y="86"/>
                  </a:lnTo>
                  <a:lnTo>
                    <a:pt x="63" y="85"/>
                  </a:lnTo>
                  <a:lnTo>
                    <a:pt x="66" y="84"/>
                  </a:lnTo>
                  <a:lnTo>
                    <a:pt x="67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2" name="îŝļîḓè"/>
            <p:cNvSpPr/>
            <p:nvPr/>
          </p:nvSpPr>
          <p:spPr bwMode="auto">
            <a:xfrm>
              <a:off x="2708276" y="2566988"/>
              <a:ext cx="76200" cy="209550"/>
            </a:xfrm>
            <a:custGeom>
              <a:avLst/>
              <a:gdLst>
                <a:gd name="T0" fmla="*/ 1 w 48"/>
                <a:gd name="T1" fmla="*/ 31 h 132"/>
                <a:gd name="T2" fmla="*/ 9 w 48"/>
                <a:gd name="T3" fmla="*/ 20 h 132"/>
                <a:gd name="T4" fmla="*/ 26 w 48"/>
                <a:gd name="T5" fmla="*/ 4 h 132"/>
                <a:gd name="T6" fmla="*/ 34 w 48"/>
                <a:gd name="T7" fmla="*/ 0 h 132"/>
                <a:gd name="T8" fmla="*/ 40 w 48"/>
                <a:gd name="T9" fmla="*/ 1 h 132"/>
                <a:gd name="T10" fmla="*/ 41 w 48"/>
                <a:gd name="T11" fmla="*/ 4 h 132"/>
                <a:gd name="T12" fmla="*/ 38 w 48"/>
                <a:gd name="T13" fmla="*/ 20 h 132"/>
                <a:gd name="T14" fmla="*/ 32 w 48"/>
                <a:gd name="T15" fmla="*/ 60 h 132"/>
                <a:gd name="T16" fmla="*/ 28 w 48"/>
                <a:gd name="T17" fmla="*/ 65 h 132"/>
                <a:gd name="T18" fmla="*/ 20 w 48"/>
                <a:gd name="T19" fmla="*/ 70 h 132"/>
                <a:gd name="T20" fmla="*/ 20 w 48"/>
                <a:gd name="T21" fmla="*/ 81 h 132"/>
                <a:gd name="T22" fmla="*/ 22 w 48"/>
                <a:gd name="T23" fmla="*/ 90 h 132"/>
                <a:gd name="T24" fmla="*/ 31 w 48"/>
                <a:gd name="T25" fmla="*/ 90 h 132"/>
                <a:gd name="T26" fmla="*/ 35 w 48"/>
                <a:gd name="T27" fmla="*/ 91 h 132"/>
                <a:gd name="T28" fmla="*/ 35 w 48"/>
                <a:gd name="T29" fmla="*/ 97 h 132"/>
                <a:gd name="T30" fmla="*/ 27 w 48"/>
                <a:gd name="T31" fmla="*/ 114 h 132"/>
                <a:gd name="T32" fmla="*/ 26 w 48"/>
                <a:gd name="T33" fmla="*/ 120 h 132"/>
                <a:gd name="T34" fmla="*/ 34 w 48"/>
                <a:gd name="T35" fmla="*/ 117 h 132"/>
                <a:gd name="T36" fmla="*/ 42 w 48"/>
                <a:gd name="T37" fmla="*/ 114 h 132"/>
                <a:gd name="T38" fmla="*/ 47 w 48"/>
                <a:gd name="T39" fmla="*/ 118 h 132"/>
                <a:gd name="T40" fmla="*/ 48 w 48"/>
                <a:gd name="T41" fmla="*/ 124 h 132"/>
                <a:gd name="T42" fmla="*/ 41 w 48"/>
                <a:gd name="T43" fmla="*/ 129 h 132"/>
                <a:gd name="T44" fmla="*/ 30 w 48"/>
                <a:gd name="T45" fmla="*/ 132 h 132"/>
                <a:gd name="T46" fmla="*/ 16 w 48"/>
                <a:gd name="T47" fmla="*/ 131 h 132"/>
                <a:gd name="T48" fmla="*/ 13 w 48"/>
                <a:gd name="T49" fmla="*/ 128 h 132"/>
                <a:gd name="T50" fmla="*/ 15 w 48"/>
                <a:gd name="T51" fmla="*/ 124 h 132"/>
                <a:gd name="T52" fmla="*/ 16 w 48"/>
                <a:gd name="T53" fmla="*/ 121 h 132"/>
                <a:gd name="T54" fmla="*/ 16 w 48"/>
                <a:gd name="T55" fmla="*/ 108 h 132"/>
                <a:gd name="T56" fmla="*/ 12 w 48"/>
                <a:gd name="T57" fmla="*/ 106 h 132"/>
                <a:gd name="T58" fmla="*/ 10 w 48"/>
                <a:gd name="T59" fmla="*/ 102 h 132"/>
                <a:gd name="T60" fmla="*/ 12 w 48"/>
                <a:gd name="T61" fmla="*/ 91 h 132"/>
                <a:gd name="T62" fmla="*/ 7 w 48"/>
                <a:gd name="T63" fmla="*/ 81 h 132"/>
                <a:gd name="T64" fmla="*/ 4 w 48"/>
                <a:gd name="T65" fmla="*/ 78 h 132"/>
                <a:gd name="T66" fmla="*/ 8 w 48"/>
                <a:gd name="T67" fmla="*/ 73 h 132"/>
                <a:gd name="T68" fmla="*/ 10 w 48"/>
                <a:gd name="T69" fmla="*/ 62 h 132"/>
                <a:gd name="T70" fmla="*/ 10 w 48"/>
                <a:gd name="T71" fmla="*/ 60 h 132"/>
                <a:gd name="T72" fmla="*/ 5 w 48"/>
                <a:gd name="T73" fmla="*/ 60 h 132"/>
                <a:gd name="T74" fmla="*/ 4 w 48"/>
                <a:gd name="T75" fmla="*/ 56 h 132"/>
                <a:gd name="T76" fmla="*/ 8 w 48"/>
                <a:gd name="T77" fmla="*/ 52 h 132"/>
                <a:gd name="T78" fmla="*/ 12 w 48"/>
                <a:gd name="T79" fmla="*/ 49 h 132"/>
                <a:gd name="T80" fmla="*/ 14 w 48"/>
                <a:gd name="T81" fmla="*/ 34 h 132"/>
                <a:gd name="T82" fmla="*/ 19 w 48"/>
                <a:gd name="T83" fmla="*/ 32 h 132"/>
                <a:gd name="T84" fmla="*/ 20 w 48"/>
                <a:gd name="T85" fmla="*/ 39 h 132"/>
                <a:gd name="T86" fmla="*/ 20 w 48"/>
                <a:gd name="T87" fmla="*/ 49 h 132"/>
                <a:gd name="T88" fmla="*/ 23 w 48"/>
                <a:gd name="T89" fmla="*/ 49 h 132"/>
                <a:gd name="T90" fmla="*/ 30 w 48"/>
                <a:gd name="T91" fmla="*/ 18 h 132"/>
                <a:gd name="T92" fmla="*/ 30 w 48"/>
                <a:gd name="T93" fmla="*/ 10 h 132"/>
                <a:gd name="T94" fmla="*/ 18 w 48"/>
                <a:gd name="T95" fmla="*/ 21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8" h="132">
                  <a:moveTo>
                    <a:pt x="8" y="32"/>
                  </a:moveTo>
                  <a:lnTo>
                    <a:pt x="0" y="36"/>
                  </a:lnTo>
                  <a:lnTo>
                    <a:pt x="0" y="34"/>
                  </a:lnTo>
                  <a:lnTo>
                    <a:pt x="1" y="31"/>
                  </a:lnTo>
                  <a:lnTo>
                    <a:pt x="3" y="28"/>
                  </a:lnTo>
                  <a:lnTo>
                    <a:pt x="4" y="27"/>
                  </a:lnTo>
                  <a:lnTo>
                    <a:pt x="6" y="24"/>
                  </a:lnTo>
                  <a:lnTo>
                    <a:pt x="9" y="20"/>
                  </a:lnTo>
                  <a:lnTo>
                    <a:pt x="16" y="14"/>
                  </a:lnTo>
                  <a:lnTo>
                    <a:pt x="21" y="8"/>
                  </a:lnTo>
                  <a:lnTo>
                    <a:pt x="24" y="6"/>
                  </a:lnTo>
                  <a:lnTo>
                    <a:pt x="26" y="4"/>
                  </a:lnTo>
                  <a:lnTo>
                    <a:pt x="28" y="3"/>
                  </a:lnTo>
                  <a:lnTo>
                    <a:pt x="30" y="1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6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1"/>
                  </a:lnTo>
                  <a:lnTo>
                    <a:pt x="40" y="2"/>
                  </a:lnTo>
                  <a:lnTo>
                    <a:pt x="41" y="3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8"/>
                  </a:lnTo>
                  <a:lnTo>
                    <a:pt x="40" y="12"/>
                  </a:lnTo>
                  <a:lnTo>
                    <a:pt x="39" y="17"/>
                  </a:lnTo>
                  <a:lnTo>
                    <a:pt x="38" y="20"/>
                  </a:lnTo>
                  <a:lnTo>
                    <a:pt x="36" y="28"/>
                  </a:lnTo>
                  <a:lnTo>
                    <a:pt x="35" y="40"/>
                  </a:lnTo>
                  <a:lnTo>
                    <a:pt x="33" y="53"/>
                  </a:lnTo>
                  <a:lnTo>
                    <a:pt x="32" y="60"/>
                  </a:lnTo>
                  <a:lnTo>
                    <a:pt x="32" y="61"/>
                  </a:lnTo>
                  <a:lnTo>
                    <a:pt x="31" y="63"/>
                  </a:lnTo>
                  <a:lnTo>
                    <a:pt x="29" y="64"/>
                  </a:lnTo>
                  <a:lnTo>
                    <a:pt x="28" y="65"/>
                  </a:lnTo>
                  <a:lnTo>
                    <a:pt x="24" y="68"/>
                  </a:lnTo>
                  <a:lnTo>
                    <a:pt x="22" y="68"/>
                  </a:lnTo>
                  <a:lnTo>
                    <a:pt x="21" y="69"/>
                  </a:lnTo>
                  <a:lnTo>
                    <a:pt x="20" y="70"/>
                  </a:lnTo>
                  <a:lnTo>
                    <a:pt x="20" y="71"/>
                  </a:lnTo>
                  <a:lnTo>
                    <a:pt x="20" y="72"/>
                  </a:lnTo>
                  <a:lnTo>
                    <a:pt x="20" y="76"/>
                  </a:lnTo>
                  <a:lnTo>
                    <a:pt x="20" y="81"/>
                  </a:lnTo>
                  <a:lnTo>
                    <a:pt x="20" y="86"/>
                  </a:lnTo>
                  <a:lnTo>
                    <a:pt x="21" y="89"/>
                  </a:lnTo>
                  <a:lnTo>
                    <a:pt x="22" y="89"/>
                  </a:lnTo>
                  <a:lnTo>
                    <a:pt x="22" y="90"/>
                  </a:lnTo>
                  <a:lnTo>
                    <a:pt x="23" y="91"/>
                  </a:lnTo>
                  <a:lnTo>
                    <a:pt x="24" y="91"/>
                  </a:lnTo>
                  <a:lnTo>
                    <a:pt x="27" y="90"/>
                  </a:lnTo>
                  <a:lnTo>
                    <a:pt x="31" y="90"/>
                  </a:lnTo>
                  <a:lnTo>
                    <a:pt x="32" y="90"/>
                  </a:lnTo>
                  <a:lnTo>
                    <a:pt x="34" y="90"/>
                  </a:lnTo>
                  <a:lnTo>
                    <a:pt x="35" y="91"/>
                  </a:lnTo>
                  <a:lnTo>
                    <a:pt x="35" y="91"/>
                  </a:lnTo>
                  <a:lnTo>
                    <a:pt x="36" y="92"/>
                  </a:lnTo>
                  <a:lnTo>
                    <a:pt x="36" y="92"/>
                  </a:lnTo>
                  <a:lnTo>
                    <a:pt x="36" y="95"/>
                  </a:lnTo>
                  <a:lnTo>
                    <a:pt x="35" y="97"/>
                  </a:lnTo>
                  <a:lnTo>
                    <a:pt x="33" y="100"/>
                  </a:lnTo>
                  <a:lnTo>
                    <a:pt x="32" y="104"/>
                  </a:lnTo>
                  <a:lnTo>
                    <a:pt x="28" y="111"/>
                  </a:lnTo>
                  <a:lnTo>
                    <a:pt x="27" y="114"/>
                  </a:lnTo>
                  <a:lnTo>
                    <a:pt x="26" y="116"/>
                  </a:lnTo>
                  <a:lnTo>
                    <a:pt x="25" y="118"/>
                  </a:lnTo>
                  <a:lnTo>
                    <a:pt x="25" y="119"/>
                  </a:lnTo>
                  <a:lnTo>
                    <a:pt x="26" y="120"/>
                  </a:lnTo>
                  <a:lnTo>
                    <a:pt x="27" y="120"/>
                  </a:lnTo>
                  <a:lnTo>
                    <a:pt x="28" y="120"/>
                  </a:lnTo>
                  <a:lnTo>
                    <a:pt x="31" y="119"/>
                  </a:lnTo>
                  <a:lnTo>
                    <a:pt x="34" y="117"/>
                  </a:lnTo>
                  <a:lnTo>
                    <a:pt x="37" y="116"/>
                  </a:lnTo>
                  <a:lnTo>
                    <a:pt x="40" y="115"/>
                  </a:lnTo>
                  <a:lnTo>
                    <a:pt x="40" y="115"/>
                  </a:lnTo>
                  <a:lnTo>
                    <a:pt x="42" y="114"/>
                  </a:lnTo>
                  <a:lnTo>
                    <a:pt x="43" y="114"/>
                  </a:lnTo>
                  <a:lnTo>
                    <a:pt x="44" y="115"/>
                  </a:lnTo>
                  <a:lnTo>
                    <a:pt x="45" y="116"/>
                  </a:lnTo>
                  <a:lnTo>
                    <a:pt x="47" y="118"/>
                  </a:lnTo>
                  <a:lnTo>
                    <a:pt x="48" y="120"/>
                  </a:lnTo>
                  <a:lnTo>
                    <a:pt x="48" y="121"/>
                  </a:lnTo>
                  <a:lnTo>
                    <a:pt x="48" y="123"/>
                  </a:lnTo>
                  <a:lnTo>
                    <a:pt x="48" y="124"/>
                  </a:lnTo>
                  <a:lnTo>
                    <a:pt x="48" y="126"/>
                  </a:lnTo>
                  <a:lnTo>
                    <a:pt x="46" y="128"/>
                  </a:lnTo>
                  <a:lnTo>
                    <a:pt x="44" y="128"/>
                  </a:lnTo>
                  <a:lnTo>
                    <a:pt x="41" y="129"/>
                  </a:lnTo>
                  <a:lnTo>
                    <a:pt x="37" y="130"/>
                  </a:lnTo>
                  <a:lnTo>
                    <a:pt x="35" y="131"/>
                  </a:lnTo>
                  <a:lnTo>
                    <a:pt x="32" y="132"/>
                  </a:lnTo>
                  <a:lnTo>
                    <a:pt x="30" y="132"/>
                  </a:lnTo>
                  <a:lnTo>
                    <a:pt x="26" y="132"/>
                  </a:lnTo>
                  <a:lnTo>
                    <a:pt x="20" y="132"/>
                  </a:lnTo>
                  <a:lnTo>
                    <a:pt x="18" y="132"/>
                  </a:lnTo>
                  <a:lnTo>
                    <a:pt x="16" y="131"/>
                  </a:lnTo>
                  <a:lnTo>
                    <a:pt x="15" y="130"/>
                  </a:lnTo>
                  <a:lnTo>
                    <a:pt x="14" y="130"/>
                  </a:lnTo>
                  <a:lnTo>
                    <a:pt x="13" y="128"/>
                  </a:lnTo>
                  <a:lnTo>
                    <a:pt x="13" y="128"/>
                  </a:lnTo>
                  <a:lnTo>
                    <a:pt x="13" y="127"/>
                  </a:lnTo>
                  <a:lnTo>
                    <a:pt x="13" y="125"/>
                  </a:lnTo>
                  <a:lnTo>
                    <a:pt x="14" y="124"/>
                  </a:lnTo>
                  <a:lnTo>
                    <a:pt x="15" y="124"/>
                  </a:lnTo>
                  <a:lnTo>
                    <a:pt x="16" y="124"/>
                  </a:lnTo>
                  <a:lnTo>
                    <a:pt x="16" y="123"/>
                  </a:lnTo>
                  <a:lnTo>
                    <a:pt x="17" y="122"/>
                  </a:lnTo>
                  <a:lnTo>
                    <a:pt x="16" y="121"/>
                  </a:lnTo>
                  <a:lnTo>
                    <a:pt x="16" y="118"/>
                  </a:lnTo>
                  <a:lnTo>
                    <a:pt x="16" y="113"/>
                  </a:lnTo>
                  <a:lnTo>
                    <a:pt x="16" y="111"/>
                  </a:lnTo>
                  <a:lnTo>
                    <a:pt x="16" y="108"/>
                  </a:lnTo>
                  <a:lnTo>
                    <a:pt x="16" y="108"/>
                  </a:lnTo>
                  <a:lnTo>
                    <a:pt x="16" y="107"/>
                  </a:lnTo>
                  <a:lnTo>
                    <a:pt x="14" y="107"/>
                  </a:lnTo>
                  <a:lnTo>
                    <a:pt x="12" y="106"/>
                  </a:lnTo>
                  <a:lnTo>
                    <a:pt x="11" y="104"/>
                  </a:lnTo>
                  <a:lnTo>
                    <a:pt x="10" y="104"/>
                  </a:lnTo>
                  <a:lnTo>
                    <a:pt x="10" y="103"/>
                  </a:lnTo>
                  <a:lnTo>
                    <a:pt x="10" y="102"/>
                  </a:lnTo>
                  <a:lnTo>
                    <a:pt x="12" y="100"/>
                  </a:lnTo>
                  <a:lnTo>
                    <a:pt x="13" y="98"/>
                  </a:lnTo>
                  <a:lnTo>
                    <a:pt x="13" y="95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1" y="85"/>
                  </a:lnTo>
                  <a:lnTo>
                    <a:pt x="9" y="84"/>
                  </a:lnTo>
                  <a:lnTo>
                    <a:pt x="7" y="81"/>
                  </a:lnTo>
                  <a:lnTo>
                    <a:pt x="5" y="80"/>
                  </a:lnTo>
                  <a:lnTo>
                    <a:pt x="5" y="79"/>
                  </a:lnTo>
                  <a:lnTo>
                    <a:pt x="4" y="79"/>
                  </a:lnTo>
                  <a:lnTo>
                    <a:pt x="4" y="78"/>
                  </a:lnTo>
                  <a:lnTo>
                    <a:pt x="5" y="77"/>
                  </a:lnTo>
                  <a:lnTo>
                    <a:pt x="5" y="76"/>
                  </a:lnTo>
                  <a:lnTo>
                    <a:pt x="7" y="75"/>
                  </a:lnTo>
                  <a:lnTo>
                    <a:pt x="8" y="73"/>
                  </a:lnTo>
                  <a:lnTo>
                    <a:pt x="8" y="70"/>
                  </a:lnTo>
                  <a:lnTo>
                    <a:pt x="9" y="67"/>
                  </a:lnTo>
                  <a:lnTo>
                    <a:pt x="9" y="64"/>
                  </a:lnTo>
                  <a:lnTo>
                    <a:pt x="10" y="62"/>
                  </a:lnTo>
                  <a:lnTo>
                    <a:pt x="11" y="61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10" y="60"/>
                  </a:lnTo>
                  <a:lnTo>
                    <a:pt x="8" y="60"/>
                  </a:lnTo>
                  <a:lnTo>
                    <a:pt x="8" y="60"/>
                  </a:lnTo>
                  <a:lnTo>
                    <a:pt x="7" y="60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4" y="58"/>
                  </a:lnTo>
                  <a:lnTo>
                    <a:pt x="4" y="57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5" y="54"/>
                  </a:lnTo>
                  <a:lnTo>
                    <a:pt x="7" y="53"/>
                  </a:lnTo>
                  <a:lnTo>
                    <a:pt x="8" y="52"/>
                  </a:lnTo>
                  <a:lnTo>
                    <a:pt x="10" y="52"/>
                  </a:lnTo>
                  <a:lnTo>
                    <a:pt x="11" y="52"/>
                  </a:lnTo>
                  <a:lnTo>
                    <a:pt x="12" y="51"/>
                  </a:lnTo>
                  <a:lnTo>
                    <a:pt x="12" y="49"/>
                  </a:lnTo>
                  <a:lnTo>
                    <a:pt x="13" y="45"/>
                  </a:lnTo>
                  <a:lnTo>
                    <a:pt x="13" y="40"/>
                  </a:lnTo>
                  <a:lnTo>
                    <a:pt x="14" y="35"/>
                  </a:lnTo>
                  <a:lnTo>
                    <a:pt x="14" y="34"/>
                  </a:lnTo>
                  <a:lnTo>
                    <a:pt x="15" y="34"/>
                  </a:lnTo>
                  <a:lnTo>
                    <a:pt x="16" y="32"/>
                  </a:lnTo>
                  <a:lnTo>
                    <a:pt x="17" y="32"/>
                  </a:lnTo>
                  <a:lnTo>
                    <a:pt x="19" y="32"/>
                  </a:lnTo>
                  <a:lnTo>
                    <a:pt x="19" y="32"/>
                  </a:lnTo>
                  <a:lnTo>
                    <a:pt x="20" y="33"/>
                  </a:lnTo>
                  <a:lnTo>
                    <a:pt x="20" y="36"/>
                  </a:lnTo>
                  <a:lnTo>
                    <a:pt x="20" y="39"/>
                  </a:lnTo>
                  <a:lnTo>
                    <a:pt x="20" y="41"/>
                  </a:lnTo>
                  <a:lnTo>
                    <a:pt x="20" y="44"/>
                  </a:lnTo>
                  <a:lnTo>
                    <a:pt x="20" y="47"/>
                  </a:lnTo>
                  <a:lnTo>
                    <a:pt x="20" y="49"/>
                  </a:lnTo>
                  <a:lnTo>
                    <a:pt x="21" y="50"/>
                  </a:lnTo>
                  <a:lnTo>
                    <a:pt x="22" y="50"/>
                  </a:lnTo>
                  <a:lnTo>
                    <a:pt x="22" y="50"/>
                  </a:lnTo>
                  <a:lnTo>
                    <a:pt x="23" y="49"/>
                  </a:lnTo>
                  <a:lnTo>
                    <a:pt x="24" y="44"/>
                  </a:lnTo>
                  <a:lnTo>
                    <a:pt x="27" y="34"/>
                  </a:lnTo>
                  <a:lnTo>
                    <a:pt x="28" y="24"/>
                  </a:lnTo>
                  <a:lnTo>
                    <a:pt x="30" y="18"/>
                  </a:lnTo>
                  <a:lnTo>
                    <a:pt x="31" y="15"/>
                  </a:lnTo>
                  <a:lnTo>
                    <a:pt x="31" y="12"/>
                  </a:lnTo>
                  <a:lnTo>
                    <a:pt x="30" y="11"/>
                  </a:lnTo>
                  <a:lnTo>
                    <a:pt x="30" y="10"/>
                  </a:lnTo>
                  <a:lnTo>
                    <a:pt x="29" y="10"/>
                  </a:lnTo>
                  <a:lnTo>
                    <a:pt x="28" y="11"/>
                  </a:lnTo>
                  <a:lnTo>
                    <a:pt x="24" y="16"/>
                  </a:lnTo>
                  <a:lnTo>
                    <a:pt x="18" y="21"/>
                  </a:lnTo>
                  <a:lnTo>
                    <a:pt x="12" y="26"/>
                  </a:lnTo>
                  <a:lnTo>
                    <a:pt x="8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3" name="îš1îḋè"/>
            <p:cNvSpPr/>
            <p:nvPr/>
          </p:nvSpPr>
          <p:spPr bwMode="auto">
            <a:xfrm>
              <a:off x="2684463" y="2625726"/>
              <a:ext cx="26988" cy="47625"/>
            </a:xfrm>
            <a:custGeom>
              <a:avLst/>
              <a:gdLst>
                <a:gd name="T0" fmla="*/ 2 w 17"/>
                <a:gd name="T1" fmla="*/ 6 h 30"/>
                <a:gd name="T2" fmla="*/ 1 w 17"/>
                <a:gd name="T3" fmla="*/ 5 h 30"/>
                <a:gd name="T4" fmla="*/ 0 w 17"/>
                <a:gd name="T5" fmla="*/ 3 h 30"/>
                <a:gd name="T6" fmla="*/ 0 w 17"/>
                <a:gd name="T7" fmla="*/ 3 h 30"/>
                <a:gd name="T8" fmla="*/ 0 w 17"/>
                <a:gd name="T9" fmla="*/ 3 h 30"/>
                <a:gd name="T10" fmla="*/ 1 w 17"/>
                <a:gd name="T11" fmla="*/ 2 h 30"/>
                <a:gd name="T12" fmla="*/ 3 w 17"/>
                <a:gd name="T13" fmla="*/ 1 h 30"/>
                <a:gd name="T14" fmla="*/ 6 w 17"/>
                <a:gd name="T15" fmla="*/ 1 h 30"/>
                <a:gd name="T16" fmla="*/ 9 w 17"/>
                <a:gd name="T17" fmla="*/ 0 h 30"/>
                <a:gd name="T18" fmla="*/ 11 w 17"/>
                <a:gd name="T19" fmla="*/ 0 h 30"/>
                <a:gd name="T20" fmla="*/ 12 w 17"/>
                <a:gd name="T21" fmla="*/ 1 h 30"/>
                <a:gd name="T22" fmla="*/ 13 w 17"/>
                <a:gd name="T23" fmla="*/ 2 h 30"/>
                <a:gd name="T24" fmla="*/ 14 w 17"/>
                <a:gd name="T25" fmla="*/ 3 h 30"/>
                <a:gd name="T26" fmla="*/ 15 w 17"/>
                <a:gd name="T27" fmla="*/ 7 h 30"/>
                <a:gd name="T28" fmla="*/ 15 w 17"/>
                <a:gd name="T29" fmla="*/ 14 h 30"/>
                <a:gd name="T30" fmla="*/ 16 w 17"/>
                <a:gd name="T31" fmla="*/ 19 h 30"/>
                <a:gd name="T32" fmla="*/ 17 w 17"/>
                <a:gd name="T33" fmla="*/ 23 h 30"/>
                <a:gd name="T34" fmla="*/ 17 w 17"/>
                <a:gd name="T35" fmla="*/ 25 h 30"/>
                <a:gd name="T36" fmla="*/ 17 w 17"/>
                <a:gd name="T37" fmla="*/ 27 h 30"/>
                <a:gd name="T38" fmla="*/ 16 w 17"/>
                <a:gd name="T39" fmla="*/ 28 h 30"/>
                <a:gd name="T40" fmla="*/ 15 w 17"/>
                <a:gd name="T41" fmla="*/ 29 h 30"/>
                <a:gd name="T42" fmla="*/ 14 w 17"/>
                <a:gd name="T43" fmla="*/ 30 h 30"/>
                <a:gd name="T44" fmla="*/ 11 w 17"/>
                <a:gd name="T45" fmla="*/ 30 h 30"/>
                <a:gd name="T46" fmla="*/ 10 w 17"/>
                <a:gd name="T47" fmla="*/ 30 h 30"/>
                <a:gd name="T48" fmla="*/ 8 w 17"/>
                <a:gd name="T49" fmla="*/ 29 h 30"/>
                <a:gd name="T50" fmla="*/ 7 w 17"/>
                <a:gd name="T51" fmla="*/ 28 h 30"/>
                <a:gd name="T52" fmla="*/ 7 w 17"/>
                <a:gd name="T53" fmla="*/ 27 h 30"/>
                <a:gd name="T54" fmla="*/ 6 w 17"/>
                <a:gd name="T55" fmla="*/ 23 h 30"/>
                <a:gd name="T56" fmla="*/ 6 w 17"/>
                <a:gd name="T57" fmla="*/ 19 h 30"/>
                <a:gd name="T58" fmla="*/ 5 w 17"/>
                <a:gd name="T59" fmla="*/ 15 h 30"/>
                <a:gd name="T60" fmla="*/ 4 w 17"/>
                <a:gd name="T61" fmla="*/ 11 h 30"/>
                <a:gd name="T62" fmla="*/ 3 w 17"/>
                <a:gd name="T63" fmla="*/ 8 h 30"/>
                <a:gd name="T64" fmla="*/ 3 w 17"/>
                <a:gd name="T65" fmla="*/ 7 h 30"/>
                <a:gd name="T66" fmla="*/ 3 w 17"/>
                <a:gd name="T67" fmla="*/ 7 h 30"/>
                <a:gd name="T68" fmla="*/ 2 w 17"/>
                <a:gd name="T69" fmla="*/ 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" h="30">
                  <a:moveTo>
                    <a:pt x="2" y="6"/>
                  </a:move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2"/>
                  </a:lnTo>
                  <a:lnTo>
                    <a:pt x="3" y="1"/>
                  </a:lnTo>
                  <a:lnTo>
                    <a:pt x="6" y="1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2" y="1"/>
                  </a:lnTo>
                  <a:lnTo>
                    <a:pt x="13" y="2"/>
                  </a:lnTo>
                  <a:lnTo>
                    <a:pt x="14" y="3"/>
                  </a:lnTo>
                  <a:lnTo>
                    <a:pt x="15" y="7"/>
                  </a:lnTo>
                  <a:lnTo>
                    <a:pt x="15" y="14"/>
                  </a:lnTo>
                  <a:lnTo>
                    <a:pt x="16" y="19"/>
                  </a:lnTo>
                  <a:lnTo>
                    <a:pt x="17" y="23"/>
                  </a:lnTo>
                  <a:lnTo>
                    <a:pt x="17" y="25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5" y="29"/>
                  </a:lnTo>
                  <a:lnTo>
                    <a:pt x="14" y="30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7" y="27"/>
                  </a:lnTo>
                  <a:lnTo>
                    <a:pt x="6" y="23"/>
                  </a:lnTo>
                  <a:lnTo>
                    <a:pt x="6" y="19"/>
                  </a:lnTo>
                  <a:lnTo>
                    <a:pt x="5" y="15"/>
                  </a:lnTo>
                  <a:lnTo>
                    <a:pt x="4" y="11"/>
                  </a:ln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2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4" name="ïṡḷiḓé"/>
            <p:cNvSpPr/>
            <p:nvPr/>
          </p:nvSpPr>
          <p:spPr bwMode="auto">
            <a:xfrm>
              <a:off x="2617788" y="2617788"/>
              <a:ext cx="65088" cy="158750"/>
            </a:xfrm>
            <a:custGeom>
              <a:avLst/>
              <a:gdLst>
                <a:gd name="T0" fmla="*/ 14 w 41"/>
                <a:gd name="T1" fmla="*/ 26 h 100"/>
                <a:gd name="T2" fmla="*/ 10 w 41"/>
                <a:gd name="T3" fmla="*/ 30 h 100"/>
                <a:gd name="T4" fmla="*/ 5 w 41"/>
                <a:gd name="T5" fmla="*/ 28 h 100"/>
                <a:gd name="T6" fmla="*/ 1 w 41"/>
                <a:gd name="T7" fmla="*/ 26 h 100"/>
                <a:gd name="T8" fmla="*/ 0 w 41"/>
                <a:gd name="T9" fmla="*/ 24 h 100"/>
                <a:gd name="T10" fmla="*/ 2 w 41"/>
                <a:gd name="T11" fmla="*/ 19 h 100"/>
                <a:gd name="T12" fmla="*/ 10 w 41"/>
                <a:gd name="T13" fmla="*/ 12 h 100"/>
                <a:gd name="T14" fmla="*/ 21 w 41"/>
                <a:gd name="T15" fmla="*/ 4 h 100"/>
                <a:gd name="T16" fmla="*/ 29 w 41"/>
                <a:gd name="T17" fmla="*/ 0 h 100"/>
                <a:gd name="T18" fmla="*/ 30 w 41"/>
                <a:gd name="T19" fmla="*/ 0 h 100"/>
                <a:gd name="T20" fmla="*/ 33 w 41"/>
                <a:gd name="T21" fmla="*/ 4 h 100"/>
                <a:gd name="T22" fmla="*/ 35 w 41"/>
                <a:gd name="T23" fmla="*/ 8 h 100"/>
                <a:gd name="T24" fmla="*/ 33 w 41"/>
                <a:gd name="T25" fmla="*/ 16 h 100"/>
                <a:gd name="T26" fmla="*/ 32 w 41"/>
                <a:gd name="T27" fmla="*/ 30 h 100"/>
                <a:gd name="T28" fmla="*/ 31 w 41"/>
                <a:gd name="T29" fmla="*/ 44 h 100"/>
                <a:gd name="T30" fmla="*/ 33 w 41"/>
                <a:gd name="T31" fmla="*/ 46 h 100"/>
                <a:gd name="T32" fmla="*/ 35 w 41"/>
                <a:gd name="T33" fmla="*/ 48 h 100"/>
                <a:gd name="T34" fmla="*/ 31 w 41"/>
                <a:gd name="T35" fmla="*/ 54 h 100"/>
                <a:gd name="T36" fmla="*/ 32 w 41"/>
                <a:gd name="T37" fmla="*/ 57 h 100"/>
                <a:gd name="T38" fmla="*/ 35 w 41"/>
                <a:gd name="T39" fmla="*/ 58 h 100"/>
                <a:gd name="T40" fmla="*/ 37 w 41"/>
                <a:gd name="T41" fmla="*/ 54 h 100"/>
                <a:gd name="T42" fmla="*/ 41 w 41"/>
                <a:gd name="T43" fmla="*/ 48 h 100"/>
                <a:gd name="T44" fmla="*/ 35 w 41"/>
                <a:gd name="T45" fmla="*/ 72 h 100"/>
                <a:gd name="T46" fmla="*/ 30 w 41"/>
                <a:gd name="T47" fmla="*/ 88 h 100"/>
                <a:gd name="T48" fmla="*/ 25 w 41"/>
                <a:gd name="T49" fmla="*/ 96 h 100"/>
                <a:gd name="T50" fmla="*/ 21 w 41"/>
                <a:gd name="T51" fmla="*/ 100 h 100"/>
                <a:gd name="T52" fmla="*/ 17 w 41"/>
                <a:gd name="T53" fmla="*/ 100 h 100"/>
                <a:gd name="T54" fmla="*/ 15 w 41"/>
                <a:gd name="T55" fmla="*/ 97 h 100"/>
                <a:gd name="T56" fmla="*/ 16 w 41"/>
                <a:gd name="T57" fmla="*/ 89 h 100"/>
                <a:gd name="T58" fmla="*/ 18 w 41"/>
                <a:gd name="T59" fmla="*/ 82 h 100"/>
                <a:gd name="T60" fmla="*/ 21 w 41"/>
                <a:gd name="T61" fmla="*/ 74 h 100"/>
                <a:gd name="T62" fmla="*/ 20 w 41"/>
                <a:gd name="T63" fmla="*/ 68 h 100"/>
                <a:gd name="T64" fmla="*/ 18 w 41"/>
                <a:gd name="T65" fmla="*/ 65 h 100"/>
                <a:gd name="T66" fmla="*/ 9 w 41"/>
                <a:gd name="T67" fmla="*/ 69 h 100"/>
                <a:gd name="T68" fmla="*/ 5 w 41"/>
                <a:gd name="T69" fmla="*/ 70 h 100"/>
                <a:gd name="T70" fmla="*/ 5 w 41"/>
                <a:gd name="T71" fmla="*/ 68 h 100"/>
                <a:gd name="T72" fmla="*/ 5 w 41"/>
                <a:gd name="T73" fmla="*/ 61 h 100"/>
                <a:gd name="T74" fmla="*/ 7 w 41"/>
                <a:gd name="T75" fmla="*/ 61 h 100"/>
                <a:gd name="T76" fmla="*/ 9 w 41"/>
                <a:gd name="T77" fmla="*/ 59 h 100"/>
                <a:gd name="T78" fmla="*/ 17 w 41"/>
                <a:gd name="T79" fmla="*/ 54 h 100"/>
                <a:gd name="T80" fmla="*/ 20 w 41"/>
                <a:gd name="T81" fmla="*/ 50 h 100"/>
                <a:gd name="T82" fmla="*/ 20 w 41"/>
                <a:gd name="T83" fmla="*/ 40 h 100"/>
                <a:gd name="T84" fmla="*/ 19 w 41"/>
                <a:gd name="T85" fmla="*/ 25 h 100"/>
                <a:gd name="T86" fmla="*/ 17 w 41"/>
                <a:gd name="T87" fmla="*/ 2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1" h="100">
                  <a:moveTo>
                    <a:pt x="17" y="24"/>
                  </a:moveTo>
                  <a:lnTo>
                    <a:pt x="16" y="24"/>
                  </a:lnTo>
                  <a:lnTo>
                    <a:pt x="14" y="26"/>
                  </a:lnTo>
                  <a:lnTo>
                    <a:pt x="13" y="28"/>
                  </a:lnTo>
                  <a:lnTo>
                    <a:pt x="12" y="28"/>
                  </a:lnTo>
                  <a:lnTo>
                    <a:pt x="10" y="30"/>
                  </a:lnTo>
                  <a:lnTo>
                    <a:pt x="9" y="30"/>
                  </a:lnTo>
                  <a:lnTo>
                    <a:pt x="7" y="29"/>
                  </a:lnTo>
                  <a:lnTo>
                    <a:pt x="5" y="28"/>
                  </a:lnTo>
                  <a:lnTo>
                    <a:pt x="3" y="28"/>
                  </a:lnTo>
                  <a:lnTo>
                    <a:pt x="1" y="27"/>
                  </a:lnTo>
                  <a:lnTo>
                    <a:pt x="1" y="26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5" y="16"/>
                  </a:lnTo>
                  <a:lnTo>
                    <a:pt x="8" y="14"/>
                  </a:lnTo>
                  <a:lnTo>
                    <a:pt x="10" y="12"/>
                  </a:lnTo>
                  <a:lnTo>
                    <a:pt x="16" y="8"/>
                  </a:lnTo>
                  <a:lnTo>
                    <a:pt x="18" y="6"/>
                  </a:lnTo>
                  <a:lnTo>
                    <a:pt x="21" y="4"/>
                  </a:lnTo>
                  <a:lnTo>
                    <a:pt x="25" y="1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1" y="2"/>
                  </a:lnTo>
                  <a:lnTo>
                    <a:pt x="33" y="4"/>
                  </a:lnTo>
                  <a:lnTo>
                    <a:pt x="34" y="5"/>
                  </a:lnTo>
                  <a:lnTo>
                    <a:pt x="35" y="6"/>
                  </a:lnTo>
                  <a:lnTo>
                    <a:pt x="35" y="8"/>
                  </a:lnTo>
                  <a:lnTo>
                    <a:pt x="35" y="8"/>
                  </a:lnTo>
                  <a:lnTo>
                    <a:pt x="35" y="12"/>
                  </a:lnTo>
                  <a:lnTo>
                    <a:pt x="33" y="16"/>
                  </a:lnTo>
                  <a:lnTo>
                    <a:pt x="33" y="21"/>
                  </a:lnTo>
                  <a:lnTo>
                    <a:pt x="32" y="24"/>
                  </a:lnTo>
                  <a:lnTo>
                    <a:pt x="32" y="30"/>
                  </a:lnTo>
                  <a:lnTo>
                    <a:pt x="31" y="36"/>
                  </a:lnTo>
                  <a:lnTo>
                    <a:pt x="31" y="43"/>
                  </a:lnTo>
                  <a:lnTo>
                    <a:pt x="31" y="44"/>
                  </a:lnTo>
                  <a:lnTo>
                    <a:pt x="31" y="45"/>
                  </a:lnTo>
                  <a:lnTo>
                    <a:pt x="33" y="46"/>
                  </a:lnTo>
                  <a:lnTo>
                    <a:pt x="33" y="46"/>
                  </a:lnTo>
                  <a:lnTo>
                    <a:pt x="34" y="47"/>
                  </a:lnTo>
                  <a:lnTo>
                    <a:pt x="35" y="48"/>
                  </a:lnTo>
                  <a:lnTo>
                    <a:pt x="35" y="48"/>
                  </a:lnTo>
                  <a:lnTo>
                    <a:pt x="33" y="51"/>
                  </a:lnTo>
                  <a:lnTo>
                    <a:pt x="32" y="53"/>
                  </a:lnTo>
                  <a:lnTo>
                    <a:pt x="31" y="54"/>
                  </a:lnTo>
                  <a:lnTo>
                    <a:pt x="31" y="56"/>
                  </a:lnTo>
                  <a:lnTo>
                    <a:pt x="31" y="56"/>
                  </a:lnTo>
                  <a:lnTo>
                    <a:pt x="32" y="57"/>
                  </a:lnTo>
                  <a:lnTo>
                    <a:pt x="33" y="57"/>
                  </a:lnTo>
                  <a:lnTo>
                    <a:pt x="34" y="58"/>
                  </a:lnTo>
                  <a:lnTo>
                    <a:pt x="35" y="58"/>
                  </a:lnTo>
                  <a:lnTo>
                    <a:pt x="36" y="57"/>
                  </a:lnTo>
                  <a:lnTo>
                    <a:pt x="37" y="56"/>
                  </a:lnTo>
                  <a:lnTo>
                    <a:pt x="37" y="54"/>
                  </a:lnTo>
                  <a:lnTo>
                    <a:pt x="39" y="49"/>
                  </a:lnTo>
                  <a:lnTo>
                    <a:pt x="41" y="47"/>
                  </a:lnTo>
                  <a:lnTo>
                    <a:pt x="41" y="48"/>
                  </a:lnTo>
                  <a:lnTo>
                    <a:pt x="40" y="54"/>
                  </a:lnTo>
                  <a:lnTo>
                    <a:pt x="38" y="61"/>
                  </a:lnTo>
                  <a:lnTo>
                    <a:pt x="35" y="72"/>
                  </a:lnTo>
                  <a:lnTo>
                    <a:pt x="33" y="79"/>
                  </a:lnTo>
                  <a:lnTo>
                    <a:pt x="32" y="84"/>
                  </a:lnTo>
                  <a:lnTo>
                    <a:pt x="30" y="88"/>
                  </a:lnTo>
                  <a:lnTo>
                    <a:pt x="29" y="92"/>
                  </a:lnTo>
                  <a:lnTo>
                    <a:pt x="27" y="94"/>
                  </a:lnTo>
                  <a:lnTo>
                    <a:pt x="25" y="96"/>
                  </a:lnTo>
                  <a:lnTo>
                    <a:pt x="24" y="98"/>
                  </a:lnTo>
                  <a:lnTo>
                    <a:pt x="22" y="99"/>
                  </a:lnTo>
                  <a:lnTo>
                    <a:pt x="21" y="100"/>
                  </a:lnTo>
                  <a:lnTo>
                    <a:pt x="20" y="100"/>
                  </a:lnTo>
                  <a:lnTo>
                    <a:pt x="18" y="100"/>
                  </a:lnTo>
                  <a:lnTo>
                    <a:pt x="17" y="100"/>
                  </a:lnTo>
                  <a:lnTo>
                    <a:pt x="16" y="100"/>
                  </a:lnTo>
                  <a:lnTo>
                    <a:pt x="15" y="98"/>
                  </a:lnTo>
                  <a:lnTo>
                    <a:pt x="15" y="97"/>
                  </a:lnTo>
                  <a:lnTo>
                    <a:pt x="15" y="96"/>
                  </a:lnTo>
                  <a:lnTo>
                    <a:pt x="16" y="92"/>
                  </a:lnTo>
                  <a:lnTo>
                    <a:pt x="16" y="89"/>
                  </a:lnTo>
                  <a:lnTo>
                    <a:pt x="17" y="87"/>
                  </a:lnTo>
                  <a:lnTo>
                    <a:pt x="17" y="84"/>
                  </a:lnTo>
                  <a:lnTo>
                    <a:pt x="18" y="82"/>
                  </a:lnTo>
                  <a:lnTo>
                    <a:pt x="19" y="79"/>
                  </a:lnTo>
                  <a:lnTo>
                    <a:pt x="20" y="76"/>
                  </a:lnTo>
                  <a:lnTo>
                    <a:pt x="21" y="74"/>
                  </a:lnTo>
                  <a:lnTo>
                    <a:pt x="21" y="72"/>
                  </a:lnTo>
                  <a:lnTo>
                    <a:pt x="21" y="69"/>
                  </a:lnTo>
                  <a:lnTo>
                    <a:pt x="20" y="68"/>
                  </a:lnTo>
                  <a:lnTo>
                    <a:pt x="20" y="67"/>
                  </a:lnTo>
                  <a:lnTo>
                    <a:pt x="19" y="65"/>
                  </a:lnTo>
                  <a:lnTo>
                    <a:pt x="18" y="65"/>
                  </a:lnTo>
                  <a:lnTo>
                    <a:pt x="16" y="66"/>
                  </a:lnTo>
                  <a:lnTo>
                    <a:pt x="13" y="68"/>
                  </a:lnTo>
                  <a:lnTo>
                    <a:pt x="9" y="69"/>
                  </a:lnTo>
                  <a:lnTo>
                    <a:pt x="6" y="70"/>
                  </a:lnTo>
                  <a:lnTo>
                    <a:pt x="5" y="70"/>
                  </a:lnTo>
                  <a:lnTo>
                    <a:pt x="5" y="70"/>
                  </a:lnTo>
                  <a:lnTo>
                    <a:pt x="5" y="69"/>
                  </a:lnTo>
                  <a:lnTo>
                    <a:pt x="5" y="69"/>
                  </a:lnTo>
                  <a:lnTo>
                    <a:pt x="5" y="68"/>
                  </a:lnTo>
                  <a:lnTo>
                    <a:pt x="5" y="66"/>
                  </a:lnTo>
                  <a:lnTo>
                    <a:pt x="5" y="63"/>
                  </a:lnTo>
                  <a:lnTo>
                    <a:pt x="5" y="61"/>
                  </a:lnTo>
                  <a:lnTo>
                    <a:pt x="6" y="61"/>
                  </a:lnTo>
                  <a:lnTo>
                    <a:pt x="6" y="61"/>
                  </a:lnTo>
                  <a:lnTo>
                    <a:pt x="7" y="61"/>
                  </a:lnTo>
                  <a:lnTo>
                    <a:pt x="7" y="61"/>
                  </a:lnTo>
                  <a:lnTo>
                    <a:pt x="8" y="60"/>
                  </a:lnTo>
                  <a:lnTo>
                    <a:pt x="9" y="59"/>
                  </a:lnTo>
                  <a:lnTo>
                    <a:pt x="14" y="55"/>
                  </a:lnTo>
                  <a:lnTo>
                    <a:pt x="16" y="54"/>
                  </a:lnTo>
                  <a:lnTo>
                    <a:pt x="17" y="54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1" y="48"/>
                  </a:lnTo>
                  <a:lnTo>
                    <a:pt x="21" y="46"/>
                  </a:lnTo>
                  <a:lnTo>
                    <a:pt x="20" y="40"/>
                  </a:lnTo>
                  <a:lnTo>
                    <a:pt x="20" y="34"/>
                  </a:lnTo>
                  <a:lnTo>
                    <a:pt x="20" y="28"/>
                  </a:lnTo>
                  <a:lnTo>
                    <a:pt x="19" y="25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7" y="24"/>
                  </a:lnTo>
                  <a:lnTo>
                    <a:pt x="17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5" name="íṩḻîḑé"/>
            <p:cNvSpPr/>
            <p:nvPr/>
          </p:nvSpPr>
          <p:spPr bwMode="auto">
            <a:xfrm>
              <a:off x="2997201" y="2633663"/>
              <a:ext cx="184150" cy="139700"/>
            </a:xfrm>
            <a:custGeom>
              <a:avLst/>
              <a:gdLst>
                <a:gd name="T0" fmla="*/ 51 w 116"/>
                <a:gd name="T1" fmla="*/ 2 h 88"/>
                <a:gd name="T2" fmla="*/ 53 w 116"/>
                <a:gd name="T3" fmla="*/ 0 h 88"/>
                <a:gd name="T4" fmla="*/ 56 w 116"/>
                <a:gd name="T5" fmla="*/ 1 h 88"/>
                <a:gd name="T6" fmla="*/ 62 w 116"/>
                <a:gd name="T7" fmla="*/ 3 h 88"/>
                <a:gd name="T8" fmla="*/ 69 w 116"/>
                <a:gd name="T9" fmla="*/ 6 h 88"/>
                <a:gd name="T10" fmla="*/ 88 w 116"/>
                <a:gd name="T11" fmla="*/ 10 h 88"/>
                <a:gd name="T12" fmla="*/ 98 w 116"/>
                <a:gd name="T13" fmla="*/ 10 h 88"/>
                <a:gd name="T14" fmla="*/ 107 w 116"/>
                <a:gd name="T15" fmla="*/ 11 h 88"/>
                <a:gd name="T16" fmla="*/ 116 w 116"/>
                <a:gd name="T17" fmla="*/ 18 h 88"/>
                <a:gd name="T18" fmla="*/ 115 w 116"/>
                <a:gd name="T19" fmla="*/ 22 h 88"/>
                <a:gd name="T20" fmla="*/ 113 w 116"/>
                <a:gd name="T21" fmla="*/ 26 h 88"/>
                <a:gd name="T22" fmla="*/ 95 w 116"/>
                <a:gd name="T23" fmla="*/ 39 h 88"/>
                <a:gd name="T24" fmla="*/ 79 w 116"/>
                <a:gd name="T25" fmla="*/ 54 h 88"/>
                <a:gd name="T26" fmla="*/ 75 w 116"/>
                <a:gd name="T27" fmla="*/ 60 h 88"/>
                <a:gd name="T28" fmla="*/ 77 w 116"/>
                <a:gd name="T29" fmla="*/ 61 h 88"/>
                <a:gd name="T30" fmla="*/ 87 w 116"/>
                <a:gd name="T31" fmla="*/ 58 h 88"/>
                <a:gd name="T32" fmla="*/ 93 w 116"/>
                <a:gd name="T33" fmla="*/ 59 h 88"/>
                <a:gd name="T34" fmla="*/ 96 w 116"/>
                <a:gd name="T35" fmla="*/ 63 h 88"/>
                <a:gd name="T36" fmla="*/ 95 w 116"/>
                <a:gd name="T37" fmla="*/ 68 h 88"/>
                <a:gd name="T38" fmla="*/ 92 w 116"/>
                <a:gd name="T39" fmla="*/ 70 h 88"/>
                <a:gd name="T40" fmla="*/ 88 w 116"/>
                <a:gd name="T41" fmla="*/ 71 h 88"/>
                <a:gd name="T42" fmla="*/ 80 w 116"/>
                <a:gd name="T43" fmla="*/ 70 h 88"/>
                <a:gd name="T44" fmla="*/ 68 w 116"/>
                <a:gd name="T45" fmla="*/ 71 h 88"/>
                <a:gd name="T46" fmla="*/ 43 w 116"/>
                <a:gd name="T47" fmla="*/ 78 h 88"/>
                <a:gd name="T48" fmla="*/ 27 w 116"/>
                <a:gd name="T49" fmla="*/ 84 h 88"/>
                <a:gd name="T50" fmla="*/ 21 w 116"/>
                <a:gd name="T51" fmla="*/ 87 h 88"/>
                <a:gd name="T52" fmla="*/ 19 w 116"/>
                <a:gd name="T53" fmla="*/ 88 h 88"/>
                <a:gd name="T54" fmla="*/ 11 w 116"/>
                <a:gd name="T55" fmla="*/ 84 h 88"/>
                <a:gd name="T56" fmla="*/ 3 w 116"/>
                <a:gd name="T57" fmla="*/ 79 h 88"/>
                <a:gd name="T58" fmla="*/ 1 w 116"/>
                <a:gd name="T59" fmla="*/ 74 h 88"/>
                <a:gd name="T60" fmla="*/ 0 w 116"/>
                <a:gd name="T61" fmla="*/ 68 h 88"/>
                <a:gd name="T62" fmla="*/ 2 w 116"/>
                <a:gd name="T63" fmla="*/ 66 h 88"/>
                <a:gd name="T64" fmla="*/ 9 w 116"/>
                <a:gd name="T65" fmla="*/ 66 h 88"/>
                <a:gd name="T66" fmla="*/ 18 w 116"/>
                <a:gd name="T67" fmla="*/ 67 h 88"/>
                <a:gd name="T68" fmla="*/ 27 w 116"/>
                <a:gd name="T69" fmla="*/ 65 h 88"/>
                <a:gd name="T70" fmla="*/ 45 w 116"/>
                <a:gd name="T71" fmla="*/ 61 h 88"/>
                <a:gd name="T72" fmla="*/ 63 w 116"/>
                <a:gd name="T73" fmla="*/ 48 h 88"/>
                <a:gd name="T74" fmla="*/ 83 w 116"/>
                <a:gd name="T75" fmla="*/ 30 h 88"/>
                <a:gd name="T76" fmla="*/ 97 w 116"/>
                <a:gd name="T77" fmla="*/ 20 h 88"/>
                <a:gd name="T78" fmla="*/ 98 w 116"/>
                <a:gd name="T79" fmla="*/ 18 h 88"/>
                <a:gd name="T80" fmla="*/ 92 w 116"/>
                <a:gd name="T81" fmla="*/ 17 h 88"/>
                <a:gd name="T82" fmla="*/ 77 w 116"/>
                <a:gd name="T83" fmla="*/ 21 h 88"/>
                <a:gd name="T84" fmla="*/ 68 w 116"/>
                <a:gd name="T85" fmla="*/ 25 h 88"/>
                <a:gd name="T86" fmla="*/ 63 w 116"/>
                <a:gd name="T87" fmla="*/ 25 h 88"/>
                <a:gd name="T88" fmla="*/ 58 w 116"/>
                <a:gd name="T89" fmla="*/ 22 h 88"/>
                <a:gd name="T90" fmla="*/ 54 w 116"/>
                <a:gd name="T91" fmla="*/ 16 h 88"/>
                <a:gd name="T92" fmla="*/ 51 w 116"/>
                <a:gd name="T93" fmla="*/ 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6" h="88">
                  <a:moveTo>
                    <a:pt x="51" y="5"/>
                  </a:moveTo>
                  <a:lnTo>
                    <a:pt x="51" y="3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51" y="1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5" y="0"/>
                  </a:lnTo>
                  <a:lnTo>
                    <a:pt x="56" y="1"/>
                  </a:lnTo>
                  <a:lnTo>
                    <a:pt x="58" y="1"/>
                  </a:lnTo>
                  <a:lnTo>
                    <a:pt x="59" y="2"/>
                  </a:lnTo>
                  <a:lnTo>
                    <a:pt x="62" y="3"/>
                  </a:lnTo>
                  <a:lnTo>
                    <a:pt x="64" y="5"/>
                  </a:lnTo>
                  <a:lnTo>
                    <a:pt x="67" y="6"/>
                  </a:lnTo>
                  <a:lnTo>
                    <a:pt x="69" y="6"/>
                  </a:lnTo>
                  <a:lnTo>
                    <a:pt x="75" y="8"/>
                  </a:lnTo>
                  <a:lnTo>
                    <a:pt x="83" y="10"/>
                  </a:lnTo>
                  <a:lnTo>
                    <a:pt x="88" y="10"/>
                  </a:lnTo>
                  <a:lnTo>
                    <a:pt x="92" y="10"/>
                  </a:lnTo>
                  <a:lnTo>
                    <a:pt x="95" y="10"/>
                  </a:lnTo>
                  <a:lnTo>
                    <a:pt x="98" y="10"/>
                  </a:lnTo>
                  <a:lnTo>
                    <a:pt x="101" y="10"/>
                  </a:lnTo>
                  <a:lnTo>
                    <a:pt x="103" y="10"/>
                  </a:lnTo>
                  <a:lnTo>
                    <a:pt x="107" y="11"/>
                  </a:lnTo>
                  <a:lnTo>
                    <a:pt x="111" y="14"/>
                  </a:lnTo>
                  <a:lnTo>
                    <a:pt x="115" y="17"/>
                  </a:lnTo>
                  <a:lnTo>
                    <a:pt x="116" y="18"/>
                  </a:lnTo>
                  <a:lnTo>
                    <a:pt x="115" y="19"/>
                  </a:lnTo>
                  <a:lnTo>
                    <a:pt x="115" y="22"/>
                  </a:lnTo>
                  <a:lnTo>
                    <a:pt x="115" y="22"/>
                  </a:lnTo>
                  <a:lnTo>
                    <a:pt x="115" y="24"/>
                  </a:lnTo>
                  <a:lnTo>
                    <a:pt x="114" y="26"/>
                  </a:lnTo>
                  <a:lnTo>
                    <a:pt x="113" y="26"/>
                  </a:lnTo>
                  <a:lnTo>
                    <a:pt x="109" y="29"/>
                  </a:lnTo>
                  <a:lnTo>
                    <a:pt x="103" y="34"/>
                  </a:lnTo>
                  <a:lnTo>
                    <a:pt x="95" y="39"/>
                  </a:lnTo>
                  <a:lnTo>
                    <a:pt x="87" y="46"/>
                  </a:lnTo>
                  <a:lnTo>
                    <a:pt x="83" y="50"/>
                  </a:lnTo>
                  <a:lnTo>
                    <a:pt x="79" y="54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5" y="60"/>
                  </a:lnTo>
                  <a:lnTo>
                    <a:pt x="75" y="61"/>
                  </a:lnTo>
                  <a:lnTo>
                    <a:pt x="75" y="61"/>
                  </a:lnTo>
                  <a:lnTo>
                    <a:pt x="77" y="61"/>
                  </a:lnTo>
                  <a:lnTo>
                    <a:pt x="80" y="61"/>
                  </a:lnTo>
                  <a:lnTo>
                    <a:pt x="85" y="59"/>
                  </a:lnTo>
                  <a:lnTo>
                    <a:pt x="87" y="58"/>
                  </a:lnTo>
                  <a:lnTo>
                    <a:pt x="88" y="57"/>
                  </a:lnTo>
                  <a:lnTo>
                    <a:pt x="91" y="58"/>
                  </a:lnTo>
                  <a:lnTo>
                    <a:pt x="93" y="59"/>
                  </a:lnTo>
                  <a:lnTo>
                    <a:pt x="95" y="61"/>
                  </a:lnTo>
                  <a:lnTo>
                    <a:pt x="96" y="62"/>
                  </a:lnTo>
                  <a:lnTo>
                    <a:pt x="96" y="63"/>
                  </a:lnTo>
                  <a:lnTo>
                    <a:pt x="96" y="65"/>
                  </a:lnTo>
                  <a:lnTo>
                    <a:pt x="96" y="66"/>
                  </a:lnTo>
                  <a:lnTo>
                    <a:pt x="95" y="68"/>
                  </a:lnTo>
                  <a:lnTo>
                    <a:pt x="95" y="69"/>
                  </a:lnTo>
                  <a:lnTo>
                    <a:pt x="93" y="70"/>
                  </a:lnTo>
                  <a:lnTo>
                    <a:pt x="92" y="70"/>
                  </a:lnTo>
                  <a:lnTo>
                    <a:pt x="91" y="70"/>
                  </a:lnTo>
                  <a:lnTo>
                    <a:pt x="90" y="71"/>
                  </a:lnTo>
                  <a:lnTo>
                    <a:pt x="88" y="71"/>
                  </a:lnTo>
                  <a:lnTo>
                    <a:pt x="87" y="71"/>
                  </a:lnTo>
                  <a:lnTo>
                    <a:pt x="85" y="71"/>
                  </a:lnTo>
                  <a:lnTo>
                    <a:pt x="80" y="70"/>
                  </a:lnTo>
                  <a:lnTo>
                    <a:pt x="76" y="70"/>
                  </a:lnTo>
                  <a:lnTo>
                    <a:pt x="72" y="71"/>
                  </a:lnTo>
                  <a:lnTo>
                    <a:pt x="68" y="71"/>
                  </a:lnTo>
                  <a:lnTo>
                    <a:pt x="60" y="73"/>
                  </a:lnTo>
                  <a:lnTo>
                    <a:pt x="52" y="75"/>
                  </a:lnTo>
                  <a:lnTo>
                    <a:pt x="43" y="78"/>
                  </a:lnTo>
                  <a:lnTo>
                    <a:pt x="35" y="81"/>
                  </a:lnTo>
                  <a:lnTo>
                    <a:pt x="31" y="82"/>
                  </a:lnTo>
                  <a:lnTo>
                    <a:pt x="27" y="84"/>
                  </a:lnTo>
                  <a:lnTo>
                    <a:pt x="24" y="85"/>
                  </a:lnTo>
                  <a:lnTo>
                    <a:pt x="22" y="86"/>
                  </a:lnTo>
                  <a:lnTo>
                    <a:pt x="21" y="87"/>
                  </a:lnTo>
                  <a:lnTo>
                    <a:pt x="20" y="87"/>
                  </a:lnTo>
                  <a:lnTo>
                    <a:pt x="19" y="88"/>
                  </a:lnTo>
                  <a:lnTo>
                    <a:pt x="19" y="88"/>
                  </a:lnTo>
                  <a:lnTo>
                    <a:pt x="16" y="87"/>
                  </a:lnTo>
                  <a:lnTo>
                    <a:pt x="15" y="86"/>
                  </a:lnTo>
                  <a:lnTo>
                    <a:pt x="11" y="84"/>
                  </a:lnTo>
                  <a:lnTo>
                    <a:pt x="7" y="82"/>
                  </a:lnTo>
                  <a:lnTo>
                    <a:pt x="5" y="81"/>
                  </a:lnTo>
                  <a:lnTo>
                    <a:pt x="3" y="79"/>
                  </a:lnTo>
                  <a:lnTo>
                    <a:pt x="2" y="78"/>
                  </a:lnTo>
                  <a:lnTo>
                    <a:pt x="1" y="75"/>
                  </a:lnTo>
                  <a:lnTo>
                    <a:pt x="1" y="74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7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3" y="65"/>
                  </a:lnTo>
                  <a:lnTo>
                    <a:pt x="7" y="65"/>
                  </a:lnTo>
                  <a:lnTo>
                    <a:pt x="9" y="66"/>
                  </a:lnTo>
                  <a:lnTo>
                    <a:pt x="11" y="66"/>
                  </a:lnTo>
                  <a:lnTo>
                    <a:pt x="15" y="66"/>
                  </a:lnTo>
                  <a:lnTo>
                    <a:pt x="18" y="67"/>
                  </a:lnTo>
                  <a:lnTo>
                    <a:pt x="19" y="67"/>
                  </a:lnTo>
                  <a:lnTo>
                    <a:pt x="22" y="66"/>
                  </a:lnTo>
                  <a:lnTo>
                    <a:pt x="27" y="65"/>
                  </a:lnTo>
                  <a:lnTo>
                    <a:pt x="34" y="63"/>
                  </a:lnTo>
                  <a:lnTo>
                    <a:pt x="40" y="62"/>
                  </a:lnTo>
                  <a:lnTo>
                    <a:pt x="45" y="61"/>
                  </a:lnTo>
                  <a:lnTo>
                    <a:pt x="48" y="60"/>
                  </a:lnTo>
                  <a:lnTo>
                    <a:pt x="54" y="56"/>
                  </a:lnTo>
                  <a:lnTo>
                    <a:pt x="63" y="48"/>
                  </a:lnTo>
                  <a:lnTo>
                    <a:pt x="72" y="40"/>
                  </a:lnTo>
                  <a:lnTo>
                    <a:pt x="78" y="34"/>
                  </a:lnTo>
                  <a:lnTo>
                    <a:pt x="83" y="30"/>
                  </a:lnTo>
                  <a:lnTo>
                    <a:pt x="91" y="25"/>
                  </a:lnTo>
                  <a:lnTo>
                    <a:pt x="95" y="22"/>
                  </a:lnTo>
                  <a:lnTo>
                    <a:pt x="97" y="20"/>
                  </a:lnTo>
                  <a:lnTo>
                    <a:pt x="98" y="18"/>
                  </a:lnTo>
                  <a:lnTo>
                    <a:pt x="98" y="18"/>
                  </a:lnTo>
                  <a:lnTo>
                    <a:pt x="98" y="18"/>
                  </a:lnTo>
                  <a:lnTo>
                    <a:pt x="98" y="17"/>
                  </a:lnTo>
                  <a:lnTo>
                    <a:pt x="95" y="17"/>
                  </a:lnTo>
                  <a:lnTo>
                    <a:pt x="92" y="17"/>
                  </a:lnTo>
                  <a:lnTo>
                    <a:pt x="89" y="18"/>
                  </a:lnTo>
                  <a:lnTo>
                    <a:pt x="85" y="18"/>
                  </a:lnTo>
                  <a:lnTo>
                    <a:pt x="77" y="21"/>
                  </a:lnTo>
                  <a:lnTo>
                    <a:pt x="71" y="22"/>
                  </a:lnTo>
                  <a:lnTo>
                    <a:pt x="70" y="23"/>
                  </a:lnTo>
                  <a:lnTo>
                    <a:pt x="68" y="25"/>
                  </a:lnTo>
                  <a:lnTo>
                    <a:pt x="67" y="25"/>
                  </a:lnTo>
                  <a:lnTo>
                    <a:pt x="65" y="25"/>
                  </a:lnTo>
                  <a:lnTo>
                    <a:pt x="63" y="25"/>
                  </a:lnTo>
                  <a:lnTo>
                    <a:pt x="61" y="24"/>
                  </a:lnTo>
                  <a:lnTo>
                    <a:pt x="59" y="23"/>
                  </a:lnTo>
                  <a:lnTo>
                    <a:pt x="58" y="22"/>
                  </a:lnTo>
                  <a:lnTo>
                    <a:pt x="56" y="21"/>
                  </a:lnTo>
                  <a:lnTo>
                    <a:pt x="55" y="18"/>
                  </a:lnTo>
                  <a:lnTo>
                    <a:pt x="54" y="16"/>
                  </a:lnTo>
                  <a:lnTo>
                    <a:pt x="52" y="12"/>
                  </a:lnTo>
                  <a:lnTo>
                    <a:pt x="51" y="10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6" name="íšḻïḍê"/>
            <p:cNvSpPr/>
            <p:nvPr/>
          </p:nvSpPr>
          <p:spPr bwMode="auto">
            <a:xfrm>
              <a:off x="3379788" y="2897188"/>
              <a:ext cx="41275" cy="84138"/>
            </a:xfrm>
            <a:custGeom>
              <a:avLst/>
              <a:gdLst>
                <a:gd name="T0" fmla="*/ 16 w 26"/>
                <a:gd name="T1" fmla="*/ 0 h 53"/>
                <a:gd name="T2" fmla="*/ 15 w 26"/>
                <a:gd name="T3" fmla="*/ 3 h 53"/>
                <a:gd name="T4" fmla="*/ 14 w 26"/>
                <a:gd name="T5" fmla="*/ 9 h 53"/>
                <a:gd name="T6" fmla="*/ 14 w 26"/>
                <a:gd name="T7" fmla="*/ 15 h 53"/>
                <a:gd name="T8" fmla="*/ 14 w 26"/>
                <a:gd name="T9" fmla="*/ 20 h 53"/>
                <a:gd name="T10" fmla="*/ 16 w 26"/>
                <a:gd name="T11" fmla="*/ 28 h 53"/>
                <a:gd name="T12" fmla="*/ 17 w 26"/>
                <a:gd name="T13" fmla="*/ 32 h 53"/>
                <a:gd name="T14" fmla="*/ 18 w 26"/>
                <a:gd name="T15" fmla="*/ 37 h 53"/>
                <a:gd name="T16" fmla="*/ 20 w 26"/>
                <a:gd name="T17" fmla="*/ 41 h 53"/>
                <a:gd name="T18" fmla="*/ 22 w 26"/>
                <a:gd name="T19" fmla="*/ 45 h 53"/>
                <a:gd name="T20" fmla="*/ 24 w 26"/>
                <a:gd name="T21" fmla="*/ 48 h 53"/>
                <a:gd name="T22" fmla="*/ 25 w 26"/>
                <a:gd name="T23" fmla="*/ 50 h 53"/>
                <a:gd name="T24" fmla="*/ 26 w 26"/>
                <a:gd name="T25" fmla="*/ 52 h 53"/>
                <a:gd name="T26" fmla="*/ 25 w 26"/>
                <a:gd name="T27" fmla="*/ 52 h 53"/>
                <a:gd name="T28" fmla="*/ 25 w 26"/>
                <a:gd name="T29" fmla="*/ 53 h 53"/>
                <a:gd name="T30" fmla="*/ 23 w 26"/>
                <a:gd name="T31" fmla="*/ 53 h 53"/>
                <a:gd name="T32" fmla="*/ 22 w 26"/>
                <a:gd name="T33" fmla="*/ 52 h 53"/>
                <a:gd name="T34" fmla="*/ 17 w 26"/>
                <a:gd name="T35" fmla="*/ 48 h 53"/>
                <a:gd name="T36" fmla="*/ 12 w 26"/>
                <a:gd name="T37" fmla="*/ 44 h 53"/>
                <a:gd name="T38" fmla="*/ 9 w 26"/>
                <a:gd name="T39" fmla="*/ 42 h 53"/>
                <a:gd name="T40" fmla="*/ 6 w 26"/>
                <a:gd name="T41" fmla="*/ 40 h 53"/>
                <a:gd name="T42" fmla="*/ 3 w 26"/>
                <a:gd name="T43" fmla="*/ 40 h 53"/>
                <a:gd name="T44" fmla="*/ 2 w 26"/>
                <a:gd name="T45" fmla="*/ 38 h 53"/>
                <a:gd name="T46" fmla="*/ 1 w 26"/>
                <a:gd name="T47" fmla="*/ 37 h 53"/>
                <a:gd name="T48" fmla="*/ 0 w 26"/>
                <a:gd name="T49" fmla="*/ 36 h 53"/>
                <a:gd name="T50" fmla="*/ 0 w 26"/>
                <a:gd name="T51" fmla="*/ 36 h 53"/>
                <a:gd name="T52" fmla="*/ 0 w 26"/>
                <a:gd name="T53" fmla="*/ 34 h 53"/>
                <a:gd name="T54" fmla="*/ 0 w 26"/>
                <a:gd name="T55" fmla="*/ 30 h 53"/>
                <a:gd name="T56" fmla="*/ 0 w 26"/>
                <a:gd name="T57" fmla="*/ 24 h 53"/>
                <a:gd name="T58" fmla="*/ 1 w 26"/>
                <a:gd name="T59" fmla="*/ 21 h 53"/>
                <a:gd name="T60" fmla="*/ 2 w 26"/>
                <a:gd name="T61" fmla="*/ 19 h 53"/>
                <a:gd name="T62" fmla="*/ 2 w 26"/>
                <a:gd name="T63" fmla="*/ 16 h 53"/>
                <a:gd name="T64" fmla="*/ 3 w 26"/>
                <a:gd name="T65" fmla="*/ 15 h 53"/>
                <a:gd name="T66" fmla="*/ 4 w 26"/>
                <a:gd name="T67" fmla="*/ 12 h 53"/>
                <a:gd name="T68" fmla="*/ 5 w 26"/>
                <a:gd name="T69" fmla="*/ 9 h 53"/>
                <a:gd name="T70" fmla="*/ 5 w 26"/>
                <a:gd name="T71" fmla="*/ 6 h 53"/>
                <a:gd name="T72" fmla="*/ 6 w 26"/>
                <a:gd name="T73" fmla="*/ 4 h 53"/>
                <a:gd name="T74" fmla="*/ 6 w 26"/>
                <a:gd name="T75" fmla="*/ 3 h 53"/>
                <a:gd name="T76" fmla="*/ 6 w 26"/>
                <a:gd name="T77" fmla="*/ 2 h 53"/>
                <a:gd name="T78" fmla="*/ 7 w 26"/>
                <a:gd name="T79" fmla="*/ 1 h 53"/>
                <a:gd name="T80" fmla="*/ 8 w 26"/>
                <a:gd name="T81" fmla="*/ 0 h 53"/>
                <a:gd name="T82" fmla="*/ 13 w 26"/>
                <a:gd name="T83" fmla="*/ 0 h 53"/>
                <a:gd name="T84" fmla="*/ 16 w 26"/>
                <a:gd name="T8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" h="53">
                  <a:moveTo>
                    <a:pt x="16" y="0"/>
                  </a:moveTo>
                  <a:lnTo>
                    <a:pt x="15" y="3"/>
                  </a:lnTo>
                  <a:lnTo>
                    <a:pt x="14" y="9"/>
                  </a:lnTo>
                  <a:lnTo>
                    <a:pt x="14" y="15"/>
                  </a:lnTo>
                  <a:lnTo>
                    <a:pt x="14" y="20"/>
                  </a:lnTo>
                  <a:lnTo>
                    <a:pt x="16" y="28"/>
                  </a:lnTo>
                  <a:lnTo>
                    <a:pt x="17" y="32"/>
                  </a:lnTo>
                  <a:lnTo>
                    <a:pt x="18" y="37"/>
                  </a:lnTo>
                  <a:lnTo>
                    <a:pt x="20" y="41"/>
                  </a:lnTo>
                  <a:lnTo>
                    <a:pt x="22" y="45"/>
                  </a:lnTo>
                  <a:lnTo>
                    <a:pt x="24" y="48"/>
                  </a:lnTo>
                  <a:lnTo>
                    <a:pt x="25" y="50"/>
                  </a:lnTo>
                  <a:lnTo>
                    <a:pt x="26" y="52"/>
                  </a:lnTo>
                  <a:lnTo>
                    <a:pt x="25" y="52"/>
                  </a:lnTo>
                  <a:lnTo>
                    <a:pt x="25" y="53"/>
                  </a:lnTo>
                  <a:lnTo>
                    <a:pt x="23" y="53"/>
                  </a:lnTo>
                  <a:lnTo>
                    <a:pt x="22" y="52"/>
                  </a:lnTo>
                  <a:lnTo>
                    <a:pt x="17" y="48"/>
                  </a:lnTo>
                  <a:lnTo>
                    <a:pt x="12" y="44"/>
                  </a:lnTo>
                  <a:lnTo>
                    <a:pt x="9" y="42"/>
                  </a:lnTo>
                  <a:lnTo>
                    <a:pt x="6" y="40"/>
                  </a:lnTo>
                  <a:lnTo>
                    <a:pt x="3" y="40"/>
                  </a:lnTo>
                  <a:lnTo>
                    <a:pt x="2" y="38"/>
                  </a:lnTo>
                  <a:lnTo>
                    <a:pt x="1" y="37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0" y="30"/>
                  </a:lnTo>
                  <a:lnTo>
                    <a:pt x="0" y="24"/>
                  </a:lnTo>
                  <a:lnTo>
                    <a:pt x="1" y="21"/>
                  </a:lnTo>
                  <a:lnTo>
                    <a:pt x="2" y="19"/>
                  </a:lnTo>
                  <a:lnTo>
                    <a:pt x="2" y="16"/>
                  </a:lnTo>
                  <a:lnTo>
                    <a:pt x="3" y="15"/>
                  </a:lnTo>
                  <a:lnTo>
                    <a:pt x="4" y="12"/>
                  </a:lnTo>
                  <a:lnTo>
                    <a:pt x="5" y="9"/>
                  </a:lnTo>
                  <a:lnTo>
                    <a:pt x="5" y="6"/>
                  </a:lnTo>
                  <a:lnTo>
                    <a:pt x="6" y="4"/>
                  </a:lnTo>
                  <a:lnTo>
                    <a:pt x="6" y="3"/>
                  </a:lnTo>
                  <a:lnTo>
                    <a:pt x="6" y="2"/>
                  </a:lnTo>
                  <a:lnTo>
                    <a:pt x="7" y="1"/>
                  </a:lnTo>
                  <a:lnTo>
                    <a:pt x="8" y="0"/>
                  </a:lnTo>
                  <a:lnTo>
                    <a:pt x="13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7" name="íṥļídé"/>
            <p:cNvSpPr/>
            <p:nvPr/>
          </p:nvSpPr>
          <p:spPr bwMode="auto">
            <a:xfrm>
              <a:off x="3241676" y="2805113"/>
              <a:ext cx="220663" cy="111125"/>
            </a:xfrm>
            <a:custGeom>
              <a:avLst/>
              <a:gdLst>
                <a:gd name="T0" fmla="*/ 121 w 139"/>
                <a:gd name="T1" fmla="*/ 7 h 70"/>
                <a:gd name="T2" fmla="*/ 121 w 139"/>
                <a:gd name="T3" fmla="*/ 4 h 70"/>
                <a:gd name="T4" fmla="*/ 124 w 139"/>
                <a:gd name="T5" fmla="*/ 2 h 70"/>
                <a:gd name="T6" fmla="*/ 130 w 139"/>
                <a:gd name="T7" fmla="*/ 0 h 70"/>
                <a:gd name="T8" fmla="*/ 134 w 139"/>
                <a:gd name="T9" fmla="*/ 4 h 70"/>
                <a:gd name="T10" fmla="*/ 139 w 139"/>
                <a:gd name="T11" fmla="*/ 12 h 70"/>
                <a:gd name="T12" fmla="*/ 137 w 139"/>
                <a:gd name="T13" fmla="*/ 18 h 70"/>
                <a:gd name="T14" fmla="*/ 125 w 139"/>
                <a:gd name="T15" fmla="*/ 31 h 70"/>
                <a:gd name="T16" fmla="*/ 122 w 139"/>
                <a:gd name="T17" fmla="*/ 37 h 70"/>
                <a:gd name="T18" fmla="*/ 124 w 139"/>
                <a:gd name="T19" fmla="*/ 38 h 70"/>
                <a:gd name="T20" fmla="*/ 124 w 139"/>
                <a:gd name="T21" fmla="*/ 37 h 70"/>
                <a:gd name="T22" fmla="*/ 129 w 139"/>
                <a:gd name="T23" fmla="*/ 37 h 70"/>
                <a:gd name="T24" fmla="*/ 133 w 139"/>
                <a:gd name="T25" fmla="*/ 38 h 70"/>
                <a:gd name="T26" fmla="*/ 135 w 139"/>
                <a:gd name="T27" fmla="*/ 41 h 70"/>
                <a:gd name="T28" fmla="*/ 133 w 139"/>
                <a:gd name="T29" fmla="*/ 46 h 70"/>
                <a:gd name="T30" fmla="*/ 129 w 139"/>
                <a:gd name="T31" fmla="*/ 50 h 70"/>
                <a:gd name="T32" fmla="*/ 127 w 139"/>
                <a:gd name="T33" fmla="*/ 50 h 70"/>
                <a:gd name="T34" fmla="*/ 119 w 139"/>
                <a:gd name="T35" fmla="*/ 45 h 70"/>
                <a:gd name="T36" fmla="*/ 113 w 139"/>
                <a:gd name="T37" fmla="*/ 45 h 70"/>
                <a:gd name="T38" fmla="*/ 99 w 139"/>
                <a:gd name="T39" fmla="*/ 53 h 70"/>
                <a:gd name="T40" fmla="*/ 84 w 139"/>
                <a:gd name="T41" fmla="*/ 61 h 70"/>
                <a:gd name="T42" fmla="*/ 70 w 139"/>
                <a:gd name="T43" fmla="*/ 66 h 70"/>
                <a:gd name="T44" fmla="*/ 47 w 139"/>
                <a:gd name="T45" fmla="*/ 69 h 70"/>
                <a:gd name="T46" fmla="*/ 31 w 139"/>
                <a:gd name="T47" fmla="*/ 69 h 70"/>
                <a:gd name="T48" fmla="*/ 14 w 139"/>
                <a:gd name="T49" fmla="*/ 69 h 70"/>
                <a:gd name="T50" fmla="*/ 0 w 139"/>
                <a:gd name="T51" fmla="*/ 67 h 70"/>
                <a:gd name="T52" fmla="*/ 0 w 139"/>
                <a:gd name="T53" fmla="*/ 66 h 70"/>
                <a:gd name="T54" fmla="*/ 4 w 139"/>
                <a:gd name="T55" fmla="*/ 64 h 70"/>
                <a:gd name="T56" fmla="*/ 16 w 139"/>
                <a:gd name="T57" fmla="*/ 62 h 70"/>
                <a:gd name="T58" fmla="*/ 37 w 139"/>
                <a:gd name="T59" fmla="*/ 59 h 70"/>
                <a:gd name="T60" fmla="*/ 49 w 139"/>
                <a:gd name="T61" fmla="*/ 58 h 70"/>
                <a:gd name="T62" fmla="*/ 65 w 139"/>
                <a:gd name="T63" fmla="*/ 54 h 70"/>
                <a:gd name="T64" fmla="*/ 83 w 139"/>
                <a:gd name="T65" fmla="*/ 49 h 70"/>
                <a:gd name="T66" fmla="*/ 87 w 139"/>
                <a:gd name="T67" fmla="*/ 47 h 70"/>
                <a:gd name="T68" fmla="*/ 89 w 139"/>
                <a:gd name="T69" fmla="*/ 43 h 70"/>
                <a:gd name="T70" fmla="*/ 87 w 139"/>
                <a:gd name="T71" fmla="*/ 42 h 70"/>
                <a:gd name="T72" fmla="*/ 75 w 139"/>
                <a:gd name="T73" fmla="*/ 43 h 70"/>
                <a:gd name="T74" fmla="*/ 68 w 139"/>
                <a:gd name="T75" fmla="*/ 40 h 70"/>
                <a:gd name="T76" fmla="*/ 65 w 139"/>
                <a:gd name="T77" fmla="*/ 35 h 70"/>
                <a:gd name="T78" fmla="*/ 65 w 139"/>
                <a:gd name="T79" fmla="*/ 32 h 70"/>
                <a:gd name="T80" fmla="*/ 67 w 139"/>
                <a:gd name="T81" fmla="*/ 29 h 70"/>
                <a:gd name="T82" fmla="*/ 78 w 139"/>
                <a:gd name="T83" fmla="*/ 30 h 70"/>
                <a:gd name="T84" fmla="*/ 94 w 139"/>
                <a:gd name="T85" fmla="*/ 32 h 70"/>
                <a:gd name="T86" fmla="*/ 103 w 139"/>
                <a:gd name="T87" fmla="*/ 33 h 70"/>
                <a:gd name="T88" fmla="*/ 106 w 139"/>
                <a:gd name="T89" fmla="*/ 31 h 70"/>
                <a:gd name="T90" fmla="*/ 118 w 139"/>
                <a:gd name="T91" fmla="*/ 1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9" h="70">
                  <a:moveTo>
                    <a:pt x="121" y="10"/>
                  </a:moveTo>
                  <a:lnTo>
                    <a:pt x="121" y="9"/>
                  </a:lnTo>
                  <a:lnTo>
                    <a:pt x="121" y="7"/>
                  </a:lnTo>
                  <a:lnTo>
                    <a:pt x="121" y="6"/>
                  </a:lnTo>
                  <a:lnTo>
                    <a:pt x="121" y="5"/>
                  </a:lnTo>
                  <a:lnTo>
                    <a:pt x="121" y="4"/>
                  </a:lnTo>
                  <a:lnTo>
                    <a:pt x="122" y="3"/>
                  </a:lnTo>
                  <a:lnTo>
                    <a:pt x="122" y="2"/>
                  </a:lnTo>
                  <a:lnTo>
                    <a:pt x="124" y="2"/>
                  </a:lnTo>
                  <a:lnTo>
                    <a:pt x="125" y="2"/>
                  </a:lnTo>
                  <a:lnTo>
                    <a:pt x="128" y="1"/>
                  </a:lnTo>
                  <a:lnTo>
                    <a:pt x="130" y="0"/>
                  </a:lnTo>
                  <a:lnTo>
                    <a:pt x="131" y="1"/>
                  </a:lnTo>
                  <a:lnTo>
                    <a:pt x="133" y="2"/>
                  </a:lnTo>
                  <a:lnTo>
                    <a:pt x="134" y="4"/>
                  </a:lnTo>
                  <a:lnTo>
                    <a:pt x="137" y="7"/>
                  </a:lnTo>
                  <a:lnTo>
                    <a:pt x="138" y="10"/>
                  </a:lnTo>
                  <a:lnTo>
                    <a:pt x="139" y="12"/>
                  </a:lnTo>
                  <a:lnTo>
                    <a:pt x="139" y="14"/>
                  </a:lnTo>
                  <a:lnTo>
                    <a:pt x="138" y="15"/>
                  </a:lnTo>
                  <a:lnTo>
                    <a:pt x="137" y="18"/>
                  </a:lnTo>
                  <a:lnTo>
                    <a:pt x="133" y="22"/>
                  </a:lnTo>
                  <a:lnTo>
                    <a:pt x="128" y="29"/>
                  </a:lnTo>
                  <a:lnTo>
                    <a:pt x="125" y="31"/>
                  </a:lnTo>
                  <a:lnTo>
                    <a:pt x="124" y="34"/>
                  </a:lnTo>
                  <a:lnTo>
                    <a:pt x="123" y="36"/>
                  </a:lnTo>
                  <a:lnTo>
                    <a:pt x="122" y="37"/>
                  </a:lnTo>
                  <a:lnTo>
                    <a:pt x="123" y="38"/>
                  </a:lnTo>
                  <a:lnTo>
                    <a:pt x="123" y="38"/>
                  </a:lnTo>
                  <a:lnTo>
                    <a:pt x="124" y="38"/>
                  </a:lnTo>
                  <a:lnTo>
                    <a:pt x="124" y="38"/>
                  </a:lnTo>
                  <a:lnTo>
                    <a:pt x="124" y="37"/>
                  </a:lnTo>
                  <a:lnTo>
                    <a:pt x="124" y="37"/>
                  </a:lnTo>
                  <a:lnTo>
                    <a:pt x="125" y="37"/>
                  </a:lnTo>
                  <a:lnTo>
                    <a:pt x="125" y="37"/>
                  </a:lnTo>
                  <a:lnTo>
                    <a:pt x="129" y="37"/>
                  </a:lnTo>
                  <a:lnTo>
                    <a:pt x="131" y="38"/>
                  </a:lnTo>
                  <a:lnTo>
                    <a:pt x="133" y="38"/>
                  </a:lnTo>
                  <a:lnTo>
                    <a:pt x="133" y="38"/>
                  </a:lnTo>
                  <a:lnTo>
                    <a:pt x="134" y="38"/>
                  </a:lnTo>
                  <a:lnTo>
                    <a:pt x="135" y="38"/>
                  </a:lnTo>
                  <a:lnTo>
                    <a:pt x="135" y="41"/>
                  </a:lnTo>
                  <a:lnTo>
                    <a:pt x="135" y="42"/>
                  </a:lnTo>
                  <a:lnTo>
                    <a:pt x="134" y="45"/>
                  </a:lnTo>
                  <a:lnTo>
                    <a:pt x="133" y="46"/>
                  </a:lnTo>
                  <a:lnTo>
                    <a:pt x="132" y="48"/>
                  </a:lnTo>
                  <a:lnTo>
                    <a:pt x="130" y="49"/>
                  </a:lnTo>
                  <a:lnTo>
                    <a:pt x="129" y="50"/>
                  </a:lnTo>
                  <a:lnTo>
                    <a:pt x="129" y="50"/>
                  </a:lnTo>
                  <a:lnTo>
                    <a:pt x="128" y="50"/>
                  </a:lnTo>
                  <a:lnTo>
                    <a:pt x="127" y="50"/>
                  </a:lnTo>
                  <a:lnTo>
                    <a:pt x="125" y="48"/>
                  </a:lnTo>
                  <a:lnTo>
                    <a:pt x="121" y="46"/>
                  </a:lnTo>
                  <a:lnTo>
                    <a:pt x="119" y="45"/>
                  </a:lnTo>
                  <a:lnTo>
                    <a:pt x="117" y="45"/>
                  </a:lnTo>
                  <a:lnTo>
                    <a:pt x="115" y="45"/>
                  </a:lnTo>
                  <a:lnTo>
                    <a:pt x="113" y="45"/>
                  </a:lnTo>
                  <a:lnTo>
                    <a:pt x="109" y="48"/>
                  </a:lnTo>
                  <a:lnTo>
                    <a:pt x="104" y="51"/>
                  </a:lnTo>
                  <a:lnTo>
                    <a:pt x="99" y="53"/>
                  </a:lnTo>
                  <a:lnTo>
                    <a:pt x="95" y="54"/>
                  </a:lnTo>
                  <a:lnTo>
                    <a:pt x="89" y="58"/>
                  </a:lnTo>
                  <a:lnTo>
                    <a:pt x="84" y="61"/>
                  </a:lnTo>
                  <a:lnTo>
                    <a:pt x="78" y="63"/>
                  </a:lnTo>
                  <a:lnTo>
                    <a:pt x="75" y="64"/>
                  </a:lnTo>
                  <a:lnTo>
                    <a:pt x="70" y="66"/>
                  </a:lnTo>
                  <a:lnTo>
                    <a:pt x="62" y="66"/>
                  </a:lnTo>
                  <a:lnTo>
                    <a:pt x="53" y="68"/>
                  </a:lnTo>
                  <a:lnTo>
                    <a:pt x="47" y="69"/>
                  </a:lnTo>
                  <a:lnTo>
                    <a:pt x="41" y="70"/>
                  </a:lnTo>
                  <a:lnTo>
                    <a:pt x="36" y="70"/>
                  </a:lnTo>
                  <a:lnTo>
                    <a:pt x="31" y="69"/>
                  </a:lnTo>
                  <a:lnTo>
                    <a:pt x="27" y="69"/>
                  </a:lnTo>
                  <a:lnTo>
                    <a:pt x="21" y="69"/>
                  </a:lnTo>
                  <a:lnTo>
                    <a:pt x="14" y="69"/>
                  </a:lnTo>
                  <a:lnTo>
                    <a:pt x="7" y="68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4" y="64"/>
                  </a:lnTo>
                  <a:lnTo>
                    <a:pt x="6" y="63"/>
                  </a:lnTo>
                  <a:lnTo>
                    <a:pt x="9" y="63"/>
                  </a:lnTo>
                  <a:lnTo>
                    <a:pt x="16" y="62"/>
                  </a:lnTo>
                  <a:lnTo>
                    <a:pt x="23" y="61"/>
                  </a:lnTo>
                  <a:lnTo>
                    <a:pt x="31" y="60"/>
                  </a:lnTo>
                  <a:lnTo>
                    <a:pt x="37" y="59"/>
                  </a:lnTo>
                  <a:lnTo>
                    <a:pt x="43" y="59"/>
                  </a:lnTo>
                  <a:lnTo>
                    <a:pt x="46" y="59"/>
                  </a:lnTo>
                  <a:lnTo>
                    <a:pt x="49" y="58"/>
                  </a:lnTo>
                  <a:lnTo>
                    <a:pt x="52" y="58"/>
                  </a:lnTo>
                  <a:lnTo>
                    <a:pt x="54" y="58"/>
                  </a:lnTo>
                  <a:lnTo>
                    <a:pt x="65" y="54"/>
                  </a:lnTo>
                  <a:lnTo>
                    <a:pt x="75" y="51"/>
                  </a:lnTo>
                  <a:lnTo>
                    <a:pt x="80" y="50"/>
                  </a:lnTo>
                  <a:lnTo>
                    <a:pt x="83" y="49"/>
                  </a:lnTo>
                  <a:lnTo>
                    <a:pt x="85" y="49"/>
                  </a:lnTo>
                  <a:lnTo>
                    <a:pt x="86" y="47"/>
                  </a:lnTo>
                  <a:lnTo>
                    <a:pt x="87" y="47"/>
                  </a:lnTo>
                  <a:lnTo>
                    <a:pt x="88" y="46"/>
                  </a:lnTo>
                  <a:lnTo>
                    <a:pt x="89" y="44"/>
                  </a:lnTo>
                  <a:lnTo>
                    <a:pt x="89" y="43"/>
                  </a:lnTo>
                  <a:lnTo>
                    <a:pt x="89" y="42"/>
                  </a:lnTo>
                  <a:lnTo>
                    <a:pt x="89" y="42"/>
                  </a:lnTo>
                  <a:lnTo>
                    <a:pt x="87" y="42"/>
                  </a:lnTo>
                  <a:lnTo>
                    <a:pt x="84" y="43"/>
                  </a:lnTo>
                  <a:lnTo>
                    <a:pt x="80" y="43"/>
                  </a:lnTo>
                  <a:lnTo>
                    <a:pt x="75" y="43"/>
                  </a:lnTo>
                  <a:lnTo>
                    <a:pt x="72" y="42"/>
                  </a:lnTo>
                  <a:lnTo>
                    <a:pt x="70" y="42"/>
                  </a:lnTo>
                  <a:lnTo>
                    <a:pt x="68" y="40"/>
                  </a:lnTo>
                  <a:lnTo>
                    <a:pt x="65" y="38"/>
                  </a:lnTo>
                  <a:lnTo>
                    <a:pt x="65" y="36"/>
                  </a:lnTo>
                  <a:lnTo>
                    <a:pt x="65" y="35"/>
                  </a:lnTo>
                  <a:lnTo>
                    <a:pt x="65" y="34"/>
                  </a:lnTo>
                  <a:lnTo>
                    <a:pt x="65" y="33"/>
                  </a:lnTo>
                  <a:lnTo>
                    <a:pt x="65" y="32"/>
                  </a:lnTo>
                  <a:lnTo>
                    <a:pt x="65" y="30"/>
                  </a:lnTo>
                  <a:lnTo>
                    <a:pt x="66" y="30"/>
                  </a:lnTo>
                  <a:lnTo>
                    <a:pt x="67" y="29"/>
                  </a:lnTo>
                  <a:lnTo>
                    <a:pt x="70" y="29"/>
                  </a:lnTo>
                  <a:lnTo>
                    <a:pt x="73" y="30"/>
                  </a:lnTo>
                  <a:lnTo>
                    <a:pt x="78" y="30"/>
                  </a:lnTo>
                  <a:lnTo>
                    <a:pt x="85" y="31"/>
                  </a:lnTo>
                  <a:lnTo>
                    <a:pt x="90" y="32"/>
                  </a:lnTo>
                  <a:lnTo>
                    <a:pt x="94" y="32"/>
                  </a:lnTo>
                  <a:lnTo>
                    <a:pt x="97" y="33"/>
                  </a:lnTo>
                  <a:lnTo>
                    <a:pt x="101" y="33"/>
                  </a:lnTo>
                  <a:lnTo>
                    <a:pt x="103" y="33"/>
                  </a:lnTo>
                  <a:lnTo>
                    <a:pt x="105" y="32"/>
                  </a:lnTo>
                  <a:lnTo>
                    <a:pt x="105" y="32"/>
                  </a:lnTo>
                  <a:lnTo>
                    <a:pt x="106" y="31"/>
                  </a:lnTo>
                  <a:lnTo>
                    <a:pt x="109" y="28"/>
                  </a:lnTo>
                  <a:lnTo>
                    <a:pt x="114" y="21"/>
                  </a:lnTo>
                  <a:lnTo>
                    <a:pt x="118" y="14"/>
                  </a:lnTo>
                  <a:lnTo>
                    <a:pt x="121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8" name="îṩḻiḑè"/>
            <p:cNvSpPr/>
            <p:nvPr/>
          </p:nvSpPr>
          <p:spPr bwMode="auto">
            <a:xfrm>
              <a:off x="3446463" y="3074988"/>
              <a:ext cx="247650" cy="138113"/>
            </a:xfrm>
            <a:custGeom>
              <a:avLst/>
              <a:gdLst>
                <a:gd name="T0" fmla="*/ 107 w 156"/>
                <a:gd name="T1" fmla="*/ 43 h 87"/>
                <a:gd name="T2" fmla="*/ 105 w 156"/>
                <a:gd name="T3" fmla="*/ 49 h 87"/>
                <a:gd name="T4" fmla="*/ 101 w 156"/>
                <a:gd name="T5" fmla="*/ 28 h 87"/>
                <a:gd name="T6" fmla="*/ 109 w 156"/>
                <a:gd name="T7" fmla="*/ 32 h 87"/>
                <a:gd name="T8" fmla="*/ 104 w 156"/>
                <a:gd name="T9" fmla="*/ 35 h 87"/>
                <a:gd name="T10" fmla="*/ 98 w 156"/>
                <a:gd name="T11" fmla="*/ 18 h 87"/>
                <a:gd name="T12" fmla="*/ 105 w 156"/>
                <a:gd name="T13" fmla="*/ 20 h 87"/>
                <a:gd name="T14" fmla="*/ 99 w 156"/>
                <a:gd name="T15" fmla="*/ 22 h 87"/>
                <a:gd name="T16" fmla="*/ 97 w 156"/>
                <a:gd name="T17" fmla="*/ 25 h 87"/>
                <a:gd name="T18" fmla="*/ 89 w 156"/>
                <a:gd name="T19" fmla="*/ 28 h 87"/>
                <a:gd name="T20" fmla="*/ 90 w 156"/>
                <a:gd name="T21" fmla="*/ 36 h 87"/>
                <a:gd name="T22" fmla="*/ 80 w 156"/>
                <a:gd name="T23" fmla="*/ 37 h 87"/>
                <a:gd name="T24" fmla="*/ 78 w 156"/>
                <a:gd name="T25" fmla="*/ 41 h 87"/>
                <a:gd name="T26" fmla="*/ 93 w 156"/>
                <a:gd name="T27" fmla="*/ 48 h 87"/>
                <a:gd name="T28" fmla="*/ 85 w 156"/>
                <a:gd name="T29" fmla="*/ 52 h 87"/>
                <a:gd name="T30" fmla="*/ 95 w 156"/>
                <a:gd name="T31" fmla="*/ 53 h 87"/>
                <a:gd name="T32" fmla="*/ 110 w 156"/>
                <a:gd name="T33" fmla="*/ 55 h 87"/>
                <a:gd name="T34" fmla="*/ 119 w 156"/>
                <a:gd name="T35" fmla="*/ 49 h 87"/>
                <a:gd name="T36" fmla="*/ 128 w 156"/>
                <a:gd name="T37" fmla="*/ 62 h 87"/>
                <a:gd name="T38" fmla="*/ 92 w 156"/>
                <a:gd name="T39" fmla="*/ 59 h 87"/>
                <a:gd name="T40" fmla="*/ 74 w 156"/>
                <a:gd name="T41" fmla="*/ 49 h 87"/>
                <a:gd name="T42" fmla="*/ 53 w 156"/>
                <a:gd name="T43" fmla="*/ 33 h 87"/>
                <a:gd name="T44" fmla="*/ 60 w 156"/>
                <a:gd name="T45" fmla="*/ 45 h 87"/>
                <a:gd name="T46" fmla="*/ 73 w 156"/>
                <a:gd name="T47" fmla="*/ 61 h 87"/>
                <a:gd name="T48" fmla="*/ 52 w 156"/>
                <a:gd name="T49" fmla="*/ 53 h 87"/>
                <a:gd name="T50" fmla="*/ 32 w 156"/>
                <a:gd name="T51" fmla="*/ 45 h 87"/>
                <a:gd name="T52" fmla="*/ 11 w 156"/>
                <a:gd name="T53" fmla="*/ 29 h 87"/>
                <a:gd name="T54" fmla="*/ 9 w 156"/>
                <a:gd name="T55" fmla="*/ 41 h 87"/>
                <a:gd name="T56" fmla="*/ 35 w 156"/>
                <a:gd name="T57" fmla="*/ 60 h 87"/>
                <a:gd name="T58" fmla="*/ 25 w 156"/>
                <a:gd name="T59" fmla="*/ 69 h 87"/>
                <a:gd name="T60" fmla="*/ 6 w 156"/>
                <a:gd name="T61" fmla="*/ 69 h 87"/>
                <a:gd name="T62" fmla="*/ 0 w 156"/>
                <a:gd name="T63" fmla="*/ 66 h 87"/>
                <a:gd name="T64" fmla="*/ 5 w 156"/>
                <a:gd name="T65" fmla="*/ 86 h 87"/>
                <a:gd name="T66" fmla="*/ 37 w 156"/>
                <a:gd name="T67" fmla="*/ 73 h 87"/>
                <a:gd name="T68" fmla="*/ 51 w 156"/>
                <a:gd name="T69" fmla="*/ 71 h 87"/>
                <a:gd name="T70" fmla="*/ 44 w 156"/>
                <a:gd name="T71" fmla="*/ 75 h 87"/>
                <a:gd name="T72" fmla="*/ 61 w 156"/>
                <a:gd name="T73" fmla="*/ 86 h 87"/>
                <a:gd name="T74" fmla="*/ 64 w 156"/>
                <a:gd name="T75" fmla="*/ 72 h 87"/>
                <a:gd name="T76" fmla="*/ 53 w 156"/>
                <a:gd name="T77" fmla="*/ 61 h 87"/>
                <a:gd name="T78" fmla="*/ 75 w 156"/>
                <a:gd name="T79" fmla="*/ 67 h 87"/>
                <a:gd name="T80" fmla="*/ 95 w 156"/>
                <a:gd name="T81" fmla="*/ 76 h 87"/>
                <a:gd name="T82" fmla="*/ 94 w 156"/>
                <a:gd name="T83" fmla="*/ 65 h 87"/>
                <a:gd name="T84" fmla="*/ 117 w 156"/>
                <a:gd name="T85" fmla="*/ 67 h 87"/>
                <a:gd name="T86" fmla="*/ 143 w 156"/>
                <a:gd name="T87" fmla="*/ 67 h 87"/>
                <a:gd name="T88" fmla="*/ 132 w 156"/>
                <a:gd name="T89" fmla="*/ 51 h 87"/>
                <a:gd name="T90" fmla="*/ 118 w 156"/>
                <a:gd name="T91" fmla="*/ 41 h 87"/>
                <a:gd name="T92" fmla="*/ 120 w 156"/>
                <a:gd name="T93" fmla="*/ 32 h 87"/>
                <a:gd name="T94" fmla="*/ 145 w 156"/>
                <a:gd name="T95" fmla="*/ 39 h 87"/>
                <a:gd name="T96" fmla="*/ 155 w 156"/>
                <a:gd name="T97" fmla="*/ 37 h 87"/>
                <a:gd name="T98" fmla="*/ 150 w 156"/>
                <a:gd name="T99" fmla="*/ 23 h 87"/>
                <a:gd name="T100" fmla="*/ 137 w 156"/>
                <a:gd name="T101" fmla="*/ 29 h 87"/>
                <a:gd name="T102" fmla="*/ 112 w 156"/>
                <a:gd name="T103" fmla="*/ 21 h 87"/>
                <a:gd name="T104" fmla="*/ 105 w 156"/>
                <a:gd name="T105" fmla="*/ 11 h 87"/>
                <a:gd name="T106" fmla="*/ 105 w 156"/>
                <a:gd name="T107" fmla="*/ 1 h 87"/>
                <a:gd name="T108" fmla="*/ 93 w 156"/>
                <a:gd name="T109" fmla="*/ 13 h 87"/>
                <a:gd name="T110" fmla="*/ 78 w 156"/>
                <a:gd name="T111" fmla="*/ 24 h 87"/>
                <a:gd name="T112" fmla="*/ 79 w 156"/>
                <a:gd name="T113" fmla="*/ 6 h 87"/>
                <a:gd name="T114" fmla="*/ 68 w 156"/>
                <a:gd name="T115" fmla="*/ 22 h 87"/>
                <a:gd name="T116" fmla="*/ 67 w 156"/>
                <a:gd name="T117" fmla="*/ 28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6" h="87">
                  <a:moveTo>
                    <a:pt x="96" y="49"/>
                  </a:moveTo>
                  <a:lnTo>
                    <a:pt x="97" y="47"/>
                  </a:lnTo>
                  <a:lnTo>
                    <a:pt x="97" y="45"/>
                  </a:lnTo>
                  <a:lnTo>
                    <a:pt x="97" y="45"/>
                  </a:lnTo>
                  <a:lnTo>
                    <a:pt x="98" y="44"/>
                  </a:lnTo>
                  <a:lnTo>
                    <a:pt x="99" y="44"/>
                  </a:lnTo>
                  <a:lnTo>
                    <a:pt x="100" y="44"/>
                  </a:lnTo>
                  <a:lnTo>
                    <a:pt x="104" y="44"/>
                  </a:lnTo>
                  <a:lnTo>
                    <a:pt x="107" y="43"/>
                  </a:lnTo>
                  <a:lnTo>
                    <a:pt x="108" y="44"/>
                  </a:lnTo>
                  <a:lnTo>
                    <a:pt x="109" y="45"/>
                  </a:lnTo>
                  <a:lnTo>
                    <a:pt x="109" y="46"/>
                  </a:lnTo>
                  <a:lnTo>
                    <a:pt x="109" y="47"/>
                  </a:lnTo>
                  <a:lnTo>
                    <a:pt x="109" y="48"/>
                  </a:lnTo>
                  <a:lnTo>
                    <a:pt x="109" y="48"/>
                  </a:lnTo>
                  <a:lnTo>
                    <a:pt x="108" y="49"/>
                  </a:lnTo>
                  <a:lnTo>
                    <a:pt x="105" y="49"/>
                  </a:lnTo>
                  <a:lnTo>
                    <a:pt x="105" y="49"/>
                  </a:lnTo>
                  <a:lnTo>
                    <a:pt x="104" y="50"/>
                  </a:lnTo>
                  <a:lnTo>
                    <a:pt x="102" y="50"/>
                  </a:lnTo>
                  <a:lnTo>
                    <a:pt x="101" y="50"/>
                  </a:lnTo>
                  <a:lnTo>
                    <a:pt x="97" y="49"/>
                  </a:lnTo>
                  <a:lnTo>
                    <a:pt x="96" y="49"/>
                  </a:lnTo>
                  <a:lnTo>
                    <a:pt x="96" y="49"/>
                  </a:lnTo>
                  <a:close/>
                  <a:moveTo>
                    <a:pt x="101" y="32"/>
                  </a:moveTo>
                  <a:lnTo>
                    <a:pt x="100" y="30"/>
                  </a:lnTo>
                  <a:lnTo>
                    <a:pt x="101" y="28"/>
                  </a:lnTo>
                  <a:lnTo>
                    <a:pt x="101" y="28"/>
                  </a:lnTo>
                  <a:lnTo>
                    <a:pt x="101" y="27"/>
                  </a:lnTo>
                  <a:lnTo>
                    <a:pt x="102" y="27"/>
                  </a:lnTo>
                  <a:lnTo>
                    <a:pt x="104" y="28"/>
                  </a:lnTo>
                  <a:lnTo>
                    <a:pt x="106" y="29"/>
                  </a:lnTo>
                  <a:lnTo>
                    <a:pt x="108" y="31"/>
                  </a:lnTo>
                  <a:lnTo>
                    <a:pt x="108" y="31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109" y="33"/>
                  </a:lnTo>
                  <a:lnTo>
                    <a:pt x="109" y="35"/>
                  </a:lnTo>
                  <a:lnTo>
                    <a:pt x="109" y="36"/>
                  </a:lnTo>
                  <a:lnTo>
                    <a:pt x="108" y="37"/>
                  </a:lnTo>
                  <a:lnTo>
                    <a:pt x="108" y="37"/>
                  </a:lnTo>
                  <a:lnTo>
                    <a:pt x="108" y="36"/>
                  </a:lnTo>
                  <a:lnTo>
                    <a:pt x="107" y="36"/>
                  </a:lnTo>
                  <a:lnTo>
                    <a:pt x="105" y="35"/>
                  </a:lnTo>
                  <a:lnTo>
                    <a:pt x="104" y="35"/>
                  </a:lnTo>
                  <a:lnTo>
                    <a:pt x="102" y="33"/>
                  </a:lnTo>
                  <a:lnTo>
                    <a:pt x="101" y="32"/>
                  </a:lnTo>
                  <a:lnTo>
                    <a:pt x="101" y="32"/>
                  </a:lnTo>
                  <a:close/>
                  <a:moveTo>
                    <a:pt x="99" y="21"/>
                  </a:moveTo>
                  <a:lnTo>
                    <a:pt x="98" y="21"/>
                  </a:lnTo>
                  <a:lnTo>
                    <a:pt x="98" y="20"/>
                  </a:lnTo>
                  <a:lnTo>
                    <a:pt x="97" y="20"/>
                  </a:lnTo>
                  <a:lnTo>
                    <a:pt x="97" y="19"/>
                  </a:lnTo>
                  <a:lnTo>
                    <a:pt x="98" y="18"/>
                  </a:lnTo>
                  <a:lnTo>
                    <a:pt x="99" y="17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2" y="16"/>
                  </a:lnTo>
                  <a:lnTo>
                    <a:pt x="102" y="16"/>
                  </a:lnTo>
                  <a:lnTo>
                    <a:pt x="103" y="16"/>
                  </a:lnTo>
                  <a:lnTo>
                    <a:pt x="104" y="18"/>
                  </a:lnTo>
                  <a:lnTo>
                    <a:pt x="105" y="20"/>
                  </a:lnTo>
                  <a:lnTo>
                    <a:pt x="105" y="21"/>
                  </a:lnTo>
                  <a:lnTo>
                    <a:pt x="105" y="21"/>
                  </a:lnTo>
                  <a:lnTo>
                    <a:pt x="105" y="22"/>
                  </a:lnTo>
                  <a:lnTo>
                    <a:pt x="105" y="23"/>
                  </a:lnTo>
                  <a:lnTo>
                    <a:pt x="105" y="24"/>
                  </a:lnTo>
                  <a:lnTo>
                    <a:pt x="103" y="24"/>
                  </a:lnTo>
                  <a:lnTo>
                    <a:pt x="102" y="24"/>
                  </a:lnTo>
                  <a:lnTo>
                    <a:pt x="101" y="24"/>
                  </a:lnTo>
                  <a:lnTo>
                    <a:pt x="99" y="22"/>
                  </a:lnTo>
                  <a:lnTo>
                    <a:pt x="99" y="21"/>
                  </a:lnTo>
                  <a:lnTo>
                    <a:pt x="99" y="21"/>
                  </a:lnTo>
                  <a:close/>
                  <a:moveTo>
                    <a:pt x="89" y="29"/>
                  </a:moveTo>
                  <a:lnTo>
                    <a:pt x="92" y="29"/>
                  </a:lnTo>
                  <a:lnTo>
                    <a:pt x="96" y="29"/>
                  </a:lnTo>
                  <a:lnTo>
                    <a:pt x="97" y="28"/>
                  </a:lnTo>
                  <a:lnTo>
                    <a:pt x="97" y="28"/>
                  </a:lnTo>
                  <a:lnTo>
                    <a:pt x="97" y="27"/>
                  </a:lnTo>
                  <a:lnTo>
                    <a:pt x="97" y="25"/>
                  </a:lnTo>
                  <a:lnTo>
                    <a:pt x="97" y="24"/>
                  </a:lnTo>
                  <a:lnTo>
                    <a:pt x="97" y="24"/>
                  </a:lnTo>
                  <a:lnTo>
                    <a:pt x="96" y="23"/>
                  </a:lnTo>
                  <a:lnTo>
                    <a:pt x="94" y="23"/>
                  </a:lnTo>
                  <a:lnTo>
                    <a:pt x="93" y="24"/>
                  </a:lnTo>
                  <a:lnTo>
                    <a:pt x="91" y="24"/>
                  </a:lnTo>
                  <a:lnTo>
                    <a:pt x="91" y="26"/>
                  </a:lnTo>
                  <a:lnTo>
                    <a:pt x="90" y="27"/>
                  </a:lnTo>
                  <a:lnTo>
                    <a:pt x="89" y="28"/>
                  </a:lnTo>
                  <a:lnTo>
                    <a:pt x="89" y="29"/>
                  </a:lnTo>
                  <a:lnTo>
                    <a:pt x="89" y="29"/>
                  </a:lnTo>
                  <a:close/>
                  <a:moveTo>
                    <a:pt x="85" y="31"/>
                  </a:moveTo>
                  <a:lnTo>
                    <a:pt x="86" y="32"/>
                  </a:lnTo>
                  <a:lnTo>
                    <a:pt x="88" y="32"/>
                  </a:lnTo>
                  <a:lnTo>
                    <a:pt x="89" y="32"/>
                  </a:lnTo>
                  <a:lnTo>
                    <a:pt x="89" y="33"/>
                  </a:lnTo>
                  <a:lnTo>
                    <a:pt x="90" y="35"/>
                  </a:lnTo>
                  <a:lnTo>
                    <a:pt x="90" y="36"/>
                  </a:lnTo>
                  <a:lnTo>
                    <a:pt x="91" y="37"/>
                  </a:lnTo>
                  <a:lnTo>
                    <a:pt x="91" y="37"/>
                  </a:lnTo>
                  <a:lnTo>
                    <a:pt x="90" y="38"/>
                  </a:lnTo>
                  <a:lnTo>
                    <a:pt x="89" y="39"/>
                  </a:lnTo>
                  <a:lnTo>
                    <a:pt x="88" y="39"/>
                  </a:lnTo>
                  <a:lnTo>
                    <a:pt x="87" y="39"/>
                  </a:lnTo>
                  <a:lnTo>
                    <a:pt x="84" y="38"/>
                  </a:lnTo>
                  <a:lnTo>
                    <a:pt x="81" y="37"/>
                  </a:lnTo>
                  <a:lnTo>
                    <a:pt x="80" y="37"/>
                  </a:lnTo>
                  <a:lnTo>
                    <a:pt x="79" y="37"/>
                  </a:lnTo>
                  <a:lnTo>
                    <a:pt x="78" y="37"/>
                  </a:lnTo>
                  <a:lnTo>
                    <a:pt x="77" y="37"/>
                  </a:lnTo>
                  <a:lnTo>
                    <a:pt x="77" y="37"/>
                  </a:lnTo>
                  <a:lnTo>
                    <a:pt x="77" y="38"/>
                  </a:lnTo>
                  <a:lnTo>
                    <a:pt x="77" y="38"/>
                  </a:lnTo>
                  <a:lnTo>
                    <a:pt x="77" y="39"/>
                  </a:lnTo>
                  <a:lnTo>
                    <a:pt x="77" y="40"/>
                  </a:lnTo>
                  <a:lnTo>
                    <a:pt x="78" y="41"/>
                  </a:lnTo>
                  <a:lnTo>
                    <a:pt x="79" y="41"/>
                  </a:lnTo>
                  <a:lnTo>
                    <a:pt x="81" y="41"/>
                  </a:lnTo>
                  <a:lnTo>
                    <a:pt x="84" y="42"/>
                  </a:lnTo>
                  <a:lnTo>
                    <a:pt x="89" y="44"/>
                  </a:lnTo>
                  <a:lnTo>
                    <a:pt x="91" y="45"/>
                  </a:lnTo>
                  <a:lnTo>
                    <a:pt x="92" y="46"/>
                  </a:lnTo>
                  <a:lnTo>
                    <a:pt x="93" y="47"/>
                  </a:lnTo>
                  <a:lnTo>
                    <a:pt x="93" y="48"/>
                  </a:lnTo>
                  <a:lnTo>
                    <a:pt x="93" y="48"/>
                  </a:lnTo>
                  <a:lnTo>
                    <a:pt x="93" y="49"/>
                  </a:lnTo>
                  <a:lnTo>
                    <a:pt x="92" y="49"/>
                  </a:lnTo>
                  <a:lnTo>
                    <a:pt x="91" y="49"/>
                  </a:lnTo>
                  <a:lnTo>
                    <a:pt x="89" y="49"/>
                  </a:lnTo>
                  <a:lnTo>
                    <a:pt x="88" y="49"/>
                  </a:lnTo>
                  <a:lnTo>
                    <a:pt x="87" y="49"/>
                  </a:lnTo>
                  <a:lnTo>
                    <a:pt x="86" y="50"/>
                  </a:lnTo>
                  <a:lnTo>
                    <a:pt x="85" y="51"/>
                  </a:lnTo>
                  <a:lnTo>
                    <a:pt x="85" y="52"/>
                  </a:lnTo>
                  <a:lnTo>
                    <a:pt x="84" y="52"/>
                  </a:lnTo>
                  <a:lnTo>
                    <a:pt x="84" y="52"/>
                  </a:lnTo>
                  <a:lnTo>
                    <a:pt x="85" y="53"/>
                  </a:lnTo>
                  <a:lnTo>
                    <a:pt x="85" y="53"/>
                  </a:lnTo>
                  <a:lnTo>
                    <a:pt x="86" y="53"/>
                  </a:lnTo>
                  <a:lnTo>
                    <a:pt x="88" y="53"/>
                  </a:lnTo>
                  <a:lnTo>
                    <a:pt x="91" y="53"/>
                  </a:lnTo>
                  <a:lnTo>
                    <a:pt x="94" y="53"/>
                  </a:lnTo>
                  <a:lnTo>
                    <a:pt x="95" y="53"/>
                  </a:lnTo>
                  <a:lnTo>
                    <a:pt x="97" y="53"/>
                  </a:lnTo>
                  <a:lnTo>
                    <a:pt x="97" y="54"/>
                  </a:lnTo>
                  <a:lnTo>
                    <a:pt x="100" y="55"/>
                  </a:lnTo>
                  <a:lnTo>
                    <a:pt x="101" y="56"/>
                  </a:lnTo>
                  <a:lnTo>
                    <a:pt x="104" y="56"/>
                  </a:lnTo>
                  <a:lnTo>
                    <a:pt x="106" y="56"/>
                  </a:lnTo>
                  <a:lnTo>
                    <a:pt x="108" y="56"/>
                  </a:lnTo>
                  <a:lnTo>
                    <a:pt x="109" y="55"/>
                  </a:lnTo>
                  <a:lnTo>
                    <a:pt x="110" y="55"/>
                  </a:lnTo>
                  <a:lnTo>
                    <a:pt x="111" y="54"/>
                  </a:lnTo>
                  <a:lnTo>
                    <a:pt x="112" y="53"/>
                  </a:lnTo>
                  <a:lnTo>
                    <a:pt x="112" y="52"/>
                  </a:lnTo>
                  <a:lnTo>
                    <a:pt x="113" y="49"/>
                  </a:lnTo>
                  <a:lnTo>
                    <a:pt x="113" y="47"/>
                  </a:lnTo>
                  <a:lnTo>
                    <a:pt x="115" y="46"/>
                  </a:lnTo>
                  <a:lnTo>
                    <a:pt x="116" y="46"/>
                  </a:lnTo>
                  <a:lnTo>
                    <a:pt x="117" y="47"/>
                  </a:lnTo>
                  <a:lnTo>
                    <a:pt x="119" y="49"/>
                  </a:lnTo>
                  <a:lnTo>
                    <a:pt x="121" y="51"/>
                  </a:lnTo>
                  <a:lnTo>
                    <a:pt x="123" y="53"/>
                  </a:lnTo>
                  <a:lnTo>
                    <a:pt x="126" y="55"/>
                  </a:lnTo>
                  <a:lnTo>
                    <a:pt x="129" y="57"/>
                  </a:lnTo>
                  <a:lnTo>
                    <a:pt x="130" y="60"/>
                  </a:lnTo>
                  <a:lnTo>
                    <a:pt x="130" y="61"/>
                  </a:lnTo>
                  <a:lnTo>
                    <a:pt x="129" y="61"/>
                  </a:lnTo>
                  <a:lnTo>
                    <a:pt x="129" y="61"/>
                  </a:lnTo>
                  <a:lnTo>
                    <a:pt x="128" y="62"/>
                  </a:lnTo>
                  <a:lnTo>
                    <a:pt x="125" y="62"/>
                  </a:lnTo>
                  <a:lnTo>
                    <a:pt x="122" y="61"/>
                  </a:lnTo>
                  <a:lnTo>
                    <a:pt x="119" y="61"/>
                  </a:lnTo>
                  <a:lnTo>
                    <a:pt x="114" y="61"/>
                  </a:lnTo>
                  <a:lnTo>
                    <a:pt x="109" y="61"/>
                  </a:lnTo>
                  <a:lnTo>
                    <a:pt x="105" y="61"/>
                  </a:lnTo>
                  <a:lnTo>
                    <a:pt x="100" y="60"/>
                  </a:lnTo>
                  <a:lnTo>
                    <a:pt x="95" y="59"/>
                  </a:lnTo>
                  <a:lnTo>
                    <a:pt x="92" y="59"/>
                  </a:lnTo>
                  <a:lnTo>
                    <a:pt x="89" y="59"/>
                  </a:lnTo>
                  <a:lnTo>
                    <a:pt x="89" y="59"/>
                  </a:lnTo>
                  <a:lnTo>
                    <a:pt x="88" y="59"/>
                  </a:lnTo>
                  <a:lnTo>
                    <a:pt x="87" y="59"/>
                  </a:lnTo>
                  <a:lnTo>
                    <a:pt x="86" y="58"/>
                  </a:lnTo>
                  <a:lnTo>
                    <a:pt x="84" y="57"/>
                  </a:lnTo>
                  <a:lnTo>
                    <a:pt x="81" y="53"/>
                  </a:lnTo>
                  <a:lnTo>
                    <a:pt x="77" y="51"/>
                  </a:lnTo>
                  <a:lnTo>
                    <a:pt x="74" y="49"/>
                  </a:lnTo>
                  <a:lnTo>
                    <a:pt x="72" y="48"/>
                  </a:lnTo>
                  <a:lnTo>
                    <a:pt x="69" y="46"/>
                  </a:lnTo>
                  <a:lnTo>
                    <a:pt x="65" y="44"/>
                  </a:lnTo>
                  <a:lnTo>
                    <a:pt x="63" y="42"/>
                  </a:lnTo>
                  <a:lnTo>
                    <a:pt x="60" y="39"/>
                  </a:lnTo>
                  <a:lnTo>
                    <a:pt x="57" y="36"/>
                  </a:lnTo>
                  <a:lnTo>
                    <a:pt x="56" y="35"/>
                  </a:lnTo>
                  <a:lnTo>
                    <a:pt x="54" y="33"/>
                  </a:lnTo>
                  <a:lnTo>
                    <a:pt x="53" y="33"/>
                  </a:lnTo>
                  <a:lnTo>
                    <a:pt x="52" y="33"/>
                  </a:lnTo>
                  <a:lnTo>
                    <a:pt x="50" y="33"/>
                  </a:lnTo>
                  <a:lnTo>
                    <a:pt x="50" y="35"/>
                  </a:lnTo>
                  <a:lnTo>
                    <a:pt x="50" y="36"/>
                  </a:lnTo>
                  <a:lnTo>
                    <a:pt x="50" y="37"/>
                  </a:lnTo>
                  <a:lnTo>
                    <a:pt x="53" y="39"/>
                  </a:lnTo>
                  <a:lnTo>
                    <a:pt x="56" y="41"/>
                  </a:lnTo>
                  <a:lnTo>
                    <a:pt x="57" y="42"/>
                  </a:lnTo>
                  <a:lnTo>
                    <a:pt x="60" y="45"/>
                  </a:lnTo>
                  <a:lnTo>
                    <a:pt x="63" y="49"/>
                  </a:lnTo>
                  <a:lnTo>
                    <a:pt x="66" y="51"/>
                  </a:lnTo>
                  <a:lnTo>
                    <a:pt x="73" y="56"/>
                  </a:lnTo>
                  <a:lnTo>
                    <a:pt x="77" y="58"/>
                  </a:lnTo>
                  <a:lnTo>
                    <a:pt x="77" y="59"/>
                  </a:lnTo>
                  <a:lnTo>
                    <a:pt x="77" y="59"/>
                  </a:lnTo>
                  <a:lnTo>
                    <a:pt x="77" y="60"/>
                  </a:lnTo>
                  <a:lnTo>
                    <a:pt x="74" y="61"/>
                  </a:lnTo>
                  <a:lnTo>
                    <a:pt x="73" y="61"/>
                  </a:lnTo>
                  <a:lnTo>
                    <a:pt x="70" y="61"/>
                  </a:lnTo>
                  <a:lnTo>
                    <a:pt x="68" y="61"/>
                  </a:lnTo>
                  <a:lnTo>
                    <a:pt x="65" y="60"/>
                  </a:lnTo>
                  <a:lnTo>
                    <a:pt x="61" y="59"/>
                  </a:lnTo>
                  <a:lnTo>
                    <a:pt x="58" y="58"/>
                  </a:lnTo>
                  <a:lnTo>
                    <a:pt x="57" y="57"/>
                  </a:lnTo>
                  <a:lnTo>
                    <a:pt x="54" y="55"/>
                  </a:lnTo>
                  <a:lnTo>
                    <a:pt x="53" y="54"/>
                  </a:lnTo>
                  <a:lnTo>
                    <a:pt x="52" y="53"/>
                  </a:lnTo>
                  <a:lnTo>
                    <a:pt x="51" y="53"/>
                  </a:lnTo>
                  <a:lnTo>
                    <a:pt x="49" y="53"/>
                  </a:lnTo>
                  <a:lnTo>
                    <a:pt x="47" y="53"/>
                  </a:lnTo>
                  <a:lnTo>
                    <a:pt x="45" y="53"/>
                  </a:lnTo>
                  <a:lnTo>
                    <a:pt x="43" y="52"/>
                  </a:lnTo>
                  <a:lnTo>
                    <a:pt x="40" y="50"/>
                  </a:lnTo>
                  <a:lnTo>
                    <a:pt x="38" y="49"/>
                  </a:lnTo>
                  <a:lnTo>
                    <a:pt x="35" y="47"/>
                  </a:lnTo>
                  <a:lnTo>
                    <a:pt x="32" y="45"/>
                  </a:lnTo>
                  <a:lnTo>
                    <a:pt x="29" y="44"/>
                  </a:lnTo>
                  <a:lnTo>
                    <a:pt x="25" y="42"/>
                  </a:lnTo>
                  <a:lnTo>
                    <a:pt x="24" y="42"/>
                  </a:lnTo>
                  <a:lnTo>
                    <a:pt x="21" y="41"/>
                  </a:lnTo>
                  <a:lnTo>
                    <a:pt x="17" y="38"/>
                  </a:lnTo>
                  <a:lnTo>
                    <a:pt x="15" y="35"/>
                  </a:lnTo>
                  <a:lnTo>
                    <a:pt x="13" y="32"/>
                  </a:lnTo>
                  <a:lnTo>
                    <a:pt x="12" y="31"/>
                  </a:lnTo>
                  <a:lnTo>
                    <a:pt x="11" y="29"/>
                  </a:lnTo>
                  <a:lnTo>
                    <a:pt x="9" y="28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6" y="28"/>
                  </a:lnTo>
                  <a:lnTo>
                    <a:pt x="4" y="29"/>
                  </a:lnTo>
                  <a:lnTo>
                    <a:pt x="4" y="31"/>
                  </a:lnTo>
                  <a:lnTo>
                    <a:pt x="6" y="35"/>
                  </a:lnTo>
                  <a:lnTo>
                    <a:pt x="8" y="39"/>
                  </a:lnTo>
                  <a:lnTo>
                    <a:pt x="9" y="41"/>
                  </a:lnTo>
                  <a:lnTo>
                    <a:pt x="10" y="42"/>
                  </a:lnTo>
                  <a:lnTo>
                    <a:pt x="12" y="44"/>
                  </a:lnTo>
                  <a:lnTo>
                    <a:pt x="13" y="45"/>
                  </a:lnTo>
                  <a:lnTo>
                    <a:pt x="17" y="47"/>
                  </a:lnTo>
                  <a:lnTo>
                    <a:pt x="20" y="49"/>
                  </a:lnTo>
                  <a:lnTo>
                    <a:pt x="26" y="53"/>
                  </a:lnTo>
                  <a:lnTo>
                    <a:pt x="32" y="57"/>
                  </a:lnTo>
                  <a:lnTo>
                    <a:pt x="33" y="58"/>
                  </a:lnTo>
                  <a:lnTo>
                    <a:pt x="35" y="60"/>
                  </a:lnTo>
                  <a:lnTo>
                    <a:pt x="36" y="61"/>
                  </a:lnTo>
                  <a:lnTo>
                    <a:pt x="36" y="62"/>
                  </a:lnTo>
                  <a:lnTo>
                    <a:pt x="35" y="62"/>
                  </a:lnTo>
                  <a:lnTo>
                    <a:pt x="35" y="63"/>
                  </a:lnTo>
                  <a:lnTo>
                    <a:pt x="34" y="64"/>
                  </a:lnTo>
                  <a:lnTo>
                    <a:pt x="33" y="65"/>
                  </a:lnTo>
                  <a:lnTo>
                    <a:pt x="31" y="66"/>
                  </a:lnTo>
                  <a:lnTo>
                    <a:pt x="29" y="68"/>
                  </a:lnTo>
                  <a:lnTo>
                    <a:pt x="25" y="69"/>
                  </a:lnTo>
                  <a:lnTo>
                    <a:pt x="22" y="72"/>
                  </a:lnTo>
                  <a:lnTo>
                    <a:pt x="18" y="73"/>
                  </a:lnTo>
                  <a:lnTo>
                    <a:pt x="14" y="73"/>
                  </a:lnTo>
                  <a:lnTo>
                    <a:pt x="12" y="74"/>
                  </a:lnTo>
                  <a:lnTo>
                    <a:pt x="10" y="74"/>
                  </a:lnTo>
                  <a:lnTo>
                    <a:pt x="9" y="74"/>
                  </a:lnTo>
                  <a:lnTo>
                    <a:pt x="8" y="73"/>
                  </a:lnTo>
                  <a:lnTo>
                    <a:pt x="8" y="72"/>
                  </a:lnTo>
                  <a:lnTo>
                    <a:pt x="6" y="69"/>
                  </a:lnTo>
                  <a:lnTo>
                    <a:pt x="4" y="66"/>
                  </a:lnTo>
                  <a:lnTo>
                    <a:pt x="3" y="62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1" y="61"/>
                  </a:lnTo>
                  <a:lnTo>
                    <a:pt x="0" y="61"/>
                  </a:lnTo>
                  <a:lnTo>
                    <a:pt x="0" y="63"/>
                  </a:lnTo>
                  <a:lnTo>
                    <a:pt x="0" y="65"/>
                  </a:lnTo>
                  <a:lnTo>
                    <a:pt x="0" y="66"/>
                  </a:lnTo>
                  <a:lnTo>
                    <a:pt x="0" y="69"/>
                  </a:lnTo>
                  <a:lnTo>
                    <a:pt x="2" y="73"/>
                  </a:lnTo>
                  <a:lnTo>
                    <a:pt x="2" y="77"/>
                  </a:lnTo>
                  <a:lnTo>
                    <a:pt x="3" y="81"/>
                  </a:lnTo>
                  <a:lnTo>
                    <a:pt x="3" y="85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4" y="86"/>
                  </a:lnTo>
                  <a:lnTo>
                    <a:pt x="5" y="86"/>
                  </a:lnTo>
                  <a:lnTo>
                    <a:pt x="7" y="87"/>
                  </a:lnTo>
                  <a:lnTo>
                    <a:pt x="9" y="87"/>
                  </a:lnTo>
                  <a:lnTo>
                    <a:pt x="13" y="87"/>
                  </a:lnTo>
                  <a:lnTo>
                    <a:pt x="16" y="86"/>
                  </a:lnTo>
                  <a:lnTo>
                    <a:pt x="19" y="85"/>
                  </a:lnTo>
                  <a:lnTo>
                    <a:pt x="25" y="81"/>
                  </a:lnTo>
                  <a:lnTo>
                    <a:pt x="30" y="78"/>
                  </a:lnTo>
                  <a:lnTo>
                    <a:pt x="34" y="76"/>
                  </a:lnTo>
                  <a:lnTo>
                    <a:pt x="37" y="73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4" y="69"/>
                  </a:lnTo>
                  <a:lnTo>
                    <a:pt x="45" y="68"/>
                  </a:lnTo>
                  <a:lnTo>
                    <a:pt x="46" y="68"/>
                  </a:lnTo>
                  <a:lnTo>
                    <a:pt x="47" y="68"/>
                  </a:lnTo>
                  <a:lnTo>
                    <a:pt x="48" y="69"/>
                  </a:lnTo>
                  <a:lnTo>
                    <a:pt x="49" y="69"/>
                  </a:lnTo>
                  <a:lnTo>
                    <a:pt x="51" y="71"/>
                  </a:lnTo>
                  <a:lnTo>
                    <a:pt x="52" y="72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1" y="74"/>
                  </a:lnTo>
                  <a:lnTo>
                    <a:pt x="49" y="74"/>
                  </a:lnTo>
                  <a:lnTo>
                    <a:pt x="47" y="74"/>
                  </a:lnTo>
                  <a:lnTo>
                    <a:pt x="45" y="74"/>
                  </a:lnTo>
                  <a:lnTo>
                    <a:pt x="44" y="75"/>
                  </a:lnTo>
                  <a:lnTo>
                    <a:pt x="43" y="75"/>
                  </a:lnTo>
                  <a:lnTo>
                    <a:pt x="43" y="75"/>
                  </a:lnTo>
                  <a:lnTo>
                    <a:pt x="43" y="76"/>
                  </a:lnTo>
                  <a:lnTo>
                    <a:pt x="44" y="77"/>
                  </a:lnTo>
                  <a:lnTo>
                    <a:pt x="47" y="77"/>
                  </a:lnTo>
                  <a:lnTo>
                    <a:pt x="50" y="80"/>
                  </a:lnTo>
                  <a:lnTo>
                    <a:pt x="55" y="82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1" y="86"/>
                  </a:lnTo>
                  <a:lnTo>
                    <a:pt x="63" y="85"/>
                  </a:lnTo>
                  <a:lnTo>
                    <a:pt x="64" y="85"/>
                  </a:lnTo>
                  <a:lnTo>
                    <a:pt x="65" y="83"/>
                  </a:lnTo>
                  <a:lnTo>
                    <a:pt x="65" y="81"/>
                  </a:lnTo>
                  <a:lnTo>
                    <a:pt x="65" y="79"/>
                  </a:lnTo>
                  <a:lnTo>
                    <a:pt x="65" y="77"/>
                  </a:lnTo>
                  <a:lnTo>
                    <a:pt x="65" y="74"/>
                  </a:lnTo>
                  <a:lnTo>
                    <a:pt x="64" y="72"/>
                  </a:lnTo>
                  <a:lnTo>
                    <a:pt x="62" y="70"/>
                  </a:lnTo>
                  <a:lnTo>
                    <a:pt x="61" y="69"/>
                  </a:lnTo>
                  <a:lnTo>
                    <a:pt x="61" y="69"/>
                  </a:lnTo>
                  <a:lnTo>
                    <a:pt x="59" y="68"/>
                  </a:lnTo>
                  <a:lnTo>
                    <a:pt x="57" y="67"/>
                  </a:lnTo>
                  <a:lnTo>
                    <a:pt x="56" y="65"/>
                  </a:lnTo>
                  <a:lnTo>
                    <a:pt x="54" y="62"/>
                  </a:lnTo>
                  <a:lnTo>
                    <a:pt x="54" y="62"/>
                  </a:lnTo>
                  <a:lnTo>
                    <a:pt x="53" y="61"/>
                  </a:lnTo>
                  <a:lnTo>
                    <a:pt x="54" y="61"/>
                  </a:lnTo>
                  <a:lnTo>
                    <a:pt x="54" y="61"/>
                  </a:lnTo>
                  <a:lnTo>
                    <a:pt x="55" y="61"/>
                  </a:lnTo>
                  <a:lnTo>
                    <a:pt x="57" y="61"/>
                  </a:lnTo>
                  <a:lnTo>
                    <a:pt x="61" y="62"/>
                  </a:lnTo>
                  <a:lnTo>
                    <a:pt x="65" y="63"/>
                  </a:lnTo>
                  <a:lnTo>
                    <a:pt x="69" y="65"/>
                  </a:lnTo>
                  <a:lnTo>
                    <a:pt x="73" y="66"/>
                  </a:lnTo>
                  <a:lnTo>
                    <a:pt x="75" y="67"/>
                  </a:lnTo>
                  <a:lnTo>
                    <a:pt x="77" y="69"/>
                  </a:lnTo>
                  <a:lnTo>
                    <a:pt x="80" y="70"/>
                  </a:lnTo>
                  <a:lnTo>
                    <a:pt x="82" y="73"/>
                  </a:lnTo>
                  <a:lnTo>
                    <a:pt x="85" y="75"/>
                  </a:lnTo>
                  <a:lnTo>
                    <a:pt x="87" y="76"/>
                  </a:lnTo>
                  <a:lnTo>
                    <a:pt x="89" y="77"/>
                  </a:lnTo>
                  <a:lnTo>
                    <a:pt x="90" y="77"/>
                  </a:lnTo>
                  <a:lnTo>
                    <a:pt x="93" y="77"/>
                  </a:lnTo>
                  <a:lnTo>
                    <a:pt x="95" y="76"/>
                  </a:lnTo>
                  <a:lnTo>
                    <a:pt x="95" y="76"/>
                  </a:lnTo>
                  <a:lnTo>
                    <a:pt x="95" y="75"/>
                  </a:lnTo>
                  <a:lnTo>
                    <a:pt x="95" y="73"/>
                  </a:lnTo>
                  <a:lnTo>
                    <a:pt x="95" y="72"/>
                  </a:lnTo>
                  <a:lnTo>
                    <a:pt x="94" y="70"/>
                  </a:lnTo>
                  <a:lnTo>
                    <a:pt x="94" y="69"/>
                  </a:lnTo>
                  <a:lnTo>
                    <a:pt x="93" y="68"/>
                  </a:lnTo>
                  <a:lnTo>
                    <a:pt x="94" y="66"/>
                  </a:lnTo>
                  <a:lnTo>
                    <a:pt x="94" y="65"/>
                  </a:lnTo>
                  <a:lnTo>
                    <a:pt x="95" y="65"/>
                  </a:lnTo>
                  <a:lnTo>
                    <a:pt x="96" y="64"/>
                  </a:lnTo>
                  <a:lnTo>
                    <a:pt x="97" y="64"/>
                  </a:lnTo>
                  <a:lnTo>
                    <a:pt x="101" y="65"/>
                  </a:lnTo>
                  <a:lnTo>
                    <a:pt x="105" y="65"/>
                  </a:lnTo>
                  <a:lnTo>
                    <a:pt x="109" y="65"/>
                  </a:lnTo>
                  <a:lnTo>
                    <a:pt x="112" y="65"/>
                  </a:lnTo>
                  <a:lnTo>
                    <a:pt x="114" y="66"/>
                  </a:lnTo>
                  <a:lnTo>
                    <a:pt x="117" y="67"/>
                  </a:lnTo>
                  <a:lnTo>
                    <a:pt x="123" y="69"/>
                  </a:lnTo>
                  <a:lnTo>
                    <a:pt x="128" y="71"/>
                  </a:lnTo>
                  <a:lnTo>
                    <a:pt x="130" y="72"/>
                  </a:lnTo>
                  <a:lnTo>
                    <a:pt x="132" y="72"/>
                  </a:lnTo>
                  <a:lnTo>
                    <a:pt x="135" y="72"/>
                  </a:lnTo>
                  <a:lnTo>
                    <a:pt x="137" y="72"/>
                  </a:lnTo>
                  <a:lnTo>
                    <a:pt x="140" y="70"/>
                  </a:lnTo>
                  <a:lnTo>
                    <a:pt x="141" y="69"/>
                  </a:lnTo>
                  <a:lnTo>
                    <a:pt x="143" y="67"/>
                  </a:lnTo>
                  <a:lnTo>
                    <a:pt x="144" y="65"/>
                  </a:lnTo>
                  <a:lnTo>
                    <a:pt x="144" y="64"/>
                  </a:lnTo>
                  <a:lnTo>
                    <a:pt x="145" y="61"/>
                  </a:lnTo>
                  <a:lnTo>
                    <a:pt x="144" y="60"/>
                  </a:lnTo>
                  <a:lnTo>
                    <a:pt x="144" y="59"/>
                  </a:lnTo>
                  <a:lnTo>
                    <a:pt x="143" y="58"/>
                  </a:lnTo>
                  <a:lnTo>
                    <a:pt x="141" y="57"/>
                  </a:lnTo>
                  <a:lnTo>
                    <a:pt x="137" y="55"/>
                  </a:lnTo>
                  <a:lnTo>
                    <a:pt x="132" y="51"/>
                  </a:lnTo>
                  <a:lnTo>
                    <a:pt x="126" y="48"/>
                  </a:lnTo>
                  <a:lnTo>
                    <a:pt x="123" y="46"/>
                  </a:lnTo>
                  <a:lnTo>
                    <a:pt x="122" y="46"/>
                  </a:lnTo>
                  <a:lnTo>
                    <a:pt x="121" y="45"/>
                  </a:lnTo>
                  <a:lnTo>
                    <a:pt x="121" y="45"/>
                  </a:lnTo>
                  <a:lnTo>
                    <a:pt x="120" y="44"/>
                  </a:lnTo>
                  <a:lnTo>
                    <a:pt x="119" y="43"/>
                  </a:lnTo>
                  <a:lnTo>
                    <a:pt x="119" y="42"/>
                  </a:lnTo>
                  <a:lnTo>
                    <a:pt x="118" y="41"/>
                  </a:lnTo>
                  <a:lnTo>
                    <a:pt x="119" y="41"/>
                  </a:lnTo>
                  <a:lnTo>
                    <a:pt x="119" y="39"/>
                  </a:lnTo>
                  <a:lnTo>
                    <a:pt x="118" y="37"/>
                  </a:lnTo>
                  <a:lnTo>
                    <a:pt x="118" y="37"/>
                  </a:lnTo>
                  <a:lnTo>
                    <a:pt x="118" y="36"/>
                  </a:lnTo>
                  <a:lnTo>
                    <a:pt x="118" y="35"/>
                  </a:lnTo>
                  <a:lnTo>
                    <a:pt x="119" y="33"/>
                  </a:lnTo>
                  <a:lnTo>
                    <a:pt x="119" y="32"/>
                  </a:lnTo>
                  <a:lnTo>
                    <a:pt x="120" y="32"/>
                  </a:lnTo>
                  <a:lnTo>
                    <a:pt x="121" y="32"/>
                  </a:lnTo>
                  <a:lnTo>
                    <a:pt x="122" y="32"/>
                  </a:lnTo>
                  <a:lnTo>
                    <a:pt x="125" y="32"/>
                  </a:lnTo>
                  <a:lnTo>
                    <a:pt x="127" y="32"/>
                  </a:lnTo>
                  <a:lnTo>
                    <a:pt x="130" y="34"/>
                  </a:lnTo>
                  <a:lnTo>
                    <a:pt x="135" y="35"/>
                  </a:lnTo>
                  <a:lnTo>
                    <a:pt x="140" y="37"/>
                  </a:lnTo>
                  <a:lnTo>
                    <a:pt x="143" y="38"/>
                  </a:lnTo>
                  <a:lnTo>
                    <a:pt x="145" y="39"/>
                  </a:lnTo>
                  <a:lnTo>
                    <a:pt x="147" y="40"/>
                  </a:lnTo>
                  <a:lnTo>
                    <a:pt x="148" y="40"/>
                  </a:lnTo>
                  <a:lnTo>
                    <a:pt x="149" y="39"/>
                  </a:lnTo>
                  <a:lnTo>
                    <a:pt x="151" y="38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4" y="37"/>
                  </a:lnTo>
                  <a:lnTo>
                    <a:pt x="154" y="37"/>
                  </a:lnTo>
                  <a:lnTo>
                    <a:pt x="155" y="37"/>
                  </a:lnTo>
                  <a:lnTo>
                    <a:pt x="156" y="33"/>
                  </a:lnTo>
                  <a:lnTo>
                    <a:pt x="156" y="29"/>
                  </a:lnTo>
                  <a:lnTo>
                    <a:pt x="156" y="27"/>
                  </a:lnTo>
                  <a:lnTo>
                    <a:pt x="155" y="24"/>
                  </a:lnTo>
                  <a:lnTo>
                    <a:pt x="154" y="24"/>
                  </a:lnTo>
                  <a:lnTo>
                    <a:pt x="153" y="23"/>
                  </a:lnTo>
                  <a:lnTo>
                    <a:pt x="153" y="22"/>
                  </a:lnTo>
                  <a:lnTo>
                    <a:pt x="151" y="22"/>
                  </a:lnTo>
                  <a:lnTo>
                    <a:pt x="150" y="23"/>
                  </a:lnTo>
                  <a:lnTo>
                    <a:pt x="150" y="23"/>
                  </a:lnTo>
                  <a:lnTo>
                    <a:pt x="150" y="24"/>
                  </a:lnTo>
                  <a:lnTo>
                    <a:pt x="149" y="24"/>
                  </a:lnTo>
                  <a:lnTo>
                    <a:pt x="147" y="25"/>
                  </a:lnTo>
                  <a:lnTo>
                    <a:pt x="143" y="28"/>
                  </a:lnTo>
                  <a:lnTo>
                    <a:pt x="142" y="28"/>
                  </a:lnTo>
                  <a:lnTo>
                    <a:pt x="141" y="28"/>
                  </a:lnTo>
                  <a:lnTo>
                    <a:pt x="138" y="28"/>
                  </a:lnTo>
                  <a:lnTo>
                    <a:pt x="137" y="29"/>
                  </a:lnTo>
                  <a:lnTo>
                    <a:pt x="132" y="28"/>
                  </a:lnTo>
                  <a:lnTo>
                    <a:pt x="127" y="28"/>
                  </a:lnTo>
                  <a:lnTo>
                    <a:pt x="118" y="27"/>
                  </a:lnTo>
                  <a:lnTo>
                    <a:pt x="114" y="26"/>
                  </a:lnTo>
                  <a:lnTo>
                    <a:pt x="113" y="25"/>
                  </a:lnTo>
                  <a:lnTo>
                    <a:pt x="113" y="25"/>
                  </a:lnTo>
                  <a:lnTo>
                    <a:pt x="113" y="24"/>
                  </a:lnTo>
                  <a:lnTo>
                    <a:pt x="112" y="24"/>
                  </a:lnTo>
                  <a:lnTo>
                    <a:pt x="112" y="21"/>
                  </a:lnTo>
                  <a:lnTo>
                    <a:pt x="110" y="20"/>
                  </a:lnTo>
                  <a:lnTo>
                    <a:pt x="109" y="18"/>
                  </a:lnTo>
                  <a:lnTo>
                    <a:pt x="108" y="16"/>
                  </a:lnTo>
                  <a:lnTo>
                    <a:pt x="106" y="15"/>
                  </a:lnTo>
                  <a:lnTo>
                    <a:pt x="105" y="14"/>
                  </a:lnTo>
                  <a:lnTo>
                    <a:pt x="105" y="14"/>
                  </a:lnTo>
                  <a:lnTo>
                    <a:pt x="105" y="12"/>
                  </a:lnTo>
                  <a:lnTo>
                    <a:pt x="105" y="12"/>
                  </a:lnTo>
                  <a:lnTo>
                    <a:pt x="105" y="11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6" y="6"/>
                  </a:lnTo>
                  <a:lnTo>
                    <a:pt x="106" y="5"/>
                  </a:lnTo>
                  <a:lnTo>
                    <a:pt x="106" y="4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5" y="1"/>
                  </a:lnTo>
                  <a:lnTo>
                    <a:pt x="105" y="0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2" y="1"/>
                  </a:lnTo>
                  <a:lnTo>
                    <a:pt x="101" y="2"/>
                  </a:lnTo>
                  <a:lnTo>
                    <a:pt x="101" y="3"/>
                  </a:lnTo>
                  <a:lnTo>
                    <a:pt x="100" y="4"/>
                  </a:lnTo>
                  <a:lnTo>
                    <a:pt x="97" y="8"/>
                  </a:lnTo>
                  <a:lnTo>
                    <a:pt x="93" y="13"/>
                  </a:lnTo>
                  <a:lnTo>
                    <a:pt x="89" y="18"/>
                  </a:lnTo>
                  <a:lnTo>
                    <a:pt x="86" y="22"/>
                  </a:lnTo>
                  <a:lnTo>
                    <a:pt x="84" y="24"/>
                  </a:lnTo>
                  <a:lnTo>
                    <a:pt x="83" y="24"/>
                  </a:lnTo>
                  <a:lnTo>
                    <a:pt x="81" y="25"/>
                  </a:lnTo>
                  <a:lnTo>
                    <a:pt x="80" y="25"/>
                  </a:lnTo>
                  <a:lnTo>
                    <a:pt x="79" y="25"/>
                  </a:lnTo>
                  <a:lnTo>
                    <a:pt x="78" y="25"/>
                  </a:lnTo>
                  <a:lnTo>
                    <a:pt x="78" y="24"/>
                  </a:lnTo>
                  <a:lnTo>
                    <a:pt x="78" y="24"/>
                  </a:lnTo>
                  <a:lnTo>
                    <a:pt x="80" y="19"/>
                  </a:lnTo>
                  <a:lnTo>
                    <a:pt x="81" y="14"/>
                  </a:lnTo>
                  <a:lnTo>
                    <a:pt x="82" y="13"/>
                  </a:lnTo>
                  <a:lnTo>
                    <a:pt x="82" y="11"/>
                  </a:lnTo>
                  <a:lnTo>
                    <a:pt x="81" y="9"/>
                  </a:lnTo>
                  <a:lnTo>
                    <a:pt x="80" y="7"/>
                  </a:lnTo>
                  <a:lnTo>
                    <a:pt x="80" y="7"/>
                  </a:lnTo>
                  <a:lnTo>
                    <a:pt x="79" y="6"/>
                  </a:lnTo>
                  <a:lnTo>
                    <a:pt x="78" y="7"/>
                  </a:lnTo>
                  <a:lnTo>
                    <a:pt x="78" y="7"/>
                  </a:lnTo>
                  <a:lnTo>
                    <a:pt x="77" y="9"/>
                  </a:lnTo>
                  <a:lnTo>
                    <a:pt x="76" y="12"/>
                  </a:lnTo>
                  <a:lnTo>
                    <a:pt x="74" y="16"/>
                  </a:lnTo>
                  <a:lnTo>
                    <a:pt x="73" y="18"/>
                  </a:lnTo>
                  <a:lnTo>
                    <a:pt x="71" y="20"/>
                  </a:lnTo>
                  <a:lnTo>
                    <a:pt x="69" y="21"/>
                  </a:lnTo>
                  <a:lnTo>
                    <a:pt x="68" y="22"/>
                  </a:lnTo>
                  <a:lnTo>
                    <a:pt x="67" y="23"/>
                  </a:lnTo>
                  <a:lnTo>
                    <a:pt x="65" y="24"/>
                  </a:lnTo>
                  <a:lnTo>
                    <a:pt x="65" y="25"/>
                  </a:lnTo>
                  <a:lnTo>
                    <a:pt x="64" y="26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64" y="28"/>
                  </a:lnTo>
                  <a:lnTo>
                    <a:pt x="65" y="28"/>
                  </a:lnTo>
                  <a:lnTo>
                    <a:pt x="67" y="28"/>
                  </a:lnTo>
                  <a:lnTo>
                    <a:pt x="71" y="29"/>
                  </a:lnTo>
                  <a:lnTo>
                    <a:pt x="76" y="30"/>
                  </a:lnTo>
                  <a:lnTo>
                    <a:pt x="81" y="31"/>
                  </a:lnTo>
                  <a:lnTo>
                    <a:pt x="85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9" name="îśľiḓè"/>
            <p:cNvSpPr/>
            <p:nvPr/>
          </p:nvSpPr>
          <p:spPr bwMode="auto">
            <a:xfrm>
              <a:off x="2492376" y="3494088"/>
              <a:ext cx="1190625" cy="766763"/>
            </a:xfrm>
            <a:custGeom>
              <a:avLst/>
              <a:gdLst>
                <a:gd name="T0" fmla="*/ 238 w 750"/>
                <a:gd name="T1" fmla="*/ 410 h 483"/>
                <a:gd name="T2" fmla="*/ 260 w 750"/>
                <a:gd name="T3" fmla="*/ 439 h 483"/>
                <a:gd name="T4" fmla="*/ 256 w 750"/>
                <a:gd name="T5" fmla="*/ 482 h 483"/>
                <a:gd name="T6" fmla="*/ 230 w 750"/>
                <a:gd name="T7" fmla="*/ 454 h 483"/>
                <a:gd name="T8" fmla="*/ 255 w 750"/>
                <a:gd name="T9" fmla="*/ 473 h 483"/>
                <a:gd name="T10" fmla="*/ 249 w 750"/>
                <a:gd name="T11" fmla="*/ 443 h 483"/>
                <a:gd name="T12" fmla="*/ 234 w 750"/>
                <a:gd name="T13" fmla="*/ 401 h 483"/>
                <a:gd name="T14" fmla="*/ 260 w 750"/>
                <a:gd name="T15" fmla="*/ 397 h 483"/>
                <a:gd name="T16" fmla="*/ 28 w 750"/>
                <a:gd name="T17" fmla="*/ 433 h 483"/>
                <a:gd name="T18" fmla="*/ 13 w 750"/>
                <a:gd name="T19" fmla="*/ 428 h 483"/>
                <a:gd name="T20" fmla="*/ 0 w 750"/>
                <a:gd name="T21" fmla="*/ 419 h 483"/>
                <a:gd name="T22" fmla="*/ 37 w 750"/>
                <a:gd name="T23" fmla="*/ 447 h 483"/>
                <a:gd name="T24" fmla="*/ 123 w 750"/>
                <a:gd name="T25" fmla="*/ 381 h 483"/>
                <a:gd name="T26" fmla="*/ 160 w 750"/>
                <a:gd name="T27" fmla="*/ 436 h 483"/>
                <a:gd name="T28" fmla="*/ 224 w 750"/>
                <a:gd name="T29" fmla="*/ 423 h 483"/>
                <a:gd name="T30" fmla="*/ 193 w 750"/>
                <a:gd name="T31" fmla="*/ 391 h 483"/>
                <a:gd name="T32" fmla="*/ 216 w 750"/>
                <a:gd name="T33" fmla="*/ 409 h 483"/>
                <a:gd name="T34" fmla="*/ 278 w 750"/>
                <a:gd name="T35" fmla="*/ 482 h 483"/>
                <a:gd name="T36" fmla="*/ 351 w 750"/>
                <a:gd name="T37" fmla="*/ 426 h 483"/>
                <a:gd name="T38" fmla="*/ 437 w 750"/>
                <a:gd name="T39" fmla="*/ 430 h 483"/>
                <a:gd name="T40" fmla="*/ 411 w 750"/>
                <a:gd name="T41" fmla="*/ 359 h 483"/>
                <a:gd name="T42" fmla="*/ 388 w 750"/>
                <a:gd name="T43" fmla="*/ 381 h 483"/>
                <a:gd name="T44" fmla="*/ 423 w 750"/>
                <a:gd name="T45" fmla="*/ 447 h 483"/>
                <a:gd name="T46" fmla="*/ 405 w 750"/>
                <a:gd name="T47" fmla="*/ 417 h 483"/>
                <a:gd name="T48" fmla="*/ 401 w 750"/>
                <a:gd name="T49" fmla="*/ 366 h 483"/>
                <a:gd name="T50" fmla="*/ 427 w 750"/>
                <a:gd name="T51" fmla="*/ 408 h 483"/>
                <a:gd name="T52" fmla="*/ 448 w 750"/>
                <a:gd name="T53" fmla="*/ 334 h 483"/>
                <a:gd name="T54" fmla="*/ 498 w 750"/>
                <a:gd name="T55" fmla="*/ 301 h 483"/>
                <a:gd name="T56" fmla="*/ 551 w 750"/>
                <a:gd name="T57" fmla="*/ 375 h 483"/>
                <a:gd name="T58" fmla="*/ 583 w 750"/>
                <a:gd name="T59" fmla="*/ 330 h 483"/>
                <a:gd name="T60" fmla="*/ 544 w 750"/>
                <a:gd name="T61" fmla="*/ 279 h 483"/>
                <a:gd name="T62" fmla="*/ 565 w 750"/>
                <a:gd name="T63" fmla="*/ 265 h 483"/>
                <a:gd name="T64" fmla="*/ 537 w 750"/>
                <a:gd name="T65" fmla="*/ 269 h 483"/>
                <a:gd name="T66" fmla="*/ 572 w 750"/>
                <a:gd name="T67" fmla="*/ 333 h 483"/>
                <a:gd name="T68" fmla="*/ 602 w 750"/>
                <a:gd name="T69" fmla="*/ 327 h 483"/>
                <a:gd name="T70" fmla="*/ 589 w 750"/>
                <a:gd name="T71" fmla="*/ 271 h 483"/>
                <a:gd name="T72" fmla="*/ 650 w 750"/>
                <a:gd name="T73" fmla="*/ 233 h 483"/>
                <a:gd name="T74" fmla="*/ 668 w 750"/>
                <a:gd name="T75" fmla="*/ 220 h 483"/>
                <a:gd name="T76" fmla="*/ 613 w 750"/>
                <a:gd name="T77" fmla="*/ 169 h 483"/>
                <a:gd name="T78" fmla="*/ 644 w 750"/>
                <a:gd name="T79" fmla="*/ 157 h 483"/>
                <a:gd name="T80" fmla="*/ 690 w 750"/>
                <a:gd name="T81" fmla="*/ 213 h 483"/>
                <a:gd name="T82" fmla="*/ 658 w 750"/>
                <a:gd name="T83" fmla="*/ 175 h 483"/>
                <a:gd name="T84" fmla="*/ 620 w 750"/>
                <a:gd name="T85" fmla="*/ 169 h 483"/>
                <a:gd name="T86" fmla="*/ 664 w 750"/>
                <a:gd name="T87" fmla="*/ 208 h 483"/>
                <a:gd name="T88" fmla="*/ 710 w 750"/>
                <a:gd name="T89" fmla="*/ 149 h 483"/>
                <a:gd name="T90" fmla="*/ 697 w 750"/>
                <a:gd name="T91" fmla="*/ 143 h 483"/>
                <a:gd name="T92" fmla="*/ 641 w 750"/>
                <a:gd name="T93" fmla="*/ 104 h 483"/>
                <a:gd name="T94" fmla="*/ 692 w 750"/>
                <a:gd name="T95" fmla="*/ 96 h 483"/>
                <a:gd name="T96" fmla="*/ 709 w 750"/>
                <a:gd name="T97" fmla="*/ 135 h 483"/>
                <a:gd name="T98" fmla="*/ 650 w 750"/>
                <a:gd name="T99" fmla="*/ 108 h 483"/>
                <a:gd name="T100" fmla="*/ 667 w 750"/>
                <a:gd name="T101" fmla="*/ 97 h 483"/>
                <a:gd name="T102" fmla="*/ 718 w 750"/>
                <a:gd name="T103" fmla="*/ 126 h 483"/>
                <a:gd name="T104" fmla="*/ 706 w 750"/>
                <a:gd name="T105" fmla="*/ 61 h 483"/>
                <a:gd name="T106" fmla="*/ 732 w 750"/>
                <a:gd name="T107" fmla="*/ 81 h 483"/>
                <a:gd name="T108" fmla="*/ 669 w 750"/>
                <a:gd name="T109" fmla="*/ 73 h 483"/>
                <a:gd name="T110" fmla="*/ 673 w 750"/>
                <a:gd name="T111" fmla="*/ 53 h 483"/>
                <a:gd name="T112" fmla="*/ 654 w 750"/>
                <a:gd name="T113" fmla="*/ 62 h 483"/>
                <a:gd name="T114" fmla="*/ 698 w 750"/>
                <a:gd name="T115" fmla="*/ 91 h 483"/>
                <a:gd name="T116" fmla="*/ 741 w 750"/>
                <a:gd name="T117" fmla="*/ 77 h 483"/>
                <a:gd name="T118" fmla="*/ 662 w 750"/>
                <a:gd name="T119" fmla="*/ 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50" h="483">
                  <a:moveTo>
                    <a:pt x="265" y="417"/>
                  </a:moveTo>
                  <a:lnTo>
                    <a:pt x="258" y="417"/>
                  </a:lnTo>
                  <a:lnTo>
                    <a:pt x="258" y="414"/>
                  </a:lnTo>
                  <a:lnTo>
                    <a:pt x="257" y="411"/>
                  </a:lnTo>
                  <a:lnTo>
                    <a:pt x="257" y="408"/>
                  </a:lnTo>
                  <a:lnTo>
                    <a:pt x="256" y="405"/>
                  </a:lnTo>
                  <a:lnTo>
                    <a:pt x="255" y="404"/>
                  </a:lnTo>
                  <a:lnTo>
                    <a:pt x="253" y="403"/>
                  </a:lnTo>
                  <a:lnTo>
                    <a:pt x="251" y="401"/>
                  </a:lnTo>
                  <a:lnTo>
                    <a:pt x="249" y="401"/>
                  </a:lnTo>
                  <a:lnTo>
                    <a:pt x="246" y="401"/>
                  </a:lnTo>
                  <a:lnTo>
                    <a:pt x="244" y="402"/>
                  </a:lnTo>
                  <a:lnTo>
                    <a:pt x="241" y="404"/>
                  </a:lnTo>
                  <a:lnTo>
                    <a:pt x="241" y="405"/>
                  </a:lnTo>
                  <a:lnTo>
                    <a:pt x="239" y="408"/>
                  </a:lnTo>
                  <a:lnTo>
                    <a:pt x="238" y="410"/>
                  </a:lnTo>
                  <a:lnTo>
                    <a:pt x="238" y="414"/>
                  </a:lnTo>
                  <a:lnTo>
                    <a:pt x="238" y="417"/>
                  </a:lnTo>
                  <a:lnTo>
                    <a:pt x="238" y="420"/>
                  </a:lnTo>
                  <a:lnTo>
                    <a:pt x="238" y="421"/>
                  </a:lnTo>
                  <a:lnTo>
                    <a:pt x="238" y="423"/>
                  </a:lnTo>
                  <a:lnTo>
                    <a:pt x="239" y="425"/>
                  </a:lnTo>
                  <a:lnTo>
                    <a:pt x="240" y="426"/>
                  </a:lnTo>
                  <a:lnTo>
                    <a:pt x="241" y="428"/>
                  </a:lnTo>
                  <a:lnTo>
                    <a:pt x="242" y="429"/>
                  </a:lnTo>
                  <a:lnTo>
                    <a:pt x="244" y="430"/>
                  </a:lnTo>
                  <a:lnTo>
                    <a:pt x="245" y="431"/>
                  </a:lnTo>
                  <a:lnTo>
                    <a:pt x="249" y="433"/>
                  </a:lnTo>
                  <a:lnTo>
                    <a:pt x="251" y="434"/>
                  </a:lnTo>
                  <a:lnTo>
                    <a:pt x="253" y="434"/>
                  </a:lnTo>
                  <a:lnTo>
                    <a:pt x="257" y="437"/>
                  </a:lnTo>
                  <a:lnTo>
                    <a:pt x="260" y="439"/>
                  </a:lnTo>
                  <a:lnTo>
                    <a:pt x="262" y="442"/>
                  </a:lnTo>
                  <a:lnTo>
                    <a:pt x="264" y="444"/>
                  </a:lnTo>
                  <a:lnTo>
                    <a:pt x="265" y="447"/>
                  </a:lnTo>
                  <a:lnTo>
                    <a:pt x="266" y="450"/>
                  </a:lnTo>
                  <a:lnTo>
                    <a:pt x="267" y="454"/>
                  </a:lnTo>
                  <a:lnTo>
                    <a:pt x="267" y="458"/>
                  </a:lnTo>
                  <a:lnTo>
                    <a:pt x="266" y="463"/>
                  </a:lnTo>
                  <a:lnTo>
                    <a:pt x="265" y="469"/>
                  </a:lnTo>
                  <a:lnTo>
                    <a:pt x="265" y="471"/>
                  </a:lnTo>
                  <a:lnTo>
                    <a:pt x="264" y="473"/>
                  </a:lnTo>
                  <a:lnTo>
                    <a:pt x="263" y="475"/>
                  </a:lnTo>
                  <a:lnTo>
                    <a:pt x="261" y="477"/>
                  </a:lnTo>
                  <a:lnTo>
                    <a:pt x="261" y="478"/>
                  </a:lnTo>
                  <a:lnTo>
                    <a:pt x="259" y="479"/>
                  </a:lnTo>
                  <a:lnTo>
                    <a:pt x="257" y="481"/>
                  </a:lnTo>
                  <a:lnTo>
                    <a:pt x="256" y="482"/>
                  </a:lnTo>
                  <a:lnTo>
                    <a:pt x="254" y="482"/>
                  </a:lnTo>
                  <a:lnTo>
                    <a:pt x="253" y="483"/>
                  </a:lnTo>
                  <a:lnTo>
                    <a:pt x="250" y="483"/>
                  </a:lnTo>
                  <a:lnTo>
                    <a:pt x="248" y="483"/>
                  </a:lnTo>
                  <a:lnTo>
                    <a:pt x="245" y="483"/>
                  </a:lnTo>
                  <a:lnTo>
                    <a:pt x="242" y="482"/>
                  </a:lnTo>
                  <a:lnTo>
                    <a:pt x="240" y="482"/>
                  </a:lnTo>
                  <a:lnTo>
                    <a:pt x="237" y="481"/>
                  </a:lnTo>
                  <a:lnTo>
                    <a:pt x="236" y="478"/>
                  </a:lnTo>
                  <a:lnTo>
                    <a:pt x="234" y="476"/>
                  </a:lnTo>
                  <a:lnTo>
                    <a:pt x="232" y="474"/>
                  </a:lnTo>
                  <a:lnTo>
                    <a:pt x="231" y="470"/>
                  </a:lnTo>
                  <a:lnTo>
                    <a:pt x="231" y="468"/>
                  </a:lnTo>
                  <a:lnTo>
                    <a:pt x="230" y="464"/>
                  </a:lnTo>
                  <a:lnTo>
                    <a:pt x="230" y="459"/>
                  </a:lnTo>
                  <a:lnTo>
                    <a:pt x="230" y="454"/>
                  </a:lnTo>
                  <a:lnTo>
                    <a:pt x="236" y="454"/>
                  </a:lnTo>
                  <a:lnTo>
                    <a:pt x="236" y="459"/>
                  </a:lnTo>
                  <a:lnTo>
                    <a:pt x="236" y="464"/>
                  </a:lnTo>
                  <a:lnTo>
                    <a:pt x="237" y="467"/>
                  </a:lnTo>
                  <a:lnTo>
                    <a:pt x="239" y="470"/>
                  </a:lnTo>
                  <a:lnTo>
                    <a:pt x="240" y="471"/>
                  </a:lnTo>
                  <a:lnTo>
                    <a:pt x="241" y="473"/>
                  </a:lnTo>
                  <a:lnTo>
                    <a:pt x="241" y="474"/>
                  </a:lnTo>
                  <a:lnTo>
                    <a:pt x="243" y="474"/>
                  </a:lnTo>
                  <a:lnTo>
                    <a:pt x="244" y="474"/>
                  </a:lnTo>
                  <a:lnTo>
                    <a:pt x="245" y="475"/>
                  </a:lnTo>
                  <a:lnTo>
                    <a:pt x="247" y="475"/>
                  </a:lnTo>
                  <a:lnTo>
                    <a:pt x="249" y="475"/>
                  </a:lnTo>
                  <a:lnTo>
                    <a:pt x="251" y="475"/>
                  </a:lnTo>
                  <a:lnTo>
                    <a:pt x="253" y="474"/>
                  </a:lnTo>
                  <a:lnTo>
                    <a:pt x="255" y="473"/>
                  </a:lnTo>
                  <a:lnTo>
                    <a:pt x="257" y="471"/>
                  </a:lnTo>
                  <a:lnTo>
                    <a:pt x="258" y="469"/>
                  </a:lnTo>
                  <a:lnTo>
                    <a:pt x="259" y="466"/>
                  </a:lnTo>
                  <a:lnTo>
                    <a:pt x="260" y="463"/>
                  </a:lnTo>
                  <a:lnTo>
                    <a:pt x="260" y="460"/>
                  </a:lnTo>
                  <a:lnTo>
                    <a:pt x="260" y="457"/>
                  </a:lnTo>
                  <a:lnTo>
                    <a:pt x="259" y="454"/>
                  </a:lnTo>
                  <a:lnTo>
                    <a:pt x="258" y="453"/>
                  </a:lnTo>
                  <a:lnTo>
                    <a:pt x="257" y="450"/>
                  </a:lnTo>
                  <a:lnTo>
                    <a:pt x="257" y="449"/>
                  </a:lnTo>
                  <a:lnTo>
                    <a:pt x="255" y="447"/>
                  </a:lnTo>
                  <a:lnTo>
                    <a:pt x="253" y="446"/>
                  </a:lnTo>
                  <a:lnTo>
                    <a:pt x="251" y="445"/>
                  </a:lnTo>
                  <a:lnTo>
                    <a:pt x="251" y="445"/>
                  </a:lnTo>
                  <a:lnTo>
                    <a:pt x="250" y="444"/>
                  </a:lnTo>
                  <a:lnTo>
                    <a:pt x="249" y="443"/>
                  </a:lnTo>
                  <a:lnTo>
                    <a:pt x="246" y="442"/>
                  </a:lnTo>
                  <a:lnTo>
                    <a:pt x="241" y="439"/>
                  </a:lnTo>
                  <a:lnTo>
                    <a:pt x="238" y="437"/>
                  </a:lnTo>
                  <a:lnTo>
                    <a:pt x="236" y="436"/>
                  </a:lnTo>
                  <a:lnTo>
                    <a:pt x="234" y="434"/>
                  </a:lnTo>
                  <a:lnTo>
                    <a:pt x="233" y="432"/>
                  </a:lnTo>
                  <a:lnTo>
                    <a:pt x="232" y="430"/>
                  </a:lnTo>
                  <a:lnTo>
                    <a:pt x="232" y="427"/>
                  </a:lnTo>
                  <a:lnTo>
                    <a:pt x="231" y="424"/>
                  </a:lnTo>
                  <a:lnTo>
                    <a:pt x="231" y="421"/>
                  </a:lnTo>
                  <a:lnTo>
                    <a:pt x="231" y="417"/>
                  </a:lnTo>
                  <a:lnTo>
                    <a:pt x="231" y="412"/>
                  </a:lnTo>
                  <a:lnTo>
                    <a:pt x="232" y="407"/>
                  </a:lnTo>
                  <a:lnTo>
                    <a:pt x="232" y="405"/>
                  </a:lnTo>
                  <a:lnTo>
                    <a:pt x="233" y="403"/>
                  </a:lnTo>
                  <a:lnTo>
                    <a:pt x="234" y="401"/>
                  </a:lnTo>
                  <a:lnTo>
                    <a:pt x="235" y="399"/>
                  </a:lnTo>
                  <a:lnTo>
                    <a:pt x="236" y="397"/>
                  </a:lnTo>
                  <a:lnTo>
                    <a:pt x="237" y="397"/>
                  </a:lnTo>
                  <a:lnTo>
                    <a:pt x="239" y="395"/>
                  </a:lnTo>
                  <a:lnTo>
                    <a:pt x="241" y="394"/>
                  </a:lnTo>
                  <a:lnTo>
                    <a:pt x="242" y="393"/>
                  </a:lnTo>
                  <a:lnTo>
                    <a:pt x="244" y="393"/>
                  </a:lnTo>
                  <a:lnTo>
                    <a:pt x="245" y="393"/>
                  </a:lnTo>
                  <a:lnTo>
                    <a:pt x="248" y="393"/>
                  </a:lnTo>
                  <a:lnTo>
                    <a:pt x="249" y="393"/>
                  </a:lnTo>
                  <a:lnTo>
                    <a:pt x="252" y="393"/>
                  </a:lnTo>
                  <a:lnTo>
                    <a:pt x="253" y="393"/>
                  </a:lnTo>
                  <a:lnTo>
                    <a:pt x="256" y="394"/>
                  </a:lnTo>
                  <a:lnTo>
                    <a:pt x="257" y="395"/>
                  </a:lnTo>
                  <a:lnTo>
                    <a:pt x="258" y="396"/>
                  </a:lnTo>
                  <a:lnTo>
                    <a:pt x="260" y="397"/>
                  </a:lnTo>
                  <a:lnTo>
                    <a:pt x="261" y="399"/>
                  </a:lnTo>
                  <a:lnTo>
                    <a:pt x="262" y="401"/>
                  </a:lnTo>
                  <a:lnTo>
                    <a:pt x="263" y="403"/>
                  </a:lnTo>
                  <a:lnTo>
                    <a:pt x="264" y="405"/>
                  </a:lnTo>
                  <a:lnTo>
                    <a:pt x="264" y="407"/>
                  </a:lnTo>
                  <a:lnTo>
                    <a:pt x="265" y="412"/>
                  </a:lnTo>
                  <a:lnTo>
                    <a:pt x="265" y="417"/>
                  </a:lnTo>
                  <a:lnTo>
                    <a:pt x="265" y="417"/>
                  </a:lnTo>
                  <a:close/>
                  <a:moveTo>
                    <a:pt x="16" y="438"/>
                  </a:moveTo>
                  <a:lnTo>
                    <a:pt x="18" y="438"/>
                  </a:lnTo>
                  <a:lnTo>
                    <a:pt x="20" y="438"/>
                  </a:lnTo>
                  <a:lnTo>
                    <a:pt x="21" y="437"/>
                  </a:lnTo>
                  <a:lnTo>
                    <a:pt x="23" y="436"/>
                  </a:lnTo>
                  <a:lnTo>
                    <a:pt x="24" y="435"/>
                  </a:lnTo>
                  <a:lnTo>
                    <a:pt x="27" y="434"/>
                  </a:lnTo>
                  <a:lnTo>
                    <a:pt x="28" y="433"/>
                  </a:lnTo>
                  <a:lnTo>
                    <a:pt x="29" y="431"/>
                  </a:lnTo>
                  <a:lnTo>
                    <a:pt x="30" y="430"/>
                  </a:lnTo>
                  <a:lnTo>
                    <a:pt x="32" y="428"/>
                  </a:lnTo>
                  <a:lnTo>
                    <a:pt x="32" y="425"/>
                  </a:lnTo>
                  <a:lnTo>
                    <a:pt x="34" y="423"/>
                  </a:lnTo>
                  <a:lnTo>
                    <a:pt x="58" y="358"/>
                  </a:lnTo>
                  <a:lnTo>
                    <a:pt x="51" y="355"/>
                  </a:lnTo>
                  <a:lnTo>
                    <a:pt x="27" y="420"/>
                  </a:lnTo>
                  <a:lnTo>
                    <a:pt x="25" y="423"/>
                  </a:lnTo>
                  <a:lnTo>
                    <a:pt x="24" y="425"/>
                  </a:lnTo>
                  <a:lnTo>
                    <a:pt x="23" y="426"/>
                  </a:lnTo>
                  <a:lnTo>
                    <a:pt x="20" y="428"/>
                  </a:lnTo>
                  <a:lnTo>
                    <a:pt x="19" y="429"/>
                  </a:lnTo>
                  <a:lnTo>
                    <a:pt x="17" y="429"/>
                  </a:lnTo>
                  <a:lnTo>
                    <a:pt x="15" y="429"/>
                  </a:lnTo>
                  <a:lnTo>
                    <a:pt x="13" y="428"/>
                  </a:lnTo>
                  <a:lnTo>
                    <a:pt x="12" y="427"/>
                  </a:lnTo>
                  <a:lnTo>
                    <a:pt x="10" y="425"/>
                  </a:lnTo>
                  <a:lnTo>
                    <a:pt x="9" y="424"/>
                  </a:lnTo>
                  <a:lnTo>
                    <a:pt x="8" y="421"/>
                  </a:lnTo>
                  <a:lnTo>
                    <a:pt x="8" y="419"/>
                  </a:lnTo>
                  <a:lnTo>
                    <a:pt x="8" y="417"/>
                  </a:lnTo>
                  <a:lnTo>
                    <a:pt x="8" y="414"/>
                  </a:lnTo>
                  <a:lnTo>
                    <a:pt x="8" y="411"/>
                  </a:lnTo>
                  <a:lnTo>
                    <a:pt x="33" y="346"/>
                  </a:lnTo>
                  <a:lnTo>
                    <a:pt x="26" y="342"/>
                  </a:lnTo>
                  <a:lnTo>
                    <a:pt x="2" y="407"/>
                  </a:lnTo>
                  <a:lnTo>
                    <a:pt x="1" y="410"/>
                  </a:lnTo>
                  <a:lnTo>
                    <a:pt x="0" y="412"/>
                  </a:lnTo>
                  <a:lnTo>
                    <a:pt x="0" y="414"/>
                  </a:lnTo>
                  <a:lnTo>
                    <a:pt x="0" y="417"/>
                  </a:lnTo>
                  <a:lnTo>
                    <a:pt x="0" y="419"/>
                  </a:lnTo>
                  <a:lnTo>
                    <a:pt x="0" y="421"/>
                  </a:lnTo>
                  <a:lnTo>
                    <a:pt x="0" y="423"/>
                  </a:lnTo>
                  <a:lnTo>
                    <a:pt x="1" y="425"/>
                  </a:lnTo>
                  <a:lnTo>
                    <a:pt x="3" y="428"/>
                  </a:lnTo>
                  <a:lnTo>
                    <a:pt x="4" y="430"/>
                  </a:lnTo>
                  <a:lnTo>
                    <a:pt x="5" y="432"/>
                  </a:lnTo>
                  <a:lnTo>
                    <a:pt x="7" y="434"/>
                  </a:lnTo>
                  <a:lnTo>
                    <a:pt x="8" y="435"/>
                  </a:lnTo>
                  <a:lnTo>
                    <a:pt x="11" y="436"/>
                  </a:lnTo>
                  <a:lnTo>
                    <a:pt x="14" y="438"/>
                  </a:lnTo>
                  <a:lnTo>
                    <a:pt x="16" y="438"/>
                  </a:lnTo>
                  <a:lnTo>
                    <a:pt x="16" y="438"/>
                  </a:lnTo>
                  <a:close/>
                  <a:moveTo>
                    <a:pt x="68" y="458"/>
                  </a:moveTo>
                  <a:lnTo>
                    <a:pt x="68" y="373"/>
                  </a:lnTo>
                  <a:lnTo>
                    <a:pt x="44" y="450"/>
                  </a:lnTo>
                  <a:lnTo>
                    <a:pt x="37" y="447"/>
                  </a:lnTo>
                  <a:lnTo>
                    <a:pt x="64" y="361"/>
                  </a:lnTo>
                  <a:lnTo>
                    <a:pt x="75" y="365"/>
                  </a:lnTo>
                  <a:lnTo>
                    <a:pt x="74" y="435"/>
                  </a:lnTo>
                  <a:lnTo>
                    <a:pt x="91" y="370"/>
                  </a:lnTo>
                  <a:lnTo>
                    <a:pt x="98" y="373"/>
                  </a:lnTo>
                  <a:lnTo>
                    <a:pt x="75" y="460"/>
                  </a:lnTo>
                  <a:lnTo>
                    <a:pt x="68" y="458"/>
                  </a:lnTo>
                  <a:lnTo>
                    <a:pt x="68" y="458"/>
                  </a:lnTo>
                  <a:close/>
                  <a:moveTo>
                    <a:pt x="92" y="466"/>
                  </a:moveTo>
                  <a:lnTo>
                    <a:pt x="111" y="377"/>
                  </a:lnTo>
                  <a:lnTo>
                    <a:pt x="104" y="375"/>
                  </a:lnTo>
                  <a:lnTo>
                    <a:pt x="84" y="463"/>
                  </a:lnTo>
                  <a:lnTo>
                    <a:pt x="92" y="466"/>
                  </a:lnTo>
                  <a:lnTo>
                    <a:pt x="92" y="466"/>
                  </a:lnTo>
                  <a:close/>
                  <a:moveTo>
                    <a:pt x="124" y="454"/>
                  </a:moveTo>
                  <a:lnTo>
                    <a:pt x="123" y="381"/>
                  </a:lnTo>
                  <a:lnTo>
                    <a:pt x="116" y="378"/>
                  </a:lnTo>
                  <a:lnTo>
                    <a:pt x="117" y="471"/>
                  </a:lnTo>
                  <a:lnTo>
                    <a:pt x="124" y="474"/>
                  </a:lnTo>
                  <a:lnTo>
                    <a:pt x="152" y="386"/>
                  </a:lnTo>
                  <a:lnTo>
                    <a:pt x="144" y="385"/>
                  </a:lnTo>
                  <a:lnTo>
                    <a:pt x="124" y="454"/>
                  </a:lnTo>
                  <a:lnTo>
                    <a:pt x="124" y="454"/>
                  </a:lnTo>
                  <a:close/>
                  <a:moveTo>
                    <a:pt x="146" y="477"/>
                  </a:moveTo>
                  <a:lnTo>
                    <a:pt x="157" y="387"/>
                  </a:lnTo>
                  <a:lnTo>
                    <a:pt x="187" y="392"/>
                  </a:lnTo>
                  <a:lnTo>
                    <a:pt x="186" y="401"/>
                  </a:lnTo>
                  <a:lnTo>
                    <a:pt x="164" y="397"/>
                  </a:lnTo>
                  <a:lnTo>
                    <a:pt x="160" y="426"/>
                  </a:lnTo>
                  <a:lnTo>
                    <a:pt x="177" y="429"/>
                  </a:lnTo>
                  <a:lnTo>
                    <a:pt x="176" y="438"/>
                  </a:lnTo>
                  <a:lnTo>
                    <a:pt x="160" y="436"/>
                  </a:lnTo>
                  <a:lnTo>
                    <a:pt x="155" y="469"/>
                  </a:lnTo>
                  <a:lnTo>
                    <a:pt x="179" y="472"/>
                  </a:lnTo>
                  <a:lnTo>
                    <a:pt x="177" y="481"/>
                  </a:lnTo>
                  <a:lnTo>
                    <a:pt x="146" y="477"/>
                  </a:lnTo>
                  <a:lnTo>
                    <a:pt x="146" y="477"/>
                  </a:lnTo>
                  <a:close/>
                  <a:moveTo>
                    <a:pt x="224" y="483"/>
                  </a:moveTo>
                  <a:lnTo>
                    <a:pt x="214" y="438"/>
                  </a:lnTo>
                  <a:lnTo>
                    <a:pt x="216" y="438"/>
                  </a:lnTo>
                  <a:lnTo>
                    <a:pt x="216" y="437"/>
                  </a:lnTo>
                  <a:lnTo>
                    <a:pt x="217" y="436"/>
                  </a:lnTo>
                  <a:lnTo>
                    <a:pt x="219" y="434"/>
                  </a:lnTo>
                  <a:lnTo>
                    <a:pt x="220" y="432"/>
                  </a:lnTo>
                  <a:lnTo>
                    <a:pt x="222" y="430"/>
                  </a:lnTo>
                  <a:lnTo>
                    <a:pt x="223" y="426"/>
                  </a:lnTo>
                  <a:lnTo>
                    <a:pt x="224" y="423"/>
                  </a:lnTo>
                  <a:lnTo>
                    <a:pt x="224" y="423"/>
                  </a:lnTo>
                  <a:lnTo>
                    <a:pt x="224" y="422"/>
                  </a:lnTo>
                  <a:lnTo>
                    <a:pt x="225" y="420"/>
                  </a:lnTo>
                  <a:lnTo>
                    <a:pt x="225" y="414"/>
                  </a:lnTo>
                  <a:lnTo>
                    <a:pt x="225" y="410"/>
                  </a:lnTo>
                  <a:lnTo>
                    <a:pt x="224" y="407"/>
                  </a:lnTo>
                  <a:lnTo>
                    <a:pt x="223" y="403"/>
                  </a:lnTo>
                  <a:lnTo>
                    <a:pt x="221" y="400"/>
                  </a:lnTo>
                  <a:lnTo>
                    <a:pt x="220" y="398"/>
                  </a:lnTo>
                  <a:lnTo>
                    <a:pt x="220" y="397"/>
                  </a:lnTo>
                  <a:lnTo>
                    <a:pt x="218" y="395"/>
                  </a:lnTo>
                  <a:lnTo>
                    <a:pt x="216" y="394"/>
                  </a:lnTo>
                  <a:lnTo>
                    <a:pt x="215" y="393"/>
                  </a:lnTo>
                  <a:lnTo>
                    <a:pt x="213" y="393"/>
                  </a:lnTo>
                  <a:lnTo>
                    <a:pt x="211" y="392"/>
                  </a:lnTo>
                  <a:lnTo>
                    <a:pt x="209" y="392"/>
                  </a:lnTo>
                  <a:lnTo>
                    <a:pt x="193" y="391"/>
                  </a:lnTo>
                  <a:lnTo>
                    <a:pt x="189" y="482"/>
                  </a:lnTo>
                  <a:lnTo>
                    <a:pt x="197" y="482"/>
                  </a:lnTo>
                  <a:lnTo>
                    <a:pt x="199" y="439"/>
                  </a:lnTo>
                  <a:lnTo>
                    <a:pt x="206" y="440"/>
                  </a:lnTo>
                  <a:lnTo>
                    <a:pt x="216" y="483"/>
                  </a:lnTo>
                  <a:lnTo>
                    <a:pt x="224" y="483"/>
                  </a:lnTo>
                  <a:lnTo>
                    <a:pt x="224" y="483"/>
                  </a:lnTo>
                  <a:close/>
                  <a:moveTo>
                    <a:pt x="199" y="430"/>
                  </a:moveTo>
                  <a:lnTo>
                    <a:pt x="200" y="401"/>
                  </a:lnTo>
                  <a:lnTo>
                    <a:pt x="208" y="401"/>
                  </a:lnTo>
                  <a:lnTo>
                    <a:pt x="209" y="401"/>
                  </a:lnTo>
                  <a:lnTo>
                    <a:pt x="212" y="402"/>
                  </a:lnTo>
                  <a:lnTo>
                    <a:pt x="213" y="403"/>
                  </a:lnTo>
                  <a:lnTo>
                    <a:pt x="214" y="405"/>
                  </a:lnTo>
                  <a:lnTo>
                    <a:pt x="216" y="407"/>
                  </a:lnTo>
                  <a:lnTo>
                    <a:pt x="216" y="409"/>
                  </a:lnTo>
                  <a:lnTo>
                    <a:pt x="216" y="412"/>
                  </a:lnTo>
                  <a:lnTo>
                    <a:pt x="216" y="415"/>
                  </a:lnTo>
                  <a:lnTo>
                    <a:pt x="216" y="418"/>
                  </a:lnTo>
                  <a:lnTo>
                    <a:pt x="216" y="421"/>
                  </a:lnTo>
                  <a:lnTo>
                    <a:pt x="214" y="425"/>
                  </a:lnTo>
                  <a:lnTo>
                    <a:pt x="213" y="427"/>
                  </a:lnTo>
                  <a:lnTo>
                    <a:pt x="212" y="429"/>
                  </a:lnTo>
                  <a:lnTo>
                    <a:pt x="210" y="430"/>
                  </a:lnTo>
                  <a:lnTo>
                    <a:pt x="208" y="430"/>
                  </a:lnTo>
                  <a:lnTo>
                    <a:pt x="206" y="430"/>
                  </a:lnTo>
                  <a:lnTo>
                    <a:pt x="199" y="430"/>
                  </a:lnTo>
                  <a:lnTo>
                    <a:pt x="199" y="430"/>
                  </a:lnTo>
                  <a:close/>
                  <a:moveTo>
                    <a:pt x="285" y="481"/>
                  </a:moveTo>
                  <a:lnTo>
                    <a:pt x="278" y="390"/>
                  </a:lnTo>
                  <a:lnTo>
                    <a:pt x="270" y="391"/>
                  </a:lnTo>
                  <a:lnTo>
                    <a:pt x="278" y="482"/>
                  </a:lnTo>
                  <a:lnTo>
                    <a:pt x="285" y="481"/>
                  </a:lnTo>
                  <a:lnTo>
                    <a:pt x="285" y="481"/>
                  </a:lnTo>
                  <a:close/>
                  <a:moveTo>
                    <a:pt x="282" y="398"/>
                  </a:moveTo>
                  <a:lnTo>
                    <a:pt x="282" y="389"/>
                  </a:lnTo>
                  <a:lnTo>
                    <a:pt x="318" y="385"/>
                  </a:lnTo>
                  <a:lnTo>
                    <a:pt x="319" y="393"/>
                  </a:lnTo>
                  <a:lnTo>
                    <a:pt x="305" y="395"/>
                  </a:lnTo>
                  <a:lnTo>
                    <a:pt x="314" y="477"/>
                  </a:lnTo>
                  <a:lnTo>
                    <a:pt x="307" y="478"/>
                  </a:lnTo>
                  <a:lnTo>
                    <a:pt x="297" y="397"/>
                  </a:lnTo>
                  <a:lnTo>
                    <a:pt x="282" y="398"/>
                  </a:lnTo>
                  <a:lnTo>
                    <a:pt x="282" y="398"/>
                  </a:lnTo>
                  <a:close/>
                  <a:moveTo>
                    <a:pt x="344" y="428"/>
                  </a:moveTo>
                  <a:lnTo>
                    <a:pt x="353" y="470"/>
                  </a:lnTo>
                  <a:lnTo>
                    <a:pt x="361" y="468"/>
                  </a:lnTo>
                  <a:lnTo>
                    <a:pt x="351" y="426"/>
                  </a:lnTo>
                  <a:lnTo>
                    <a:pt x="357" y="374"/>
                  </a:lnTo>
                  <a:lnTo>
                    <a:pt x="350" y="377"/>
                  </a:lnTo>
                  <a:lnTo>
                    <a:pt x="345" y="416"/>
                  </a:lnTo>
                  <a:lnTo>
                    <a:pt x="329" y="381"/>
                  </a:lnTo>
                  <a:lnTo>
                    <a:pt x="322" y="384"/>
                  </a:lnTo>
                  <a:lnTo>
                    <a:pt x="344" y="428"/>
                  </a:lnTo>
                  <a:lnTo>
                    <a:pt x="344" y="428"/>
                  </a:lnTo>
                  <a:close/>
                  <a:moveTo>
                    <a:pt x="427" y="446"/>
                  </a:moveTo>
                  <a:lnTo>
                    <a:pt x="429" y="445"/>
                  </a:lnTo>
                  <a:lnTo>
                    <a:pt x="431" y="443"/>
                  </a:lnTo>
                  <a:lnTo>
                    <a:pt x="433" y="442"/>
                  </a:lnTo>
                  <a:lnTo>
                    <a:pt x="434" y="440"/>
                  </a:lnTo>
                  <a:lnTo>
                    <a:pt x="436" y="438"/>
                  </a:lnTo>
                  <a:lnTo>
                    <a:pt x="437" y="436"/>
                  </a:lnTo>
                  <a:lnTo>
                    <a:pt x="437" y="433"/>
                  </a:lnTo>
                  <a:lnTo>
                    <a:pt x="437" y="430"/>
                  </a:lnTo>
                  <a:lnTo>
                    <a:pt x="438" y="427"/>
                  </a:lnTo>
                  <a:lnTo>
                    <a:pt x="437" y="423"/>
                  </a:lnTo>
                  <a:lnTo>
                    <a:pt x="437" y="419"/>
                  </a:lnTo>
                  <a:lnTo>
                    <a:pt x="436" y="414"/>
                  </a:lnTo>
                  <a:lnTo>
                    <a:pt x="433" y="403"/>
                  </a:lnTo>
                  <a:lnTo>
                    <a:pt x="431" y="393"/>
                  </a:lnTo>
                  <a:lnTo>
                    <a:pt x="429" y="388"/>
                  </a:lnTo>
                  <a:lnTo>
                    <a:pt x="427" y="383"/>
                  </a:lnTo>
                  <a:lnTo>
                    <a:pt x="425" y="379"/>
                  </a:lnTo>
                  <a:lnTo>
                    <a:pt x="423" y="374"/>
                  </a:lnTo>
                  <a:lnTo>
                    <a:pt x="421" y="370"/>
                  </a:lnTo>
                  <a:lnTo>
                    <a:pt x="419" y="367"/>
                  </a:lnTo>
                  <a:lnTo>
                    <a:pt x="417" y="364"/>
                  </a:lnTo>
                  <a:lnTo>
                    <a:pt x="415" y="362"/>
                  </a:lnTo>
                  <a:lnTo>
                    <a:pt x="413" y="360"/>
                  </a:lnTo>
                  <a:lnTo>
                    <a:pt x="411" y="359"/>
                  </a:lnTo>
                  <a:lnTo>
                    <a:pt x="409" y="358"/>
                  </a:lnTo>
                  <a:lnTo>
                    <a:pt x="407" y="357"/>
                  </a:lnTo>
                  <a:lnTo>
                    <a:pt x="405" y="357"/>
                  </a:lnTo>
                  <a:lnTo>
                    <a:pt x="403" y="357"/>
                  </a:lnTo>
                  <a:lnTo>
                    <a:pt x="401" y="357"/>
                  </a:lnTo>
                  <a:lnTo>
                    <a:pt x="398" y="358"/>
                  </a:lnTo>
                  <a:lnTo>
                    <a:pt x="396" y="360"/>
                  </a:lnTo>
                  <a:lnTo>
                    <a:pt x="394" y="361"/>
                  </a:lnTo>
                  <a:lnTo>
                    <a:pt x="393" y="362"/>
                  </a:lnTo>
                  <a:lnTo>
                    <a:pt x="391" y="364"/>
                  </a:lnTo>
                  <a:lnTo>
                    <a:pt x="390" y="366"/>
                  </a:lnTo>
                  <a:lnTo>
                    <a:pt x="389" y="369"/>
                  </a:lnTo>
                  <a:lnTo>
                    <a:pt x="388" y="371"/>
                  </a:lnTo>
                  <a:lnTo>
                    <a:pt x="388" y="374"/>
                  </a:lnTo>
                  <a:lnTo>
                    <a:pt x="388" y="377"/>
                  </a:lnTo>
                  <a:lnTo>
                    <a:pt x="388" y="381"/>
                  </a:lnTo>
                  <a:lnTo>
                    <a:pt x="389" y="385"/>
                  </a:lnTo>
                  <a:lnTo>
                    <a:pt x="389" y="389"/>
                  </a:lnTo>
                  <a:lnTo>
                    <a:pt x="392" y="399"/>
                  </a:lnTo>
                  <a:lnTo>
                    <a:pt x="395" y="409"/>
                  </a:lnTo>
                  <a:lnTo>
                    <a:pt x="398" y="419"/>
                  </a:lnTo>
                  <a:lnTo>
                    <a:pt x="402" y="429"/>
                  </a:lnTo>
                  <a:lnTo>
                    <a:pt x="405" y="433"/>
                  </a:lnTo>
                  <a:lnTo>
                    <a:pt x="407" y="437"/>
                  </a:lnTo>
                  <a:lnTo>
                    <a:pt x="409" y="440"/>
                  </a:lnTo>
                  <a:lnTo>
                    <a:pt x="410" y="442"/>
                  </a:lnTo>
                  <a:lnTo>
                    <a:pt x="413" y="444"/>
                  </a:lnTo>
                  <a:lnTo>
                    <a:pt x="414" y="446"/>
                  </a:lnTo>
                  <a:lnTo>
                    <a:pt x="416" y="446"/>
                  </a:lnTo>
                  <a:lnTo>
                    <a:pt x="418" y="447"/>
                  </a:lnTo>
                  <a:lnTo>
                    <a:pt x="421" y="447"/>
                  </a:lnTo>
                  <a:lnTo>
                    <a:pt x="423" y="447"/>
                  </a:lnTo>
                  <a:lnTo>
                    <a:pt x="425" y="446"/>
                  </a:lnTo>
                  <a:lnTo>
                    <a:pt x="427" y="446"/>
                  </a:lnTo>
                  <a:lnTo>
                    <a:pt x="427" y="446"/>
                  </a:lnTo>
                  <a:close/>
                  <a:moveTo>
                    <a:pt x="425" y="438"/>
                  </a:moveTo>
                  <a:lnTo>
                    <a:pt x="422" y="438"/>
                  </a:lnTo>
                  <a:lnTo>
                    <a:pt x="421" y="438"/>
                  </a:lnTo>
                  <a:lnTo>
                    <a:pt x="419" y="438"/>
                  </a:lnTo>
                  <a:lnTo>
                    <a:pt x="417" y="438"/>
                  </a:lnTo>
                  <a:lnTo>
                    <a:pt x="417" y="437"/>
                  </a:lnTo>
                  <a:lnTo>
                    <a:pt x="416" y="436"/>
                  </a:lnTo>
                  <a:lnTo>
                    <a:pt x="414" y="434"/>
                  </a:lnTo>
                  <a:lnTo>
                    <a:pt x="413" y="432"/>
                  </a:lnTo>
                  <a:lnTo>
                    <a:pt x="411" y="430"/>
                  </a:lnTo>
                  <a:lnTo>
                    <a:pt x="410" y="427"/>
                  </a:lnTo>
                  <a:lnTo>
                    <a:pt x="408" y="423"/>
                  </a:lnTo>
                  <a:lnTo>
                    <a:pt x="405" y="417"/>
                  </a:lnTo>
                  <a:lnTo>
                    <a:pt x="404" y="411"/>
                  </a:lnTo>
                  <a:lnTo>
                    <a:pt x="401" y="405"/>
                  </a:lnTo>
                  <a:lnTo>
                    <a:pt x="400" y="401"/>
                  </a:lnTo>
                  <a:lnTo>
                    <a:pt x="398" y="395"/>
                  </a:lnTo>
                  <a:lnTo>
                    <a:pt x="397" y="389"/>
                  </a:lnTo>
                  <a:lnTo>
                    <a:pt x="396" y="386"/>
                  </a:lnTo>
                  <a:lnTo>
                    <a:pt x="396" y="382"/>
                  </a:lnTo>
                  <a:lnTo>
                    <a:pt x="395" y="380"/>
                  </a:lnTo>
                  <a:lnTo>
                    <a:pt x="395" y="377"/>
                  </a:lnTo>
                  <a:lnTo>
                    <a:pt x="396" y="375"/>
                  </a:lnTo>
                  <a:lnTo>
                    <a:pt x="396" y="373"/>
                  </a:lnTo>
                  <a:lnTo>
                    <a:pt x="396" y="372"/>
                  </a:lnTo>
                  <a:lnTo>
                    <a:pt x="397" y="370"/>
                  </a:lnTo>
                  <a:lnTo>
                    <a:pt x="397" y="369"/>
                  </a:lnTo>
                  <a:lnTo>
                    <a:pt x="399" y="368"/>
                  </a:lnTo>
                  <a:lnTo>
                    <a:pt x="401" y="366"/>
                  </a:lnTo>
                  <a:lnTo>
                    <a:pt x="403" y="365"/>
                  </a:lnTo>
                  <a:lnTo>
                    <a:pt x="405" y="365"/>
                  </a:lnTo>
                  <a:lnTo>
                    <a:pt x="407" y="366"/>
                  </a:lnTo>
                  <a:lnTo>
                    <a:pt x="408" y="367"/>
                  </a:lnTo>
                  <a:lnTo>
                    <a:pt x="409" y="368"/>
                  </a:lnTo>
                  <a:lnTo>
                    <a:pt x="410" y="369"/>
                  </a:lnTo>
                  <a:lnTo>
                    <a:pt x="412" y="370"/>
                  </a:lnTo>
                  <a:lnTo>
                    <a:pt x="413" y="372"/>
                  </a:lnTo>
                  <a:lnTo>
                    <a:pt x="414" y="374"/>
                  </a:lnTo>
                  <a:lnTo>
                    <a:pt x="416" y="377"/>
                  </a:lnTo>
                  <a:lnTo>
                    <a:pt x="417" y="381"/>
                  </a:lnTo>
                  <a:lnTo>
                    <a:pt x="420" y="385"/>
                  </a:lnTo>
                  <a:lnTo>
                    <a:pt x="421" y="391"/>
                  </a:lnTo>
                  <a:lnTo>
                    <a:pt x="423" y="396"/>
                  </a:lnTo>
                  <a:lnTo>
                    <a:pt x="425" y="401"/>
                  </a:lnTo>
                  <a:lnTo>
                    <a:pt x="427" y="408"/>
                  </a:lnTo>
                  <a:lnTo>
                    <a:pt x="429" y="414"/>
                  </a:lnTo>
                  <a:lnTo>
                    <a:pt x="429" y="418"/>
                  </a:lnTo>
                  <a:lnTo>
                    <a:pt x="430" y="421"/>
                  </a:lnTo>
                  <a:lnTo>
                    <a:pt x="430" y="425"/>
                  </a:lnTo>
                  <a:lnTo>
                    <a:pt x="430" y="427"/>
                  </a:lnTo>
                  <a:lnTo>
                    <a:pt x="430" y="429"/>
                  </a:lnTo>
                  <a:lnTo>
                    <a:pt x="430" y="431"/>
                  </a:lnTo>
                  <a:lnTo>
                    <a:pt x="429" y="433"/>
                  </a:lnTo>
                  <a:lnTo>
                    <a:pt x="429" y="434"/>
                  </a:lnTo>
                  <a:lnTo>
                    <a:pt x="429" y="435"/>
                  </a:lnTo>
                  <a:lnTo>
                    <a:pt x="427" y="437"/>
                  </a:lnTo>
                  <a:lnTo>
                    <a:pt x="425" y="438"/>
                  </a:lnTo>
                  <a:lnTo>
                    <a:pt x="425" y="438"/>
                  </a:lnTo>
                  <a:close/>
                  <a:moveTo>
                    <a:pt x="454" y="434"/>
                  </a:moveTo>
                  <a:lnTo>
                    <a:pt x="421" y="349"/>
                  </a:lnTo>
                  <a:lnTo>
                    <a:pt x="448" y="334"/>
                  </a:lnTo>
                  <a:lnTo>
                    <a:pt x="452" y="343"/>
                  </a:lnTo>
                  <a:lnTo>
                    <a:pt x="431" y="353"/>
                  </a:lnTo>
                  <a:lnTo>
                    <a:pt x="441" y="377"/>
                  </a:lnTo>
                  <a:lnTo>
                    <a:pt x="459" y="367"/>
                  </a:lnTo>
                  <a:lnTo>
                    <a:pt x="462" y="375"/>
                  </a:lnTo>
                  <a:lnTo>
                    <a:pt x="444" y="385"/>
                  </a:lnTo>
                  <a:lnTo>
                    <a:pt x="461" y="430"/>
                  </a:lnTo>
                  <a:lnTo>
                    <a:pt x="454" y="434"/>
                  </a:lnTo>
                  <a:lnTo>
                    <a:pt x="454" y="434"/>
                  </a:lnTo>
                  <a:close/>
                  <a:moveTo>
                    <a:pt x="471" y="330"/>
                  </a:moveTo>
                  <a:lnTo>
                    <a:pt x="484" y="321"/>
                  </a:lnTo>
                  <a:lnTo>
                    <a:pt x="526" y="392"/>
                  </a:lnTo>
                  <a:lnTo>
                    <a:pt x="533" y="388"/>
                  </a:lnTo>
                  <a:lnTo>
                    <a:pt x="490" y="317"/>
                  </a:lnTo>
                  <a:lnTo>
                    <a:pt x="503" y="308"/>
                  </a:lnTo>
                  <a:lnTo>
                    <a:pt x="498" y="301"/>
                  </a:lnTo>
                  <a:lnTo>
                    <a:pt x="466" y="323"/>
                  </a:lnTo>
                  <a:lnTo>
                    <a:pt x="471" y="330"/>
                  </a:lnTo>
                  <a:lnTo>
                    <a:pt x="471" y="330"/>
                  </a:lnTo>
                  <a:close/>
                  <a:moveTo>
                    <a:pt x="551" y="375"/>
                  </a:moveTo>
                  <a:lnTo>
                    <a:pt x="503" y="297"/>
                  </a:lnTo>
                  <a:lnTo>
                    <a:pt x="527" y="277"/>
                  </a:lnTo>
                  <a:lnTo>
                    <a:pt x="532" y="284"/>
                  </a:lnTo>
                  <a:lnTo>
                    <a:pt x="514" y="299"/>
                  </a:lnTo>
                  <a:lnTo>
                    <a:pt x="529" y="324"/>
                  </a:lnTo>
                  <a:lnTo>
                    <a:pt x="542" y="312"/>
                  </a:lnTo>
                  <a:lnTo>
                    <a:pt x="547" y="319"/>
                  </a:lnTo>
                  <a:lnTo>
                    <a:pt x="533" y="331"/>
                  </a:lnTo>
                  <a:lnTo>
                    <a:pt x="553" y="363"/>
                  </a:lnTo>
                  <a:lnTo>
                    <a:pt x="572" y="346"/>
                  </a:lnTo>
                  <a:lnTo>
                    <a:pt x="576" y="353"/>
                  </a:lnTo>
                  <a:lnTo>
                    <a:pt x="551" y="375"/>
                  </a:lnTo>
                  <a:lnTo>
                    <a:pt x="551" y="375"/>
                  </a:lnTo>
                  <a:close/>
                  <a:moveTo>
                    <a:pt x="588" y="306"/>
                  </a:moveTo>
                  <a:lnTo>
                    <a:pt x="591" y="311"/>
                  </a:lnTo>
                  <a:lnTo>
                    <a:pt x="593" y="315"/>
                  </a:lnTo>
                  <a:lnTo>
                    <a:pt x="595" y="319"/>
                  </a:lnTo>
                  <a:lnTo>
                    <a:pt x="595" y="321"/>
                  </a:lnTo>
                  <a:lnTo>
                    <a:pt x="595" y="324"/>
                  </a:lnTo>
                  <a:lnTo>
                    <a:pt x="595" y="326"/>
                  </a:lnTo>
                  <a:lnTo>
                    <a:pt x="594" y="328"/>
                  </a:lnTo>
                  <a:lnTo>
                    <a:pt x="593" y="329"/>
                  </a:lnTo>
                  <a:lnTo>
                    <a:pt x="590" y="330"/>
                  </a:lnTo>
                  <a:lnTo>
                    <a:pt x="589" y="332"/>
                  </a:lnTo>
                  <a:lnTo>
                    <a:pt x="588" y="332"/>
                  </a:lnTo>
                  <a:lnTo>
                    <a:pt x="586" y="332"/>
                  </a:lnTo>
                  <a:lnTo>
                    <a:pt x="585" y="331"/>
                  </a:lnTo>
                  <a:lnTo>
                    <a:pt x="583" y="330"/>
                  </a:lnTo>
                  <a:lnTo>
                    <a:pt x="581" y="330"/>
                  </a:lnTo>
                  <a:lnTo>
                    <a:pt x="580" y="329"/>
                  </a:lnTo>
                  <a:lnTo>
                    <a:pt x="577" y="327"/>
                  </a:lnTo>
                  <a:lnTo>
                    <a:pt x="575" y="325"/>
                  </a:lnTo>
                  <a:lnTo>
                    <a:pt x="573" y="322"/>
                  </a:lnTo>
                  <a:lnTo>
                    <a:pt x="569" y="317"/>
                  </a:lnTo>
                  <a:lnTo>
                    <a:pt x="565" y="313"/>
                  </a:lnTo>
                  <a:lnTo>
                    <a:pt x="561" y="309"/>
                  </a:lnTo>
                  <a:lnTo>
                    <a:pt x="557" y="304"/>
                  </a:lnTo>
                  <a:lnTo>
                    <a:pt x="553" y="298"/>
                  </a:lnTo>
                  <a:lnTo>
                    <a:pt x="550" y="293"/>
                  </a:lnTo>
                  <a:lnTo>
                    <a:pt x="548" y="289"/>
                  </a:lnTo>
                  <a:lnTo>
                    <a:pt x="546" y="286"/>
                  </a:lnTo>
                  <a:lnTo>
                    <a:pt x="545" y="283"/>
                  </a:lnTo>
                  <a:lnTo>
                    <a:pt x="545" y="281"/>
                  </a:lnTo>
                  <a:lnTo>
                    <a:pt x="544" y="279"/>
                  </a:lnTo>
                  <a:lnTo>
                    <a:pt x="544" y="277"/>
                  </a:lnTo>
                  <a:lnTo>
                    <a:pt x="544" y="275"/>
                  </a:lnTo>
                  <a:lnTo>
                    <a:pt x="544" y="274"/>
                  </a:lnTo>
                  <a:lnTo>
                    <a:pt x="544" y="273"/>
                  </a:lnTo>
                  <a:lnTo>
                    <a:pt x="545" y="270"/>
                  </a:lnTo>
                  <a:lnTo>
                    <a:pt x="546" y="269"/>
                  </a:lnTo>
                  <a:lnTo>
                    <a:pt x="548" y="268"/>
                  </a:lnTo>
                  <a:lnTo>
                    <a:pt x="549" y="266"/>
                  </a:lnTo>
                  <a:lnTo>
                    <a:pt x="551" y="265"/>
                  </a:lnTo>
                  <a:lnTo>
                    <a:pt x="553" y="266"/>
                  </a:lnTo>
                  <a:lnTo>
                    <a:pt x="555" y="267"/>
                  </a:lnTo>
                  <a:lnTo>
                    <a:pt x="557" y="269"/>
                  </a:lnTo>
                  <a:lnTo>
                    <a:pt x="561" y="271"/>
                  </a:lnTo>
                  <a:lnTo>
                    <a:pt x="564" y="275"/>
                  </a:lnTo>
                  <a:lnTo>
                    <a:pt x="569" y="269"/>
                  </a:lnTo>
                  <a:lnTo>
                    <a:pt x="565" y="265"/>
                  </a:lnTo>
                  <a:lnTo>
                    <a:pt x="562" y="261"/>
                  </a:lnTo>
                  <a:lnTo>
                    <a:pt x="560" y="260"/>
                  </a:lnTo>
                  <a:lnTo>
                    <a:pt x="558" y="259"/>
                  </a:lnTo>
                  <a:lnTo>
                    <a:pt x="557" y="258"/>
                  </a:lnTo>
                  <a:lnTo>
                    <a:pt x="555" y="257"/>
                  </a:lnTo>
                  <a:lnTo>
                    <a:pt x="553" y="257"/>
                  </a:lnTo>
                  <a:lnTo>
                    <a:pt x="551" y="257"/>
                  </a:lnTo>
                  <a:lnTo>
                    <a:pt x="549" y="257"/>
                  </a:lnTo>
                  <a:lnTo>
                    <a:pt x="548" y="258"/>
                  </a:lnTo>
                  <a:lnTo>
                    <a:pt x="546" y="258"/>
                  </a:lnTo>
                  <a:lnTo>
                    <a:pt x="545" y="260"/>
                  </a:lnTo>
                  <a:lnTo>
                    <a:pt x="543" y="261"/>
                  </a:lnTo>
                  <a:lnTo>
                    <a:pt x="541" y="262"/>
                  </a:lnTo>
                  <a:lnTo>
                    <a:pt x="540" y="264"/>
                  </a:lnTo>
                  <a:lnTo>
                    <a:pt x="538" y="266"/>
                  </a:lnTo>
                  <a:lnTo>
                    <a:pt x="537" y="269"/>
                  </a:lnTo>
                  <a:lnTo>
                    <a:pt x="537" y="271"/>
                  </a:lnTo>
                  <a:lnTo>
                    <a:pt x="537" y="273"/>
                  </a:lnTo>
                  <a:lnTo>
                    <a:pt x="536" y="276"/>
                  </a:lnTo>
                  <a:lnTo>
                    <a:pt x="536" y="278"/>
                  </a:lnTo>
                  <a:lnTo>
                    <a:pt x="537" y="281"/>
                  </a:lnTo>
                  <a:lnTo>
                    <a:pt x="537" y="284"/>
                  </a:lnTo>
                  <a:lnTo>
                    <a:pt x="539" y="288"/>
                  </a:lnTo>
                  <a:lnTo>
                    <a:pt x="541" y="292"/>
                  </a:lnTo>
                  <a:lnTo>
                    <a:pt x="544" y="297"/>
                  </a:lnTo>
                  <a:lnTo>
                    <a:pt x="546" y="301"/>
                  </a:lnTo>
                  <a:lnTo>
                    <a:pt x="549" y="305"/>
                  </a:lnTo>
                  <a:lnTo>
                    <a:pt x="552" y="310"/>
                  </a:lnTo>
                  <a:lnTo>
                    <a:pt x="555" y="314"/>
                  </a:lnTo>
                  <a:lnTo>
                    <a:pt x="562" y="322"/>
                  </a:lnTo>
                  <a:lnTo>
                    <a:pt x="569" y="329"/>
                  </a:lnTo>
                  <a:lnTo>
                    <a:pt x="572" y="333"/>
                  </a:lnTo>
                  <a:lnTo>
                    <a:pt x="575" y="336"/>
                  </a:lnTo>
                  <a:lnTo>
                    <a:pt x="578" y="338"/>
                  </a:lnTo>
                  <a:lnTo>
                    <a:pt x="581" y="339"/>
                  </a:lnTo>
                  <a:lnTo>
                    <a:pt x="583" y="340"/>
                  </a:lnTo>
                  <a:lnTo>
                    <a:pt x="585" y="341"/>
                  </a:lnTo>
                  <a:lnTo>
                    <a:pt x="587" y="341"/>
                  </a:lnTo>
                  <a:lnTo>
                    <a:pt x="589" y="340"/>
                  </a:lnTo>
                  <a:lnTo>
                    <a:pt x="592" y="340"/>
                  </a:lnTo>
                  <a:lnTo>
                    <a:pt x="593" y="338"/>
                  </a:lnTo>
                  <a:lnTo>
                    <a:pt x="596" y="337"/>
                  </a:lnTo>
                  <a:lnTo>
                    <a:pt x="597" y="336"/>
                  </a:lnTo>
                  <a:lnTo>
                    <a:pt x="599" y="334"/>
                  </a:lnTo>
                  <a:lnTo>
                    <a:pt x="600" y="333"/>
                  </a:lnTo>
                  <a:lnTo>
                    <a:pt x="601" y="330"/>
                  </a:lnTo>
                  <a:lnTo>
                    <a:pt x="601" y="329"/>
                  </a:lnTo>
                  <a:lnTo>
                    <a:pt x="602" y="327"/>
                  </a:lnTo>
                  <a:lnTo>
                    <a:pt x="603" y="325"/>
                  </a:lnTo>
                  <a:lnTo>
                    <a:pt x="603" y="322"/>
                  </a:lnTo>
                  <a:lnTo>
                    <a:pt x="603" y="321"/>
                  </a:lnTo>
                  <a:lnTo>
                    <a:pt x="602" y="318"/>
                  </a:lnTo>
                  <a:lnTo>
                    <a:pt x="601" y="316"/>
                  </a:lnTo>
                  <a:lnTo>
                    <a:pt x="601" y="313"/>
                  </a:lnTo>
                  <a:lnTo>
                    <a:pt x="600" y="311"/>
                  </a:lnTo>
                  <a:lnTo>
                    <a:pt x="597" y="306"/>
                  </a:lnTo>
                  <a:lnTo>
                    <a:pt x="593" y="301"/>
                  </a:lnTo>
                  <a:lnTo>
                    <a:pt x="588" y="306"/>
                  </a:lnTo>
                  <a:lnTo>
                    <a:pt x="588" y="306"/>
                  </a:lnTo>
                  <a:close/>
                  <a:moveTo>
                    <a:pt x="642" y="284"/>
                  </a:moveTo>
                  <a:lnTo>
                    <a:pt x="579" y="218"/>
                  </a:lnTo>
                  <a:lnTo>
                    <a:pt x="573" y="225"/>
                  </a:lnTo>
                  <a:lnTo>
                    <a:pt x="603" y="253"/>
                  </a:lnTo>
                  <a:lnTo>
                    <a:pt x="589" y="271"/>
                  </a:lnTo>
                  <a:lnTo>
                    <a:pt x="560" y="241"/>
                  </a:lnTo>
                  <a:lnTo>
                    <a:pt x="555" y="248"/>
                  </a:lnTo>
                  <a:lnTo>
                    <a:pt x="617" y="313"/>
                  </a:lnTo>
                  <a:lnTo>
                    <a:pt x="622" y="307"/>
                  </a:lnTo>
                  <a:lnTo>
                    <a:pt x="594" y="277"/>
                  </a:lnTo>
                  <a:lnTo>
                    <a:pt x="609" y="260"/>
                  </a:lnTo>
                  <a:lnTo>
                    <a:pt x="637" y="290"/>
                  </a:lnTo>
                  <a:lnTo>
                    <a:pt x="642" y="284"/>
                  </a:lnTo>
                  <a:lnTo>
                    <a:pt x="642" y="284"/>
                  </a:lnTo>
                  <a:close/>
                  <a:moveTo>
                    <a:pt x="668" y="249"/>
                  </a:moveTo>
                  <a:lnTo>
                    <a:pt x="596" y="215"/>
                  </a:lnTo>
                  <a:lnTo>
                    <a:pt x="654" y="268"/>
                  </a:lnTo>
                  <a:lnTo>
                    <a:pt x="650" y="274"/>
                  </a:lnTo>
                  <a:lnTo>
                    <a:pt x="582" y="213"/>
                  </a:lnTo>
                  <a:lnTo>
                    <a:pt x="589" y="202"/>
                  </a:lnTo>
                  <a:lnTo>
                    <a:pt x="650" y="233"/>
                  </a:lnTo>
                  <a:lnTo>
                    <a:pt x="600" y="188"/>
                  </a:lnTo>
                  <a:lnTo>
                    <a:pt x="604" y="181"/>
                  </a:lnTo>
                  <a:lnTo>
                    <a:pt x="673" y="241"/>
                  </a:lnTo>
                  <a:lnTo>
                    <a:pt x="668" y="249"/>
                  </a:lnTo>
                  <a:lnTo>
                    <a:pt x="668" y="249"/>
                  </a:lnTo>
                  <a:close/>
                  <a:moveTo>
                    <a:pt x="690" y="213"/>
                  </a:moveTo>
                  <a:lnTo>
                    <a:pt x="689" y="215"/>
                  </a:lnTo>
                  <a:lnTo>
                    <a:pt x="687" y="217"/>
                  </a:lnTo>
                  <a:lnTo>
                    <a:pt x="686" y="219"/>
                  </a:lnTo>
                  <a:lnTo>
                    <a:pt x="683" y="220"/>
                  </a:lnTo>
                  <a:lnTo>
                    <a:pt x="682" y="221"/>
                  </a:lnTo>
                  <a:lnTo>
                    <a:pt x="679" y="221"/>
                  </a:lnTo>
                  <a:lnTo>
                    <a:pt x="678" y="222"/>
                  </a:lnTo>
                  <a:lnTo>
                    <a:pt x="675" y="222"/>
                  </a:lnTo>
                  <a:lnTo>
                    <a:pt x="672" y="221"/>
                  </a:lnTo>
                  <a:lnTo>
                    <a:pt x="668" y="220"/>
                  </a:lnTo>
                  <a:lnTo>
                    <a:pt x="665" y="218"/>
                  </a:lnTo>
                  <a:lnTo>
                    <a:pt x="660" y="216"/>
                  </a:lnTo>
                  <a:lnTo>
                    <a:pt x="650" y="210"/>
                  </a:lnTo>
                  <a:lnTo>
                    <a:pt x="642" y="205"/>
                  </a:lnTo>
                  <a:lnTo>
                    <a:pt x="638" y="202"/>
                  </a:lnTo>
                  <a:lnTo>
                    <a:pt x="634" y="199"/>
                  </a:lnTo>
                  <a:lnTo>
                    <a:pt x="630" y="195"/>
                  </a:lnTo>
                  <a:lnTo>
                    <a:pt x="626" y="192"/>
                  </a:lnTo>
                  <a:lnTo>
                    <a:pt x="622" y="189"/>
                  </a:lnTo>
                  <a:lnTo>
                    <a:pt x="619" y="185"/>
                  </a:lnTo>
                  <a:lnTo>
                    <a:pt x="617" y="182"/>
                  </a:lnTo>
                  <a:lnTo>
                    <a:pt x="615" y="179"/>
                  </a:lnTo>
                  <a:lnTo>
                    <a:pt x="614" y="177"/>
                  </a:lnTo>
                  <a:lnTo>
                    <a:pt x="613" y="174"/>
                  </a:lnTo>
                  <a:lnTo>
                    <a:pt x="613" y="172"/>
                  </a:lnTo>
                  <a:lnTo>
                    <a:pt x="613" y="169"/>
                  </a:lnTo>
                  <a:lnTo>
                    <a:pt x="613" y="167"/>
                  </a:lnTo>
                  <a:lnTo>
                    <a:pt x="613" y="165"/>
                  </a:lnTo>
                  <a:lnTo>
                    <a:pt x="614" y="162"/>
                  </a:lnTo>
                  <a:lnTo>
                    <a:pt x="615" y="160"/>
                  </a:lnTo>
                  <a:lnTo>
                    <a:pt x="616" y="157"/>
                  </a:lnTo>
                  <a:lnTo>
                    <a:pt x="618" y="156"/>
                  </a:lnTo>
                  <a:lnTo>
                    <a:pt x="620" y="153"/>
                  </a:lnTo>
                  <a:lnTo>
                    <a:pt x="622" y="153"/>
                  </a:lnTo>
                  <a:lnTo>
                    <a:pt x="623" y="151"/>
                  </a:lnTo>
                  <a:lnTo>
                    <a:pt x="626" y="151"/>
                  </a:lnTo>
                  <a:lnTo>
                    <a:pt x="627" y="151"/>
                  </a:lnTo>
                  <a:lnTo>
                    <a:pt x="630" y="151"/>
                  </a:lnTo>
                  <a:lnTo>
                    <a:pt x="633" y="151"/>
                  </a:lnTo>
                  <a:lnTo>
                    <a:pt x="637" y="153"/>
                  </a:lnTo>
                  <a:lnTo>
                    <a:pt x="640" y="154"/>
                  </a:lnTo>
                  <a:lnTo>
                    <a:pt x="644" y="157"/>
                  </a:lnTo>
                  <a:lnTo>
                    <a:pt x="654" y="161"/>
                  </a:lnTo>
                  <a:lnTo>
                    <a:pt x="662" y="167"/>
                  </a:lnTo>
                  <a:lnTo>
                    <a:pt x="670" y="173"/>
                  </a:lnTo>
                  <a:lnTo>
                    <a:pt x="678" y="181"/>
                  </a:lnTo>
                  <a:lnTo>
                    <a:pt x="682" y="184"/>
                  </a:lnTo>
                  <a:lnTo>
                    <a:pt x="686" y="188"/>
                  </a:lnTo>
                  <a:lnTo>
                    <a:pt x="688" y="190"/>
                  </a:lnTo>
                  <a:lnTo>
                    <a:pt x="690" y="193"/>
                  </a:lnTo>
                  <a:lnTo>
                    <a:pt x="691" y="196"/>
                  </a:lnTo>
                  <a:lnTo>
                    <a:pt x="692" y="198"/>
                  </a:lnTo>
                  <a:lnTo>
                    <a:pt x="692" y="201"/>
                  </a:lnTo>
                  <a:lnTo>
                    <a:pt x="692" y="203"/>
                  </a:lnTo>
                  <a:lnTo>
                    <a:pt x="692" y="205"/>
                  </a:lnTo>
                  <a:lnTo>
                    <a:pt x="692" y="208"/>
                  </a:lnTo>
                  <a:lnTo>
                    <a:pt x="691" y="210"/>
                  </a:lnTo>
                  <a:lnTo>
                    <a:pt x="690" y="213"/>
                  </a:lnTo>
                  <a:lnTo>
                    <a:pt x="690" y="213"/>
                  </a:lnTo>
                  <a:close/>
                  <a:moveTo>
                    <a:pt x="684" y="209"/>
                  </a:moveTo>
                  <a:lnTo>
                    <a:pt x="685" y="206"/>
                  </a:lnTo>
                  <a:lnTo>
                    <a:pt x="685" y="204"/>
                  </a:lnTo>
                  <a:lnTo>
                    <a:pt x="685" y="202"/>
                  </a:lnTo>
                  <a:lnTo>
                    <a:pt x="685" y="201"/>
                  </a:lnTo>
                  <a:lnTo>
                    <a:pt x="684" y="199"/>
                  </a:lnTo>
                  <a:lnTo>
                    <a:pt x="683" y="197"/>
                  </a:lnTo>
                  <a:lnTo>
                    <a:pt x="682" y="196"/>
                  </a:lnTo>
                  <a:lnTo>
                    <a:pt x="681" y="193"/>
                  </a:lnTo>
                  <a:lnTo>
                    <a:pt x="679" y="192"/>
                  </a:lnTo>
                  <a:lnTo>
                    <a:pt x="678" y="189"/>
                  </a:lnTo>
                  <a:lnTo>
                    <a:pt x="674" y="186"/>
                  </a:lnTo>
                  <a:lnTo>
                    <a:pt x="668" y="182"/>
                  </a:lnTo>
                  <a:lnTo>
                    <a:pt x="662" y="178"/>
                  </a:lnTo>
                  <a:lnTo>
                    <a:pt x="658" y="175"/>
                  </a:lnTo>
                  <a:lnTo>
                    <a:pt x="654" y="171"/>
                  </a:lnTo>
                  <a:lnTo>
                    <a:pt x="648" y="168"/>
                  </a:lnTo>
                  <a:lnTo>
                    <a:pt x="642" y="164"/>
                  </a:lnTo>
                  <a:lnTo>
                    <a:pt x="638" y="162"/>
                  </a:lnTo>
                  <a:lnTo>
                    <a:pt x="636" y="161"/>
                  </a:lnTo>
                  <a:lnTo>
                    <a:pt x="634" y="160"/>
                  </a:lnTo>
                  <a:lnTo>
                    <a:pt x="632" y="160"/>
                  </a:lnTo>
                  <a:lnTo>
                    <a:pt x="630" y="159"/>
                  </a:lnTo>
                  <a:lnTo>
                    <a:pt x="628" y="159"/>
                  </a:lnTo>
                  <a:lnTo>
                    <a:pt x="627" y="160"/>
                  </a:lnTo>
                  <a:lnTo>
                    <a:pt x="626" y="160"/>
                  </a:lnTo>
                  <a:lnTo>
                    <a:pt x="625" y="161"/>
                  </a:lnTo>
                  <a:lnTo>
                    <a:pt x="623" y="162"/>
                  </a:lnTo>
                  <a:lnTo>
                    <a:pt x="622" y="164"/>
                  </a:lnTo>
                  <a:lnTo>
                    <a:pt x="620" y="166"/>
                  </a:lnTo>
                  <a:lnTo>
                    <a:pt x="620" y="169"/>
                  </a:lnTo>
                  <a:lnTo>
                    <a:pt x="620" y="170"/>
                  </a:lnTo>
                  <a:lnTo>
                    <a:pt x="620" y="172"/>
                  </a:lnTo>
                  <a:lnTo>
                    <a:pt x="621" y="173"/>
                  </a:lnTo>
                  <a:lnTo>
                    <a:pt x="622" y="175"/>
                  </a:lnTo>
                  <a:lnTo>
                    <a:pt x="622" y="177"/>
                  </a:lnTo>
                  <a:lnTo>
                    <a:pt x="624" y="178"/>
                  </a:lnTo>
                  <a:lnTo>
                    <a:pt x="626" y="181"/>
                  </a:lnTo>
                  <a:lnTo>
                    <a:pt x="627" y="183"/>
                  </a:lnTo>
                  <a:lnTo>
                    <a:pt x="631" y="186"/>
                  </a:lnTo>
                  <a:lnTo>
                    <a:pt x="636" y="189"/>
                  </a:lnTo>
                  <a:lnTo>
                    <a:pt x="642" y="194"/>
                  </a:lnTo>
                  <a:lnTo>
                    <a:pt x="646" y="197"/>
                  </a:lnTo>
                  <a:lnTo>
                    <a:pt x="650" y="201"/>
                  </a:lnTo>
                  <a:lnTo>
                    <a:pt x="655" y="204"/>
                  </a:lnTo>
                  <a:lnTo>
                    <a:pt x="660" y="206"/>
                  </a:lnTo>
                  <a:lnTo>
                    <a:pt x="664" y="208"/>
                  </a:lnTo>
                  <a:lnTo>
                    <a:pt x="666" y="209"/>
                  </a:lnTo>
                  <a:lnTo>
                    <a:pt x="670" y="211"/>
                  </a:lnTo>
                  <a:lnTo>
                    <a:pt x="673" y="213"/>
                  </a:lnTo>
                  <a:lnTo>
                    <a:pt x="675" y="213"/>
                  </a:lnTo>
                  <a:lnTo>
                    <a:pt x="677" y="213"/>
                  </a:lnTo>
                  <a:lnTo>
                    <a:pt x="678" y="213"/>
                  </a:lnTo>
                  <a:lnTo>
                    <a:pt x="679" y="213"/>
                  </a:lnTo>
                  <a:lnTo>
                    <a:pt x="681" y="212"/>
                  </a:lnTo>
                  <a:lnTo>
                    <a:pt x="682" y="210"/>
                  </a:lnTo>
                  <a:lnTo>
                    <a:pt x="684" y="209"/>
                  </a:lnTo>
                  <a:lnTo>
                    <a:pt x="684" y="209"/>
                  </a:lnTo>
                  <a:close/>
                  <a:moveTo>
                    <a:pt x="630" y="130"/>
                  </a:moveTo>
                  <a:lnTo>
                    <a:pt x="626" y="137"/>
                  </a:lnTo>
                  <a:lnTo>
                    <a:pt x="705" y="183"/>
                  </a:lnTo>
                  <a:lnTo>
                    <a:pt x="718" y="153"/>
                  </a:lnTo>
                  <a:lnTo>
                    <a:pt x="710" y="149"/>
                  </a:lnTo>
                  <a:lnTo>
                    <a:pt x="701" y="171"/>
                  </a:lnTo>
                  <a:lnTo>
                    <a:pt x="630" y="130"/>
                  </a:lnTo>
                  <a:lnTo>
                    <a:pt x="630" y="130"/>
                  </a:lnTo>
                  <a:close/>
                  <a:moveTo>
                    <a:pt x="726" y="133"/>
                  </a:moveTo>
                  <a:lnTo>
                    <a:pt x="725" y="135"/>
                  </a:lnTo>
                  <a:lnTo>
                    <a:pt x="723" y="137"/>
                  </a:lnTo>
                  <a:lnTo>
                    <a:pt x="722" y="139"/>
                  </a:lnTo>
                  <a:lnTo>
                    <a:pt x="720" y="141"/>
                  </a:lnTo>
                  <a:lnTo>
                    <a:pt x="718" y="141"/>
                  </a:lnTo>
                  <a:lnTo>
                    <a:pt x="715" y="142"/>
                  </a:lnTo>
                  <a:lnTo>
                    <a:pt x="713" y="143"/>
                  </a:lnTo>
                  <a:lnTo>
                    <a:pt x="710" y="144"/>
                  </a:lnTo>
                  <a:lnTo>
                    <a:pt x="707" y="144"/>
                  </a:lnTo>
                  <a:lnTo>
                    <a:pt x="704" y="144"/>
                  </a:lnTo>
                  <a:lnTo>
                    <a:pt x="701" y="143"/>
                  </a:lnTo>
                  <a:lnTo>
                    <a:pt x="697" y="143"/>
                  </a:lnTo>
                  <a:lnTo>
                    <a:pt x="692" y="141"/>
                  </a:lnTo>
                  <a:lnTo>
                    <a:pt x="688" y="141"/>
                  </a:lnTo>
                  <a:lnTo>
                    <a:pt x="684" y="139"/>
                  </a:lnTo>
                  <a:lnTo>
                    <a:pt x="679" y="137"/>
                  </a:lnTo>
                  <a:lnTo>
                    <a:pt x="670" y="133"/>
                  </a:lnTo>
                  <a:lnTo>
                    <a:pt x="661" y="129"/>
                  </a:lnTo>
                  <a:lnTo>
                    <a:pt x="656" y="126"/>
                  </a:lnTo>
                  <a:lnTo>
                    <a:pt x="652" y="124"/>
                  </a:lnTo>
                  <a:lnTo>
                    <a:pt x="649" y="121"/>
                  </a:lnTo>
                  <a:lnTo>
                    <a:pt x="647" y="119"/>
                  </a:lnTo>
                  <a:lnTo>
                    <a:pt x="646" y="117"/>
                  </a:lnTo>
                  <a:lnTo>
                    <a:pt x="644" y="114"/>
                  </a:lnTo>
                  <a:lnTo>
                    <a:pt x="642" y="112"/>
                  </a:lnTo>
                  <a:lnTo>
                    <a:pt x="642" y="109"/>
                  </a:lnTo>
                  <a:lnTo>
                    <a:pt x="641" y="106"/>
                  </a:lnTo>
                  <a:lnTo>
                    <a:pt x="641" y="104"/>
                  </a:lnTo>
                  <a:lnTo>
                    <a:pt x="641" y="101"/>
                  </a:lnTo>
                  <a:lnTo>
                    <a:pt x="642" y="98"/>
                  </a:lnTo>
                  <a:lnTo>
                    <a:pt x="642" y="96"/>
                  </a:lnTo>
                  <a:lnTo>
                    <a:pt x="644" y="93"/>
                  </a:lnTo>
                  <a:lnTo>
                    <a:pt x="646" y="92"/>
                  </a:lnTo>
                  <a:lnTo>
                    <a:pt x="647" y="90"/>
                  </a:lnTo>
                  <a:lnTo>
                    <a:pt x="650" y="89"/>
                  </a:lnTo>
                  <a:lnTo>
                    <a:pt x="651" y="88"/>
                  </a:lnTo>
                  <a:lnTo>
                    <a:pt x="654" y="88"/>
                  </a:lnTo>
                  <a:lnTo>
                    <a:pt x="657" y="87"/>
                  </a:lnTo>
                  <a:lnTo>
                    <a:pt x="659" y="87"/>
                  </a:lnTo>
                  <a:lnTo>
                    <a:pt x="663" y="87"/>
                  </a:lnTo>
                  <a:lnTo>
                    <a:pt x="667" y="88"/>
                  </a:lnTo>
                  <a:lnTo>
                    <a:pt x="672" y="89"/>
                  </a:lnTo>
                  <a:lnTo>
                    <a:pt x="682" y="92"/>
                  </a:lnTo>
                  <a:lnTo>
                    <a:pt x="692" y="96"/>
                  </a:lnTo>
                  <a:lnTo>
                    <a:pt x="701" y="100"/>
                  </a:lnTo>
                  <a:lnTo>
                    <a:pt x="709" y="104"/>
                  </a:lnTo>
                  <a:lnTo>
                    <a:pt x="712" y="105"/>
                  </a:lnTo>
                  <a:lnTo>
                    <a:pt x="715" y="108"/>
                  </a:lnTo>
                  <a:lnTo>
                    <a:pt x="718" y="110"/>
                  </a:lnTo>
                  <a:lnTo>
                    <a:pt x="720" y="112"/>
                  </a:lnTo>
                  <a:lnTo>
                    <a:pt x="722" y="114"/>
                  </a:lnTo>
                  <a:lnTo>
                    <a:pt x="723" y="117"/>
                  </a:lnTo>
                  <a:lnTo>
                    <a:pt x="724" y="119"/>
                  </a:lnTo>
                  <a:lnTo>
                    <a:pt x="726" y="122"/>
                  </a:lnTo>
                  <a:lnTo>
                    <a:pt x="726" y="125"/>
                  </a:lnTo>
                  <a:lnTo>
                    <a:pt x="726" y="127"/>
                  </a:lnTo>
                  <a:lnTo>
                    <a:pt x="726" y="130"/>
                  </a:lnTo>
                  <a:lnTo>
                    <a:pt x="726" y="133"/>
                  </a:lnTo>
                  <a:lnTo>
                    <a:pt x="726" y="133"/>
                  </a:lnTo>
                  <a:close/>
                  <a:moveTo>
                    <a:pt x="709" y="135"/>
                  </a:moveTo>
                  <a:lnTo>
                    <a:pt x="707" y="135"/>
                  </a:lnTo>
                  <a:lnTo>
                    <a:pt x="705" y="135"/>
                  </a:lnTo>
                  <a:lnTo>
                    <a:pt x="702" y="135"/>
                  </a:lnTo>
                  <a:lnTo>
                    <a:pt x="700" y="134"/>
                  </a:lnTo>
                  <a:lnTo>
                    <a:pt x="696" y="134"/>
                  </a:lnTo>
                  <a:lnTo>
                    <a:pt x="691" y="133"/>
                  </a:lnTo>
                  <a:lnTo>
                    <a:pt x="686" y="131"/>
                  </a:lnTo>
                  <a:lnTo>
                    <a:pt x="682" y="129"/>
                  </a:lnTo>
                  <a:lnTo>
                    <a:pt x="677" y="127"/>
                  </a:lnTo>
                  <a:lnTo>
                    <a:pt x="670" y="125"/>
                  </a:lnTo>
                  <a:lnTo>
                    <a:pt x="664" y="121"/>
                  </a:lnTo>
                  <a:lnTo>
                    <a:pt x="660" y="119"/>
                  </a:lnTo>
                  <a:lnTo>
                    <a:pt x="655" y="116"/>
                  </a:lnTo>
                  <a:lnTo>
                    <a:pt x="653" y="113"/>
                  </a:lnTo>
                  <a:lnTo>
                    <a:pt x="650" y="110"/>
                  </a:lnTo>
                  <a:lnTo>
                    <a:pt x="650" y="108"/>
                  </a:lnTo>
                  <a:lnTo>
                    <a:pt x="649" y="106"/>
                  </a:lnTo>
                  <a:lnTo>
                    <a:pt x="649" y="105"/>
                  </a:lnTo>
                  <a:lnTo>
                    <a:pt x="649" y="104"/>
                  </a:lnTo>
                  <a:lnTo>
                    <a:pt x="649" y="102"/>
                  </a:lnTo>
                  <a:lnTo>
                    <a:pt x="650" y="101"/>
                  </a:lnTo>
                  <a:lnTo>
                    <a:pt x="650" y="101"/>
                  </a:lnTo>
                  <a:lnTo>
                    <a:pt x="650" y="99"/>
                  </a:lnTo>
                  <a:lnTo>
                    <a:pt x="651" y="98"/>
                  </a:lnTo>
                  <a:lnTo>
                    <a:pt x="653" y="97"/>
                  </a:lnTo>
                  <a:lnTo>
                    <a:pt x="654" y="97"/>
                  </a:lnTo>
                  <a:lnTo>
                    <a:pt x="656" y="96"/>
                  </a:lnTo>
                  <a:lnTo>
                    <a:pt x="658" y="96"/>
                  </a:lnTo>
                  <a:lnTo>
                    <a:pt x="660" y="95"/>
                  </a:lnTo>
                  <a:lnTo>
                    <a:pt x="662" y="95"/>
                  </a:lnTo>
                  <a:lnTo>
                    <a:pt x="664" y="96"/>
                  </a:lnTo>
                  <a:lnTo>
                    <a:pt x="667" y="97"/>
                  </a:lnTo>
                  <a:lnTo>
                    <a:pt x="671" y="97"/>
                  </a:lnTo>
                  <a:lnTo>
                    <a:pt x="678" y="100"/>
                  </a:lnTo>
                  <a:lnTo>
                    <a:pt x="684" y="102"/>
                  </a:lnTo>
                  <a:lnTo>
                    <a:pt x="690" y="104"/>
                  </a:lnTo>
                  <a:lnTo>
                    <a:pt x="694" y="106"/>
                  </a:lnTo>
                  <a:lnTo>
                    <a:pt x="699" y="108"/>
                  </a:lnTo>
                  <a:lnTo>
                    <a:pt x="703" y="110"/>
                  </a:lnTo>
                  <a:lnTo>
                    <a:pt x="706" y="112"/>
                  </a:lnTo>
                  <a:lnTo>
                    <a:pt x="711" y="115"/>
                  </a:lnTo>
                  <a:lnTo>
                    <a:pt x="714" y="117"/>
                  </a:lnTo>
                  <a:lnTo>
                    <a:pt x="715" y="119"/>
                  </a:lnTo>
                  <a:lnTo>
                    <a:pt x="716" y="121"/>
                  </a:lnTo>
                  <a:lnTo>
                    <a:pt x="718" y="121"/>
                  </a:lnTo>
                  <a:lnTo>
                    <a:pt x="718" y="123"/>
                  </a:lnTo>
                  <a:lnTo>
                    <a:pt x="718" y="125"/>
                  </a:lnTo>
                  <a:lnTo>
                    <a:pt x="718" y="126"/>
                  </a:lnTo>
                  <a:lnTo>
                    <a:pt x="719" y="127"/>
                  </a:lnTo>
                  <a:lnTo>
                    <a:pt x="718" y="129"/>
                  </a:lnTo>
                  <a:lnTo>
                    <a:pt x="718" y="129"/>
                  </a:lnTo>
                  <a:lnTo>
                    <a:pt x="718" y="131"/>
                  </a:lnTo>
                  <a:lnTo>
                    <a:pt x="717" y="132"/>
                  </a:lnTo>
                  <a:lnTo>
                    <a:pt x="716" y="133"/>
                  </a:lnTo>
                  <a:lnTo>
                    <a:pt x="714" y="133"/>
                  </a:lnTo>
                  <a:lnTo>
                    <a:pt x="713" y="134"/>
                  </a:lnTo>
                  <a:lnTo>
                    <a:pt x="710" y="135"/>
                  </a:lnTo>
                  <a:lnTo>
                    <a:pt x="709" y="135"/>
                  </a:lnTo>
                  <a:lnTo>
                    <a:pt x="709" y="135"/>
                  </a:lnTo>
                  <a:close/>
                  <a:moveTo>
                    <a:pt x="745" y="59"/>
                  </a:moveTo>
                  <a:lnTo>
                    <a:pt x="701" y="49"/>
                  </a:lnTo>
                  <a:lnTo>
                    <a:pt x="698" y="69"/>
                  </a:lnTo>
                  <a:lnTo>
                    <a:pt x="705" y="71"/>
                  </a:lnTo>
                  <a:lnTo>
                    <a:pt x="706" y="61"/>
                  </a:lnTo>
                  <a:lnTo>
                    <a:pt x="710" y="61"/>
                  </a:lnTo>
                  <a:lnTo>
                    <a:pt x="716" y="62"/>
                  </a:lnTo>
                  <a:lnTo>
                    <a:pt x="721" y="63"/>
                  </a:lnTo>
                  <a:lnTo>
                    <a:pt x="724" y="64"/>
                  </a:lnTo>
                  <a:lnTo>
                    <a:pt x="727" y="65"/>
                  </a:lnTo>
                  <a:lnTo>
                    <a:pt x="730" y="67"/>
                  </a:lnTo>
                  <a:lnTo>
                    <a:pt x="731" y="68"/>
                  </a:lnTo>
                  <a:lnTo>
                    <a:pt x="732" y="69"/>
                  </a:lnTo>
                  <a:lnTo>
                    <a:pt x="733" y="69"/>
                  </a:lnTo>
                  <a:lnTo>
                    <a:pt x="733" y="71"/>
                  </a:lnTo>
                  <a:lnTo>
                    <a:pt x="734" y="72"/>
                  </a:lnTo>
                  <a:lnTo>
                    <a:pt x="734" y="73"/>
                  </a:lnTo>
                  <a:lnTo>
                    <a:pt x="734" y="75"/>
                  </a:lnTo>
                  <a:lnTo>
                    <a:pt x="734" y="77"/>
                  </a:lnTo>
                  <a:lnTo>
                    <a:pt x="733" y="79"/>
                  </a:lnTo>
                  <a:lnTo>
                    <a:pt x="732" y="81"/>
                  </a:lnTo>
                  <a:lnTo>
                    <a:pt x="731" y="82"/>
                  </a:lnTo>
                  <a:lnTo>
                    <a:pt x="730" y="82"/>
                  </a:lnTo>
                  <a:lnTo>
                    <a:pt x="729" y="83"/>
                  </a:lnTo>
                  <a:lnTo>
                    <a:pt x="727" y="84"/>
                  </a:lnTo>
                  <a:lnTo>
                    <a:pt x="724" y="84"/>
                  </a:lnTo>
                  <a:lnTo>
                    <a:pt x="722" y="85"/>
                  </a:lnTo>
                  <a:lnTo>
                    <a:pt x="718" y="85"/>
                  </a:lnTo>
                  <a:lnTo>
                    <a:pt x="714" y="85"/>
                  </a:lnTo>
                  <a:lnTo>
                    <a:pt x="707" y="84"/>
                  </a:lnTo>
                  <a:lnTo>
                    <a:pt x="700" y="83"/>
                  </a:lnTo>
                  <a:lnTo>
                    <a:pt x="692" y="81"/>
                  </a:lnTo>
                  <a:lnTo>
                    <a:pt x="685" y="80"/>
                  </a:lnTo>
                  <a:lnTo>
                    <a:pt x="679" y="77"/>
                  </a:lnTo>
                  <a:lnTo>
                    <a:pt x="674" y="75"/>
                  </a:lnTo>
                  <a:lnTo>
                    <a:pt x="671" y="74"/>
                  </a:lnTo>
                  <a:lnTo>
                    <a:pt x="669" y="73"/>
                  </a:lnTo>
                  <a:lnTo>
                    <a:pt x="667" y="72"/>
                  </a:lnTo>
                  <a:lnTo>
                    <a:pt x="666" y="71"/>
                  </a:lnTo>
                  <a:lnTo>
                    <a:pt x="665" y="69"/>
                  </a:lnTo>
                  <a:lnTo>
                    <a:pt x="664" y="68"/>
                  </a:lnTo>
                  <a:lnTo>
                    <a:pt x="663" y="67"/>
                  </a:lnTo>
                  <a:lnTo>
                    <a:pt x="662" y="65"/>
                  </a:lnTo>
                  <a:lnTo>
                    <a:pt x="662" y="64"/>
                  </a:lnTo>
                  <a:lnTo>
                    <a:pt x="662" y="62"/>
                  </a:lnTo>
                  <a:lnTo>
                    <a:pt x="662" y="61"/>
                  </a:lnTo>
                  <a:lnTo>
                    <a:pt x="662" y="59"/>
                  </a:lnTo>
                  <a:lnTo>
                    <a:pt x="663" y="57"/>
                  </a:lnTo>
                  <a:lnTo>
                    <a:pt x="665" y="56"/>
                  </a:lnTo>
                  <a:lnTo>
                    <a:pt x="666" y="55"/>
                  </a:lnTo>
                  <a:lnTo>
                    <a:pt x="668" y="54"/>
                  </a:lnTo>
                  <a:lnTo>
                    <a:pt x="670" y="53"/>
                  </a:lnTo>
                  <a:lnTo>
                    <a:pt x="673" y="53"/>
                  </a:lnTo>
                  <a:lnTo>
                    <a:pt x="676" y="54"/>
                  </a:lnTo>
                  <a:lnTo>
                    <a:pt x="679" y="54"/>
                  </a:lnTo>
                  <a:lnTo>
                    <a:pt x="681" y="46"/>
                  </a:lnTo>
                  <a:lnTo>
                    <a:pt x="677" y="45"/>
                  </a:lnTo>
                  <a:lnTo>
                    <a:pt x="673" y="45"/>
                  </a:lnTo>
                  <a:lnTo>
                    <a:pt x="669" y="45"/>
                  </a:lnTo>
                  <a:lnTo>
                    <a:pt x="665" y="46"/>
                  </a:lnTo>
                  <a:lnTo>
                    <a:pt x="662" y="47"/>
                  </a:lnTo>
                  <a:lnTo>
                    <a:pt x="661" y="48"/>
                  </a:lnTo>
                  <a:lnTo>
                    <a:pt x="659" y="49"/>
                  </a:lnTo>
                  <a:lnTo>
                    <a:pt x="657" y="51"/>
                  </a:lnTo>
                  <a:lnTo>
                    <a:pt x="655" y="53"/>
                  </a:lnTo>
                  <a:lnTo>
                    <a:pt x="654" y="56"/>
                  </a:lnTo>
                  <a:lnTo>
                    <a:pt x="654" y="57"/>
                  </a:lnTo>
                  <a:lnTo>
                    <a:pt x="654" y="60"/>
                  </a:lnTo>
                  <a:lnTo>
                    <a:pt x="654" y="62"/>
                  </a:lnTo>
                  <a:lnTo>
                    <a:pt x="654" y="65"/>
                  </a:lnTo>
                  <a:lnTo>
                    <a:pt x="654" y="67"/>
                  </a:lnTo>
                  <a:lnTo>
                    <a:pt x="655" y="69"/>
                  </a:lnTo>
                  <a:lnTo>
                    <a:pt x="656" y="72"/>
                  </a:lnTo>
                  <a:lnTo>
                    <a:pt x="657" y="74"/>
                  </a:lnTo>
                  <a:lnTo>
                    <a:pt x="659" y="76"/>
                  </a:lnTo>
                  <a:lnTo>
                    <a:pt x="661" y="77"/>
                  </a:lnTo>
                  <a:lnTo>
                    <a:pt x="663" y="80"/>
                  </a:lnTo>
                  <a:lnTo>
                    <a:pt x="666" y="81"/>
                  </a:lnTo>
                  <a:lnTo>
                    <a:pt x="670" y="83"/>
                  </a:lnTo>
                  <a:lnTo>
                    <a:pt x="674" y="85"/>
                  </a:lnTo>
                  <a:lnTo>
                    <a:pt x="678" y="86"/>
                  </a:lnTo>
                  <a:lnTo>
                    <a:pt x="683" y="88"/>
                  </a:lnTo>
                  <a:lnTo>
                    <a:pt x="689" y="89"/>
                  </a:lnTo>
                  <a:lnTo>
                    <a:pt x="694" y="90"/>
                  </a:lnTo>
                  <a:lnTo>
                    <a:pt x="698" y="91"/>
                  </a:lnTo>
                  <a:lnTo>
                    <a:pt x="703" y="92"/>
                  </a:lnTo>
                  <a:lnTo>
                    <a:pt x="709" y="93"/>
                  </a:lnTo>
                  <a:lnTo>
                    <a:pt x="713" y="93"/>
                  </a:lnTo>
                  <a:lnTo>
                    <a:pt x="718" y="93"/>
                  </a:lnTo>
                  <a:lnTo>
                    <a:pt x="722" y="93"/>
                  </a:lnTo>
                  <a:lnTo>
                    <a:pt x="726" y="93"/>
                  </a:lnTo>
                  <a:lnTo>
                    <a:pt x="729" y="92"/>
                  </a:lnTo>
                  <a:lnTo>
                    <a:pt x="731" y="91"/>
                  </a:lnTo>
                  <a:lnTo>
                    <a:pt x="733" y="90"/>
                  </a:lnTo>
                  <a:lnTo>
                    <a:pt x="735" y="89"/>
                  </a:lnTo>
                  <a:lnTo>
                    <a:pt x="737" y="88"/>
                  </a:lnTo>
                  <a:lnTo>
                    <a:pt x="738" y="86"/>
                  </a:lnTo>
                  <a:lnTo>
                    <a:pt x="739" y="84"/>
                  </a:lnTo>
                  <a:lnTo>
                    <a:pt x="740" y="82"/>
                  </a:lnTo>
                  <a:lnTo>
                    <a:pt x="741" y="79"/>
                  </a:lnTo>
                  <a:lnTo>
                    <a:pt x="741" y="77"/>
                  </a:lnTo>
                  <a:lnTo>
                    <a:pt x="741" y="75"/>
                  </a:lnTo>
                  <a:lnTo>
                    <a:pt x="741" y="73"/>
                  </a:lnTo>
                  <a:lnTo>
                    <a:pt x="741" y="71"/>
                  </a:lnTo>
                  <a:lnTo>
                    <a:pt x="740" y="69"/>
                  </a:lnTo>
                  <a:lnTo>
                    <a:pt x="739" y="68"/>
                  </a:lnTo>
                  <a:lnTo>
                    <a:pt x="738" y="66"/>
                  </a:lnTo>
                  <a:lnTo>
                    <a:pt x="738" y="65"/>
                  </a:lnTo>
                  <a:lnTo>
                    <a:pt x="743" y="66"/>
                  </a:lnTo>
                  <a:lnTo>
                    <a:pt x="745" y="59"/>
                  </a:lnTo>
                  <a:lnTo>
                    <a:pt x="745" y="59"/>
                  </a:lnTo>
                  <a:close/>
                  <a:moveTo>
                    <a:pt x="707" y="32"/>
                  </a:moveTo>
                  <a:lnTo>
                    <a:pt x="748" y="39"/>
                  </a:lnTo>
                  <a:lnTo>
                    <a:pt x="750" y="30"/>
                  </a:lnTo>
                  <a:lnTo>
                    <a:pt x="708" y="23"/>
                  </a:lnTo>
                  <a:lnTo>
                    <a:pt x="663" y="0"/>
                  </a:lnTo>
                  <a:lnTo>
                    <a:pt x="662" y="9"/>
                  </a:lnTo>
                  <a:lnTo>
                    <a:pt x="698" y="26"/>
                  </a:lnTo>
                  <a:lnTo>
                    <a:pt x="658" y="33"/>
                  </a:lnTo>
                  <a:lnTo>
                    <a:pt x="657" y="42"/>
                  </a:lnTo>
                  <a:lnTo>
                    <a:pt x="707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0" name="íṡļîḓé"/>
            <p:cNvSpPr/>
            <p:nvPr/>
          </p:nvSpPr>
          <p:spPr bwMode="auto">
            <a:xfrm>
              <a:off x="2030413" y="3495676"/>
              <a:ext cx="242888" cy="368300"/>
            </a:xfrm>
            <a:custGeom>
              <a:avLst/>
              <a:gdLst>
                <a:gd name="T0" fmla="*/ 85 w 153"/>
                <a:gd name="T1" fmla="*/ 34 h 232"/>
                <a:gd name="T2" fmla="*/ 90 w 153"/>
                <a:gd name="T3" fmla="*/ 26 h 232"/>
                <a:gd name="T4" fmla="*/ 90 w 153"/>
                <a:gd name="T5" fmla="*/ 13 h 232"/>
                <a:gd name="T6" fmla="*/ 86 w 153"/>
                <a:gd name="T7" fmla="*/ 5 h 232"/>
                <a:gd name="T8" fmla="*/ 78 w 153"/>
                <a:gd name="T9" fmla="*/ 0 h 232"/>
                <a:gd name="T10" fmla="*/ 58 w 153"/>
                <a:gd name="T11" fmla="*/ 4 h 232"/>
                <a:gd name="T12" fmla="*/ 38 w 153"/>
                <a:gd name="T13" fmla="*/ 22 h 232"/>
                <a:gd name="T14" fmla="*/ 21 w 153"/>
                <a:gd name="T15" fmla="*/ 38 h 232"/>
                <a:gd name="T16" fmla="*/ 10 w 153"/>
                <a:gd name="T17" fmla="*/ 36 h 232"/>
                <a:gd name="T18" fmla="*/ 7 w 153"/>
                <a:gd name="T19" fmla="*/ 27 h 232"/>
                <a:gd name="T20" fmla="*/ 14 w 153"/>
                <a:gd name="T21" fmla="*/ 18 h 232"/>
                <a:gd name="T22" fmla="*/ 15 w 153"/>
                <a:gd name="T23" fmla="*/ 9 h 232"/>
                <a:gd name="T24" fmla="*/ 3 w 153"/>
                <a:gd name="T25" fmla="*/ 16 h 232"/>
                <a:gd name="T26" fmla="*/ 1 w 153"/>
                <a:gd name="T27" fmla="*/ 31 h 232"/>
                <a:gd name="T28" fmla="*/ 4 w 153"/>
                <a:gd name="T29" fmla="*/ 40 h 232"/>
                <a:gd name="T30" fmla="*/ 14 w 153"/>
                <a:gd name="T31" fmla="*/ 46 h 232"/>
                <a:gd name="T32" fmla="*/ 28 w 153"/>
                <a:gd name="T33" fmla="*/ 45 h 232"/>
                <a:gd name="T34" fmla="*/ 39 w 153"/>
                <a:gd name="T35" fmla="*/ 33 h 232"/>
                <a:gd name="T36" fmla="*/ 62 w 153"/>
                <a:gd name="T37" fmla="*/ 9 h 232"/>
                <a:gd name="T38" fmla="*/ 74 w 153"/>
                <a:gd name="T39" fmla="*/ 7 h 232"/>
                <a:gd name="T40" fmla="*/ 82 w 153"/>
                <a:gd name="T41" fmla="*/ 13 h 232"/>
                <a:gd name="T42" fmla="*/ 83 w 153"/>
                <a:gd name="T43" fmla="*/ 23 h 232"/>
                <a:gd name="T44" fmla="*/ 77 w 153"/>
                <a:gd name="T45" fmla="*/ 29 h 232"/>
                <a:gd name="T46" fmla="*/ 73 w 153"/>
                <a:gd name="T47" fmla="*/ 39 h 232"/>
                <a:gd name="T48" fmla="*/ 9 w 153"/>
                <a:gd name="T49" fmla="*/ 69 h 232"/>
                <a:gd name="T50" fmla="*/ 17 w 153"/>
                <a:gd name="T51" fmla="*/ 60 h 232"/>
                <a:gd name="T52" fmla="*/ 36 w 153"/>
                <a:gd name="T53" fmla="*/ 52 h 232"/>
                <a:gd name="T54" fmla="*/ 71 w 153"/>
                <a:gd name="T55" fmla="*/ 44 h 232"/>
                <a:gd name="T56" fmla="*/ 91 w 153"/>
                <a:gd name="T57" fmla="*/ 47 h 232"/>
                <a:gd name="T58" fmla="*/ 98 w 153"/>
                <a:gd name="T59" fmla="*/ 56 h 232"/>
                <a:gd name="T60" fmla="*/ 98 w 153"/>
                <a:gd name="T61" fmla="*/ 67 h 232"/>
                <a:gd name="T62" fmla="*/ 90 w 153"/>
                <a:gd name="T63" fmla="*/ 76 h 232"/>
                <a:gd name="T64" fmla="*/ 68 w 153"/>
                <a:gd name="T65" fmla="*/ 85 h 232"/>
                <a:gd name="T66" fmla="*/ 42 w 153"/>
                <a:gd name="T67" fmla="*/ 90 h 232"/>
                <a:gd name="T68" fmla="*/ 20 w 153"/>
                <a:gd name="T69" fmla="*/ 91 h 232"/>
                <a:gd name="T70" fmla="*/ 11 w 153"/>
                <a:gd name="T71" fmla="*/ 84 h 232"/>
                <a:gd name="T72" fmla="*/ 16 w 153"/>
                <a:gd name="T73" fmla="*/ 76 h 232"/>
                <a:gd name="T74" fmla="*/ 21 w 153"/>
                <a:gd name="T75" fmla="*/ 82 h 232"/>
                <a:gd name="T76" fmla="*/ 31 w 153"/>
                <a:gd name="T77" fmla="*/ 84 h 232"/>
                <a:gd name="T78" fmla="*/ 62 w 153"/>
                <a:gd name="T79" fmla="*/ 77 h 232"/>
                <a:gd name="T80" fmla="*/ 84 w 153"/>
                <a:gd name="T81" fmla="*/ 70 h 232"/>
                <a:gd name="T82" fmla="*/ 90 w 153"/>
                <a:gd name="T83" fmla="*/ 64 h 232"/>
                <a:gd name="T84" fmla="*/ 89 w 153"/>
                <a:gd name="T85" fmla="*/ 56 h 232"/>
                <a:gd name="T86" fmla="*/ 82 w 153"/>
                <a:gd name="T87" fmla="*/ 52 h 232"/>
                <a:gd name="T88" fmla="*/ 64 w 153"/>
                <a:gd name="T89" fmla="*/ 53 h 232"/>
                <a:gd name="T90" fmla="*/ 32 w 153"/>
                <a:gd name="T91" fmla="*/ 61 h 232"/>
                <a:gd name="T92" fmla="*/ 19 w 153"/>
                <a:gd name="T93" fmla="*/ 68 h 232"/>
                <a:gd name="T94" fmla="*/ 15 w 153"/>
                <a:gd name="T95" fmla="*/ 75 h 232"/>
                <a:gd name="T96" fmla="*/ 26 w 153"/>
                <a:gd name="T97" fmla="*/ 135 h 232"/>
                <a:gd name="T98" fmla="*/ 34 w 153"/>
                <a:gd name="T99" fmla="*/ 140 h 232"/>
                <a:gd name="T100" fmla="*/ 43 w 153"/>
                <a:gd name="T101" fmla="*/ 141 h 232"/>
                <a:gd name="T102" fmla="*/ 44 w 153"/>
                <a:gd name="T103" fmla="*/ 132 h 232"/>
                <a:gd name="T104" fmla="*/ 34 w 153"/>
                <a:gd name="T105" fmla="*/ 130 h 232"/>
                <a:gd name="T106" fmla="*/ 30 w 153"/>
                <a:gd name="T107" fmla="*/ 121 h 232"/>
                <a:gd name="T108" fmla="*/ 36 w 153"/>
                <a:gd name="T109" fmla="*/ 112 h 232"/>
                <a:gd name="T110" fmla="*/ 34 w 153"/>
                <a:gd name="T111" fmla="*/ 103 h 232"/>
                <a:gd name="T112" fmla="*/ 26 w 153"/>
                <a:gd name="T113" fmla="*/ 109 h 232"/>
                <a:gd name="T114" fmla="*/ 22 w 153"/>
                <a:gd name="T115" fmla="*/ 119 h 232"/>
                <a:gd name="T116" fmla="*/ 110 w 153"/>
                <a:gd name="T117" fmla="*/ 122 h 232"/>
                <a:gd name="T118" fmla="*/ 42 w 153"/>
                <a:gd name="T119" fmla="*/ 172 h 232"/>
                <a:gd name="T120" fmla="*/ 73 w 153"/>
                <a:gd name="T121" fmla="*/ 232 h 232"/>
                <a:gd name="T122" fmla="*/ 137 w 153"/>
                <a:gd name="T123" fmla="*/ 163 h 232"/>
                <a:gd name="T124" fmla="*/ 108 w 153"/>
                <a:gd name="T125" fmla="*/ 204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3" h="232">
                  <a:moveTo>
                    <a:pt x="73" y="39"/>
                  </a:moveTo>
                  <a:lnTo>
                    <a:pt x="75" y="38"/>
                  </a:lnTo>
                  <a:lnTo>
                    <a:pt x="78" y="37"/>
                  </a:lnTo>
                  <a:lnTo>
                    <a:pt x="82" y="36"/>
                  </a:lnTo>
                  <a:lnTo>
                    <a:pt x="85" y="34"/>
                  </a:lnTo>
                  <a:lnTo>
                    <a:pt x="86" y="33"/>
                  </a:lnTo>
                  <a:lnTo>
                    <a:pt x="87" y="31"/>
                  </a:lnTo>
                  <a:lnTo>
                    <a:pt x="89" y="29"/>
                  </a:lnTo>
                  <a:lnTo>
                    <a:pt x="90" y="28"/>
                  </a:lnTo>
                  <a:lnTo>
                    <a:pt x="90" y="26"/>
                  </a:lnTo>
                  <a:lnTo>
                    <a:pt x="91" y="24"/>
                  </a:lnTo>
                  <a:lnTo>
                    <a:pt x="91" y="21"/>
                  </a:lnTo>
                  <a:lnTo>
                    <a:pt x="91" y="18"/>
                  </a:lnTo>
                  <a:lnTo>
                    <a:pt x="90" y="16"/>
                  </a:lnTo>
                  <a:lnTo>
                    <a:pt x="90" y="13"/>
                  </a:lnTo>
                  <a:lnTo>
                    <a:pt x="90" y="12"/>
                  </a:lnTo>
                  <a:lnTo>
                    <a:pt x="89" y="9"/>
                  </a:lnTo>
                  <a:lnTo>
                    <a:pt x="87" y="8"/>
                  </a:lnTo>
                  <a:lnTo>
                    <a:pt x="86" y="6"/>
                  </a:lnTo>
                  <a:lnTo>
                    <a:pt x="86" y="5"/>
                  </a:lnTo>
                  <a:lnTo>
                    <a:pt x="84" y="4"/>
                  </a:lnTo>
                  <a:lnTo>
                    <a:pt x="82" y="3"/>
                  </a:lnTo>
                  <a:lnTo>
                    <a:pt x="81" y="2"/>
                  </a:lnTo>
                  <a:lnTo>
                    <a:pt x="80" y="1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69" y="0"/>
                  </a:lnTo>
                  <a:lnTo>
                    <a:pt x="66" y="0"/>
                  </a:lnTo>
                  <a:lnTo>
                    <a:pt x="62" y="1"/>
                  </a:lnTo>
                  <a:lnTo>
                    <a:pt x="58" y="4"/>
                  </a:lnTo>
                  <a:lnTo>
                    <a:pt x="54" y="5"/>
                  </a:lnTo>
                  <a:lnTo>
                    <a:pt x="51" y="8"/>
                  </a:lnTo>
                  <a:lnTo>
                    <a:pt x="49" y="10"/>
                  </a:lnTo>
                  <a:lnTo>
                    <a:pt x="43" y="16"/>
                  </a:lnTo>
                  <a:lnTo>
                    <a:pt x="38" y="22"/>
                  </a:lnTo>
                  <a:lnTo>
                    <a:pt x="32" y="28"/>
                  </a:lnTo>
                  <a:lnTo>
                    <a:pt x="26" y="35"/>
                  </a:lnTo>
                  <a:lnTo>
                    <a:pt x="25" y="36"/>
                  </a:lnTo>
                  <a:lnTo>
                    <a:pt x="23" y="36"/>
                  </a:lnTo>
                  <a:lnTo>
                    <a:pt x="21" y="38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8"/>
                  </a:lnTo>
                  <a:lnTo>
                    <a:pt x="12" y="37"/>
                  </a:lnTo>
                  <a:lnTo>
                    <a:pt x="10" y="36"/>
                  </a:lnTo>
                  <a:lnTo>
                    <a:pt x="10" y="36"/>
                  </a:lnTo>
                  <a:lnTo>
                    <a:pt x="9" y="34"/>
                  </a:lnTo>
                  <a:lnTo>
                    <a:pt x="8" y="32"/>
                  </a:lnTo>
                  <a:lnTo>
                    <a:pt x="7" y="30"/>
                  </a:lnTo>
                  <a:lnTo>
                    <a:pt x="7" y="27"/>
                  </a:lnTo>
                  <a:lnTo>
                    <a:pt x="8" y="24"/>
                  </a:lnTo>
                  <a:lnTo>
                    <a:pt x="9" y="22"/>
                  </a:lnTo>
                  <a:lnTo>
                    <a:pt x="10" y="20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8" y="17"/>
                  </a:lnTo>
                  <a:lnTo>
                    <a:pt x="22" y="16"/>
                  </a:lnTo>
                  <a:lnTo>
                    <a:pt x="21" y="8"/>
                  </a:lnTo>
                  <a:lnTo>
                    <a:pt x="18" y="8"/>
                  </a:lnTo>
                  <a:lnTo>
                    <a:pt x="15" y="9"/>
                  </a:lnTo>
                  <a:lnTo>
                    <a:pt x="12" y="10"/>
                  </a:lnTo>
                  <a:lnTo>
                    <a:pt x="8" y="12"/>
                  </a:lnTo>
                  <a:lnTo>
                    <a:pt x="6" y="13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2" y="19"/>
                  </a:lnTo>
                  <a:lnTo>
                    <a:pt x="1" y="21"/>
                  </a:lnTo>
                  <a:lnTo>
                    <a:pt x="1" y="24"/>
                  </a:lnTo>
                  <a:lnTo>
                    <a:pt x="0" y="28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35"/>
                  </a:lnTo>
                  <a:lnTo>
                    <a:pt x="2" y="37"/>
                  </a:lnTo>
                  <a:lnTo>
                    <a:pt x="3" y="39"/>
                  </a:lnTo>
                  <a:lnTo>
                    <a:pt x="4" y="40"/>
                  </a:lnTo>
                  <a:lnTo>
                    <a:pt x="6" y="42"/>
                  </a:lnTo>
                  <a:lnTo>
                    <a:pt x="6" y="43"/>
                  </a:lnTo>
                  <a:lnTo>
                    <a:pt x="8" y="44"/>
                  </a:lnTo>
                  <a:lnTo>
                    <a:pt x="11" y="46"/>
                  </a:lnTo>
                  <a:lnTo>
                    <a:pt x="14" y="46"/>
                  </a:lnTo>
                  <a:lnTo>
                    <a:pt x="17" y="47"/>
                  </a:lnTo>
                  <a:lnTo>
                    <a:pt x="19" y="47"/>
                  </a:lnTo>
                  <a:lnTo>
                    <a:pt x="22" y="46"/>
                  </a:lnTo>
                  <a:lnTo>
                    <a:pt x="26" y="46"/>
                  </a:lnTo>
                  <a:lnTo>
                    <a:pt x="28" y="45"/>
                  </a:lnTo>
                  <a:lnTo>
                    <a:pt x="30" y="44"/>
                  </a:lnTo>
                  <a:lnTo>
                    <a:pt x="32" y="42"/>
                  </a:lnTo>
                  <a:lnTo>
                    <a:pt x="34" y="40"/>
                  </a:lnTo>
                  <a:lnTo>
                    <a:pt x="36" y="36"/>
                  </a:lnTo>
                  <a:lnTo>
                    <a:pt x="39" y="33"/>
                  </a:lnTo>
                  <a:lnTo>
                    <a:pt x="45" y="25"/>
                  </a:lnTo>
                  <a:lnTo>
                    <a:pt x="52" y="18"/>
                  </a:lnTo>
                  <a:lnTo>
                    <a:pt x="55" y="14"/>
                  </a:lnTo>
                  <a:lnTo>
                    <a:pt x="59" y="12"/>
                  </a:lnTo>
                  <a:lnTo>
                    <a:pt x="62" y="9"/>
                  </a:lnTo>
                  <a:lnTo>
                    <a:pt x="66" y="8"/>
                  </a:lnTo>
                  <a:lnTo>
                    <a:pt x="68" y="7"/>
                  </a:lnTo>
                  <a:lnTo>
                    <a:pt x="70" y="7"/>
                  </a:lnTo>
                  <a:lnTo>
                    <a:pt x="71" y="7"/>
                  </a:lnTo>
                  <a:lnTo>
                    <a:pt x="74" y="7"/>
                  </a:lnTo>
                  <a:lnTo>
                    <a:pt x="75" y="8"/>
                  </a:lnTo>
                  <a:lnTo>
                    <a:pt x="77" y="9"/>
                  </a:lnTo>
                  <a:lnTo>
                    <a:pt x="78" y="10"/>
                  </a:lnTo>
                  <a:lnTo>
                    <a:pt x="80" y="12"/>
                  </a:lnTo>
                  <a:lnTo>
                    <a:pt x="82" y="13"/>
                  </a:lnTo>
                  <a:lnTo>
                    <a:pt x="82" y="15"/>
                  </a:lnTo>
                  <a:lnTo>
                    <a:pt x="83" y="17"/>
                  </a:lnTo>
                  <a:lnTo>
                    <a:pt x="84" y="20"/>
                  </a:lnTo>
                  <a:lnTo>
                    <a:pt x="84" y="21"/>
                  </a:lnTo>
                  <a:lnTo>
                    <a:pt x="83" y="23"/>
                  </a:lnTo>
                  <a:lnTo>
                    <a:pt x="83" y="24"/>
                  </a:lnTo>
                  <a:lnTo>
                    <a:pt x="82" y="25"/>
                  </a:lnTo>
                  <a:lnTo>
                    <a:pt x="81" y="27"/>
                  </a:lnTo>
                  <a:lnTo>
                    <a:pt x="79" y="28"/>
                  </a:lnTo>
                  <a:lnTo>
                    <a:pt x="77" y="29"/>
                  </a:lnTo>
                  <a:lnTo>
                    <a:pt x="75" y="29"/>
                  </a:lnTo>
                  <a:lnTo>
                    <a:pt x="73" y="29"/>
                  </a:lnTo>
                  <a:lnTo>
                    <a:pt x="71" y="30"/>
                  </a:lnTo>
                  <a:lnTo>
                    <a:pt x="73" y="39"/>
                  </a:lnTo>
                  <a:lnTo>
                    <a:pt x="73" y="39"/>
                  </a:lnTo>
                  <a:close/>
                  <a:moveTo>
                    <a:pt x="9" y="78"/>
                  </a:moveTo>
                  <a:lnTo>
                    <a:pt x="8" y="76"/>
                  </a:lnTo>
                  <a:lnTo>
                    <a:pt x="8" y="73"/>
                  </a:lnTo>
                  <a:lnTo>
                    <a:pt x="9" y="72"/>
                  </a:lnTo>
                  <a:lnTo>
                    <a:pt x="9" y="69"/>
                  </a:lnTo>
                  <a:lnTo>
                    <a:pt x="10" y="68"/>
                  </a:lnTo>
                  <a:lnTo>
                    <a:pt x="11" y="66"/>
                  </a:lnTo>
                  <a:lnTo>
                    <a:pt x="13" y="64"/>
                  </a:lnTo>
                  <a:lnTo>
                    <a:pt x="14" y="63"/>
                  </a:lnTo>
                  <a:lnTo>
                    <a:pt x="17" y="60"/>
                  </a:lnTo>
                  <a:lnTo>
                    <a:pt x="20" y="58"/>
                  </a:lnTo>
                  <a:lnTo>
                    <a:pt x="23" y="56"/>
                  </a:lnTo>
                  <a:lnTo>
                    <a:pt x="27" y="55"/>
                  </a:lnTo>
                  <a:lnTo>
                    <a:pt x="31" y="53"/>
                  </a:lnTo>
                  <a:lnTo>
                    <a:pt x="36" y="52"/>
                  </a:lnTo>
                  <a:lnTo>
                    <a:pt x="40" y="50"/>
                  </a:lnTo>
                  <a:lnTo>
                    <a:pt x="45" y="48"/>
                  </a:lnTo>
                  <a:lnTo>
                    <a:pt x="54" y="47"/>
                  </a:lnTo>
                  <a:lnTo>
                    <a:pt x="63" y="45"/>
                  </a:lnTo>
                  <a:lnTo>
                    <a:pt x="71" y="44"/>
                  </a:lnTo>
                  <a:lnTo>
                    <a:pt x="78" y="44"/>
                  </a:lnTo>
                  <a:lnTo>
                    <a:pt x="82" y="44"/>
                  </a:lnTo>
                  <a:lnTo>
                    <a:pt x="86" y="44"/>
                  </a:lnTo>
                  <a:lnTo>
                    <a:pt x="89" y="46"/>
                  </a:lnTo>
                  <a:lnTo>
                    <a:pt x="91" y="47"/>
                  </a:lnTo>
                  <a:lnTo>
                    <a:pt x="94" y="49"/>
                  </a:lnTo>
                  <a:lnTo>
                    <a:pt x="95" y="52"/>
                  </a:lnTo>
                  <a:lnTo>
                    <a:pt x="97" y="52"/>
                  </a:lnTo>
                  <a:lnTo>
                    <a:pt x="97" y="54"/>
                  </a:lnTo>
                  <a:lnTo>
                    <a:pt x="98" y="56"/>
                  </a:lnTo>
                  <a:lnTo>
                    <a:pt x="98" y="57"/>
                  </a:lnTo>
                  <a:lnTo>
                    <a:pt x="98" y="60"/>
                  </a:lnTo>
                  <a:lnTo>
                    <a:pt x="98" y="63"/>
                  </a:lnTo>
                  <a:lnTo>
                    <a:pt x="98" y="64"/>
                  </a:lnTo>
                  <a:lnTo>
                    <a:pt x="98" y="67"/>
                  </a:lnTo>
                  <a:lnTo>
                    <a:pt x="97" y="68"/>
                  </a:lnTo>
                  <a:lnTo>
                    <a:pt x="95" y="70"/>
                  </a:lnTo>
                  <a:lnTo>
                    <a:pt x="94" y="72"/>
                  </a:lnTo>
                  <a:lnTo>
                    <a:pt x="92" y="74"/>
                  </a:lnTo>
                  <a:lnTo>
                    <a:pt x="90" y="76"/>
                  </a:lnTo>
                  <a:lnTo>
                    <a:pt x="86" y="77"/>
                  </a:lnTo>
                  <a:lnTo>
                    <a:pt x="82" y="80"/>
                  </a:lnTo>
                  <a:lnTo>
                    <a:pt x="78" y="81"/>
                  </a:lnTo>
                  <a:lnTo>
                    <a:pt x="73" y="84"/>
                  </a:lnTo>
                  <a:lnTo>
                    <a:pt x="68" y="85"/>
                  </a:lnTo>
                  <a:lnTo>
                    <a:pt x="63" y="87"/>
                  </a:lnTo>
                  <a:lnTo>
                    <a:pt x="58" y="88"/>
                  </a:lnTo>
                  <a:lnTo>
                    <a:pt x="53" y="88"/>
                  </a:lnTo>
                  <a:lnTo>
                    <a:pt x="48" y="90"/>
                  </a:lnTo>
                  <a:lnTo>
                    <a:pt x="42" y="90"/>
                  </a:lnTo>
                  <a:lnTo>
                    <a:pt x="37" y="91"/>
                  </a:lnTo>
                  <a:lnTo>
                    <a:pt x="32" y="92"/>
                  </a:lnTo>
                  <a:lnTo>
                    <a:pt x="26" y="92"/>
                  </a:lnTo>
                  <a:lnTo>
                    <a:pt x="22" y="92"/>
                  </a:lnTo>
                  <a:lnTo>
                    <a:pt x="20" y="91"/>
                  </a:lnTo>
                  <a:lnTo>
                    <a:pt x="18" y="90"/>
                  </a:lnTo>
                  <a:lnTo>
                    <a:pt x="15" y="89"/>
                  </a:lnTo>
                  <a:lnTo>
                    <a:pt x="14" y="88"/>
                  </a:lnTo>
                  <a:lnTo>
                    <a:pt x="12" y="87"/>
                  </a:lnTo>
                  <a:lnTo>
                    <a:pt x="11" y="84"/>
                  </a:lnTo>
                  <a:lnTo>
                    <a:pt x="10" y="83"/>
                  </a:lnTo>
                  <a:lnTo>
                    <a:pt x="10" y="81"/>
                  </a:lnTo>
                  <a:lnTo>
                    <a:pt x="9" y="78"/>
                  </a:lnTo>
                  <a:lnTo>
                    <a:pt x="9" y="78"/>
                  </a:lnTo>
                  <a:close/>
                  <a:moveTo>
                    <a:pt x="16" y="76"/>
                  </a:moveTo>
                  <a:lnTo>
                    <a:pt x="16" y="78"/>
                  </a:lnTo>
                  <a:lnTo>
                    <a:pt x="18" y="80"/>
                  </a:lnTo>
                  <a:lnTo>
                    <a:pt x="18" y="80"/>
                  </a:lnTo>
                  <a:lnTo>
                    <a:pt x="19" y="81"/>
                  </a:lnTo>
                  <a:lnTo>
                    <a:pt x="21" y="82"/>
                  </a:lnTo>
                  <a:lnTo>
                    <a:pt x="22" y="83"/>
                  </a:lnTo>
                  <a:lnTo>
                    <a:pt x="24" y="83"/>
                  </a:lnTo>
                  <a:lnTo>
                    <a:pt x="26" y="84"/>
                  </a:lnTo>
                  <a:lnTo>
                    <a:pt x="28" y="84"/>
                  </a:lnTo>
                  <a:lnTo>
                    <a:pt x="31" y="84"/>
                  </a:lnTo>
                  <a:lnTo>
                    <a:pt x="36" y="83"/>
                  </a:lnTo>
                  <a:lnTo>
                    <a:pt x="43" y="82"/>
                  </a:lnTo>
                  <a:lnTo>
                    <a:pt x="50" y="80"/>
                  </a:lnTo>
                  <a:lnTo>
                    <a:pt x="56" y="80"/>
                  </a:lnTo>
                  <a:lnTo>
                    <a:pt x="62" y="77"/>
                  </a:lnTo>
                  <a:lnTo>
                    <a:pt x="69" y="76"/>
                  </a:lnTo>
                  <a:lnTo>
                    <a:pt x="74" y="74"/>
                  </a:lnTo>
                  <a:lnTo>
                    <a:pt x="79" y="72"/>
                  </a:lnTo>
                  <a:lnTo>
                    <a:pt x="82" y="71"/>
                  </a:lnTo>
                  <a:lnTo>
                    <a:pt x="84" y="70"/>
                  </a:lnTo>
                  <a:lnTo>
                    <a:pt x="86" y="68"/>
                  </a:lnTo>
                  <a:lnTo>
                    <a:pt x="87" y="68"/>
                  </a:lnTo>
                  <a:lnTo>
                    <a:pt x="88" y="66"/>
                  </a:lnTo>
                  <a:lnTo>
                    <a:pt x="90" y="64"/>
                  </a:lnTo>
                  <a:lnTo>
                    <a:pt x="90" y="64"/>
                  </a:lnTo>
                  <a:lnTo>
                    <a:pt x="90" y="63"/>
                  </a:lnTo>
                  <a:lnTo>
                    <a:pt x="91" y="60"/>
                  </a:lnTo>
                  <a:lnTo>
                    <a:pt x="91" y="59"/>
                  </a:lnTo>
                  <a:lnTo>
                    <a:pt x="90" y="57"/>
                  </a:lnTo>
                  <a:lnTo>
                    <a:pt x="89" y="56"/>
                  </a:lnTo>
                  <a:lnTo>
                    <a:pt x="88" y="56"/>
                  </a:lnTo>
                  <a:lnTo>
                    <a:pt x="87" y="55"/>
                  </a:lnTo>
                  <a:lnTo>
                    <a:pt x="86" y="54"/>
                  </a:lnTo>
                  <a:lnTo>
                    <a:pt x="84" y="53"/>
                  </a:lnTo>
                  <a:lnTo>
                    <a:pt x="82" y="52"/>
                  </a:lnTo>
                  <a:lnTo>
                    <a:pt x="80" y="52"/>
                  </a:lnTo>
                  <a:lnTo>
                    <a:pt x="78" y="52"/>
                  </a:lnTo>
                  <a:lnTo>
                    <a:pt x="75" y="52"/>
                  </a:lnTo>
                  <a:lnTo>
                    <a:pt x="70" y="52"/>
                  </a:lnTo>
                  <a:lnTo>
                    <a:pt x="64" y="53"/>
                  </a:lnTo>
                  <a:lnTo>
                    <a:pt x="58" y="55"/>
                  </a:lnTo>
                  <a:lnTo>
                    <a:pt x="50" y="56"/>
                  </a:lnTo>
                  <a:lnTo>
                    <a:pt x="44" y="58"/>
                  </a:lnTo>
                  <a:lnTo>
                    <a:pt x="38" y="60"/>
                  </a:lnTo>
                  <a:lnTo>
                    <a:pt x="32" y="61"/>
                  </a:lnTo>
                  <a:lnTo>
                    <a:pt x="27" y="64"/>
                  </a:lnTo>
                  <a:lnTo>
                    <a:pt x="25" y="64"/>
                  </a:lnTo>
                  <a:lnTo>
                    <a:pt x="22" y="66"/>
                  </a:lnTo>
                  <a:lnTo>
                    <a:pt x="21" y="67"/>
                  </a:lnTo>
                  <a:lnTo>
                    <a:pt x="19" y="68"/>
                  </a:lnTo>
                  <a:lnTo>
                    <a:pt x="18" y="70"/>
                  </a:lnTo>
                  <a:lnTo>
                    <a:pt x="17" y="71"/>
                  </a:lnTo>
                  <a:lnTo>
                    <a:pt x="17" y="72"/>
                  </a:lnTo>
                  <a:lnTo>
                    <a:pt x="16" y="74"/>
                  </a:lnTo>
                  <a:lnTo>
                    <a:pt x="15" y="75"/>
                  </a:lnTo>
                  <a:lnTo>
                    <a:pt x="16" y="76"/>
                  </a:lnTo>
                  <a:lnTo>
                    <a:pt x="16" y="76"/>
                  </a:lnTo>
                  <a:close/>
                  <a:moveTo>
                    <a:pt x="23" y="128"/>
                  </a:moveTo>
                  <a:lnTo>
                    <a:pt x="25" y="132"/>
                  </a:lnTo>
                  <a:lnTo>
                    <a:pt x="26" y="135"/>
                  </a:lnTo>
                  <a:lnTo>
                    <a:pt x="27" y="136"/>
                  </a:lnTo>
                  <a:lnTo>
                    <a:pt x="29" y="137"/>
                  </a:lnTo>
                  <a:lnTo>
                    <a:pt x="30" y="139"/>
                  </a:lnTo>
                  <a:lnTo>
                    <a:pt x="32" y="140"/>
                  </a:lnTo>
                  <a:lnTo>
                    <a:pt x="34" y="140"/>
                  </a:lnTo>
                  <a:lnTo>
                    <a:pt x="35" y="140"/>
                  </a:lnTo>
                  <a:lnTo>
                    <a:pt x="37" y="141"/>
                  </a:lnTo>
                  <a:lnTo>
                    <a:pt x="39" y="141"/>
                  </a:lnTo>
                  <a:lnTo>
                    <a:pt x="41" y="141"/>
                  </a:lnTo>
                  <a:lnTo>
                    <a:pt x="43" y="141"/>
                  </a:lnTo>
                  <a:lnTo>
                    <a:pt x="45" y="140"/>
                  </a:lnTo>
                  <a:lnTo>
                    <a:pt x="47" y="140"/>
                  </a:lnTo>
                  <a:lnTo>
                    <a:pt x="115" y="116"/>
                  </a:lnTo>
                  <a:lnTo>
                    <a:pt x="112" y="108"/>
                  </a:lnTo>
                  <a:lnTo>
                    <a:pt x="44" y="132"/>
                  </a:lnTo>
                  <a:lnTo>
                    <a:pt x="42" y="132"/>
                  </a:lnTo>
                  <a:lnTo>
                    <a:pt x="39" y="132"/>
                  </a:lnTo>
                  <a:lnTo>
                    <a:pt x="38" y="132"/>
                  </a:lnTo>
                  <a:lnTo>
                    <a:pt x="36" y="132"/>
                  </a:lnTo>
                  <a:lnTo>
                    <a:pt x="34" y="130"/>
                  </a:lnTo>
                  <a:lnTo>
                    <a:pt x="32" y="129"/>
                  </a:lnTo>
                  <a:lnTo>
                    <a:pt x="31" y="128"/>
                  </a:lnTo>
                  <a:lnTo>
                    <a:pt x="30" y="125"/>
                  </a:lnTo>
                  <a:lnTo>
                    <a:pt x="30" y="124"/>
                  </a:lnTo>
                  <a:lnTo>
                    <a:pt x="30" y="121"/>
                  </a:lnTo>
                  <a:lnTo>
                    <a:pt x="30" y="119"/>
                  </a:lnTo>
                  <a:lnTo>
                    <a:pt x="31" y="116"/>
                  </a:lnTo>
                  <a:lnTo>
                    <a:pt x="32" y="115"/>
                  </a:lnTo>
                  <a:lnTo>
                    <a:pt x="34" y="112"/>
                  </a:lnTo>
                  <a:lnTo>
                    <a:pt x="36" y="112"/>
                  </a:lnTo>
                  <a:lnTo>
                    <a:pt x="38" y="110"/>
                  </a:lnTo>
                  <a:lnTo>
                    <a:pt x="105" y="88"/>
                  </a:lnTo>
                  <a:lnTo>
                    <a:pt x="103" y="80"/>
                  </a:lnTo>
                  <a:lnTo>
                    <a:pt x="36" y="102"/>
                  </a:lnTo>
                  <a:lnTo>
                    <a:pt x="34" y="103"/>
                  </a:lnTo>
                  <a:lnTo>
                    <a:pt x="32" y="104"/>
                  </a:lnTo>
                  <a:lnTo>
                    <a:pt x="30" y="105"/>
                  </a:lnTo>
                  <a:lnTo>
                    <a:pt x="29" y="107"/>
                  </a:lnTo>
                  <a:lnTo>
                    <a:pt x="27" y="108"/>
                  </a:lnTo>
                  <a:lnTo>
                    <a:pt x="26" y="109"/>
                  </a:lnTo>
                  <a:lnTo>
                    <a:pt x="25" y="112"/>
                  </a:lnTo>
                  <a:lnTo>
                    <a:pt x="24" y="113"/>
                  </a:lnTo>
                  <a:lnTo>
                    <a:pt x="23" y="115"/>
                  </a:lnTo>
                  <a:lnTo>
                    <a:pt x="22" y="117"/>
                  </a:lnTo>
                  <a:lnTo>
                    <a:pt x="22" y="119"/>
                  </a:lnTo>
                  <a:lnTo>
                    <a:pt x="22" y="120"/>
                  </a:lnTo>
                  <a:lnTo>
                    <a:pt x="22" y="124"/>
                  </a:lnTo>
                  <a:lnTo>
                    <a:pt x="23" y="128"/>
                  </a:lnTo>
                  <a:lnTo>
                    <a:pt x="23" y="128"/>
                  </a:lnTo>
                  <a:close/>
                  <a:moveTo>
                    <a:pt x="110" y="122"/>
                  </a:moveTo>
                  <a:lnTo>
                    <a:pt x="116" y="119"/>
                  </a:lnTo>
                  <a:lnTo>
                    <a:pt x="130" y="151"/>
                  </a:lnTo>
                  <a:lnTo>
                    <a:pt x="123" y="153"/>
                  </a:lnTo>
                  <a:lnTo>
                    <a:pt x="118" y="141"/>
                  </a:lnTo>
                  <a:lnTo>
                    <a:pt x="42" y="172"/>
                  </a:lnTo>
                  <a:lnTo>
                    <a:pt x="38" y="164"/>
                  </a:lnTo>
                  <a:lnTo>
                    <a:pt x="114" y="133"/>
                  </a:lnTo>
                  <a:lnTo>
                    <a:pt x="110" y="122"/>
                  </a:lnTo>
                  <a:lnTo>
                    <a:pt x="110" y="122"/>
                  </a:lnTo>
                  <a:close/>
                  <a:moveTo>
                    <a:pt x="73" y="232"/>
                  </a:moveTo>
                  <a:lnTo>
                    <a:pt x="153" y="190"/>
                  </a:lnTo>
                  <a:lnTo>
                    <a:pt x="149" y="183"/>
                  </a:lnTo>
                  <a:lnTo>
                    <a:pt x="115" y="200"/>
                  </a:lnTo>
                  <a:lnTo>
                    <a:pt x="103" y="177"/>
                  </a:lnTo>
                  <a:lnTo>
                    <a:pt x="137" y="163"/>
                  </a:lnTo>
                  <a:lnTo>
                    <a:pt x="133" y="155"/>
                  </a:lnTo>
                  <a:lnTo>
                    <a:pt x="50" y="192"/>
                  </a:lnTo>
                  <a:lnTo>
                    <a:pt x="54" y="200"/>
                  </a:lnTo>
                  <a:lnTo>
                    <a:pt x="95" y="180"/>
                  </a:lnTo>
                  <a:lnTo>
                    <a:pt x="108" y="204"/>
                  </a:lnTo>
                  <a:lnTo>
                    <a:pt x="69" y="225"/>
                  </a:lnTo>
                  <a:lnTo>
                    <a:pt x="73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1" name="iSlïḋê"/>
            <p:cNvSpPr/>
            <p:nvPr/>
          </p:nvSpPr>
          <p:spPr bwMode="auto">
            <a:xfrm>
              <a:off x="2192338" y="3840163"/>
              <a:ext cx="303213" cy="306388"/>
            </a:xfrm>
            <a:custGeom>
              <a:avLst/>
              <a:gdLst>
                <a:gd name="T0" fmla="*/ 20 w 191"/>
                <a:gd name="T1" fmla="*/ 59 h 193"/>
                <a:gd name="T2" fmla="*/ 13 w 191"/>
                <a:gd name="T3" fmla="*/ 60 h 193"/>
                <a:gd name="T4" fmla="*/ 9 w 191"/>
                <a:gd name="T5" fmla="*/ 56 h 193"/>
                <a:gd name="T6" fmla="*/ 8 w 191"/>
                <a:gd name="T7" fmla="*/ 50 h 193"/>
                <a:gd name="T8" fmla="*/ 10 w 191"/>
                <a:gd name="T9" fmla="*/ 45 h 193"/>
                <a:gd name="T10" fmla="*/ 14 w 191"/>
                <a:gd name="T11" fmla="*/ 39 h 193"/>
                <a:gd name="T12" fmla="*/ 24 w 191"/>
                <a:gd name="T13" fmla="*/ 30 h 193"/>
                <a:gd name="T14" fmla="*/ 38 w 191"/>
                <a:gd name="T15" fmla="*/ 19 h 193"/>
                <a:gd name="T16" fmla="*/ 52 w 191"/>
                <a:gd name="T17" fmla="*/ 12 h 193"/>
                <a:gd name="T18" fmla="*/ 60 w 191"/>
                <a:gd name="T19" fmla="*/ 10 h 193"/>
                <a:gd name="T20" fmla="*/ 65 w 191"/>
                <a:gd name="T21" fmla="*/ 10 h 193"/>
                <a:gd name="T22" fmla="*/ 69 w 191"/>
                <a:gd name="T23" fmla="*/ 12 h 193"/>
                <a:gd name="T24" fmla="*/ 71 w 191"/>
                <a:gd name="T25" fmla="*/ 18 h 193"/>
                <a:gd name="T26" fmla="*/ 69 w 191"/>
                <a:gd name="T27" fmla="*/ 24 h 193"/>
                <a:gd name="T28" fmla="*/ 61 w 191"/>
                <a:gd name="T29" fmla="*/ 32 h 193"/>
                <a:gd name="T30" fmla="*/ 69 w 191"/>
                <a:gd name="T31" fmla="*/ 36 h 193"/>
                <a:gd name="T32" fmla="*/ 75 w 191"/>
                <a:gd name="T33" fmla="*/ 31 h 193"/>
                <a:gd name="T34" fmla="*/ 77 w 191"/>
                <a:gd name="T35" fmla="*/ 25 h 193"/>
                <a:gd name="T36" fmla="*/ 79 w 191"/>
                <a:gd name="T37" fmla="*/ 19 h 193"/>
                <a:gd name="T38" fmla="*/ 78 w 191"/>
                <a:gd name="T39" fmla="*/ 13 h 193"/>
                <a:gd name="T40" fmla="*/ 75 w 191"/>
                <a:gd name="T41" fmla="*/ 7 h 193"/>
                <a:gd name="T42" fmla="*/ 71 w 191"/>
                <a:gd name="T43" fmla="*/ 3 h 193"/>
                <a:gd name="T44" fmla="*/ 64 w 191"/>
                <a:gd name="T45" fmla="*/ 0 h 193"/>
                <a:gd name="T46" fmla="*/ 55 w 191"/>
                <a:gd name="T47" fmla="*/ 2 h 193"/>
                <a:gd name="T48" fmla="*/ 42 w 191"/>
                <a:gd name="T49" fmla="*/ 7 h 193"/>
                <a:gd name="T50" fmla="*/ 29 w 191"/>
                <a:gd name="T51" fmla="*/ 16 h 193"/>
                <a:gd name="T52" fmla="*/ 17 w 191"/>
                <a:gd name="T53" fmla="*/ 25 h 193"/>
                <a:gd name="T54" fmla="*/ 8 w 191"/>
                <a:gd name="T55" fmla="*/ 35 h 193"/>
                <a:gd name="T56" fmla="*/ 2 w 191"/>
                <a:gd name="T57" fmla="*/ 43 h 193"/>
                <a:gd name="T58" fmla="*/ 0 w 191"/>
                <a:gd name="T59" fmla="*/ 51 h 193"/>
                <a:gd name="T60" fmla="*/ 2 w 191"/>
                <a:gd name="T61" fmla="*/ 58 h 193"/>
                <a:gd name="T62" fmla="*/ 5 w 191"/>
                <a:gd name="T63" fmla="*/ 64 h 193"/>
                <a:gd name="T64" fmla="*/ 9 w 191"/>
                <a:gd name="T65" fmla="*/ 67 h 193"/>
                <a:gd name="T66" fmla="*/ 14 w 191"/>
                <a:gd name="T67" fmla="*/ 69 h 193"/>
                <a:gd name="T68" fmla="*/ 20 w 191"/>
                <a:gd name="T69" fmla="*/ 68 h 193"/>
                <a:gd name="T70" fmla="*/ 28 w 191"/>
                <a:gd name="T71" fmla="*/ 65 h 193"/>
                <a:gd name="T72" fmla="*/ 29 w 191"/>
                <a:gd name="T73" fmla="*/ 55 h 193"/>
                <a:gd name="T74" fmla="*/ 43 w 191"/>
                <a:gd name="T75" fmla="*/ 107 h 193"/>
                <a:gd name="T76" fmla="*/ 27 w 191"/>
                <a:gd name="T77" fmla="*/ 89 h 193"/>
                <a:gd name="T78" fmla="*/ 97 w 191"/>
                <a:gd name="T79" fmla="*/ 33 h 193"/>
                <a:gd name="T80" fmla="*/ 110 w 191"/>
                <a:gd name="T81" fmla="*/ 47 h 193"/>
                <a:gd name="T82" fmla="*/ 48 w 191"/>
                <a:gd name="T83" fmla="*/ 112 h 193"/>
                <a:gd name="T84" fmla="*/ 124 w 191"/>
                <a:gd name="T85" fmla="*/ 60 h 193"/>
                <a:gd name="T86" fmla="*/ 64 w 191"/>
                <a:gd name="T87" fmla="*/ 127 h 193"/>
                <a:gd name="T88" fmla="*/ 169 w 191"/>
                <a:gd name="T89" fmla="*/ 95 h 193"/>
                <a:gd name="T90" fmla="*/ 149 w 191"/>
                <a:gd name="T91" fmla="*/ 82 h 193"/>
                <a:gd name="T92" fmla="*/ 82 w 191"/>
                <a:gd name="T93" fmla="*/ 143 h 193"/>
                <a:gd name="T94" fmla="*/ 99 w 191"/>
                <a:gd name="T95" fmla="*/ 156 h 193"/>
                <a:gd name="T96" fmla="*/ 145 w 191"/>
                <a:gd name="T97" fmla="*/ 188 h 193"/>
                <a:gd name="T98" fmla="*/ 182 w 191"/>
                <a:gd name="T99" fmla="*/ 105 h 193"/>
                <a:gd name="T100" fmla="*/ 147 w 191"/>
                <a:gd name="T101" fmla="*/ 148 h 193"/>
                <a:gd name="T102" fmla="*/ 153 w 191"/>
                <a:gd name="T103" fmla="*/ 14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91" h="193">
                  <a:moveTo>
                    <a:pt x="29" y="55"/>
                  </a:moveTo>
                  <a:lnTo>
                    <a:pt x="24" y="57"/>
                  </a:lnTo>
                  <a:lnTo>
                    <a:pt x="20" y="59"/>
                  </a:lnTo>
                  <a:lnTo>
                    <a:pt x="17" y="60"/>
                  </a:lnTo>
                  <a:lnTo>
                    <a:pt x="15" y="60"/>
                  </a:lnTo>
                  <a:lnTo>
                    <a:pt x="13" y="60"/>
                  </a:lnTo>
                  <a:lnTo>
                    <a:pt x="12" y="59"/>
                  </a:lnTo>
                  <a:lnTo>
                    <a:pt x="10" y="58"/>
                  </a:lnTo>
                  <a:lnTo>
                    <a:pt x="9" y="56"/>
                  </a:lnTo>
                  <a:lnTo>
                    <a:pt x="8" y="54"/>
                  </a:lnTo>
                  <a:lnTo>
                    <a:pt x="8" y="51"/>
                  </a:lnTo>
                  <a:lnTo>
                    <a:pt x="8" y="50"/>
                  </a:lnTo>
                  <a:lnTo>
                    <a:pt x="8" y="48"/>
                  </a:lnTo>
                  <a:lnTo>
                    <a:pt x="9" y="47"/>
                  </a:lnTo>
                  <a:lnTo>
                    <a:pt x="10" y="45"/>
                  </a:lnTo>
                  <a:lnTo>
                    <a:pt x="11" y="43"/>
                  </a:lnTo>
                  <a:lnTo>
                    <a:pt x="12" y="42"/>
                  </a:lnTo>
                  <a:lnTo>
                    <a:pt x="14" y="39"/>
                  </a:lnTo>
                  <a:lnTo>
                    <a:pt x="16" y="37"/>
                  </a:lnTo>
                  <a:lnTo>
                    <a:pt x="20" y="33"/>
                  </a:lnTo>
                  <a:lnTo>
                    <a:pt x="24" y="30"/>
                  </a:lnTo>
                  <a:lnTo>
                    <a:pt x="28" y="27"/>
                  </a:lnTo>
                  <a:lnTo>
                    <a:pt x="33" y="23"/>
                  </a:lnTo>
                  <a:lnTo>
                    <a:pt x="38" y="19"/>
                  </a:lnTo>
                  <a:lnTo>
                    <a:pt x="43" y="17"/>
                  </a:lnTo>
                  <a:lnTo>
                    <a:pt x="48" y="15"/>
                  </a:lnTo>
                  <a:lnTo>
                    <a:pt x="52" y="12"/>
                  </a:lnTo>
                  <a:lnTo>
                    <a:pt x="56" y="11"/>
                  </a:lnTo>
                  <a:lnTo>
                    <a:pt x="58" y="10"/>
                  </a:lnTo>
                  <a:lnTo>
                    <a:pt x="60" y="10"/>
                  </a:lnTo>
                  <a:lnTo>
                    <a:pt x="61" y="9"/>
                  </a:lnTo>
                  <a:lnTo>
                    <a:pt x="64" y="9"/>
                  </a:lnTo>
                  <a:lnTo>
                    <a:pt x="65" y="10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4"/>
                  </a:lnTo>
                  <a:lnTo>
                    <a:pt x="71" y="16"/>
                  </a:lnTo>
                  <a:lnTo>
                    <a:pt x="71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69" y="24"/>
                  </a:lnTo>
                  <a:lnTo>
                    <a:pt x="68" y="27"/>
                  </a:lnTo>
                  <a:lnTo>
                    <a:pt x="65" y="29"/>
                  </a:lnTo>
                  <a:lnTo>
                    <a:pt x="61" y="32"/>
                  </a:lnTo>
                  <a:lnTo>
                    <a:pt x="65" y="39"/>
                  </a:lnTo>
                  <a:lnTo>
                    <a:pt x="67" y="38"/>
                  </a:lnTo>
                  <a:lnTo>
                    <a:pt x="69" y="36"/>
                  </a:lnTo>
                  <a:lnTo>
                    <a:pt x="71" y="35"/>
                  </a:lnTo>
                  <a:lnTo>
                    <a:pt x="73" y="33"/>
                  </a:lnTo>
                  <a:lnTo>
                    <a:pt x="75" y="31"/>
                  </a:lnTo>
                  <a:lnTo>
                    <a:pt x="76" y="29"/>
                  </a:lnTo>
                  <a:lnTo>
                    <a:pt x="77" y="27"/>
                  </a:lnTo>
                  <a:lnTo>
                    <a:pt x="77" y="25"/>
                  </a:lnTo>
                  <a:lnTo>
                    <a:pt x="78" y="23"/>
                  </a:lnTo>
                  <a:lnTo>
                    <a:pt x="79" y="21"/>
                  </a:lnTo>
                  <a:lnTo>
                    <a:pt x="79" y="19"/>
                  </a:lnTo>
                  <a:lnTo>
                    <a:pt x="79" y="17"/>
                  </a:lnTo>
                  <a:lnTo>
                    <a:pt x="78" y="15"/>
                  </a:lnTo>
                  <a:lnTo>
                    <a:pt x="78" y="13"/>
                  </a:lnTo>
                  <a:lnTo>
                    <a:pt x="77" y="11"/>
                  </a:lnTo>
                  <a:lnTo>
                    <a:pt x="77" y="9"/>
                  </a:lnTo>
                  <a:lnTo>
                    <a:pt x="75" y="7"/>
                  </a:lnTo>
                  <a:lnTo>
                    <a:pt x="74" y="5"/>
                  </a:lnTo>
                  <a:lnTo>
                    <a:pt x="73" y="3"/>
                  </a:lnTo>
                  <a:lnTo>
                    <a:pt x="71" y="3"/>
                  </a:lnTo>
                  <a:lnTo>
                    <a:pt x="69" y="1"/>
                  </a:lnTo>
                  <a:lnTo>
                    <a:pt x="66" y="1"/>
                  </a:lnTo>
                  <a:lnTo>
                    <a:pt x="64" y="0"/>
                  </a:lnTo>
                  <a:lnTo>
                    <a:pt x="61" y="0"/>
                  </a:lnTo>
                  <a:lnTo>
                    <a:pt x="58" y="1"/>
                  </a:lnTo>
                  <a:lnTo>
                    <a:pt x="55" y="2"/>
                  </a:lnTo>
                  <a:lnTo>
                    <a:pt x="51" y="3"/>
                  </a:lnTo>
                  <a:lnTo>
                    <a:pt x="47" y="5"/>
                  </a:lnTo>
                  <a:lnTo>
                    <a:pt x="42" y="7"/>
                  </a:lnTo>
                  <a:lnTo>
                    <a:pt x="38" y="10"/>
                  </a:lnTo>
                  <a:lnTo>
                    <a:pt x="34" y="13"/>
                  </a:lnTo>
                  <a:lnTo>
                    <a:pt x="29" y="16"/>
                  </a:lnTo>
                  <a:lnTo>
                    <a:pt x="24" y="19"/>
                  </a:lnTo>
                  <a:lnTo>
                    <a:pt x="20" y="22"/>
                  </a:lnTo>
                  <a:lnTo>
                    <a:pt x="17" y="25"/>
                  </a:lnTo>
                  <a:lnTo>
                    <a:pt x="13" y="29"/>
                  </a:lnTo>
                  <a:lnTo>
                    <a:pt x="10" y="32"/>
                  </a:lnTo>
                  <a:lnTo>
                    <a:pt x="8" y="35"/>
                  </a:lnTo>
                  <a:lnTo>
                    <a:pt x="5" y="38"/>
                  </a:lnTo>
                  <a:lnTo>
                    <a:pt x="4" y="41"/>
                  </a:lnTo>
                  <a:lnTo>
                    <a:pt x="2" y="43"/>
                  </a:lnTo>
                  <a:lnTo>
                    <a:pt x="1" y="46"/>
                  </a:lnTo>
                  <a:lnTo>
                    <a:pt x="0" y="48"/>
                  </a:lnTo>
                  <a:lnTo>
                    <a:pt x="0" y="51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2" y="58"/>
                  </a:lnTo>
                  <a:lnTo>
                    <a:pt x="3" y="60"/>
                  </a:lnTo>
                  <a:lnTo>
                    <a:pt x="4" y="63"/>
                  </a:lnTo>
                  <a:lnTo>
                    <a:pt x="5" y="64"/>
                  </a:lnTo>
                  <a:lnTo>
                    <a:pt x="6" y="66"/>
                  </a:lnTo>
                  <a:lnTo>
                    <a:pt x="8" y="67"/>
                  </a:lnTo>
                  <a:lnTo>
                    <a:pt x="9" y="67"/>
                  </a:lnTo>
                  <a:lnTo>
                    <a:pt x="11" y="68"/>
                  </a:lnTo>
                  <a:lnTo>
                    <a:pt x="12" y="69"/>
                  </a:lnTo>
                  <a:lnTo>
                    <a:pt x="14" y="69"/>
                  </a:lnTo>
                  <a:lnTo>
                    <a:pt x="16" y="69"/>
                  </a:lnTo>
                  <a:lnTo>
                    <a:pt x="19" y="69"/>
                  </a:lnTo>
                  <a:lnTo>
                    <a:pt x="20" y="68"/>
                  </a:lnTo>
                  <a:lnTo>
                    <a:pt x="23" y="67"/>
                  </a:lnTo>
                  <a:lnTo>
                    <a:pt x="25" y="67"/>
                  </a:lnTo>
                  <a:lnTo>
                    <a:pt x="28" y="65"/>
                  </a:lnTo>
                  <a:lnTo>
                    <a:pt x="30" y="63"/>
                  </a:lnTo>
                  <a:lnTo>
                    <a:pt x="33" y="62"/>
                  </a:lnTo>
                  <a:lnTo>
                    <a:pt x="29" y="55"/>
                  </a:lnTo>
                  <a:lnTo>
                    <a:pt x="29" y="55"/>
                  </a:lnTo>
                  <a:close/>
                  <a:moveTo>
                    <a:pt x="48" y="112"/>
                  </a:moveTo>
                  <a:lnTo>
                    <a:pt x="43" y="107"/>
                  </a:lnTo>
                  <a:lnTo>
                    <a:pt x="78" y="76"/>
                  </a:lnTo>
                  <a:lnTo>
                    <a:pt x="64" y="59"/>
                  </a:lnTo>
                  <a:lnTo>
                    <a:pt x="27" y="89"/>
                  </a:lnTo>
                  <a:lnTo>
                    <a:pt x="21" y="83"/>
                  </a:lnTo>
                  <a:lnTo>
                    <a:pt x="91" y="27"/>
                  </a:lnTo>
                  <a:lnTo>
                    <a:pt x="97" y="33"/>
                  </a:lnTo>
                  <a:lnTo>
                    <a:pt x="70" y="54"/>
                  </a:lnTo>
                  <a:lnTo>
                    <a:pt x="84" y="71"/>
                  </a:lnTo>
                  <a:lnTo>
                    <a:pt x="110" y="47"/>
                  </a:lnTo>
                  <a:lnTo>
                    <a:pt x="116" y="53"/>
                  </a:lnTo>
                  <a:lnTo>
                    <a:pt x="48" y="112"/>
                  </a:lnTo>
                  <a:lnTo>
                    <a:pt x="48" y="112"/>
                  </a:lnTo>
                  <a:close/>
                  <a:moveTo>
                    <a:pt x="64" y="127"/>
                  </a:moveTo>
                  <a:lnTo>
                    <a:pt x="58" y="121"/>
                  </a:lnTo>
                  <a:lnTo>
                    <a:pt x="124" y="60"/>
                  </a:lnTo>
                  <a:lnTo>
                    <a:pt x="130" y="66"/>
                  </a:lnTo>
                  <a:lnTo>
                    <a:pt x="64" y="127"/>
                  </a:lnTo>
                  <a:lnTo>
                    <a:pt x="64" y="127"/>
                  </a:lnTo>
                  <a:close/>
                  <a:moveTo>
                    <a:pt x="99" y="156"/>
                  </a:moveTo>
                  <a:lnTo>
                    <a:pt x="105" y="161"/>
                  </a:lnTo>
                  <a:lnTo>
                    <a:pt x="169" y="95"/>
                  </a:lnTo>
                  <a:lnTo>
                    <a:pt x="163" y="91"/>
                  </a:lnTo>
                  <a:lnTo>
                    <a:pt x="122" y="131"/>
                  </a:lnTo>
                  <a:lnTo>
                    <a:pt x="149" y="82"/>
                  </a:lnTo>
                  <a:lnTo>
                    <a:pt x="139" y="74"/>
                  </a:lnTo>
                  <a:lnTo>
                    <a:pt x="75" y="136"/>
                  </a:lnTo>
                  <a:lnTo>
                    <a:pt x="82" y="143"/>
                  </a:lnTo>
                  <a:lnTo>
                    <a:pt x="137" y="86"/>
                  </a:lnTo>
                  <a:lnTo>
                    <a:pt x="99" y="156"/>
                  </a:lnTo>
                  <a:lnTo>
                    <a:pt x="99" y="156"/>
                  </a:lnTo>
                  <a:close/>
                  <a:moveTo>
                    <a:pt x="147" y="148"/>
                  </a:moveTo>
                  <a:lnTo>
                    <a:pt x="160" y="159"/>
                  </a:lnTo>
                  <a:lnTo>
                    <a:pt x="145" y="188"/>
                  </a:lnTo>
                  <a:lnTo>
                    <a:pt x="153" y="193"/>
                  </a:lnTo>
                  <a:lnTo>
                    <a:pt x="191" y="111"/>
                  </a:lnTo>
                  <a:lnTo>
                    <a:pt x="182" y="105"/>
                  </a:lnTo>
                  <a:lnTo>
                    <a:pt x="115" y="168"/>
                  </a:lnTo>
                  <a:lnTo>
                    <a:pt x="121" y="173"/>
                  </a:lnTo>
                  <a:lnTo>
                    <a:pt x="147" y="148"/>
                  </a:lnTo>
                  <a:lnTo>
                    <a:pt x="147" y="148"/>
                  </a:lnTo>
                  <a:close/>
                  <a:moveTo>
                    <a:pt x="163" y="151"/>
                  </a:moveTo>
                  <a:lnTo>
                    <a:pt x="153" y="143"/>
                  </a:lnTo>
                  <a:lnTo>
                    <a:pt x="178" y="119"/>
                  </a:lnTo>
                  <a:lnTo>
                    <a:pt x="163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2" name="îšľiḋé"/>
            <p:cNvSpPr/>
            <p:nvPr/>
          </p:nvSpPr>
          <p:spPr bwMode="auto">
            <a:xfrm>
              <a:off x="2944813" y="3957638"/>
              <a:ext cx="39688" cy="73025"/>
            </a:xfrm>
            <a:custGeom>
              <a:avLst/>
              <a:gdLst>
                <a:gd name="T0" fmla="*/ 13 w 25"/>
                <a:gd name="T1" fmla="*/ 0 h 46"/>
                <a:gd name="T2" fmla="*/ 20 w 25"/>
                <a:gd name="T3" fmla="*/ 29 h 46"/>
                <a:gd name="T4" fmla="*/ 24 w 25"/>
                <a:gd name="T5" fmla="*/ 28 h 46"/>
                <a:gd name="T6" fmla="*/ 25 w 25"/>
                <a:gd name="T7" fmla="*/ 32 h 46"/>
                <a:gd name="T8" fmla="*/ 21 w 25"/>
                <a:gd name="T9" fmla="*/ 33 h 46"/>
                <a:gd name="T10" fmla="*/ 24 w 25"/>
                <a:gd name="T11" fmla="*/ 45 h 46"/>
                <a:gd name="T12" fmla="*/ 20 w 25"/>
                <a:gd name="T13" fmla="*/ 46 h 46"/>
                <a:gd name="T14" fmla="*/ 17 w 25"/>
                <a:gd name="T15" fmla="*/ 33 h 46"/>
                <a:gd name="T16" fmla="*/ 2 w 25"/>
                <a:gd name="T17" fmla="*/ 37 h 46"/>
                <a:gd name="T18" fmla="*/ 0 w 25"/>
                <a:gd name="T19" fmla="*/ 33 h 46"/>
                <a:gd name="T20" fmla="*/ 11 w 25"/>
                <a:gd name="T21" fmla="*/ 0 h 46"/>
                <a:gd name="T22" fmla="*/ 13 w 25"/>
                <a:gd name="T23" fmla="*/ 0 h 46"/>
                <a:gd name="T24" fmla="*/ 13 w 25"/>
                <a:gd name="T25" fmla="*/ 0 h 46"/>
                <a:gd name="T26" fmla="*/ 16 w 25"/>
                <a:gd name="T27" fmla="*/ 29 h 46"/>
                <a:gd name="T28" fmla="*/ 11 w 25"/>
                <a:gd name="T29" fmla="*/ 7 h 46"/>
                <a:gd name="T30" fmla="*/ 3 w 25"/>
                <a:gd name="T31" fmla="*/ 33 h 46"/>
                <a:gd name="T32" fmla="*/ 16 w 25"/>
                <a:gd name="T33" fmla="*/ 2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46">
                  <a:moveTo>
                    <a:pt x="13" y="0"/>
                  </a:moveTo>
                  <a:lnTo>
                    <a:pt x="20" y="29"/>
                  </a:lnTo>
                  <a:lnTo>
                    <a:pt x="24" y="28"/>
                  </a:lnTo>
                  <a:lnTo>
                    <a:pt x="25" y="32"/>
                  </a:lnTo>
                  <a:lnTo>
                    <a:pt x="21" y="33"/>
                  </a:lnTo>
                  <a:lnTo>
                    <a:pt x="24" y="45"/>
                  </a:lnTo>
                  <a:lnTo>
                    <a:pt x="20" y="46"/>
                  </a:lnTo>
                  <a:lnTo>
                    <a:pt x="17" y="33"/>
                  </a:lnTo>
                  <a:lnTo>
                    <a:pt x="2" y="37"/>
                  </a:lnTo>
                  <a:lnTo>
                    <a:pt x="0" y="33"/>
                  </a:lnTo>
                  <a:lnTo>
                    <a:pt x="11" y="0"/>
                  </a:lnTo>
                  <a:lnTo>
                    <a:pt x="13" y="0"/>
                  </a:lnTo>
                  <a:lnTo>
                    <a:pt x="13" y="0"/>
                  </a:lnTo>
                  <a:close/>
                  <a:moveTo>
                    <a:pt x="16" y="29"/>
                  </a:moveTo>
                  <a:lnTo>
                    <a:pt x="11" y="7"/>
                  </a:lnTo>
                  <a:lnTo>
                    <a:pt x="3" y="33"/>
                  </a:lnTo>
                  <a:lnTo>
                    <a:pt x="16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3" name="îṩliḍè"/>
            <p:cNvSpPr/>
            <p:nvPr/>
          </p:nvSpPr>
          <p:spPr bwMode="auto">
            <a:xfrm>
              <a:off x="2720976" y="3960813"/>
              <a:ext cx="38100" cy="71438"/>
            </a:xfrm>
            <a:custGeom>
              <a:avLst/>
              <a:gdLst>
                <a:gd name="T0" fmla="*/ 16 w 24"/>
                <a:gd name="T1" fmla="*/ 10 h 45"/>
                <a:gd name="T2" fmla="*/ 16 w 24"/>
                <a:gd name="T3" fmla="*/ 8 h 45"/>
                <a:gd name="T4" fmla="*/ 16 w 24"/>
                <a:gd name="T5" fmla="*/ 7 h 45"/>
                <a:gd name="T6" fmla="*/ 16 w 24"/>
                <a:gd name="T7" fmla="*/ 6 h 45"/>
                <a:gd name="T8" fmla="*/ 15 w 24"/>
                <a:gd name="T9" fmla="*/ 5 h 45"/>
                <a:gd name="T10" fmla="*/ 12 w 24"/>
                <a:gd name="T11" fmla="*/ 5 h 45"/>
                <a:gd name="T12" fmla="*/ 9 w 24"/>
                <a:gd name="T13" fmla="*/ 5 h 45"/>
                <a:gd name="T14" fmla="*/ 10 w 24"/>
                <a:gd name="T15" fmla="*/ 3 h 45"/>
                <a:gd name="T16" fmla="*/ 13 w 24"/>
                <a:gd name="T17" fmla="*/ 3 h 45"/>
                <a:gd name="T18" fmla="*/ 17 w 24"/>
                <a:gd name="T19" fmla="*/ 3 h 45"/>
                <a:gd name="T20" fmla="*/ 20 w 24"/>
                <a:gd name="T21" fmla="*/ 2 h 45"/>
                <a:gd name="T22" fmla="*/ 24 w 24"/>
                <a:gd name="T23" fmla="*/ 0 h 45"/>
                <a:gd name="T24" fmla="*/ 14 w 24"/>
                <a:gd name="T25" fmla="*/ 39 h 45"/>
                <a:gd name="T26" fmla="*/ 14 w 24"/>
                <a:gd name="T27" fmla="*/ 39 h 45"/>
                <a:gd name="T28" fmla="*/ 14 w 24"/>
                <a:gd name="T29" fmla="*/ 40 h 45"/>
                <a:gd name="T30" fmla="*/ 14 w 24"/>
                <a:gd name="T31" fmla="*/ 41 h 45"/>
                <a:gd name="T32" fmla="*/ 14 w 24"/>
                <a:gd name="T33" fmla="*/ 42 h 45"/>
                <a:gd name="T34" fmla="*/ 16 w 24"/>
                <a:gd name="T35" fmla="*/ 43 h 45"/>
                <a:gd name="T36" fmla="*/ 18 w 24"/>
                <a:gd name="T37" fmla="*/ 43 h 45"/>
                <a:gd name="T38" fmla="*/ 18 w 24"/>
                <a:gd name="T39" fmla="*/ 45 h 45"/>
                <a:gd name="T40" fmla="*/ 0 w 24"/>
                <a:gd name="T41" fmla="*/ 40 h 45"/>
                <a:gd name="T42" fmla="*/ 1 w 24"/>
                <a:gd name="T43" fmla="*/ 39 h 45"/>
                <a:gd name="T44" fmla="*/ 4 w 24"/>
                <a:gd name="T45" fmla="*/ 39 h 45"/>
                <a:gd name="T46" fmla="*/ 6 w 24"/>
                <a:gd name="T47" fmla="*/ 39 h 45"/>
                <a:gd name="T48" fmla="*/ 7 w 24"/>
                <a:gd name="T49" fmla="*/ 39 h 45"/>
                <a:gd name="T50" fmla="*/ 8 w 24"/>
                <a:gd name="T51" fmla="*/ 39 h 45"/>
                <a:gd name="T52" fmla="*/ 8 w 24"/>
                <a:gd name="T53" fmla="*/ 39 h 45"/>
                <a:gd name="T54" fmla="*/ 8 w 24"/>
                <a:gd name="T55" fmla="*/ 39 h 45"/>
                <a:gd name="T56" fmla="*/ 16 w 24"/>
                <a:gd name="T5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" h="45">
                  <a:moveTo>
                    <a:pt x="16" y="10"/>
                  </a:moveTo>
                  <a:lnTo>
                    <a:pt x="16" y="8"/>
                  </a:lnTo>
                  <a:lnTo>
                    <a:pt x="16" y="7"/>
                  </a:lnTo>
                  <a:lnTo>
                    <a:pt x="16" y="6"/>
                  </a:lnTo>
                  <a:lnTo>
                    <a:pt x="15" y="5"/>
                  </a:lnTo>
                  <a:lnTo>
                    <a:pt x="12" y="5"/>
                  </a:lnTo>
                  <a:lnTo>
                    <a:pt x="9" y="5"/>
                  </a:lnTo>
                  <a:lnTo>
                    <a:pt x="10" y="3"/>
                  </a:lnTo>
                  <a:lnTo>
                    <a:pt x="13" y="3"/>
                  </a:lnTo>
                  <a:lnTo>
                    <a:pt x="17" y="3"/>
                  </a:lnTo>
                  <a:lnTo>
                    <a:pt x="20" y="2"/>
                  </a:lnTo>
                  <a:lnTo>
                    <a:pt x="24" y="0"/>
                  </a:lnTo>
                  <a:lnTo>
                    <a:pt x="14" y="39"/>
                  </a:lnTo>
                  <a:lnTo>
                    <a:pt x="14" y="39"/>
                  </a:lnTo>
                  <a:lnTo>
                    <a:pt x="14" y="40"/>
                  </a:lnTo>
                  <a:lnTo>
                    <a:pt x="14" y="41"/>
                  </a:lnTo>
                  <a:lnTo>
                    <a:pt x="14" y="42"/>
                  </a:lnTo>
                  <a:lnTo>
                    <a:pt x="16" y="43"/>
                  </a:lnTo>
                  <a:lnTo>
                    <a:pt x="18" y="43"/>
                  </a:lnTo>
                  <a:lnTo>
                    <a:pt x="18" y="45"/>
                  </a:lnTo>
                  <a:lnTo>
                    <a:pt x="0" y="40"/>
                  </a:lnTo>
                  <a:lnTo>
                    <a:pt x="1" y="39"/>
                  </a:lnTo>
                  <a:lnTo>
                    <a:pt x="4" y="39"/>
                  </a:lnTo>
                  <a:lnTo>
                    <a:pt x="6" y="39"/>
                  </a:lnTo>
                  <a:lnTo>
                    <a:pt x="7" y="39"/>
                  </a:lnTo>
                  <a:lnTo>
                    <a:pt x="8" y="39"/>
                  </a:lnTo>
                  <a:lnTo>
                    <a:pt x="8" y="39"/>
                  </a:lnTo>
                  <a:lnTo>
                    <a:pt x="8" y="39"/>
                  </a:lnTo>
                  <a:lnTo>
                    <a:pt x="1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4" name="îsḻíḓe"/>
            <p:cNvSpPr/>
            <p:nvPr/>
          </p:nvSpPr>
          <p:spPr bwMode="auto">
            <a:xfrm>
              <a:off x="2797176" y="3963988"/>
              <a:ext cx="36513" cy="71438"/>
            </a:xfrm>
            <a:custGeom>
              <a:avLst/>
              <a:gdLst>
                <a:gd name="T0" fmla="*/ 1 w 23"/>
                <a:gd name="T1" fmla="*/ 45 h 45"/>
                <a:gd name="T2" fmla="*/ 6 w 23"/>
                <a:gd name="T3" fmla="*/ 42 h 45"/>
                <a:gd name="T4" fmla="*/ 10 w 23"/>
                <a:gd name="T5" fmla="*/ 39 h 45"/>
                <a:gd name="T6" fmla="*/ 14 w 23"/>
                <a:gd name="T7" fmla="*/ 33 h 45"/>
                <a:gd name="T8" fmla="*/ 16 w 23"/>
                <a:gd name="T9" fmla="*/ 25 h 45"/>
                <a:gd name="T10" fmla="*/ 12 w 23"/>
                <a:gd name="T11" fmla="*/ 28 h 45"/>
                <a:gd name="T12" fmla="*/ 11 w 23"/>
                <a:gd name="T13" fmla="*/ 29 h 45"/>
                <a:gd name="T14" fmla="*/ 8 w 23"/>
                <a:gd name="T15" fmla="*/ 29 h 45"/>
                <a:gd name="T16" fmla="*/ 5 w 23"/>
                <a:gd name="T17" fmla="*/ 27 h 45"/>
                <a:gd name="T18" fmla="*/ 3 w 23"/>
                <a:gd name="T19" fmla="*/ 24 h 45"/>
                <a:gd name="T20" fmla="*/ 1 w 23"/>
                <a:gd name="T21" fmla="*/ 20 h 45"/>
                <a:gd name="T22" fmla="*/ 0 w 23"/>
                <a:gd name="T23" fmla="*/ 14 h 45"/>
                <a:gd name="T24" fmla="*/ 1 w 23"/>
                <a:gd name="T25" fmla="*/ 9 h 45"/>
                <a:gd name="T26" fmla="*/ 4 w 23"/>
                <a:gd name="T27" fmla="*/ 5 h 45"/>
                <a:gd name="T28" fmla="*/ 5 w 23"/>
                <a:gd name="T29" fmla="*/ 2 h 45"/>
                <a:gd name="T30" fmla="*/ 8 w 23"/>
                <a:gd name="T31" fmla="*/ 1 h 45"/>
                <a:gd name="T32" fmla="*/ 12 w 23"/>
                <a:gd name="T33" fmla="*/ 0 h 45"/>
                <a:gd name="T34" fmla="*/ 14 w 23"/>
                <a:gd name="T35" fmla="*/ 0 h 45"/>
                <a:gd name="T36" fmla="*/ 16 w 23"/>
                <a:gd name="T37" fmla="*/ 1 h 45"/>
                <a:gd name="T38" fmla="*/ 20 w 23"/>
                <a:gd name="T39" fmla="*/ 6 h 45"/>
                <a:gd name="T40" fmla="*/ 23 w 23"/>
                <a:gd name="T41" fmla="*/ 13 h 45"/>
                <a:gd name="T42" fmla="*/ 23 w 23"/>
                <a:gd name="T43" fmla="*/ 21 h 45"/>
                <a:gd name="T44" fmla="*/ 22 w 23"/>
                <a:gd name="T45" fmla="*/ 29 h 45"/>
                <a:gd name="T46" fmla="*/ 20 w 23"/>
                <a:gd name="T47" fmla="*/ 33 h 45"/>
                <a:gd name="T48" fmla="*/ 18 w 23"/>
                <a:gd name="T49" fmla="*/ 37 h 45"/>
                <a:gd name="T50" fmla="*/ 15 w 23"/>
                <a:gd name="T51" fmla="*/ 40 h 45"/>
                <a:gd name="T52" fmla="*/ 11 w 23"/>
                <a:gd name="T53" fmla="*/ 42 h 45"/>
                <a:gd name="T54" fmla="*/ 7 w 23"/>
                <a:gd name="T55" fmla="*/ 45 h 45"/>
                <a:gd name="T56" fmla="*/ 1 w 23"/>
                <a:gd name="T57" fmla="*/ 45 h 45"/>
                <a:gd name="T58" fmla="*/ 16 w 23"/>
                <a:gd name="T59" fmla="*/ 7 h 45"/>
                <a:gd name="T60" fmla="*/ 13 w 23"/>
                <a:gd name="T61" fmla="*/ 4 h 45"/>
                <a:gd name="T62" fmla="*/ 12 w 23"/>
                <a:gd name="T63" fmla="*/ 3 h 45"/>
                <a:gd name="T64" fmla="*/ 9 w 23"/>
                <a:gd name="T65" fmla="*/ 3 h 45"/>
                <a:gd name="T66" fmla="*/ 8 w 23"/>
                <a:gd name="T67" fmla="*/ 4 h 45"/>
                <a:gd name="T68" fmla="*/ 6 w 23"/>
                <a:gd name="T69" fmla="*/ 5 h 45"/>
                <a:gd name="T70" fmla="*/ 5 w 23"/>
                <a:gd name="T71" fmla="*/ 9 h 45"/>
                <a:gd name="T72" fmla="*/ 5 w 23"/>
                <a:gd name="T73" fmla="*/ 13 h 45"/>
                <a:gd name="T74" fmla="*/ 5 w 23"/>
                <a:gd name="T75" fmla="*/ 21 h 45"/>
                <a:gd name="T76" fmla="*/ 7 w 23"/>
                <a:gd name="T77" fmla="*/ 25 h 45"/>
                <a:gd name="T78" fmla="*/ 8 w 23"/>
                <a:gd name="T79" fmla="*/ 25 h 45"/>
                <a:gd name="T80" fmla="*/ 11 w 23"/>
                <a:gd name="T81" fmla="*/ 25 h 45"/>
                <a:gd name="T82" fmla="*/ 15 w 23"/>
                <a:gd name="T83" fmla="*/ 24 h 45"/>
                <a:gd name="T84" fmla="*/ 16 w 23"/>
                <a:gd name="T85" fmla="*/ 23 h 45"/>
                <a:gd name="T86" fmla="*/ 17 w 23"/>
                <a:gd name="T87" fmla="*/ 21 h 45"/>
                <a:gd name="T88" fmla="*/ 18 w 23"/>
                <a:gd name="T89" fmla="*/ 16 h 45"/>
                <a:gd name="T90" fmla="*/ 17 w 23"/>
                <a:gd name="T91" fmla="*/ 11 h 45"/>
                <a:gd name="T92" fmla="*/ 16 w 23"/>
                <a:gd name="T93" fmla="*/ 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3" h="45">
                  <a:moveTo>
                    <a:pt x="1" y="45"/>
                  </a:moveTo>
                  <a:lnTo>
                    <a:pt x="1" y="45"/>
                  </a:lnTo>
                  <a:lnTo>
                    <a:pt x="4" y="44"/>
                  </a:lnTo>
                  <a:lnTo>
                    <a:pt x="6" y="42"/>
                  </a:lnTo>
                  <a:lnTo>
                    <a:pt x="8" y="41"/>
                  </a:lnTo>
                  <a:lnTo>
                    <a:pt x="10" y="39"/>
                  </a:lnTo>
                  <a:lnTo>
                    <a:pt x="12" y="36"/>
                  </a:lnTo>
                  <a:lnTo>
                    <a:pt x="14" y="33"/>
                  </a:lnTo>
                  <a:lnTo>
                    <a:pt x="16" y="29"/>
                  </a:lnTo>
                  <a:lnTo>
                    <a:pt x="16" y="25"/>
                  </a:lnTo>
                  <a:lnTo>
                    <a:pt x="14" y="26"/>
                  </a:lnTo>
                  <a:lnTo>
                    <a:pt x="12" y="28"/>
                  </a:lnTo>
                  <a:lnTo>
                    <a:pt x="12" y="28"/>
                  </a:lnTo>
                  <a:lnTo>
                    <a:pt x="11" y="29"/>
                  </a:lnTo>
                  <a:lnTo>
                    <a:pt x="9" y="29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2"/>
                  </a:lnTo>
                  <a:lnTo>
                    <a:pt x="1" y="20"/>
                  </a:lnTo>
                  <a:lnTo>
                    <a:pt x="0" y="17"/>
                  </a:lnTo>
                  <a:lnTo>
                    <a:pt x="0" y="14"/>
                  </a:lnTo>
                  <a:lnTo>
                    <a:pt x="1" y="12"/>
                  </a:lnTo>
                  <a:lnTo>
                    <a:pt x="1" y="9"/>
                  </a:lnTo>
                  <a:lnTo>
                    <a:pt x="2" y="7"/>
                  </a:lnTo>
                  <a:lnTo>
                    <a:pt x="4" y="5"/>
                  </a:lnTo>
                  <a:lnTo>
                    <a:pt x="4" y="3"/>
                  </a:lnTo>
                  <a:lnTo>
                    <a:pt x="5" y="2"/>
                  </a:lnTo>
                  <a:lnTo>
                    <a:pt x="7" y="1"/>
                  </a:lnTo>
                  <a:lnTo>
                    <a:pt x="8" y="1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6" y="1"/>
                  </a:lnTo>
                  <a:lnTo>
                    <a:pt x="16" y="1"/>
                  </a:lnTo>
                  <a:lnTo>
                    <a:pt x="19" y="4"/>
                  </a:lnTo>
                  <a:lnTo>
                    <a:pt x="20" y="6"/>
                  </a:lnTo>
                  <a:lnTo>
                    <a:pt x="22" y="9"/>
                  </a:lnTo>
                  <a:lnTo>
                    <a:pt x="23" y="13"/>
                  </a:lnTo>
                  <a:lnTo>
                    <a:pt x="23" y="17"/>
                  </a:lnTo>
                  <a:lnTo>
                    <a:pt x="23" y="21"/>
                  </a:lnTo>
                  <a:lnTo>
                    <a:pt x="23" y="25"/>
                  </a:lnTo>
                  <a:lnTo>
                    <a:pt x="22" y="29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19" y="35"/>
                  </a:lnTo>
                  <a:lnTo>
                    <a:pt x="18" y="37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8" y="44"/>
                  </a:lnTo>
                  <a:lnTo>
                    <a:pt x="7" y="45"/>
                  </a:lnTo>
                  <a:lnTo>
                    <a:pt x="4" y="45"/>
                  </a:lnTo>
                  <a:lnTo>
                    <a:pt x="1" y="45"/>
                  </a:lnTo>
                  <a:lnTo>
                    <a:pt x="1" y="45"/>
                  </a:lnTo>
                  <a:close/>
                  <a:moveTo>
                    <a:pt x="16" y="7"/>
                  </a:moveTo>
                  <a:lnTo>
                    <a:pt x="15" y="5"/>
                  </a:lnTo>
                  <a:lnTo>
                    <a:pt x="13" y="4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1" y="3"/>
                  </a:lnTo>
                  <a:lnTo>
                    <a:pt x="9" y="3"/>
                  </a:lnTo>
                  <a:lnTo>
                    <a:pt x="8" y="3"/>
                  </a:lnTo>
                  <a:lnTo>
                    <a:pt x="8" y="4"/>
                  </a:lnTo>
                  <a:lnTo>
                    <a:pt x="7" y="5"/>
                  </a:lnTo>
                  <a:lnTo>
                    <a:pt x="6" y="5"/>
                  </a:lnTo>
                  <a:lnTo>
                    <a:pt x="5" y="7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3"/>
                  </a:lnTo>
                  <a:lnTo>
                    <a:pt x="5" y="17"/>
                  </a:lnTo>
                  <a:lnTo>
                    <a:pt x="5" y="21"/>
                  </a:lnTo>
                  <a:lnTo>
                    <a:pt x="6" y="23"/>
                  </a:lnTo>
                  <a:lnTo>
                    <a:pt x="7" y="25"/>
                  </a:lnTo>
                  <a:lnTo>
                    <a:pt x="8" y="25"/>
                  </a:lnTo>
                  <a:lnTo>
                    <a:pt x="8" y="25"/>
                  </a:lnTo>
                  <a:lnTo>
                    <a:pt x="10" y="25"/>
                  </a:lnTo>
                  <a:lnTo>
                    <a:pt x="11" y="25"/>
                  </a:lnTo>
                  <a:lnTo>
                    <a:pt x="13" y="25"/>
                  </a:lnTo>
                  <a:lnTo>
                    <a:pt x="15" y="24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16" y="22"/>
                  </a:lnTo>
                  <a:lnTo>
                    <a:pt x="17" y="21"/>
                  </a:lnTo>
                  <a:lnTo>
                    <a:pt x="17" y="19"/>
                  </a:lnTo>
                  <a:lnTo>
                    <a:pt x="18" y="16"/>
                  </a:lnTo>
                  <a:lnTo>
                    <a:pt x="17" y="13"/>
                  </a:lnTo>
                  <a:lnTo>
                    <a:pt x="17" y="11"/>
                  </a:lnTo>
                  <a:lnTo>
                    <a:pt x="16" y="9"/>
                  </a:lnTo>
                  <a:lnTo>
                    <a:pt x="16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5" name="í$1îḍê"/>
            <p:cNvSpPr/>
            <p:nvPr/>
          </p:nvSpPr>
          <p:spPr bwMode="auto">
            <a:xfrm>
              <a:off x="2874963" y="3962401"/>
              <a:ext cx="34925" cy="74613"/>
            </a:xfrm>
            <a:custGeom>
              <a:avLst/>
              <a:gdLst>
                <a:gd name="T0" fmla="*/ 0 w 22"/>
                <a:gd name="T1" fmla="*/ 10 h 47"/>
                <a:gd name="T2" fmla="*/ 1 w 22"/>
                <a:gd name="T3" fmla="*/ 6 h 47"/>
                <a:gd name="T4" fmla="*/ 4 w 22"/>
                <a:gd name="T5" fmla="*/ 2 h 47"/>
                <a:gd name="T6" fmla="*/ 8 w 22"/>
                <a:gd name="T7" fmla="*/ 1 h 47"/>
                <a:gd name="T8" fmla="*/ 12 w 22"/>
                <a:gd name="T9" fmla="*/ 1 h 47"/>
                <a:gd name="T10" fmla="*/ 16 w 22"/>
                <a:gd name="T11" fmla="*/ 2 h 47"/>
                <a:gd name="T12" fmla="*/ 18 w 22"/>
                <a:gd name="T13" fmla="*/ 6 h 47"/>
                <a:gd name="T14" fmla="*/ 20 w 22"/>
                <a:gd name="T15" fmla="*/ 10 h 47"/>
                <a:gd name="T16" fmla="*/ 19 w 22"/>
                <a:gd name="T17" fmla="*/ 14 h 47"/>
                <a:gd name="T18" fmla="*/ 16 w 22"/>
                <a:gd name="T19" fmla="*/ 18 h 47"/>
                <a:gd name="T20" fmla="*/ 15 w 22"/>
                <a:gd name="T21" fmla="*/ 22 h 47"/>
                <a:gd name="T22" fmla="*/ 17 w 22"/>
                <a:gd name="T23" fmla="*/ 24 h 47"/>
                <a:gd name="T24" fmla="*/ 20 w 22"/>
                <a:gd name="T25" fmla="*/ 26 h 47"/>
                <a:gd name="T26" fmla="*/ 21 w 22"/>
                <a:gd name="T27" fmla="*/ 29 h 47"/>
                <a:gd name="T28" fmla="*/ 22 w 22"/>
                <a:gd name="T29" fmla="*/ 33 h 47"/>
                <a:gd name="T30" fmla="*/ 21 w 22"/>
                <a:gd name="T31" fmla="*/ 38 h 47"/>
                <a:gd name="T32" fmla="*/ 18 w 22"/>
                <a:gd name="T33" fmla="*/ 42 h 47"/>
                <a:gd name="T34" fmla="*/ 14 w 22"/>
                <a:gd name="T35" fmla="*/ 46 h 47"/>
                <a:gd name="T36" fmla="*/ 10 w 22"/>
                <a:gd name="T37" fmla="*/ 47 h 47"/>
                <a:gd name="T38" fmla="*/ 6 w 22"/>
                <a:gd name="T39" fmla="*/ 47 h 47"/>
                <a:gd name="T40" fmla="*/ 4 w 22"/>
                <a:gd name="T41" fmla="*/ 46 h 47"/>
                <a:gd name="T42" fmla="*/ 1 w 22"/>
                <a:gd name="T43" fmla="*/ 45 h 47"/>
                <a:gd name="T44" fmla="*/ 0 w 22"/>
                <a:gd name="T45" fmla="*/ 42 h 47"/>
                <a:gd name="T46" fmla="*/ 1 w 22"/>
                <a:gd name="T47" fmla="*/ 40 h 47"/>
                <a:gd name="T48" fmla="*/ 4 w 22"/>
                <a:gd name="T49" fmla="*/ 39 h 47"/>
                <a:gd name="T50" fmla="*/ 5 w 22"/>
                <a:gd name="T51" fmla="*/ 40 h 47"/>
                <a:gd name="T52" fmla="*/ 7 w 22"/>
                <a:gd name="T53" fmla="*/ 42 h 47"/>
                <a:gd name="T54" fmla="*/ 9 w 22"/>
                <a:gd name="T55" fmla="*/ 43 h 47"/>
                <a:gd name="T56" fmla="*/ 12 w 22"/>
                <a:gd name="T57" fmla="*/ 42 h 47"/>
                <a:gd name="T58" fmla="*/ 14 w 22"/>
                <a:gd name="T59" fmla="*/ 41 h 47"/>
                <a:gd name="T60" fmla="*/ 16 w 22"/>
                <a:gd name="T61" fmla="*/ 38 h 47"/>
                <a:gd name="T62" fmla="*/ 17 w 22"/>
                <a:gd name="T63" fmla="*/ 36 h 47"/>
                <a:gd name="T64" fmla="*/ 17 w 22"/>
                <a:gd name="T65" fmla="*/ 34 h 47"/>
                <a:gd name="T66" fmla="*/ 17 w 22"/>
                <a:gd name="T67" fmla="*/ 30 h 47"/>
                <a:gd name="T68" fmla="*/ 16 w 22"/>
                <a:gd name="T69" fmla="*/ 28 h 47"/>
                <a:gd name="T70" fmla="*/ 13 w 22"/>
                <a:gd name="T71" fmla="*/ 26 h 47"/>
                <a:gd name="T72" fmla="*/ 9 w 22"/>
                <a:gd name="T73" fmla="*/ 24 h 47"/>
                <a:gd name="T74" fmla="*/ 6 w 22"/>
                <a:gd name="T75" fmla="*/ 22 h 47"/>
                <a:gd name="T76" fmla="*/ 9 w 22"/>
                <a:gd name="T77" fmla="*/ 22 h 47"/>
                <a:gd name="T78" fmla="*/ 12 w 22"/>
                <a:gd name="T79" fmla="*/ 19 h 47"/>
                <a:gd name="T80" fmla="*/ 14 w 22"/>
                <a:gd name="T81" fmla="*/ 16 h 47"/>
                <a:gd name="T82" fmla="*/ 14 w 22"/>
                <a:gd name="T83" fmla="*/ 13 h 47"/>
                <a:gd name="T84" fmla="*/ 14 w 22"/>
                <a:gd name="T85" fmla="*/ 9 h 47"/>
                <a:gd name="T86" fmla="*/ 12 w 22"/>
                <a:gd name="T87" fmla="*/ 6 h 47"/>
                <a:gd name="T88" fmla="*/ 11 w 22"/>
                <a:gd name="T89" fmla="*/ 6 h 47"/>
                <a:gd name="T90" fmla="*/ 8 w 22"/>
                <a:gd name="T91" fmla="*/ 5 h 47"/>
                <a:gd name="T92" fmla="*/ 6 w 22"/>
                <a:gd name="T93" fmla="*/ 6 h 47"/>
                <a:gd name="T94" fmla="*/ 4 w 22"/>
                <a:gd name="T95" fmla="*/ 6 h 47"/>
                <a:gd name="T96" fmla="*/ 3 w 22"/>
                <a:gd name="T97" fmla="*/ 8 h 47"/>
                <a:gd name="T98" fmla="*/ 2 w 22"/>
                <a:gd name="T99" fmla="*/ 1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2" h="47">
                  <a:moveTo>
                    <a:pt x="0" y="11"/>
                  </a:moveTo>
                  <a:lnTo>
                    <a:pt x="0" y="10"/>
                  </a:lnTo>
                  <a:lnTo>
                    <a:pt x="1" y="8"/>
                  </a:lnTo>
                  <a:lnTo>
                    <a:pt x="1" y="6"/>
                  </a:lnTo>
                  <a:lnTo>
                    <a:pt x="3" y="5"/>
                  </a:lnTo>
                  <a:lnTo>
                    <a:pt x="4" y="2"/>
                  </a:lnTo>
                  <a:lnTo>
                    <a:pt x="6" y="2"/>
                  </a:lnTo>
                  <a:lnTo>
                    <a:pt x="8" y="1"/>
                  </a:lnTo>
                  <a:lnTo>
                    <a:pt x="10" y="0"/>
                  </a:lnTo>
                  <a:lnTo>
                    <a:pt x="12" y="1"/>
                  </a:lnTo>
                  <a:lnTo>
                    <a:pt x="14" y="2"/>
                  </a:lnTo>
                  <a:lnTo>
                    <a:pt x="16" y="2"/>
                  </a:lnTo>
                  <a:lnTo>
                    <a:pt x="17" y="4"/>
                  </a:lnTo>
                  <a:lnTo>
                    <a:pt x="18" y="6"/>
                  </a:lnTo>
                  <a:lnTo>
                    <a:pt x="19" y="8"/>
                  </a:lnTo>
                  <a:lnTo>
                    <a:pt x="20" y="10"/>
                  </a:lnTo>
                  <a:lnTo>
                    <a:pt x="20" y="12"/>
                  </a:lnTo>
                  <a:lnTo>
                    <a:pt x="19" y="14"/>
                  </a:lnTo>
                  <a:lnTo>
                    <a:pt x="17" y="17"/>
                  </a:lnTo>
                  <a:lnTo>
                    <a:pt x="16" y="18"/>
                  </a:lnTo>
                  <a:lnTo>
                    <a:pt x="13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7" y="24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0" y="27"/>
                  </a:lnTo>
                  <a:lnTo>
                    <a:pt x="21" y="29"/>
                  </a:lnTo>
                  <a:lnTo>
                    <a:pt x="21" y="30"/>
                  </a:lnTo>
                  <a:lnTo>
                    <a:pt x="22" y="33"/>
                  </a:lnTo>
                  <a:lnTo>
                    <a:pt x="22" y="35"/>
                  </a:lnTo>
                  <a:lnTo>
                    <a:pt x="21" y="38"/>
                  </a:lnTo>
                  <a:lnTo>
                    <a:pt x="20" y="40"/>
                  </a:lnTo>
                  <a:lnTo>
                    <a:pt x="18" y="42"/>
                  </a:lnTo>
                  <a:lnTo>
                    <a:pt x="16" y="44"/>
                  </a:lnTo>
                  <a:lnTo>
                    <a:pt x="14" y="46"/>
                  </a:lnTo>
                  <a:lnTo>
                    <a:pt x="12" y="46"/>
                  </a:lnTo>
                  <a:lnTo>
                    <a:pt x="10" y="47"/>
                  </a:lnTo>
                  <a:lnTo>
                    <a:pt x="7" y="47"/>
                  </a:lnTo>
                  <a:lnTo>
                    <a:pt x="6" y="47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2" y="46"/>
                  </a:lnTo>
                  <a:lnTo>
                    <a:pt x="1" y="45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40"/>
                  </a:lnTo>
                  <a:lnTo>
                    <a:pt x="3" y="39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5" y="40"/>
                  </a:lnTo>
                  <a:lnTo>
                    <a:pt x="6" y="41"/>
                  </a:lnTo>
                  <a:lnTo>
                    <a:pt x="7" y="42"/>
                  </a:lnTo>
                  <a:lnTo>
                    <a:pt x="8" y="43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2" y="42"/>
                  </a:lnTo>
                  <a:lnTo>
                    <a:pt x="13" y="42"/>
                  </a:lnTo>
                  <a:lnTo>
                    <a:pt x="14" y="41"/>
                  </a:lnTo>
                  <a:lnTo>
                    <a:pt x="16" y="40"/>
                  </a:lnTo>
                  <a:lnTo>
                    <a:pt x="16" y="38"/>
                  </a:lnTo>
                  <a:lnTo>
                    <a:pt x="17" y="38"/>
                  </a:lnTo>
                  <a:lnTo>
                    <a:pt x="17" y="36"/>
                  </a:lnTo>
                  <a:lnTo>
                    <a:pt x="17" y="34"/>
                  </a:lnTo>
                  <a:lnTo>
                    <a:pt x="17" y="34"/>
                  </a:lnTo>
                  <a:lnTo>
                    <a:pt x="17" y="32"/>
                  </a:lnTo>
                  <a:lnTo>
                    <a:pt x="17" y="30"/>
                  </a:lnTo>
                  <a:lnTo>
                    <a:pt x="16" y="29"/>
                  </a:lnTo>
                  <a:lnTo>
                    <a:pt x="16" y="28"/>
                  </a:lnTo>
                  <a:lnTo>
                    <a:pt x="15" y="26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9" y="24"/>
                  </a:lnTo>
                  <a:lnTo>
                    <a:pt x="6" y="24"/>
                  </a:lnTo>
                  <a:lnTo>
                    <a:pt x="6" y="22"/>
                  </a:lnTo>
                  <a:lnTo>
                    <a:pt x="8" y="22"/>
                  </a:lnTo>
                  <a:lnTo>
                    <a:pt x="9" y="22"/>
                  </a:lnTo>
                  <a:lnTo>
                    <a:pt x="10" y="21"/>
                  </a:lnTo>
                  <a:lnTo>
                    <a:pt x="12" y="19"/>
                  </a:lnTo>
                  <a:lnTo>
                    <a:pt x="13" y="18"/>
                  </a:lnTo>
                  <a:lnTo>
                    <a:pt x="14" y="16"/>
                  </a:lnTo>
                  <a:lnTo>
                    <a:pt x="14" y="14"/>
                  </a:lnTo>
                  <a:lnTo>
                    <a:pt x="14" y="13"/>
                  </a:lnTo>
                  <a:lnTo>
                    <a:pt x="14" y="10"/>
                  </a:lnTo>
                  <a:lnTo>
                    <a:pt x="14" y="9"/>
                  </a:lnTo>
                  <a:lnTo>
                    <a:pt x="13" y="8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0" y="5"/>
                  </a:lnTo>
                  <a:lnTo>
                    <a:pt x="8" y="5"/>
                  </a:lnTo>
                  <a:lnTo>
                    <a:pt x="7" y="5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7"/>
                  </a:lnTo>
                  <a:lnTo>
                    <a:pt x="3" y="8"/>
                  </a:lnTo>
                  <a:lnTo>
                    <a:pt x="3" y="10"/>
                  </a:lnTo>
                  <a:lnTo>
                    <a:pt x="2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12192000" cy="547790"/>
          </a:xfrm>
          <a:prstGeom prst="rect">
            <a:avLst/>
          </a:prstGeom>
          <a:solidFill>
            <a:srgbClr val="3C41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26" name="直接连接符 25"/>
          <p:cNvCxnSpPr/>
          <p:nvPr userDrawn="1"/>
        </p:nvCxnSpPr>
        <p:spPr>
          <a:xfrm>
            <a:off x="2432051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/>
        </p:nvCxnSpPr>
        <p:spPr>
          <a:xfrm>
            <a:off x="2446867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4872567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4887383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7302500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7314141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9723967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9738783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 userDrawn="1"/>
        </p:nvSpPr>
        <p:spPr>
          <a:xfrm>
            <a:off x="0" y="931952"/>
            <a:ext cx="12192000" cy="5926048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矩形 4"/>
          <p:cNvSpPr/>
          <p:nvPr userDrawn="1"/>
        </p:nvSpPr>
        <p:spPr>
          <a:xfrm>
            <a:off x="1" y="0"/>
            <a:ext cx="2438823" cy="547790"/>
          </a:xfrm>
          <a:prstGeom prst="rect">
            <a:avLst/>
          </a:prstGeom>
          <a:solidFill>
            <a:srgbClr val="157E9F"/>
          </a:solidFill>
          <a:ln>
            <a:noFill/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" name="矩形 3"/>
          <p:cNvSpPr/>
          <p:nvPr userDrawn="1"/>
        </p:nvSpPr>
        <p:spPr>
          <a:xfrm>
            <a:off x="0" y="441587"/>
            <a:ext cx="12192000" cy="490365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914626" y="0"/>
                </a:moveTo>
                <a:lnTo>
                  <a:pt x="960810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868442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25" name="直接连接符 24"/>
          <p:cNvCxnSpPr/>
          <p:nvPr userDrawn="1"/>
        </p:nvCxnSpPr>
        <p:spPr>
          <a:xfrm>
            <a:off x="0" y="931952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 userDrawn="1"/>
        </p:nvSpPr>
        <p:spPr>
          <a:xfrm>
            <a:off x="18595" y="88947"/>
            <a:ext cx="242827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研究背景及意义</a:t>
            </a:r>
          </a:p>
        </p:txBody>
      </p:sp>
      <p:sp>
        <p:nvSpPr>
          <p:cNvPr id="16" name="圆角矩形 15"/>
          <p:cNvSpPr/>
          <p:nvPr userDrawn="1"/>
        </p:nvSpPr>
        <p:spPr>
          <a:xfrm>
            <a:off x="242905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国内外研究综述</a:t>
            </a:r>
          </a:p>
        </p:txBody>
      </p:sp>
      <p:sp>
        <p:nvSpPr>
          <p:cNvPr id="15" name="圆角矩形 14"/>
          <p:cNvSpPr/>
          <p:nvPr userDrawn="1"/>
        </p:nvSpPr>
        <p:spPr>
          <a:xfrm>
            <a:off x="48877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研究方案</a:t>
            </a:r>
          </a:p>
        </p:txBody>
      </p:sp>
      <p:sp>
        <p:nvSpPr>
          <p:cNvPr id="17" name="圆角矩形 16"/>
          <p:cNvSpPr/>
          <p:nvPr userDrawn="1"/>
        </p:nvSpPr>
        <p:spPr>
          <a:xfrm>
            <a:off x="73261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研究条件与基础</a:t>
            </a:r>
          </a:p>
        </p:txBody>
      </p:sp>
      <p:sp>
        <p:nvSpPr>
          <p:cNvPr id="2" name="圆角矩形 1"/>
          <p:cNvSpPr/>
          <p:nvPr userDrawn="1"/>
        </p:nvSpPr>
        <p:spPr>
          <a:xfrm>
            <a:off x="97645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章节安排、进度计划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547790"/>
          </a:xfrm>
          <a:prstGeom prst="rect">
            <a:avLst/>
          </a:prstGeom>
          <a:solidFill>
            <a:srgbClr val="3C41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sp>
        <p:nvSpPr>
          <p:cNvPr id="13" name="矩形 12"/>
          <p:cNvSpPr/>
          <p:nvPr userDrawn="1"/>
        </p:nvSpPr>
        <p:spPr>
          <a:xfrm>
            <a:off x="0" y="547791"/>
            <a:ext cx="12192000" cy="6310210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2432051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2446867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4872567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4887383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7302500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7314141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9723967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9738783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 userDrawn="1"/>
        </p:nvSpPr>
        <p:spPr>
          <a:xfrm>
            <a:off x="0" y="441587"/>
            <a:ext cx="12192000" cy="490365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2743427" y="0"/>
                </a:moveTo>
                <a:lnTo>
                  <a:pt x="2789611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2697243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0" y="931952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圆角矩形 11">
            <a:extLst>
              <a:ext uri="{FF2B5EF4-FFF2-40B4-BE49-F238E27FC236}">
                <a16:creationId xmlns:a16="http://schemas.microsoft.com/office/drawing/2014/main" id="{D135571D-9ECE-44A5-AA65-C25DEF283E2C}"/>
              </a:ext>
            </a:extLst>
          </p:cNvPr>
          <p:cNvSpPr/>
          <p:nvPr userDrawn="1"/>
        </p:nvSpPr>
        <p:spPr>
          <a:xfrm>
            <a:off x="18595" y="88947"/>
            <a:ext cx="242827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研究背景及意义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19CD6E7-976A-4802-9239-55676C1C0A47}"/>
              </a:ext>
            </a:extLst>
          </p:cNvPr>
          <p:cNvSpPr/>
          <p:nvPr userDrawn="1"/>
        </p:nvSpPr>
        <p:spPr>
          <a:xfrm>
            <a:off x="2454236" y="164"/>
            <a:ext cx="2438823" cy="547790"/>
          </a:xfrm>
          <a:prstGeom prst="rect">
            <a:avLst/>
          </a:prstGeom>
          <a:solidFill>
            <a:srgbClr val="157E9F"/>
          </a:solidFill>
          <a:ln>
            <a:noFill/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sp>
        <p:nvSpPr>
          <p:cNvPr id="29" name="圆角矩形 15">
            <a:extLst>
              <a:ext uri="{FF2B5EF4-FFF2-40B4-BE49-F238E27FC236}">
                <a16:creationId xmlns:a16="http://schemas.microsoft.com/office/drawing/2014/main" id="{9EA13B36-FB6C-4E66-A1E0-955B0E48C71F}"/>
              </a:ext>
            </a:extLst>
          </p:cNvPr>
          <p:cNvSpPr/>
          <p:nvPr userDrawn="1"/>
        </p:nvSpPr>
        <p:spPr>
          <a:xfrm>
            <a:off x="242905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国内外研究综述</a:t>
            </a:r>
          </a:p>
        </p:txBody>
      </p:sp>
      <p:sp>
        <p:nvSpPr>
          <p:cNvPr id="30" name="圆角矩形 14">
            <a:extLst>
              <a:ext uri="{FF2B5EF4-FFF2-40B4-BE49-F238E27FC236}">
                <a16:creationId xmlns:a16="http://schemas.microsoft.com/office/drawing/2014/main" id="{189A6B20-6C4F-4490-A268-D8A1D217313B}"/>
              </a:ext>
            </a:extLst>
          </p:cNvPr>
          <p:cNvSpPr/>
          <p:nvPr userDrawn="1"/>
        </p:nvSpPr>
        <p:spPr>
          <a:xfrm>
            <a:off x="48877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研究方案</a:t>
            </a:r>
          </a:p>
        </p:txBody>
      </p:sp>
      <p:sp>
        <p:nvSpPr>
          <p:cNvPr id="31" name="圆角矩形 16">
            <a:extLst>
              <a:ext uri="{FF2B5EF4-FFF2-40B4-BE49-F238E27FC236}">
                <a16:creationId xmlns:a16="http://schemas.microsoft.com/office/drawing/2014/main" id="{64BD6503-DDA3-4CEC-A4F5-053FD2FCA2E0}"/>
              </a:ext>
            </a:extLst>
          </p:cNvPr>
          <p:cNvSpPr/>
          <p:nvPr userDrawn="1"/>
        </p:nvSpPr>
        <p:spPr>
          <a:xfrm>
            <a:off x="73261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研究条件与基础</a:t>
            </a:r>
          </a:p>
        </p:txBody>
      </p:sp>
      <p:sp>
        <p:nvSpPr>
          <p:cNvPr id="32" name="圆角矩形 1">
            <a:extLst>
              <a:ext uri="{FF2B5EF4-FFF2-40B4-BE49-F238E27FC236}">
                <a16:creationId xmlns:a16="http://schemas.microsoft.com/office/drawing/2014/main" id="{F23026F1-F026-434E-8B58-81184ACB6B0F}"/>
              </a:ext>
            </a:extLst>
          </p:cNvPr>
          <p:cNvSpPr/>
          <p:nvPr userDrawn="1"/>
        </p:nvSpPr>
        <p:spPr>
          <a:xfrm>
            <a:off x="97645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章节安排、进度计划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547790"/>
          </a:xfrm>
          <a:prstGeom prst="rect">
            <a:avLst/>
          </a:prstGeom>
          <a:solidFill>
            <a:srgbClr val="3C41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sp>
        <p:nvSpPr>
          <p:cNvPr id="13" name="矩形 12"/>
          <p:cNvSpPr/>
          <p:nvPr userDrawn="1"/>
        </p:nvSpPr>
        <p:spPr>
          <a:xfrm>
            <a:off x="0" y="547791"/>
            <a:ext cx="12192000" cy="6310210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2432051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2446867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4872567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4887383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7302500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7314141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9723967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9738783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4871707" y="0"/>
            <a:ext cx="2438823" cy="547790"/>
          </a:xfrm>
          <a:prstGeom prst="rect">
            <a:avLst/>
          </a:prstGeom>
          <a:solidFill>
            <a:srgbClr val="157E9F"/>
          </a:solidFill>
          <a:ln>
            <a:noFill/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sp>
        <p:nvSpPr>
          <p:cNvPr id="15" name="等腰三角形 14"/>
          <p:cNvSpPr/>
          <p:nvPr userDrawn="1"/>
        </p:nvSpPr>
        <p:spPr>
          <a:xfrm>
            <a:off x="0" y="441585"/>
            <a:ext cx="12192000" cy="490365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4568406" y="0"/>
                </a:moveTo>
                <a:lnTo>
                  <a:pt x="4614590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4522222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0" y="931952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圆角矩形 11">
            <a:extLst>
              <a:ext uri="{FF2B5EF4-FFF2-40B4-BE49-F238E27FC236}">
                <a16:creationId xmlns:a16="http://schemas.microsoft.com/office/drawing/2014/main" id="{1EF0114A-950E-40C3-89C1-F6279AF39158}"/>
              </a:ext>
            </a:extLst>
          </p:cNvPr>
          <p:cNvSpPr/>
          <p:nvPr userDrawn="1"/>
        </p:nvSpPr>
        <p:spPr>
          <a:xfrm>
            <a:off x="18595" y="88947"/>
            <a:ext cx="242827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研究背景及意义</a:t>
            </a:r>
          </a:p>
        </p:txBody>
      </p:sp>
      <p:sp>
        <p:nvSpPr>
          <p:cNvPr id="29" name="圆角矩形 15">
            <a:extLst>
              <a:ext uri="{FF2B5EF4-FFF2-40B4-BE49-F238E27FC236}">
                <a16:creationId xmlns:a16="http://schemas.microsoft.com/office/drawing/2014/main" id="{217D3DBF-DDE4-404D-9E58-BE7E966C6C7F}"/>
              </a:ext>
            </a:extLst>
          </p:cNvPr>
          <p:cNvSpPr/>
          <p:nvPr userDrawn="1"/>
        </p:nvSpPr>
        <p:spPr>
          <a:xfrm>
            <a:off x="242905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国内外研究综述</a:t>
            </a:r>
          </a:p>
        </p:txBody>
      </p:sp>
      <p:sp>
        <p:nvSpPr>
          <p:cNvPr id="30" name="圆角矩形 14">
            <a:extLst>
              <a:ext uri="{FF2B5EF4-FFF2-40B4-BE49-F238E27FC236}">
                <a16:creationId xmlns:a16="http://schemas.microsoft.com/office/drawing/2014/main" id="{A3BFB5AC-F762-4456-8D4F-1D660589C5DC}"/>
              </a:ext>
            </a:extLst>
          </p:cNvPr>
          <p:cNvSpPr/>
          <p:nvPr userDrawn="1"/>
        </p:nvSpPr>
        <p:spPr>
          <a:xfrm>
            <a:off x="48877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研究方案</a:t>
            </a:r>
          </a:p>
        </p:txBody>
      </p:sp>
      <p:sp>
        <p:nvSpPr>
          <p:cNvPr id="31" name="圆角矩形 16">
            <a:extLst>
              <a:ext uri="{FF2B5EF4-FFF2-40B4-BE49-F238E27FC236}">
                <a16:creationId xmlns:a16="http://schemas.microsoft.com/office/drawing/2014/main" id="{516D8423-8CA1-449E-93BC-8E7ABA255042}"/>
              </a:ext>
            </a:extLst>
          </p:cNvPr>
          <p:cNvSpPr/>
          <p:nvPr userDrawn="1"/>
        </p:nvSpPr>
        <p:spPr>
          <a:xfrm>
            <a:off x="73261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研究条件与基础</a:t>
            </a:r>
          </a:p>
        </p:txBody>
      </p:sp>
      <p:sp>
        <p:nvSpPr>
          <p:cNvPr id="32" name="圆角矩形 1">
            <a:extLst>
              <a:ext uri="{FF2B5EF4-FFF2-40B4-BE49-F238E27FC236}">
                <a16:creationId xmlns:a16="http://schemas.microsoft.com/office/drawing/2014/main" id="{CE579D47-FB10-41AA-AFF8-B0CDE072FEAF}"/>
              </a:ext>
            </a:extLst>
          </p:cNvPr>
          <p:cNvSpPr/>
          <p:nvPr userDrawn="1"/>
        </p:nvSpPr>
        <p:spPr>
          <a:xfrm>
            <a:off x="97645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章节安排、进度计划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547790"/>
          </a:xfrm>
          <a:prstGeom prst="rect">
            <a:avLst/>
          </a:prstGeom>
          <a:solidFill>
            <a:srgbClr val="3C41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sp>
        <p:nvSpPr>
          <p:cNvPr id="13" name="矩形 12"/>
          <p:cNvSpPr/>
          <p:nvPr userDrawn="1"/>
        </p:nvSpPr>
        <p:spPr>
          <a:xfrm>
            <a:off x="0" y="547791"/>
            <a:ext cx="12192000" cy="6310210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2432051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2446867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4872567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4887383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7302500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7314141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9723967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9738783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7296151" y="0"/>
            <a:ext cx="2438823" cy="547790"/>
          </a:xfrm>
          <a:prstGeom prst="rect">
            <a:avLst/>
          </a:prstGeom>
          <a:solidFill>
            <a:srgbClr val="157E9F"/>
          </a:solidFill>
          <a:ln>
            <a:noFill/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sp>
        <p:nvSpPr>
          <p:cNvPr id="15" name="等腰三角形 14"/>
          <p:cNvSpPr/>
          <p:nvPr userDrawn="1"/>
        </p:nvSpPr>
        <p:spPr>
          <a:xfrm>
            <a:off x="0" y="441585"/>
            <a:ext cx="12192000" cy="490365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6386739" y="0"/>
                </a:moveTo>
                <a:lnTo>
                  <a:pt x="6432923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6340555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0" y="931952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圆角矩形 11">
            <a:extLst>
              <a:ext uri="{FF2B5EF4-FFF2-40B4-BE49-F238E27FC236}">
                <a16:creationId xmlns:a16="http://schemas.microsoft.com/office/drawing/2014/main" id="{602A5D08-8470-4E7B-A509-83B3ABA624C0}"/>
              </a:ext>
            </a:extLst>
          </p:cNvPr>
          <p:cNvSpPr/>
          <p:nvPr userDrawn="1"/>
        </p:nvSpPr>
        <p:spPr>
          <a:xfrm>
            <a:off x="18595" y="88947"/>
            <a:ext cx="242827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研究背景及意义</a:t>
            </a:r>
          </a:p>
        </p:txBody>
      </p:sp>
      <p:sp>
        <p:nvSpPr>
          <p:cNvPr id="29" name="圆角矩形 15">
            <a:extLst>
              <a:ext uri="{FF2B5EF4-FFF2-40B4-BE49-F238E27FC236}">
                <a16:creationId xmlns:a16="http://schemas.microsoft.com/office/drawing/2014/main" id="{A7126E6F-4D84-416A-81E1-CA3BBA1A0042}"/>
              </a:ext>
            </a:extLst>
          </p:cNvPr>
          <p:cNvSpPr/>
          <p:nvPr userDrawn="1"/>
        </p:nvSpPr>
        <p:spPr>
          <a:xfrm>
            <a:off x="242905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国内外研究综述</a:t>
            </a:r>
          </a:p>
        </p:txBody>
      </p:sp>
      <p:sp>
        <p:nvSpPr>
          <p:cNvPr id="30" name="圆角矩形 14">
            <a:extLst>
              <a:ext uri="{FF2B5EF4-FFF2-40B4-BE49-F238E27FC236}">
                <a16:creationId xmlns:a16="http://schemas.microsoft.com/office/drawing/2014/main" id="{7C40F67C-2CE5-4970-8B87-4292A5D7AA89}"/>
              </a:ext>
            </a:extLst>
          </p:cNvPr>
          <p:cNvSpPr/>
          <p:nvPr userDrawn="1"/>
        </p:nvSpPr>
        <p:spPr>
          <a:xfrm>
            <a:off x="48877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研究方案</a:t>
            </a:r>
          </a:p>
        </p:txBody>
      </p:sp>
      <p:sp>
        <p:nvSpPr>
          <p:cNvPr id="31" name="圆角矩形 16">
            <a:extLst>
              <a:ext uri="{FF2B5EF4-FFF2-40B4-BE49-F238E27FC236}">
                <a16:creationId xmlns:a16="http://schemas.microsoft.com/office/drawing/2014/main" id="{CD56AB3A-FBD3-4989-9B68-6D1A9D8AA2AE}"/>
              </a:ext>
            </a:extLst>
          </p:cNvPr>
          <p:cNvSpPr/>
          <p:nvPr userDrawn="1"/>
        </p:nvSpPr>
        <p:spPr>
          <a:xfrm>
            <a:off x="73261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研究条件与基础</a:t>
            </a:r>
          </a:p>
        </p:txBody>
      </p:sp>
      <p:sp>
        <p:nvSpPr>
          <p:cNvPr id="32" name="圆角矩形 1">
            <a:extLst>
              <a:ext uri="{FF2B5EF4-FFF2-40B4-BE49-F238E27FC236}">
                <a16:creationId xmlns:a16="http://schemas.microsoft.com/office/drawing/2014/main" id="{1A55E11C-1028-4222-B8C9-130B2DFD84E7}"/>
              </a:ext>
            </a:extLst>
          </p:cNvPr>
          <p:cNvSpPr/>
          <p:nvPr userDrawn="1"/>
        </p:nvSpPr>
        <p:spPr>
          <a:xfrm>
            <a:off x="97645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章节安排、进度计划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547790"/>
          </a:xfrm>
          <a:prstGeom prst="rect">
            <a:avLst/>
          </a:prstGeom>
          <a:solidFill>
            <a:srgbClr val="3C41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sp>
        <p:nvSpPr>
          <p:cNvPr id="13" name="矩形 12"/>
          <p:cNvSpPr/>
          <p:nvPr userDrawn="1"/>
        </p:nvSpPr>
        <p:spPr>
          <a:xfrm>
            <a:off x="0" y="547791"/>
            <a:ext cx="12192000" cy="6310210"/>
          </a:xfrm>
          <a:prstGeom prst="rect">
            <a:avLst/>
          </a:prstGeom>
          <a:solidFill>
            <a:srgbClr val="F7F7F9"/>
          </a:solidFill>
          <a:ln w="6350">
            <a:solidFill>
              <a:srgbClr val="D4E7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2432051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2446867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4872567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4887383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7302500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7314141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9723967" y="0"/>
            <a:ext cx="0" cy="5477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9738783" y="0"/>
            <a:ext cx="0" cy="547790"/>
          </a:xfrm>
          <a:prstGeom prst="line">
            <a:avLst/>
          </a:prstGeom>
          <a:ln w="9525">
            <a:solidFill>
              <a:srgbClr val="5961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9746829" y="0"/>
            <a:ext cx="2445172" cy="547790"/>
          </a:xfrm>
          <a:prstGeom prst="rect">
            <a:avLst/>
          </a:prstGeom>
          <a:solidFill>
            <a:srgbClr val="157E9F"/>
          </a:solidFill>
          <a:ln>
            <a:noFill/>
          </a:ln>
          <a:effectLst>
            <a:outerShdw blurRad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sp>
        <p:nvSpPr>
          <p:cNvPr id="15" name="等腰三角形 14"/>
          <p:cNvSpPr/>
          <p:nvPr userDrawn="1"/>
        </p:nvSpPr>
        <p:spPr>
          <a:xfrm>
            <a:off x="0" y="441585"/>
            <a:ext cx="12192000" cy="490365"/>
          </a:xfrm>
          <a:custGeom>
            <a:avLst/>
            <a:gdLst/>
            <a:ahLst/>
            <a:cxnLst/>
            <a:rect l="l" t="t" r="r" b="b"/>
            <a:pathLst>
              <a:path w="9144000" h="367660">
                <a:moveTo>
                  <a:pt x="8224747" y="0"/>
                </a:moveTo>
                <a:lnTo>
                  <a:pt x="8270931" y="79628"/>
                </a:lnTo>
                <a:lnTo>
                  <a:pt x="9144000" y="79628"/>
                </a:lnTo>
                <a:lnTo>
                  <a:pt x="9144000" y="367660"/>
                </a:lnTo>
                <a:lnTo>
                  <a:pt x="0" y="367660"/>
                </a:lnTo>
                <a:lnTo>
                  <a:pt x="0" y="79628"/>
                </a:lnTo>
                <a:lnTo>
                  <a:pt x="8178563" y="79628"/>
                </a:lnTo>
                <a:close/>
              </a:path>
            </a:pathLst>
          </a:custGeom>
          <a:solidFill>
            <a:srgbClr val="EFF6F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0" y="931952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圆角矩形 11">
            <a:extLst>
              <a:ext uri="{FF2B5EF4-FFF2-40B4-BE49-F238E27FC236}">
                <a16:creationId xmlns:a16="http://schemas.microsoft.com/office/drawing/2014/main" id="{ACA71FC5-35E9-4EFC-AD37-748872245391}"/>
              </a:ext>
            </a:extLst>
          </p:cNvPr>
          <p:cNvSpPr/>
          <p:nvPr userDrawn="1"/>
        </p:nvSpPr>
        <p:spPr>
          <a:xfrm>
            <a:off x="18595" y="88947"/>
            <a:ext cx="242827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研究背景及意义</a:t>
            </a:r>
          </a:p>
        </p:txBody>
      </p:sp>
      <p:sp>
        <p:nvSpPr>
          <p:cNvPr id="29" name="圆角矩形 15">
            <a:extLst>
              <a:ext uri="{FF2B5EF4-FFF2-40B4-BE49-F238E27FC236}">
                <a16:creationId xmlns:a16="http://schemas.microsoft.com/office/drawing/2014/main" id="{E5EECCFC-C82F-4B13-84D0-66DC8EB5BA5A}"/>
              </a:ext>
            </a:extLst>
          </p:cNvPr>
          <p:cNvSpPr/>
          <p:nvPr userDrawn="1"/>
        </p:nvSpPr>
        <p:spPr>
          <a:xfrm>
            <a:off x="242905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国内外研究综述</a:t>
            </a:r>
          </a:p>
        </p:txBody>
      </p:sp>
      <p:sp>
        <p:nvSpPr>
          <p:cNvPr id="30" name="圆角矩形 14">
            <a:extLst>
              <a:ext uri="{FF2B5EF4-FFF2-40B4-BE49-F238E27FC236}">
                <a16:creationId xmlns:a16="http://schemas.microsoft.com/office/drawing/2014/main" id="{0F6291E4-C7B1-420E-A159-63DFB371E545}"/>
              </a:ext>
            </a:extLst>
          </p:cNvPr>
          <p:cNvSpPr/>
          <p:nvPr userDrawn="1"/>
        </p:nvSpPr>
        <p:spPr>
          <a:xfrm>
            <a:off x="48877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研究方案</a:t>
            </a:r>
          </a:p>
        </p:txBody>
      </p:sp>
      <p:sp>
        <p:nvSpPr>
          <p:cNvPr id="31" name="圆角矩形 16">
            <a:extLst>
              <a:ext uri="{FF2B5EF4-FFF2-40B4-BE49-F238E27FC236}">
                <a16:creationId xmlns:a16="http://schemas.microsoft.com/office/drawing/2014/main" id="{EEBDCF94-C751-4144-B5ED-A3E18F13E00D}"/>
              </a:ext>
            </a:extLst>
          </p:cNvPr>
          <p:cNvSpPr/>
          <p:nvPr userDrawn="1"/>
        </p:nvSpPr>
        <p:spPr>
          <a:xfrm>
            <a:off x="73261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研究条件与基础</a:t>
            </a:r>
          </a:p>
        </p:txBody>
      </p:sp>
      <p:sp>
        <p:nvSpPr>
          <p:cNvPr id="32" name="圆角矩形 1">
            <a:extLst>
              <a:ext uri="{FF2B5EF4-FFF2-40B4-BE49-F238E27FC236}">
                <a16:creationId xmlns:a16="http://schemas.microsoft.com/office/drawing/2014/main" id="{542C201F-9979-46E3-B626-7D67941BE704}"/>
              </a:ext>
            </a:extLst>
          </p:cNvPr>
          <p:cNvSpPr/>
          <p:nvPr userDrawn="1"/>
        </p:nvSpPr>
        <p:spPr>
          <a:xfrm>
            <a:off x="9764575" y="88947"/>
            <a:ext cx="242319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章节安排、进度计划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11A01-A892-450A-BBA9-B75FD8FAC4C0}" type="datetimeFigureOut">
              <a:rPr lang="zh-CN" altLang="en-US" smtClean="0"/>
              <a:t>YYYY.MM.DD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C11D7-29FE-44F4-8A4E-40F62E4E2C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031240" y="860425"/>
            <a:ext cx="10129520" cy="5137150"/>
          </a:xfrm>
          <a:prstGeom prst="rect">
            <a:avLst/>
          </a:prstGeom>
          <a:solidFill>
            <a:srgbClr val="157E9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'1.0' encoding='UTF-8' standalone='yes'?>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>
            <a:off x="860425" y="5053330"/>
            <a:ext cx="10373995" cy="3810"/>
          </a:xfrm>
          <a:prstGeom prst="line">
            <a:avLst/>
          </a:prstGeom>
          <a:ln>
            <a:solidFill>
              <a:srgbClr val="013B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851867" y="5430230"/>
            <a:ext cx="27093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13B6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答辩人：姓名</a:t>
            </a:r>
          </a:p>
        </p:txBody>
      </p:sp>
      <p:grpSp>
        <p:nvGrpSpPr>
          <p:cNvPr id="605" name="iṩļídê"/>
          <p:cNvGrpSpPr/>
          <p:nvPr/>
        </p:nvGrpSpPr>
        <p:grpSpPr>
          <a:xfrm>
            <a:off x="4926077" y="739522"/>
            <a:ext cx="2340000" cy="2340000"/>
            <a:chOff x="1914526" y="2486026"/>
            <a:chExt cx="1882775" cy="1882775"/>
          </a:xfrm>
          <a:solidFill>
            <a:srgbClr val="013B6D"/>
          </a:solidFill>
        </p:grpSpPr>
        <p:sp>
          <p:nvSpPr>
            <p:cNvPr id="606" name="îśľîḋê"/>
            <p:cNvSpPr/>
            <p:nvPr/>
          </p:nvSpPr>
          <p:spPr bwMode="auto">
            <a:xfrm>
              <a:off x="2457451" y="3409951"/>
              <a:ext cx="795338" cy="371475"/>
            </a:xfrm>
            <a:custGeom>
              <a:avLst/>
              <a:gdLst>
                <a:gd name="T0" fmla="*/ 294 w 501"/>
                <a:gd name="T1" fmla="*/ 65 h 234"/>
                <a:gd name="T2" fmla="*/ 213 w 501"/>
                <a:gd name="T3" fmla="*/ 129 h 234"/>
                <a:gd name="T4" fmla="*/ 224 w 501"/>
                <a:gd name="T5" fmla="*/ 52 h 234"/>
                <a:gd name="T6" fmla="*/ 203 w 501"/>
                <a:gd name="T7" fmla="*/ 53 h 234"/>
                <a:gd name="T8" fmla="*/ 177 w 501"/>
                <a:gd name="T9" fmla="*/ 30 h 234"/>
                <a:gd name="T10" fmla="*/ 204 w 501"/>
                <a:gd name="T11" fmla="*/ 20 h 234"/>
                <a:gd name="T12" fmla="*/ 180 w 501"/>
                <a:gd name="T13" fmla="*/ 16 h 234"/>
                <a:gd name="T14" fmla="*/ 162 w 501"/>
                <a:gd name="T15" fmla="*/ 54 h 234"/>
                <a:gd name="T16" fmla="*/ 162 w 501"/>
                <a:gd name="T17" fmla="*/ 45 h 234"/>
                <a:gd name="T18" fmla="*/ 175 w 501"/>
                <a:gd name="T19" fmla="*/ 76 h 234"/>
                <a:gd name="T20" fmla="*/ 134 w 501"/>
                <a:gd name="T21" fmla="*/ 128 h 234"/>
                <a:gd name="T22" fmla="*/ 97 w 501"/>
                <a:gd name="T23" fmla="*/ 50 h 234"/>
                <a:gd name="T24" fmla="*/ 30 w 501"/>
                <a:gd name="T25" fmla="*/ 79 h 234"/>
                <a:gd name="T26" fmla="*/ 42 w 501"/>
                <a:gd name="T27" fmla="*/ 39 h 234"/>
                <a:gd name="T28" fmla="*/ 50 w 501"/>
                <a:gd name="T29" fmla="*/ 59 h 234"/>
                <a:gd name="T30" fmla="*/ 34 w 501"/>
                <a:gd name="T31" fmla="*/ 50 h 234"/>
                <a:gd name="T32" fmla="*/ 86 w 501"/>
                <a:gd name="T33" fmla="*/ 69 h 234"/>
                <a:gd name="T34" fmla="*/ 96 w 501"/>
                <a:gd name="T35" fmla="*/ 71 h 234"/>
                <a:gd name="T36" fmla="*/ 166 w 501"/>
                <a:gd name="T37" fmla="*/ 126 h 234"/>
                <a:gd name="T38" fmla="*/ 112 w 501"/>
                <a:gd name="T39" fmla="*/ 25 h 234"/>
                <a:gd name="T40" fmla="*/ 118 w 501"/>
                <a:gd name="T41" fmla="*/ 48 h 234"/>
                <a:gd name="T42" fmla="*/ 106 w 501"/>
                <a:gd name="T43" fmla="*/ 30 h 234"/>
                <a:gd name="T44" fmla="*/ 138 w 501"/>
                <a:gd name="T45" fmla="*/ 57 h 234"/>
                <a:gd name="T46" fmla="*/ 96 w 501"/>
                <a:gd name="T47" fmla="*/ 94 h 234"/>
                <a:gd name="T48" fmla="*/ 96 w 501"/>
                <a:gd name="T49" fmla="*/ 122 h 234"/>
                <a:gd name="T50" fmla="*/ 59 w 501"/>
                <a:gd name="T51" fmla="*/ 69 h 234"/>
                <a:gd name="T52" fmla="*/ 59 w 501"/>
                <a:gd name="T53" fmla="*/ 82 h 234"/>
                <a:gd name="T54" fmla="*/ 13 w 501"/>
                <a:gd name="T55" fmla="*/ 66 h 234"/>
                <a:gd name="T56" fmla="*/ 28 w 501"/>
                <a:gd name="T57" fmla="*/ 83 h 234"/>
                <a:gd name="T58" fmla="*/ 19 w 501"/>
                <a:gd name="T59" fmla="*/ 176 h 234"/>
                <a:gd name="T60" fmla="*/ 5 w 501"/>
                <a:gd name="T61" fmla="*/ 221 h 234"/>
                <a:gd name="T62" fmla="*/ 288 w 501"/>
                <a:gd name="T63" fmla="*/ 127 h 234"/>
                <a:gd name="T64" fmla="*/ 277 w 501"/>
                <a:gd name="T65" fmla="*/ 54 h 234"/>
                <a:gd name="T66" fmla="*/ 322 w 501"/>
                <a:gd name="T67" fmla="*/ 233 h 234"/>
                <a:gd name="T68" fmla="*/ 326 w 501"/>
                <a:gd name="T69" fmla="*/ 30 h 234"/>
                <a:gd name="T70" fmla="*/ 298 w 501"/>
                <a:gd name="T71" fmla="*/ 17 h 234"/>
                <a:gd name="T72" fmla="*/ 323 w 501"/>
                <a:gd name="T73" fmla="*/ 18 h 234"/>
                <a:gd name="T74" fmla="*/ 338 w 501"/>
                <a:gd name="T75" fmla="*/ 58 h 234"/>
                <a:gd name="T76" fmla="*/ 339 w 501"/>
                <a:gd name="T77" fmla="*/ 43 h 234"/>
                <a:gd name="T78" fmla="*/ 375 w 501"/>
                <a:gd name="T79" fmla="*/ 83 h 234"/>
                <a:gd name="T80" fmla="*/ 364 w 501"/>
                <a:gd name="T81" fmla="*/ 126 h 234"/>
                <a:gd name="T82" fmla="*/ 377 w 501"/>
                <a:gd name="T83" fmla="*/ 50 h 234"/>
                <a:gd name="T84" fmla="*/ 377 w 501"/>
                <a:gd name="T85" fmla="*/ 50 h 234"/>
                <a:gd name="T86" fmla="*/ 447 w 501"/>
                <a:gd name="T87" fmla="*/ 63 h 234"/>
                <a:gd name="T88" fmla="*/ 452 w 501"/>
                <a:gd name="T89" fmla="*/ 58 h 234"/>
                <a:gd name="T90" fmla="*/ 469 w 501"/>
                <a:gd name="T91" fmla="*/ 52 h 234"/>
                <a:gd name="T92" fmla="*/ 414 w 501"/>
                <a:gd name="T93" fmla="*/ 73 h 234"/>
                <a:gd name="T94" fmla="*/ 407 w 501"/>
                <a:gd name="T95" fmla="*/ 71 h 234"/>
                <a:gd name="T96" fmla="*/ 338 w 501"/>
                <a:gd name="T97" fmla="*/ 124 h 234"/>
                <a:gd name="T98" fmla="*/ 390 w 501"/>
                <a:gd name="T99" fmla="*/ 24 h 234"/>
                <a:gd name="T100" fmla="*/ 382 w 501"/>
                <a:gd name="T101" fmla="*/ 48 h 234"/>
                <a:gd name="T102" fmla="*/ 397 w 501"/>
                <a:gd name="T103" fmla="*/ 34 h 234"/>
                <a:gd name="T104" fmla="*/ 362 w 501"/>
                <a:gd name="T105" fmla="*/ 58 h 234"/>
                <a:gd name="T106" fmla="*/ 447 w 501"/>
                <a:gd name="T107" fmla="*/ 110 h 234"/>
                <a:gd name="T108" fmla="*/ 405 w 501"/>
                <a:gd name="T109" fmla="*/ 122 h 234"/>
                <a:gd name="T110" fmla="*/ 443 w 501"/>
                <a:gd name="T111" fmla="*/ 69 h 234"/>
                <a:gd name="T112" fmla="*/ 442 w 501"/>
                <a:gd name="T113" fmla="*/ 82 h 234"/>
                <a:gd name="T114" fmla="*/ 488 w 501"/>
                <a:gd name="T115" fmla="*/ 66 h 234"/>
                <a:gd name="T116" fmla="*/ 473 w 501"/>
                <a:gd name="T117" fmla="*/ 83 h 234"/>
                <a:gd name="T118" fmla="*/ 483 w 501"/>
                <a:gd name="T119" fmla="*/ 176 h 234"/>
                <a:gd name="T120" fmla="*/ 496 w 501"/>
                <a:gd name="T121" fmla="*/ 221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01" h="234">
                  <a:moveTo>
                    <a:pt x="250" y="76"/>
                  </a:moveTo>
                  <a:lnTo>
                    <a:pt x="294" y="76"/>
                  </a:lnTo>
                  <a:lnTo>
                    <a:pt x="294" y="103"/>
                  </a:lnTo>
                  <a:lnTo>
                    <a:pt x="250" y="103"/>
                  </a:lnTo>
                  <a:lnTo>
                    <a:pt x="207" y="103"/>
                  </a:lnTo>
                  <a:lnTo>
                    <a:pt x="207" y="76"/>
                  </a:lnTo>
                  <a:lnTo>
                    <a:pt x="250" y="76"/>
                  </a:lnTo>
                  <a:lnTo>
                    <a:pt x="250" y="76"/>
                  </a:lnTo>
                  <a:close/>
                  <a:moveTo>
                    <a:pt x="250" y="107"/>
                  </a:moveTo>
                  <a:lnTo>
                    <a:pt x="250" y="107"/>
                  </a:lnTo>
                  <a:lnTo>
                    <a:pt x="294" y="107"/>
                  </a:lnTo>
                  <a:lnTo>
                    <a:pt x="294" y="116"/>
                  </a:lnTo>
                  <a:lnTo>
                    <a:pt x="252" y="116"/>
                  </a:lnTo>
                  <a:lnTo>
                    <a:pt x="249" y="116"/>
                  </a:lnTo>
                  <a:lnTo>
                    <a:pt x="207" y="116"/>
                  </a:lnTo>
                  <a:lnTo>
                    <a:pt x="207" y="107"/>
                  </a:lnTo>
                  <a:lnTo>
                    <a:pt x="250" y="107"/>
                  </a:lnTo>
                  <a:lnTo>
                    <a:pt x="250" y="107"/>
                  </a:lnTo>
                  <a:close/>
                  <a:moveTo>
                    <a:pt x="247" y="65"/>
                  </a:moveTo>
                  <a:lnTo>
                    <a:pt x="254" y="65"/>
                  </a:lnTo>
                  <a:lnTo>
                    <a:pt x="294" y="65"/>
                  </a:lnTo>
                  <a:lnTo>
                    <a:pt x="294" y="74"/>
                  </a:lnTo>
                  <a:lnTo>
                    <a:pt x="250" y="74"/>
                  </a:lnTo>
                  <a:lnTo>
                    <a:pt x="250" y="74"/>
                  </a:lnTo>
                  <a:lnTo>
                    <a:pt x="250" y="74"/>
                  </a:lnTo>
                  <a:lnTo>
                    <a:pt x="250" y="74"/>
                  </a:lnTo>
                  <a:lnTo>
                    <a:pt x="207" y="74"/>
                  </a:lnTo>
                  <a:lnTo>
                    <a:pt x="207" y="65"/>
                  </a:lnTo>
                  <a:lnTo>
                    <a:pt x="247" y="65"/>
                  </a:lnTo>
                  <a:lnTo>
                    <a:pt x="247" y="65"/>
                  </a:lnTo>
                  <a:close/>
                  <a:moveTo>
                    <a:pt x="225" y="118"/>
                  </a:moveTo>
                  <a:lnTo>
                    <a:pt x="224" y="118"/>
                  </a:lnTo>
                  <a:lnTo>
                    <a:pt x="222" y="121"/>
                  </a:lnTo>
                  <a:lnTo>
                    <a:pt x="221" y="122"/>
                  </a:lnTo>
                  <a:lnTo>
                    <a:pt x="220" y="124"/>
                  </a:lnTo>
                  <a:lnTo>
                    <a:pt x="218" y="125"/>
                  </a:lnTo>
                  <a:lnTo>
                    <a:pt x="217" y="126"/>
                  </a:lnTo>
                  <a:lnTo>
                    <a:pt x="214" y="126"/>
                  </a:lnTo>
                  <a:lnTo>
                    <a:pt x="214" y="126"/>
                  </a:lnTo>
                  <a:lnTo>
                    <a:pt x="214" y="127"/>
                  </a:lnTo>
                  <a:lnTo>
                    <a:pt x="214" y="128"/>
                  </a:lnTo>
                  <a:lnTo>
                    <a:pt x="213" y="129"/>
                  </a:lnTo>
                  <a:lnTo>
                    <a:pt x="213" y="130"/>
                  </a:lnTo>
                  <a:lnTo>
                    <a:pt x="212" y="131"/>
                  </a:lnTo>
                  <a:lnTo>
                    <a:pt x="211" y="132"/>
                  </a:lnTo>
                  <a:lnTo>
                    <a:pt x="209" y="133"/>
                  </a:lnTo>
                  <a:lnTo>
                    <a:pt x="208" y="133"/>
                  </a:lnTo>
                  <a:lnTo>
                    <a:pt x="208" y="118"/>
                  </a:lnTo>
                  <a:lnTo>
                    <a:pt x="225" y="118"/>
                  </a:lnTo>
                  <a:lnTo>
                    <a:pt x="225" y="118"/>
                  </a:lnTo>
                  <a:close/>
                  <a:moveTo>
                    <a:pt x="207" y="62"/>
                  </a:moveTo>
                  <a:lnTo>
                    <a:pt x="209" y="62"/>
                  </a:lnTo>
                  <a:lnTo>
                    <a:pt x="212" y="62"/>
                  </a:lnTo>
                  <a:lnTo>
                    <a:pt x="216" y="62"/>
                  </a:lnTo>
                  <a:lnTo>
                    <a:pt x="219" y="61"/>
                  </a:lnTo>
                  <a:lnTo>
                    <a:pt x="221" y="59"/>
                  </a:lnTo>
                  <a:lnTo>
                    <a:pt x="222" y="58"/>
                  </a:lnTo>
                  <a:lnTo>
                    <a:pt x="222" y="58"/>
                  </a:lnTo>
                  <a:lnTo>
                    <a:pt x="223" y="56"/>
                  </a:lnTo>
                  <a:lnTo>
                    <a:pt x="224" y="54"/>
                  </a:lnTo>
                  <a:lnTo>
                    <a:pt x="224" y="54"/>
                  </a:lnTo>
                  <a:lnTo>
                    <a:pt x="224" y="53"/>
                  </a:lnTo>
                  <a:lnTo>
                    <a:pt x="224" y="52"/>
                  </a:lnTo>
                  <a:lnTo>
                    <a:pt x="222" y="49"/>
                  </a:lnTo>
                  <a:lnTo>
                    <a:pt x="220" y="46"/>
                  </a:lnTo>
                  <a:lnTo>
                    <a:pt x="218" y="45"/>
                  </a:lnTo>
                  <a:lnTo>
                    <a:pt x="217" y="45"/>
                  </a:lnTo>
                  <a:lnTo>
                    <a:pt x="215" y="45"/>
                  </a:lnTo>
                  <a:lnTo>
                    <a:pt x="214" y="46"/>
                  </a:lnTo>
                  <a:lnTo>
                    <a:pt x="211" y="49"/>
                  </a:lnTo>
                  <a:lnTo>
                    <a:pt x="209" y="52"/>
                  </a:lnTo>
                  <a:lnTo>
                    <a:pt x="208" y="53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62"/>
                  </a:lnTo>
                  <a:lnTo>
                    <a:pt x="207" y="62"/>
                  </a:lnTo>
                  <a:close/>
                  <a:moveTo>
                    <a:pt x="203" y="53"/>
                  </a:moveTo>
                  <a:lnTo>
                    <a:pt x="179" y="53"/>
                  </a:lnTo>
                  <a:lnTo>
                    <a:pt x="179" y="233"/>
                  </a:lnTo>
                  <a:lnTo>
                    <a:pt x="203" y="233"/>
                  </a:lnTo>
                  <a:lnTo>
                    <a:pt x="203" y="53"/>
                  </a:lnTo>
                  <a:lnTo>
                    <a:pt x="203" y="53"/>
                  </a:lnTo>
                  <a:close/>
                  <a:moveTo>
                    <a:pt x="206" y="30"/>
                  </a:moveTo>
                  <a:lnTo>
                    <a:pt x="206" y="30"/>
                  </a:lnTo>
                  <a:lnTo>
                    <a:pt x="207" y="30"/>
                  </a:lnTo>
                  <a:lnTo>
                    <a:pt x="207" y="30"/>
                  </a:lnTo>
                  <a:lnTo>
                    <a:pt x="207" y="30"/>
                  </a:lnTo>
                  <a:lnTo>
                    <a:pt x="207" y="48"/>
                  </a:lnTo>
                  <a:lnTo>
                    <a:pt x="207" y="49"/>
                  </a:lnTo>
                  <a:lnTo>
                    <a:pt x="207" y="50"/>
                  </a:lnTo>
                  <a:lnTo>
                    <a:pt x="206" y="50"/>
                  </a:lnTo>
                  <a:lnTo>
                    <a:pt x="206" y="50"/>
                  </a:lnTo>
                  <a:lnTo>
                    <a:pt x="177" y="50"/>
                  </a:lnTo>
                  <a:lnTo>
                    <a:pt x="176" y="50"/>
                  </a:lnTo>
                  <a:lnTo>
                    <a:pt x="175" y="50"/>
                  </a:lnTo>
                  <a:lnTo>
                    <a:pt x="175" y="49"/>
                  </a:lnTo>
                  <a:lnTo>
                    <a:pt x="175" y="48"/>
                  </a:lnTo>
                  <a:lnTo>
                    <a:pt x="175" y="30"/>
                  </a:lnTo>
                  <a:lnTo>
                    <a:pt x="175" y="30"/>
                  </a:lnTo>
                  <a:lnTo>
                    <a:pt x="175" y="30"/>
                  </a:lnTo>
                  <a:lnTo>
                    <a:pt x="176" y="30"/>
                  </a:lnTo>
                  <a:lnTo>
                    <a:pt x="177" y="30"/>
                  </a:lnTo>
                  <a:lnTo>
                    <a:pt x="206" y="30"/>
                  </a:lnTo>
                  <a:lnTo>
                    <a:pt x="206" y="30"/>
                  </a:lnTo>
                  <a:close/>
                  <a:moveTo>
                    <a:pt x="190" y="0"/>
                  </a:moveTo>
                  <a:lnTo>
                    <a:pt x="191" y="0"/>
                  </a:lnTo>
                  <a:lnTo>
                    <a:pt x="191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3" y="1"/>
                  </a:lnTo>
                  <a:lnTo>
                    <a:pt x="194" y="1"/>
                  </a:lnTo>
                  <a:lnTo>
                    <a:pt x="195" y="2"/>
                  </a:lnTo>
                  <a:lnTo>
                    <a:pt x="196" y="3"/>
                  </a:lnTo>
                  <a:lnTo>
                    <a:pt x="198" y="5"/>
                  </a:lnTo>
                  <a:lnTo>
                    <a:pt x="198" y="7"/>
                  </a:lnTo>
                  <a:lnTo>
                    <a:pt x="199" y="11"/>
                  </a:lnTo>
                  <a:lnTo>
                    <a:pt x="199" y="13"/>
                  </a:lnTo>
                  <a:lnTo>
                    <a:pt x="201" y="14"/>
                  </a:lnTo>
                  <a:lnTo>
                    <a:pt x="202" y="14"/>
                  </a:lnTo>
                  <a:lnTo>
                    <a:pt x="202" y="16"/>
                  </a:lnTo>
                  <a:lnTo>
                    <a:pt x="203" y="17"/>
                  </a:lnTo>
                  <a:lnTo>
                    <a:pt x="204" y="18"/>
                  </a:lnTo>
                  <a:lnTo>
                    <a:pt x="204" y="20"/>
                  </a:lnTo>
                  <a:lnTo>
                    <a:pt x="203" y="22"/>
                  </a:lnTo>
                  <a:lnTo>
                    <a:pt x="202" y="22"/>
                  </a:lnTo>
                  <a:lnTo>
                    <a:pt x="202" y="25"/>
                  </a:lnTo>
                  <a:lnTo>
                    <a:pt x="202" y="26"/>
                  </a:lnTo>
                  <a:lnTo>
                    <a:pt x="202" y="26"/>
                  </a:lnTo>
                  <a:lnTo>
                    <a:pt x="202" y="26"/>
                  </a:lnTo>
                  <a:lnTo>
                    <a:pt x="202" y="27"/>
                  </a:lnTo>
                  <a:lnTo>
                    <a:pt x="201" y="27"/>
                  </a:lnTo>
                  <a:lnTo>
                    <a:pt x="191" y="27"/>
                  </a:lnTo>
                  <a:lnTo>
                    <a:pt x="182" y="27"/>
                  </a:lnTo>
                  <a:lnTo>
                    <a:pt x="181" y="27"/>
                  </a:lnTo>
                  <a:lnTo>
                    <a:pt x="181" y="26"/>
                  </a:lnTo>
                  <a:lnTo>
                    <a:pt x="181" y="26"/>
                  </a:lnTo>
                  <a:lnTo>
                    <a:pt x="181" y="26"/>
                  </a:lnTo>
                  <a:lnTo>
                    <a:pt x="181" y="25"/>
                  </a:lnTo>
                  <a:lnTo>
                    <a:pt x="180" y="22"/>
                  </a:lnTo>
                  <a:lnTo>
                    <a:pt x="179" y="22"/>
                  </a:lnTo>
                  <a:lnTo>
                    <a:pt x="178" y="20"/>
                  </a:lnTo>
                  <a:lnTo>
                    <a:pt x="178" y="18"/>
                  </a:lnTo>
                  <a:lnTo>
                    <a:pt x="179" y="17"/>
                  </a:lnTo>
                  <a:lnTo>
                    <a:pt x="180" y="16"/>
                  </a:lnTo>
                  <a:lnTo>
                    <a:pt x="181" y="14"/>
                  </a:lnTo>
                  <a:lnTo>
                    <a:pt x="182" y="14"/>
                  </a:lnTo>
                  <a:lnTo>
                    <a:pt x="183" y="13"/>
                  </a:lnTo>
                  <a:lnTo>
                    <a:pt x="183" y="11"/>
                  </a:lnTo>
                  <a:lnTo>
                    <a:pt x="184" y="7"/>
                  </a:lnTo>
                  <a:lnTo>
                    <a:pt x="186" y="5"/>
                  </a:lnTo>
                  <a:lnTo>
                    <a:pt x="186" y="3"/>
                  </a:lnTo>
                  <a:lnTo>
                    <a:pt x="187" y="2"/>
                  </a:lnTo>
                  <a:lnTo>
                    <a:pt x="188" y="1"/>
                  </a:lnTo>
                  <a:lnTo>
                    <a:pt x="190" y="1"/>
                  </a:lnTo>
                  <a:lnTo>
                    <a:pt x="190" y="0"/>
                  </a:lnTo>
                  <a:lnTo>
                    <a:pt x="190" y="0"/>
                  </a:lnTo>
                  <a:close/>
                  <a:moveTo>
                    <a:pt x="174" y="52"/>
                  </a:moveTo>
                  <a:lnTo>
                    <a:pt x="174" y="62"/>
                  </a:lnTo>
                  <a:lnTo>
                    <a:pt x="168" y="62"/>
                  </a:lnTo>
                  <a:lnTo>
                    <a:pt x="166" y="62"/>
                  </a:lnTo>
                  <a:lnTo>
                    <a:pt x="166" y="61"/>
                  </a:lnTo>
                  <a:lnTo>
                    <a:pt x="164" y="59"/>
                  </a:lnTo>
                  <a:lnTo>
                    <a:pt x="163" y="58"/>
                  </a:lnTo>
                  <a:lnTo>
                    <a:pt x="162" y="55"/>
                  </a:lnTo>
                  <a:lnTo>
                    <a:pt x="162" y="54"/>
                  </a:lnTo>
                  <a:lnTo>
                    <a:pt x="161" y="53"/>
                  </a:lnTo>
                  <a:lnTo>
                    <a:pt x="159" y="51"/>
                  </a:lnTo>
                  <a:lnTo>
                    <a:pt x="158" y="50"/>
                  </a:lnTo>
                  <a:lnTo>
                    <a:pt x="156" y="47"/>
                  </a:lnTo>
                  <a:lnTo>
                    <a:pt x="156" y="46"/>
                  </a:lnTo>
                  <a:lnTo>
                    <a:pt x="156" y="46"/>
                  </a:lnTo>
                  <a:lnTo>
                    <a:pt x="156" y="45"/>
                  </a:lnTo>
                  <a:lnTo>
                    <a:pt x="157" y="44"/>
                  </a:lnTo>
                  <a:lnTo>
                    <a:pt x="158" y="42"/>
                  </a:lnTo>
                  <a:lnTo>
                    <a:pt x="159" y="42"/>
                  </a:lnTo>
                  <a:lnTo>
                    <a:pt x="160" y="42"/>
                  </a:lnTo>
                  <a:lnTo>
                    <a:pt x="161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3"/>
                  </a:lnTo>
                  <a:lnTo>
                    <a:pt x="161" y="44"/>
                  </a:lnTo>
                  <a:lnTo>
                    <a:pt x="162" y="45"/>
                  </a:lnTo>
                  <a:lnTo>
                    <a:pt x="162" y="46"/>
                  </a:lnTo>
                  <a:lnTo>
                    <a:pt x="163" y="46"/>
                  </a:lnTo>
                  <a:lnTo>
                    <a:pt x="164" y="46"/>
                  </a:lnTo>
                  <a:lnTo>
                    <a:pt x="166" y="47"/>
                  </a:lnTo>
                  <a:lnTo>
                    <a:pt x="169" y="48"/>
                  </a:lnTo>
                  <a:lnTo>
                    <a:pt x="170" y="50"/>
                  </a:lnTo>
                  <a:lnTo>
                    <a:pt x="171" y="51"/>
                  </a:lnTo>
                  <a:lnTo>
                    <a:pt x="173" y="52"/>
                  </a:lnTo>
                  <a:lnTo>
                    <a:pt x="174" y="52"/>
                  </a:lnTo>
                  <a:lnTo>
                    <a:pt x="174" y="52"/>
                  </a:lnTo>
                  <a:close/>
                  <a:moveTo>
                    <a:pt x="175" y="65"/>
                  </a:moveTo>
                  <a:lnTo>
                    <a:pt x="168" y="65"/>
                  </a:lnTo>
                  <a:lnTo>
                    <a:pt x="168" y="74"/>
                  </a:lnTo>
                  <a:lnTo>
                    <a:pt x="175" y="74"/>
                  </a:lnTo>
                  <a:lnTo>
                    <a:pt x="175" y="65"/>
                  </a:lnTo>
                  <a:lnTo>
                    <a:pt x="175" y="65"/>
                  </a:lnTo>
                  <a:close/>
                  <a:moveTo>
                    <a:pt x="175" y="76"/>
                  </a:moveTo>
                  <a:lnTo>
                    <a:pt x="126" y="76"/>
                  </a:lnTo>
                  <a:lnTo>
                    <a:pt x="126" y="83"/>
                  </a:lnTo>
                  <a:lnTo>
                    <a:pt x="175" y="83"/>
                  </a:lnTo>
                  <a:lnTo>
                    <a:pt x="175" y="76"/>
                  </a:lnTo>
                  <a:lnTo>
                    <a:pt x="175" y="76"/>
                  </a:lnTo>
                  <a:close/>
                  <a:moveTo>
                    <a:pt x="175" y="86"/>
                  </a:moveTo>
                  <a:lnTo>
                    <a:pt x="126" y="86"/>
                  </a:lnTo>
                  <a:lnTo>
                    <a:pt x="126" y="107"/>
                  </a:lnTo>
                  <a:lnTo>
                    <a:pt x="175" y="107"/>
                  </a:lnTo>
                  <a:lnTo>
                    <a:pt x="175" y="86"/>
                  </a:lnTo>
                  <a:lnTo>
                    <a:pt x="175" y="86"/>
                  </a:lnTo>
                  <a:close/>
                  <a:moveTo>
                    <a:pt x="175" y="110"/>
                  </a:moveTo>
                  <a:lnTo>
                    <a:pt x="126" y="110"/>
                  </a:lnTo>
                  <a:lnTo>
                    <a:pt x="126" y="117"/>
                  </a:lnTo>
                  <a:lnTo>
                    <a:pt x="175" y="117"/>
                  </a:lnTo>
                  <a:lnTo>
                    <a:pt x="175" y="110"/>
                  </a:lnTo>
                  <a:lnTo>
                    <a:pt x="175" y="110"/>
                  </a:lnTo>
                  <a:close/>
                  <a:moveTo>
                    <a:pt x="140" y="121"/>
                  </a:moveTo>
                  <a:lnTo>
                    <a:pt x="141" y="121"/>
                  </a:lnTo>
                  <a:lnTo>
                    <a:pt x="140" y="122"/>
                  </a:lnTo>
                  <a:lnTo>
                    <a:pt x="139" y="122"/>
                  </a:lnTo>
                  <a:lnTo>
                    <a:pt x="138" y="124"/>
                  </a:lnTo>
                  <a:lnTo>
                    <a:pt x="137" y="126"/>
                  </a:lnTo>
                  <a:lnTo>
                    <a:pt x="135" y="126"/>
                  </a:lnTo>
                  <a:lnTo>
                    <a:pt x="134" y="128"/>
                  </a:lnTo>
                  <a:lnTo>
                    <a:pt x="132" y="128"/>
                  </a:lnTo>
                  <a:lnTo>
                    <a:pt x="130" y="129"/>
                  </a:lnTo>
                  <a:lnTo>
                    <a:pt x="130" y="130"/>
                  </a:lnTo>
                  <a:lnTo>
                    <a:pt x="129" y="132"/>
                  </a:lnTo>
                  <a:lnTo>
                    <a:pt x="128" y="134"/>
                  </a:lnTo>
                  <a:lnTo>
                    <a:pt x="127" y="134"/>
                  </a:lnTo>
                  <a:lnTo>
                    <a:pt x="126" y="134"/>
                  </a:lnTo>
                  <a:lnTo>
                    <a:pt x="126" y="134"/>
                  </a:lnTo>
                  <a:lnTo>
                    <a:pt x="126" y="134"/>
                  </a:lnTo>
                  <a:lnTo>
                    <a:pt x="126" y="121"/>
                  </a:lnTo>
                  <a:lnTo>
                    <a:pt x="140" y="121"/>
                  </a:lnTo>
                  <a:lnTo>
                    <a:pt x="140" y="121"/>
                  </a:lnTo>
                  <a:close/>
                  <a:moveTo>
                    <a:pt x="122" y="73"/>
                  </a:moveTo>
                  <a:lnTo>
                    <a:pt x="100" y="73"/>
                  </a:lnTo>
                  <a:lnTo>
                    <a:pt x="100" y="233"/>
                  </a:lnTo>
                  <a:lnTo>
                    <a:pt x="122" y="233"/>
                  </a:lnTo>
                  <a:lnTo>
                    <a:pt x="122" y="73"/>
                  </a:lnTo>
                  <a:lnTo>
                    <a:pt x="122" y="73"/>
                  </a:lnTo>
                  <a:close/>
                  <a:moveTo>
                    <a:pt x="124" y="50"/>
                  </a:moveTo>
                  <a:lnTo>
                    <a:pt x="98" y="50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96" y="51"/>
                  </a:lnTo>
                  <a:lnTo>
                    <a:pt x="96" y="51"/>
                  </a:lnTo>
                  <a:lnTo>
                    <a:pt x="96" y="67"/>
                  </a:lnTo>
                  <a:lnTo>
                    <a:pt x="96" y="68"/>
                  </a:lnTo>
                  <a:lnTo>
                    <a:pt x="97" y="68"/>
                  </a:lnTo>
                  <a:lnTo>
                    <a:pt x="97" y="68"/>
                  </a:lnTo>
                  <a:lnTo>
                    <a:pt x="98" y="69"/>
                  </a:lnTo>
                  <a:lnTo>
                    <a:pt x="124" y="69"/>
                  </a:lnTo>
                  <a:lnTo>
                    <a:pt x="125" y="68"/>
                  </a:lnTo>
                  <a:lnTo>
                    <a:pt x="125" y="68"/>
                  </a:lnTo>
                  <a:lnTo>
                    <a:pt x="125" y="68"/>
                  </a:lnTo>
                  <a:lnTo>
                    <a:pt x="125" y="67"/>
                  </a:lnTo>
                  <a:lnTo>
                    <a:pt x="125" y="51"/>
                  </a:lnTo>
                  <a:lnTo>
                    <a:pt x="125" y="51"/>
                  </a:lnTo>
                  <a:lnTo>
                    <a:pt x="125" y="50"/>
                  </a:lnTo>
                  <a:lnTo>
                    <a:pt x="125" y="50"/>
                  </a:lnTo>
                  <a:lnTo>
                    <a:pt x="124" y="50"/>
                  </a:lnTo>
                  <a:lnTo>
                    <a:pt x="124" y="50"/>
                  </a:lnTo>
                  <a:close/>
                  <a:moveTo>
                    <a:pt x="52" y="79"/>
                  </a:moveTo>
                  <a:lnTo>
                    <a:pt x="30" y="79"/>
                  </a:lnTo>
                  <a:lnTo>
                    <a:pt x="30" y="232"/>
                  </a:lnTo>
                  <a:lnTo>
                    <a:pt x="51" y="232"/>
                  </a:lnTo>
                  <a:lnTo>
                    <a:pt x="51" y="88"/>
                  </a:lnTo>
                  <a:lnTo>
                    <a:pt x="52" y="88"/>
                  </a:lnTo>
                  <a:lnTo>
                    <a:pt x="52" y="79"/>
                  </a:lnTo>
                  <a:lnTo>
                    <a:pt x="52" y="79"/>
                  </a:lnTo>
                  <a:close/>
                  <a:moveTo>
                    <a:pt x="54" y="63"/>
                  </a:moveTo>
                  <a:lnTo>
                    <a:pt x="30" y="63"/>
                  </a:lnTo>
                  <a:lnTo>
                    <a:pt x="29" y="63"/>
                  </a:lnTo>
                  <a:lnTo>
                    <a:pt x="29" y="64"/>
                  </a:lnTo>
                  <a:lnTo>
                    <a:pt x="29" y="76"/>
                  </a:lnTo>
                  <a:lnTo>
                    <a:pt x="29" y="77"/>
                  </a:lnTo>
                  <a:lnTo>
                    <a:pt x="30" y="78"/>
                  </a:lnTo>
                  <a:lnTo>
                    <a:pt x="54" y="78"/>
                  </a:lnTo>
                  <a:lnTo>
                    <a:pt x="54" y="77"/>
                  </a:lnTo>
                  <a:lnTo>
                    <a:pt x="54" y="76"/>
                  </a:lnTo>
                  <a:lnTo>
                    <a:pt x="54" y="64"/>
                  </a:lnTo>
                  <a:lnTo>
                    <a:pt x="54" y="63"/>
                  </a:lnTo>
                  <a:lnTo>
                    <a:pt x="54" y="63"/>
                  </a:lnTo>
                  <a:lnTo>
                    <a:pt x="54" y="63"/>
                  </a:lnTo>
                  <a:close/>
                  <a:moveTo>
                    <a:pt x="42" y="39"/>
                  </a:moveTo>
                  <a:lnTo>
                    <a:pt x="42" y="39"/>
                  </a:lnTo>
                  <a:lnTo>
                    <a:pt x="43" y="39"/>
                  </a:lnTo>
                  <a:lnTo>
                    <a:pt x="45" y="40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47" y="45"/>
                  </a:lnTo>
                  <a:lnTo>
                    <a:pt x="48" y="47"/>
                  </a:lnTo>
                  <a:lnTo>
                    <a:pt x="49" y="49"/>
                  </a:lnTo>
                  <a:lnTo>
                    <a:pt x="50" y="50"/>
                  </a:lnTo>
                  <a:lnTo>
                    <a:pt x="50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1" y="53"/>
                  </a:lnTo>
                  <a:lnTo>
                    <a:pt x="51" y="54"/>
                  </a:lnTo>
                  <a:lnTo>
                    <a:pt x="51" y="55"/>
                  </a:lnTo>
                  <a:lnTo>
                    <a:pt x="50" y="56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8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1"/>
                  </a:lnTo>
                  <a:lnTo>
                    <a:pt x="50" y="61"/>
                  </a:lnTo>
                  <a:lnTo>
                    <a:pt x="42" y="61"/>
                  </a:lnTo>
                  <a:lnTo>
                    <a:pt x="42" y="61"/>
                  </a:lnTo>
                  <a:lnTo>
                    <a:pt x="42" y="61"/>
                  </a:lnTo>
                  <a:lnTo>
                    <a:pt x="34" y="61"/>
                  </a:lnTo>
                  <a:lnTo>
                    <a:pt x="34" y="61"/>
                  </a:lnTo>
                  <a:lnTo>
                    <a:pt x="34" y="59"/>
                  </a:lnTo>
                  <a:lnTo>
                    <a:pt x="34" y="59"/>
                  </a:lnTo>
                  <a:lnTo>
                    <a:pt x="34" y="58"/>
                  </a:lnTo>
                  <a:lnTo>
                    <a:pt x="34" y="58"/>
                  </a:lnTo>
                  <a:lnTo>
                    <a:pt x="34" y="58"/>
                  </a:lnTo>
                  <a:lnTo>
                    <a:pt x="34" y="57"/>
                  </a:lnTo>
                  <a:lnTo>
                    <a:pt x="34" y="56"/>
                  </a:lnTo>
                  <a:lnTo>
                    <a:pt x="33" y="55"/>
                  </a:lnTo>
                  <a:lnTo>
                    <a:pt x="32" y="54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49"/>
                  </a:lnTo>
                  <a:lnTo>
                    <a:pt x="35" y="47"/>
                  </a:lnTo>
                  <a:lnTo>
                    <a:pt x="36" y="45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39" y="40"/>
                  </a:lnTo>
                  <a:lnTo>
                    <a:pt x="40" y="39"/>
                  </a:lnTo>
                  <a:lnTo>
                    <a:pt x="41" y="39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42" y="39"/>
                  </a:lnTo>
                  <a:close/>
                  <a:moveTo>
                    <a:pt x="96" y="74"/>
                  </a:moveTo>
                  <a:lnTo>
                    <a:pt x="92" y="74"/>
                  </a:lnTo>
                  <a:lnTo>
                    <a:pt x="90" y="74"/>
                  </a:lnTo>
                  <a:lnTo>
                    <a:pt x="90" y="74"/>
                  </a:lnTo>
                  <a:lnTo>
                    <a:pt x="89" y="74"/>
                  </a:lnTo>
                  <a:lnTo>
                    <a:pt x="88" y="73"/>
                  </a:lnTo>
                  <a:lnTo>
                    <a:pt x="86" y="71"/>
                  </a:lnTo>
                  <a:lnTo>
                    <a:pt x="86" y="69"/>
                  </a:lnTo>
                  <a:lnTo>
                    <a:pt x="83" y="65"/>
                  </a:lnTo>
                  <a:lnTo>
                    <a:pt x="81" y="61"/>
                  </a:lnTo>
                  <a:lnTo>
                    <a:pt x="81" y="59"/>
                  </a:lnTo>
                  <a:lnTo>
                    <a:pt x="82" y="59"/>
                  </a:lnTo>
                  <a:lnTo>
                    <a:pt x="82" y="58"/>
                  </a:lnTo>
                  <a:lnTo>
                    <a:pt x="82" y="58"/>
                  </a:lnTo>
                  <a:lnTo>
                    <a:pt x="84" y="57"/>
                  </a:lnTo>
                  <a:lnTo>
                    <a:pt x="84" y="57"/>
                  </a:lnTo>
                  <a:lnTo>
                    <a:pt x="86" y="56"/>
                  </a:lnTo>
                  <a:lnTo>
                    <a:pt x="86" y="56"/>
                  </a:lnTo>
                  <a:lnTo>
                    <a:pt x="86" y="57"/>
                  </a:lnTo>
                  <a:lnTo>
                    <a:pt x="87" y="57"/>
                  </a:lnTo>
                  <a:lnTo>
                    <a:pt x="86" y="58"/>
                  </a:lnTo>
                  <a:lnTo>
                    <a:pt x="86" y="59"/>
                  </a:lnTo>
                  <a:lnTo>
                    <a:pt x="90" y="62"/>
                  </a:lnTo>
                  <a:lnTo>
                    <a:pt x="94" y="65"/>
                  </a:lnTo>
                  <a:lnTo>
                    <a:pt x="94" y="67"/>
                  </a:lnTo>
                  <a:lnTo>
                    <a:pt x="95" y="70"/>
                  </a:lnTo>
                  <a:lnTo>
                    <a:pt x="95" y="71"/>
                  </a:lnTo>
                  <a:lnTo>
                    <a:pt x="95" y="71"/>
                  </a:lnTo>
                  <a:lnTo>
                    <a:pt x="96" y="71"/>
                  </a:lnTo>
                  <a:lnTo>
                    <a:pt x="96" y="74"/>
                  </a:lnTo>
                  <a:lnTo>
                    <a:pt x="96" y="74"/>
                  </a:lnTo>
                  <a:close/>
                  <a:moveTo>
                    <a:pt x="96" y="76"/>
                  </a:moveTo>
                  <a:lnTo>
                    <a:pt x="91" y="76"/>
                  </a:lnTo>
                  <a:lnTo>
                    <a:pt x="91" y="83"/>
                  </a:lnTo>
                  <a:lnTo>
                    <a:pt x="96" y="83"/>
                  </a:lnTo>
                  <a:lnTo>
                    <a:pt x="96" y="76"/>
                  </a:lnTo>
                  <a:lnTo>
                    <a:pt x="96" y="76"/>
                  </a:lnTo>
                  <a:close/>
                  <a:moveTo>
                    <a:pt x="96" y="84"/>
                  </a:moveTo>
                  <a:lnTo>
                    <a:pt x="54" y="84"/>
                  </a:lnTo>
                  <a:lnTo>
                    <a:pt x="54" y="92"/>
                  </a:lnTo>
                  <a:lnTo>
                    <a:pt x="96" y="92"/>
                  </a:lnTo>
                  <a:lnTo>
                    <a:pt x="96" y="84"/>
                  </a:lnTo>
                  <a:lnTo>
                    <a:pt x="96" y="84"/>
                  </a:lnTo>
                  <a:close/>
                  <a:moveTo>
                    <a:pt x="162" y="121"/>
                  </a:moveTo>
                  <a:lnTo>
                    <a:pt x="161" y="121"/>
                  </a:lnTo>
                  <a:lnTo>
                    <a:pt x="162" y="122"/>
                  </a:lnTo>
                  <a:lnTo>
                    <a:pt x="162" y="122"/>
                  </a:lnTo>
                  <a:lnTo>
                    <a:pt x="163" y="124"/>
                  </a:lnTo>
                  <a:lnTo>
                    <a:pt x="164" y="126"/>
                  </a:lnTo>
                  <a:lnTo>
                    <a:pt x="166" y="126"/>
                  </a:lnTo>
                  <a:lnTo>
                    <a:pt x="167" y="128"/>
                  </a:lnTo>
                  <a:lnTo>
                    <a:pt x="169" y="128"/>
                  </a:lnTo>
                  <a:lnTo>
                    <a:pt x="170" y="129"/>
                  </a:lnTo>
                  <a:lnTo>
                    <a:pt x="171" y="130"/>
                  </a:lnTo>
                  <a:lnTo>
                    <a:pt x="172" y="132"/>
                  </a:lnTo>
                  <a:lnTo>
                    <a:pt x="173" y="134"/>
                  </a:lnTo>
                  <a:lnTo>
                    <a:pt x="174" y="134"/>
                  </a:lnTo>
                  <a:lnTo>
                    <a:pt x="174" y="134"/>
                  </a:lnTo>
                  <a:lnTo>
                    <a:pt x="175" y="134"/>
                  </a:lnTo>
                  <a:lnTo>
                    <a:pt x="175" y="134"/>
                  </a:lnTo>
                  <a:lnTo>
                    <a:pt x="175" y="121"/>
                  </a:lnTo>
                  <a:lnTo>
                    <a:pt x="162" y="121"/>
                  </a:lnTo>
                  <a:lnTo>
                    <a:pt x="162" y="121"/>
                  </a:lnTo>
                  <a:close/>
                  <a:moveTo>
                    <a:pt x="110" y="25"/>
                  </a:moveTo>
                  <a:lnTo>
                    <a:pt x="110" y="25"/>
                  </a:lnTo>
                  <a:lnTo>
                    <a:pt x="110" y="25"/>
                  </a:lnTo>
                  <a:lnTo>
                    <a:pt x="110" y="24"/>
                  </a:lnTo>
                  <a:lnTo>
                    <a:pt x="110" y="24"/>
                  </a:lnTo>
                  <a:lnTo>
                    <a:pt x="111" y="24"/>
                  </a:lnTo>
                  <a:lnTo>
                    <a:pt x="111" y="24"/>
                  </a:lnTo>
                  <a:lnTo>
                    <a:pt x="112" y="25"/>
                  </a:lnTo>
                  <a:lnTo>
                    <a:pt x="114" y="25"/>
                  </a:lnTo>
                  <a:lnTo>
                    <a:pt x="114" y="26"/>
                  </a:lnTo>
                  <a:lnTo>
                    <a:pt x="115" y="27"/>
                  </a:lnTo>
                  <a:lnTo>
                    <a:pt x="116" y="29"/>
                  </a:lnTo>
                  <a:lnTo>
                    <a:pt x="117" y="31"/>
                  </a:lnTo>
                  <a:lnTo>
                    <a:pt x="117" y="34"/>
                  </a:lnTo>
                  <a:lnTo>
                    <a:pt x="118" y="35"/>
                  </a:lnTo>
                  <a:lnTo>
                    <a:pt x="118" y="36"/>
                  </a:lnTo>
                  <a:lnTo>
                    <a:pt x="119" y="37"/>
                  </a:lnTo>
                  <a:lnTo>
                    <a:pt x="121" y="38"/>
                  </a:lnTo>
                  <a:lnTo>
                    <a:pt x="121" y="4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22" y="44"/>
                  </a:lnTo>
                  <a:lnTo>
                    <a:pt x="121" y="45"/>
                  </a:lnTo>
                  <a:lnTo>
                    <a:pt x="120" y="46"/>
                  </a:lnTo>
                  <a:lnTo>
                    <a:pt x="120" y="47"/>
                  </a:lnTo>
                  <a:lnTo>
                    <a:pt x="120" y="47"/>
                  </a:lnTo>
                  <a:lnTo>
                    <a:pt x="119" y="48"/>
                  </a:lnTo>
                  <a:lnTo>
                    <a:pt x="119" y="48"/>
                  </a:lnTo>
                  <a:lnTo>
                    <a:pt x="118" y="48"/>
                  </a:lnTo>
                  <a:lnTo>
                    <a:pt x="111" y="48"/>
                  </a:lnTo>
                  <a:lnTo>
                    <a:pt x="111" y="48"/>
                  </a:lnTo>
                  <a:lnTo>
                    <a:pt x="110" y="48"/>
                  </a:lnTo>
                  <a:lnTo>
                    <a:pt x="103" y="48"/>
                  </a:lnTo>
                  <a:lnTo>
                    <a:pt x="102" y="48"/>
                  </a:lnTo>
                  <a:lnTo>
                    <a:pt x="102" y="48"/>
                  </a:lnTo>
                  <a:lnTo>
                    <a:pt x="102" y="48"/>
                  </a:lnTo>
                  <a:lnTo>
                    <a:pt x="102" y="47"/>
                  </a:lnTo>
                  <a:lnTo>
                    <a:pt x="102" y="46"/>
                  </a:lnTo>
                  <a:lnTo>
                    <a:pt x="101" y="46"/>
                  </a:lnTo>
                  <a:lnTo>
                    <a:pt x="100" y="44"/>
                  </a:lnTo>
                  <a:lnTo>
                    <a:pt x="99" y="43"/>
                  </a:lnTo>
                  <a:lnTo>
                    <a:pt x="100" y="42"/>
                  </a:lnTo>
                  <a:lnTo>
                    <a:pt x="100" y="40"/>
                  </a:lnTo>
                  <a:lnTo>
                    <a:pt x="101" y="38"/>
                  </a:lnTo>
                  <a:lnTo>
                    <a:pt x="102" y="38"/>
                  </a:lnTo>
                  <a:lnTo>
                    <a:pt x="103" y="37"/>
                  </a:lnTo>
                  <a:lnTo>
                    <a:pt x="104" y="35"/>
                  </a:lnTo>
                  <a:lnTo>
                    <a:pt x="104" y="34"/>
                  </a:lnTo>
                  <a:lnTo>
                    <a:pt x="105" y="31"/>
                  </a:lnTo>
                  <a:lnTo>
                    <a:pt x="106" y="30"/>
                  </a:lnTo>
                  <a:lnTo>
                    <a:pt x="106" y="27"/>
                  </a:lnTo>
                  <a:lnTo>
                    <a:pt x="107" y="26"/>
                  </a:lnTo>
                  <a:lnTo>
                    <a:pt x="108" y="26"/>
                  </a:lnTo>
                  <a:lnTo>
                    <a:pt x="110" y="25"/>
                  </a:lnTo>
                  <a:lnTo>
                    <a:pt x="110" y="25"/>
                  </a:lnTo>
                  <a:lnTo>
                    <a:pt x="110" y="25"/>
                  </a:lnTo>
                  <a:close/>
                  <a:moveTo>
                    <a:pt x="126" y="74"/>
                  </a:moveTo>
                  <a:lnTo>
                    <a:pt x="130" y="74"/>
                  </a:lnTo>
                  <a:lnTo>
                    <a:pt x="131" y="74"/>
                  </a:lnTo>
                  <a:lnTo>
                    <a:pt x="132" y="74"/>
                  </a:lnTo>
                  <a:lnTo>
                    <a:pt x="134" y="74"/>
                  </a:lnTo>
                  <a:lnTo>
                    <a:pt x="134" y="73"/>
                  </a:lnTo>
                  <a:lnTo>
                    <a:pt x="135" y="71"/>
                  </a:lnTo>
                  <a:lnTo>
                    <a:pt x="136" y="69"/>
                  </a:lnTo>
                  <a:lnTo>
                    <a:pt x="138" y="65"/>
                  </a:lnTo>
                  <a:lnTo>
                    <a:pt x="141" y="61"/>
                  </a:lnTo>
                  <a:lnTo>
                    <a:pt x="141" y="59"/>
                  </a:lnTo>
                  <a:lnTo>
                    <a:pt x="140" y="59"/>
                  </a:lnTo>
                  <a:lnTo>
                    <a:pt x="139" y="58"/>
                  </a:lnTo>
                  <a:lnTo>
                    <a:pt x="139" y="58"/>
                  </a:lnTo>
                  <a:lnTo>
                    <a:pt x="138" y="57"/>
                  </a:lnTo>
                  <a:lnTo>
                    <a:pt x="138" y="57"/>
                  </a:lnTo>
                  <a:lnTo>
                    <a:pt x="136" y="56"/>
                  </a:lnTo>
                  <a:lnTo>
                    <a:pt x="136" y="56"/>
                  </a:lnTo>
                  <a:lnTo>
                    <a:pt x="135" y="57"/>
                  </a:lnTo>
                  <a:lnTo>
                    <a:pt x="135" y="57"/>
                  </a:lnTo>
                  <a:lnTo>
                    <a:pt x="135" y="58"/>
                  </a:lnTo>
                  <a:lnTo>
                    <a:pt x="136" y="59"/>
                  </a:lnTo>
                  <a:lnTo>
                    <a:pt x="132" y="62"/>
                  </a:lnTo>
                  <a:lnTo>
                    <a:pt x="128" y="65"/>
                  </a:lnTo>
                  <a:lnTo>
                    <a:pt x="127" y="67"/>
                  </a:lnTo>
                  <a:lnTo>
                    <a:pt x="127" y="70"/>
                  </a:lnTo>
                  <a:lnTo>
                    <a:pt x="126" y="71"/>
                  </a:lnTo>
                  <a:lnTo>
                    <a:pt x="126" y="71"/>
                  </a:lnTo>
                  <a:lnTo>
                    <a:pt x="126" y="71"/>
                  </a:lnTo>
                  <a:lnTo>
                    <a:pt x="126" y="74"/>
                  </a:lnTo>
                  <a:lnTo>
                    <a:pt x="126" y="74"/>
                  </a:lnTo>
                  <a:close/>
                  <a:moveTo>
                    <a:pt x="96" y="94"/>
                  </a:moveTo>
                  <a:lnTo>
                    <a:pt x="54" y="94"/>
                  </a:lnTo>
                  <a:lnTo>
                    <a:pt x="54" y="110"/>
                  </a:lnTo>
                  <a:lnTo>
                    <a:pt x="96" y="110"/>
                  </a:lnTo>
                  <a:lnTo>
                    <a:pt x="96" y="94"/>
                  </a:lnTo>
                  <a:lnTo>
                    <a:pt x="96" y="94"/>
                  </a:lnTo>
                  <a:close/>
                  <a:moveTo>
                    <a:pt x="96" y="113"/>
                  </a:moveTo>
                  <a:lnTo>
                    <a:pt x="54" y="113"/>
                  </a:lnTo>
                  <a:lnTo>
                    <a:pt x="54" y="120"/>
                  </a:lnTo>
                  <a:lnTo>
                    <a:pt x="96" y="120"/>
                  </a:lnTo>
                  <a:lnTo>
                    <a:pt x="96" y="113"/>
                  </a:lnTo>
                  <a:lnTo>
                    <a:pt x="96" y="113"/>
                  </a:lnTo>
                  <a:close/>
                  <a:moveTo>
                    <a:pt x="96" y="134"/>
                  </a:moveTo>
                  <a:lnTo>
                    <a:pt x="94" y="133"/>
                  </a:lnTo>
                  <a:lnTo>
                    <a:pt x="93" y="131"/>
                  </a:lnTo>
                  <a:lnTo>
                    <a:pt x="90" y="130"/>
                  </a:lnTo>
                  <a:lnTo>
                    <a:pt x="87" y="128"/>
                  </a:lnTo>
                  <a:lnTo>
                    <a:pt x="86" y="126"/>
                  </a:lnTo>
                  <a:lnTo>
                    <a:pt x="85" y="126"/>
                  </a:lnTo>
                  <a:lnTo>
                    <a:pt x="84" y="124"/>
                  </a:lnTo>
                  <a:lnTo>
                    <a:pt x="83" y="123"/>
                  </a:lnTo>
                  <a:lnTo>
                    <a:pt x="82" y="122"/>
                  </a:lnTo>
                  <a:lnTo>
                    <a:pt x="82" y="122"/>
                  </a:lnTo>
                  <a:lnTo>
                    <a:pt x="82" y="122"/>
                  </a:lnTo>
                  <a:lnTo>
                    <a:pt x="82" y="122"/>
                  </a:lnTo>
                  <a:lnTo>
                    <a:pt x="96" y="122"/>
                  </a:lnTo>
                  <a:lnTo>
                    <a:pt x="96" y="134"/>
                  </a:lnTo>
                  <a:lnTo>
                    <a:pt x="96" y="134"/>
                  </a:lnTo>
                  <a:close/>
                  <a:moveTo>
                    <a:pt x="55" y="134"/>
                  </a:moveTo>
                  <a:lnTo>
                    <a:pt x="56" y="134"/>
                  </a:lnTo>
                  <a:lnTo>
                    <a:pt x="58" y="131"/>
                  </a:lnTo>
                  <a:lnTo>
                    <a:pt x="61" y="130"/>
                  </a:lnTo>
                  <a:lnTo>
                    <a:pt x="63" y="128"/>
                  </a:lnTo>
                  <a:lnTo>
                    <a:pt x="65" y="126"/>
                  </a:lnTo>
                  <a:lnTo>
                    <a:pt x="66" y="126"/>
                  </a:lnTo>
                  <a:lnTo>
                    <a:pt x="67" y="124"/>
                  </a:lnTo>
                  <a:lnTo>
                    <a:pt x="67" y="123"/>
                  </a:lnTo>
                  <a:lnTo>
                    <a:pt x="68" y="122"/>
                  </a:lnTo>
                  <a:lnTo>
                    <a:pt x="68" y="122"/>
                  </a:lnTo>
                  <a:lnTo>
                    <a:pt x="55" y="122"/>
                  </a:lnTo>
                  <a:lnTo>
                    <a:pt x="55" y="134"/>
                  </a:lnTo>
                  <a:lnTo>
                    <a:pt x="55" y="134"/>
                  </a:lnTo>
                  <a:close/>
                  <a:moveTo>
                    <a:pt x="54" y="79"/>
                  </a:moveTo>
                  <a:lnTo>
                    <a:pt x="57" y="79"/>
                  </a:lnTo>
                  <a:lnTo>
                    <a:pt x="57" y="70"/>
                  </a:lnTo>
                  <a:lnTo>
                    <a:pt x="58" y="69"/>
                  </a:lnTo>
                  <a:lnTo>
                    <a:pt x="59" y="69"/>
                  </a:lnTo>
                  <a:lnTo>
                    <a:pt x="60" y="69"/>
                  </a:lnTo>
                  <a:lnTo>
                    <a:pt x="61" y="69"/>
                  </a:lnTo>
                  <a:lnTo>
                    <a:pt x="62" y="70"/>
                  </a:lnTo>
                  <a:lnTo>
                    <a:pt x="63" y="70"/>
                  </a:lnTo>
                  <a:lnTo>
                    <a:pt x="63" y="71"/>
                  </a:lnTo>
                  <a:lnTo>
                    <a:pt x="63" y="72"/>
                  </a:lnTo>
                  <a:lnTo>
                    <a:pt x="63" y="73"/>
                  </a:lnTo>
                  <a:lnTo>
                    <a:pt x="63" y="73"/>
                  </a:lnTo>
                  <a:lnTo>
                    <a:pt x="65" y="74"/>
                  </a:lnTo>
                  <a:lnTo>
                    <a:pt x="66" y="74"/>
                  </a:lnTo>
                  <a:lnTo>
                    <a:pt x="66" y="75"/>
                  </a:lnTo>
                  <a:lnTo>
                    <a:pt x="66" y="76"/>
                  </a:lnTo>
                  <a:lnTo>
                    <a:pt x="66" y="77"/>
                  </a:lnTo>
                  <a:lnTo>
                    <a:pt x="66" y="78"/>
                  </a:lnTo>
                  <a:lnTo>
                    <a:pt x="66" y="78"/>
                  </a:lnTo>
                  <a:lnTo>
                    <a:pt x="66" y="78"/>
                  </a:lnTo>
                  <a:lnTo>
                    <a:pt x="65" y="79"/>
                  </a:lnTo>
                  <a:lnTo>
                    <a:pt x="63" y="81"/>
                  </a:lnTo>
                  <a:lnTo>
                    <a:pt x="62" y="82"/>
                  </a:lnTo>
                  <a:lnTo>
                    <a:pt x="60" y="82"/>
                  </a:lnTo>
                  <a:lnTo>
                    <a:pt x="59" y="82"/>
                  </a:lnTo>
                  <a:lnTo>
                    <a:pt x="56" y="82"/>
                  </a:lnTo>
                  <a:lnTo>
                    <a:pt x="54" y="82"/>
                  </a:lnTo>
                  <a:lnTo>
                    <a:pt x="54" y="79"/>
                  </a:lnTo>
                  <a:lnTo>
                    <a:pt x="54" y="79"/>
                  </a:lnTo>
                  <a:close/>
                  <a:moveTo>
                    <a:pt x="28" y="83"/>
                  </a:moveTo>
                  <a:lnTo>
                    <a:pt x="24" y="83"/>
                  </a:lnTo>
                  <a:lnTo>
                    <a:pt x="22" y="83"/>
                  </a:lnTo>
                  <a:lnTo>
                    <a:pt x="21" y="82"/>
                  </a:lnTo>
                  <a:lnTo>
                    <a:pt x="21" y="82"/>
                  </a:lnTo>
                  <a:lnTo>
                    <a:pt x="19" y="82"/>
                  </a:lnTo>
                  <a:lnTo>
                    <a:pt x="18" y="79"/>
                  </a:lnTo>
                  <a:lnTo>
                    <a:pt x="18" y="77"/>
                  </a:lnTo>
                  <a:lnTo>
                    <a:pt x="17" y="75"/>
                  </a:lnTo>
                  <a:lnTo>
                    <a:pt x="16" y="74"/>
                  </a:lnTo>
                  <a:lnTo>
                    <a:pt x="15" y="73"/>
                  </a:lnTo>
                  <a:lnTo>
                    <a:pt x="15" y="72"/>
                  </a:lnTo>
                  <a:lnTo>
                    <a:pt x="14" y="71"/>
                  </a:lnTo>
                  <a:lnTo>
                    <a:pt x="14" y="70"/>
                  </a:lnTo>
                  <a:lnTo>
                    <a:pt x="13" y="70"/>
                  </a:lnTo>
                  <a:lnTo>
                    <a:pt x="13" y="68"/>
                  </a:lnTo>
                  <a:lnTo>
                    <a:pt x="13" y="66"/>
                  </a:lnTo>
                  <a:lnTo>
                    <a:pt x="14" y="65"/>
                  </a:lnTo>
                  <a:lnTo>
                    <a:pt x="14" y="65"/>
                  </a:lnTo>
                  <a:lnTo>
                    <a:pt x="15" y="65"/>
                  </a:lnTo>
                  <a:lnTo>
                    <a:pt x="15" y="64"/>
                  </a:lnTo>
                  <a:lnTo>
                    <a:pt x="16" y="64"/>
                  </a:lnTo>
                  <a:lnTo>
                    <a:pt x="17" y="65"/>
                  </a:lnTo>
                  <a:lnTo>
                    <a:pt x="17" y="65"/>
                  </a:lnTo>
                  <a:lnTo>
                    <a:pt x="17" y="66"/>
                  </a:lnTo>
                  <a:lnTo>
                    <a:pt x="17" y="67"/>
                  </a:lnTo>
                  <a:lnTo>
                    <a:pt x="19" y="68"/>
                  </a:lnTo>
                  <a:lnTo>
                    <a:pt x="22" y="70"/>
                  </a:lnTo>
                  <a:lnTo>
                    <a:pt x="22" y="70"/>
                  </a:lnTo>
                  <a:lnTo>
                    <a:pt x="24" y="71"/>
                  </a:lnTo>
                  <a:lnTo>
                    <a:pt x="25" y="72"/>
                  </a:lnTo>
                  <a:lnTo>
                    <a:pt x="26" y="74"/>
                  </a:lnTo>
                  <a:lnTo>
                    <a:pt x="26" y="76"/>
                  </a:lnTo>
                  <a:lnTo>
                    <a:pt x="26" y="78"/>
                  </a:lnTo>
                  <a:lnTo>
                    <a:pt x="26" y="79"/>
                  </a:lnTo>
                  <a:lnTo>
                    <a:pt x="26" y="79"/>
                  </a:lnTo>
                  <a:lnTo>
                    <a:pt x="28" y="79"/>
                  </a:lnTo>
                  <a:lnTo>
                    <a:pt x="28" y="83"/>
                  </a:lnTo>
                  <a:lnTo>
                    <a:pt x="28" y="83"/>
                  </a:lnTo>
                  <a:close/>
                  <a:moveTo>
                    <a:pt x="27" y="113"/>
                  </a:moveTo>
                  <a:lnTo>
                    <a:pt x="22" y="113"/>
                  </a:lnTo>
                  <a:lnTo>
                    <a:pt x="22" y="120"/>
                  </a:lnTo>
                  <a:lnTo>
                    <a:pt x="27" y="120"/>
                  </a:lnTo>
                  <a:lnTo>
                    <a:pt x="27" y="113"/>
                  </a:lnTo>
                  <a:lnTo>
                    <a:pt x="27" y="113"/>
                  </a:lnTo>
                  <a:close/>
                  <a:moveTo>
                    <a:pt x="28" y="84"/>
                  </a:moveTo>
                  <a:lnTo>
                    <a:pt x="22" y="84"/>
                  </a:lnTo>
                  <a:lnTo>
                    <a:pt x="22" y="92"/>
                  </a:lnTo>
                  <a:lnTo>
                    <a:pt x="28" y="92"/>
                  </a:lnTo>
                  <a:lnTo>
                    <a:pt x="28" y="84"/>
                  </a:lnTo>
                  <a:lnTo>
                    <a:pt x="28" y="84"/>
                  </a:lnTo>
                  <a:close/>
                  <a:moveTo>
                    <a:pt x="26" y="166"/>
                  </a:moveTo>
                  <a:lnTo>
                    <a:pt x="26" y="166"/>
                  </a:lnTo>
                  <a:lnTo>
                    <a:pt x="24" y="167"/>
                  </a:lnTo>
                  <a:lnTo>
                    <a:pt x="22" y="169"/>
                  </a:lnTo>
                  <a:lnTo>
                    <a:pt x="22" y="170"/>
                  </a:lnTo>
                  <a:lnTo>
                    <a:pt x="21" y="171"/>
                  </a:lnTo>
                  <a:lnTo>
                    <a:pt x="20" y="172"/>
                  </a:lnTo>
                  <a:lnTo>
                    <a:pt x="19" y="176"/>
                  </a:lnTo>
                  <a:lnTo>
                    <a:pt x="19" y="178"/>
                  </a:lnTo>
                  <a:lnTo>
                    <a:pt x="17" y="179"/>
                  </a:lnTo>
                  <a:lnTo>
                    <a:pt x="15" y="180"/>
                  </a:lnTo>
                  <a:lnTo>
                    <a:pt x="14" y="182"/>
                  </a:lnTo>
                  <a:lnTo>
                    <a:pt x="12" y="183"/>
                  </a:lnTo>
                  <a:lnTo>
                    <a:pt x="11" y="186"/>
                  </a:lnTo>
                  <a:lnTo>
                    <a:pt x="10" y="188"/>
                  </a:lnTo>
                  <a:lnTo>
                    <a:pt x="10" y="190"/>
                  </a:lnTo>
                  <a:lnTo>
                    <a:pt x="10" y="193"/>
                  </a:lnTo>
                  <a:lnTo>
                    <a:pt x="10" y="198"/>
                  </a:lnTo>
                  <a:lnTo>
                    <a:pt x="11" y="200"/>
                  </a:lnTo>
                  <a:lnTo>
                    <a:pt x="10" y="202"/>
                  </a:lnTo>
                  <a:lnTo>
                    <a:pt x="8" y="203"/>
                  </a:lnTo>
                  <a:lnTo>
                    <a:pt x="6" y="206"/>
                  </a:lnTo>
                  <a:lnTo>
                    <a:pt x="5" y="209"/>
                  </a:lnTo>
                  <a:lnTo>
                    <a:pt x="4" y="210"/>
                  </a:lnTo>
                  <a:lnTo>
                    <a:pt x="4" y="212"/>
                  </a:lnTo>
                  <a:lnTo>
                    <a:pt x="4" y="214"/>
                  </a:lnTo>
                  <a:lnTo>
                    <a:pt x="4" y="217"/>
                  </a:lnTo>
                  <a:lnTo>
                    <a:pt x="4" y="219"/>
                  </a:lnTo>
                  <a:lnTo>
                    <a:pt x="5" y="221"/>
                  </a:lnTo>
                  <a:lnTo>
                    <a:pt x="6" y="222"/>
                  </a:lnTo>
                  <a:lnTo>
                    <a:pt x="6" y="222"/>
                  </a:lnTo>
                  <a:lnTo>
                    <a:pt x="26" y="222"/>
                  </a:lnTo>
                  <a:lnTo>
                    <a:pt x="26" y="166"/>
                  </a:lnTo>
                  <a:lnTo>
                    <a:pt x="26" y="166"/>
                  </a:lnTo>
                  <a:close/>
                  <a:moveTo>
                    <a:pt x="27" y="226"/>
                  </a:moveTo>
                  <a:lnTo>
                    <a:pt x="0" y="226"/>
                  </a:lnTo>
                  <a:lnTo>
                    <a:pt x="0" y="234"/>
                  </a:lnTo>
                  <a:lnTo>
                    <a:pt x="27" y="234"/>
                  </a:lnTo>
                  <a:lnTo>
                    <a:pt x="27" y="226"/>
                  </a:lnTo>
                  <a:lnTo>
                    <a:pt x="27" y="226"/>
                  </a:lnTo>
                  <a:close/>
                  <a:moveTo>
                    <a:pt x="277" y="118"/>
                  </a:moveTo>
                  <a:lnTo>
                    <a:pt x="277" y="118"/>
                  </a:lnTo>
                  <a:lnTo>
                    <a:pt x="279" y="121"/>
                  </a:lnTo>
                  <a:lnTo>
                    <a:pt x="280" y="122"/>
                  </a:lnTo>
                  <a:lnTo>
                    <a:pt x="281" y="124"/>
                  </a:lnTo>
                  <a:lnTo>
                    <a:pt x="283" y="125"/>
                  </a:lnTo>
                  <a:lnTo>
                    <a:pt x="284" y="126"/>
                  </a:lnTo>
                  <a:lnTo>
                    <a:pt x="287" y="126"/>
                  </a:lnTo>
                  <a:lnTo>
                    <a:pt x="287" y="126"/>
                  </a:lnTo>
                  <a:lnTo>
                    <a:pt x="288" y="127"/>
                  </a:lnTo>
                  <a:lnTo>
                    <a:pt x="288" y="128"/>
                  </a:lnTo>
                  <a:lnTo>
                    <a:pt x="288" y="129"/>
                  </a:lnTo>
                  <a:lnTo>
                    <a:pt x="288" y="130"/>
                  </a:lnTo>
                  <a:lnTo>
                    <a:pt x="289" y="131"/>
                  </a:lnTo>
                  <a:lnTo>
                    <a:pt x="290" y="132"/>
                  </a:lnTo>
                  <a:lnTo>
                    <a:pt x="292" y="133"/>
                  </a:lnTo>
                  <a:lnTo>
                    <a:pt x="293" y="133"/>
                  </a:lnTo>
                  <a:lnTo>
                    <a:pt x="293" y="118"/>
                  </a:lnTo>
                  <a:lnTo>
                    <a:pt x="277" y="118"/>
                  </a:lnTo>
                  <a:lnTo>
                    <a:pt x="277" y="118"/>
                  </a:lnTo>
                  <a:close/>
                  <a:moveTo>
                    <a:pt x="294" y="62"/>
                  </a:moveTo>
                  <a:lnTo>
                    <a:pt x="292" y="62"/>
                  </a:lnTo>
                  <a:lnTo>
                    <a:pt x="289" y="62"/>
                  </a:lnTo>
                  <a:lnTo>
                    <a:pt x="285" y="62"/>
                  </a:lnTo>
                  <a:lnTo>
                    <a:pt x="282" y="61"/>
                  </a:lnTo>
                  <a:lnTo>
                    <a:pt x="280" y="59"/>
                  </a:lnTo>
                  <a:lnTo>
                    <a:pt x="279" y="58"/>
                  </a:lnTo>
                  <a:lnTo>
                    <a:pt x="279" y="58"/>
                  </a:lnTo>
                  <a:lnTo>
                    <a:pt x="278" y="56"/>
                  </a:lnTo>
                  <a:lnTo>
                    <a:pt x="277" y="54"/>
                  </a:lnTo>
                  <a:lnTo>
                    <a:pt x="277" y="54"/>
                  </a:lnTo>
                  <a:lnTo>
                    <a:pt x="277" y="53"/>
                  </a:lnTo>
                  <a:lnTo>
                    <a:pt x="277" y="52"/>
                  </a:lnTo>
                  <a:lnTo>
                    <a:pt x="279" y="49"/>
                  </a:lnTo>
                  <a:lnTo>
                    <a:pt x="281" y="46"/>
                  </a:lnTo>
                  <a:lnTo>
                    <a:pt x="283" y="45"/>
                  </a:lnTo>
                  <a:lnTo>
                    <a:pt x="284" y="45"/>
                  </a:lnTo>
                  <a:lnTo>
                    <a:pt x="286" y="45"/>
                  </a:lnTo>
                  <a:lnTo>
                    <a:pt x="287" y="46"/>
                  </a:lnTo>
                  <a:lnTo>
                    <a:pt x="290" y="49"/>
                  </a:lnTo>
                  <a:lnTo>
                    <a:pt x="292" y="52"/>
                  </a:lnTo>
                  <a:lnTo>
                    <a:pt x="294" y="53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62"/>
                  </a:lnTo>
                  <a:lnTo>
                    <a:pt x="294" y="62"/>
                  </a:lnTo>
                  <a:close/>
                  <a:moveTo>
                    <a:pt x="298" y="53"/>
                  </a:moveTo>
                  <a:lnTo>
                    <a:pt x="322" y="53"/>
                  </a:lnTo>
                  <a:lnTo>
                    <a:pt x="322" y="233"/>
                  </a:lnTo>
                  <a:lnTo>
                    <a:pt x="298" y="233"/>
                  </a:lnTo>
                  <a:lnTo>
                    <a:pt x="298" y="53"/>
                  </a:lnTo>
                  <a:lnTo>
                    <a:pt x="298" y="53"/>
                  </a:lnTo>
                  <a:close/>
                  <a:moveTo>
                    <a:pt x="295" y="30"/>
                  </a:moveTo>
                  <a:lnTo>
                    <a:pt x="295" y="30"/>
                  </a:lnTo>
                  <a:lnTo>
                    <a:pt x="294" y="30"/>
                  </a:lnTo>
                  <a:lnTo>
                    <a:pt x="294" y="30"/>
                  </a:lnTo>
                  <a:lnTo>
                    <a:pt x="294" y="30"/>
                  </a:lnTo>
                  <a:lnTo>
                    <a:pt x="294" y="48"/>
                  </a:lnTo>
                  <a:lnTo>
                    <a:pt x="294" y="49"/>
                  </a:lnTo>
                  <a:lnTo>
                    <a:pt x="294" y="50"/>
                  </a:lnTo>
                  <a:lnTo>
                    <a:pt x="295" y="50"/>
                  </a:lnTo>
                  <a:lnTo>
                    <a:pt x="295" y="50"/>
                  </a:lnTo>
                  <a:lnTo>
                    <a:pt x="325" y="50"/>
                  </a:lnTo>
                  <a:lnTo>
                    <a:pt x="325" y="50"/>
                  </a:lnTo>
                  <a:lnTo>
                    <a:pt x="326" y="50"/>
                  </a:lnTo>
                  <a:lnTo>
                    <a:pt x="326" y="49"/>
                  </a:lnTo>
                  <a:lnTo>
                    <a:pt x="326" y="48"/>
                  </a:lnTo>
                  <a:lnTo>
                    <a:pt x="326" y="30"/>
                  </a:lnTo>
                  <a:lnTo>
                    <a:pt x="326" y="30"/>
                  </a:lnTo>
                  <a:lnTo>
                    <a:pt x="326" y="30"/>
                  </a:lnTo>
                  <a:lnTo>
                    <a:pt x="325" y="30"/>
                  </a:lnTo>
                  <a:lnTo>
                    <a:pt x="325" y="30"/>
                  </a:lnTo>
                  <a:lnTo>
                    <a:pt x="295" y="30"/>
                  </a:lnTo>
                  <a:lnTo>
                    <a:pt x="295" y="30"/>
                  </a:lnTo>
                  <a:close/>
                  <a:moveTo>
                    <a:pt x="311" y="0"/>
                  </a:moveTo>
                  <a:lnTo>
                    <a:pt x="310" y="0"/>
                  </a:lnTo>
                  <a:lnTo>
                    <a:pt x="310" y="0"/>
                  </a:lnTo>
                  <a:lnTo>
                    <a:pt x="310" y="0"/>
                  </a:lnTo>
                  <a:lnTo>
                    <a:pt x="309" y="0"/>
                  </a:lnTo>
                  <a:lnTo>
                    <a:pt x="308" y="1"/>
                  </a:lnTo>
                  <a:lnTo>
                    <a:pt x="307" y="1"/>
                  </a:lnTo>
                  <a:lnTo>
                    <a:pt x="306" y="2"/>
                  </a:lnTo>
                  <a:lnTo>
                    <a:pt x="305" y="3"/>
                  </a:lnTo>
                  <a:lnTo>
                    <a:pt x="303" y="5"/>
                  </a:lnTo>
                  <a:lnTo>
                    <a:pt x="303" y="7"/>
                  </a:lnTo>
                  <a:lnTo>
                    <a:pt x="302" y="11"/>
                  </a:lnTo>
                  <a:lnTo>
                    <a:pt x="302" y="13"/>
                  </a:lnTo>
                  <a:lnTo>
                    <a:pt x="300" y="14"/>
                  </a:lnTo>
                  <a:lnTo>
                    <a:pt x="299" y="14"/>
                  </a:lnTo>
                  <a:lnTo>
                    <a:pt x="299" y="16"/>
                  </a:lnTo>
                  <a:lnTo>
                    <a:pt x="298" y="17"/>
                  </a:lnTo>
                  <a:lnTo>
                    <a:pt x="297" y="18"/>
                  </a:lnTo>
                  <a:lnTo>
                    <a:pt x="297" y="20"/>
                  </a:lnTo>
                  <a:lnTo>
                    <a:pt x="298" y="22"/>
                  </a:lnTo>
                  <a:lnTo>
                    <a:pt x="299" y="22"/>
                  </a:lnTo>
                  <a:lnTo>
                    <a:pt x="299" y="25"/>
                  </a:lnTo>
                  <a:lnTo>
                    <a:pt x="299" y="26"/>
                  </a:lnTo>
                  <a:lnTo>
                    <a:pt x="299" y="26"/>
                  </a:lnTo>
                  <a:lnTo>
                    <a:pt x="299" y="26"/>
                  </a:lnTo>
                  <a:lnTo>
                    <a:pt x="299" y="27"/>
                  </a:lnTo>
                  <a:lnTo>
                    <a:pt x="300" y="27"/>
                  </a:lnTo>
                  <a:lnTo>
                    <a:pt x="310" y="27"/>
                  </a:lnTo>
                  <a:lnTo>
                    <a:pt x="319" y="27"/>
                  </a:lnTo>
                  <a:lnTo>
                    <a:pt x="320" y="27"/>
                  </a:lnTo>
                  <a:lnTo>
                    <a:pt x="320" y="26"/>
                  </a:lnTo>
                  <a:lnTo>
                    <a:pt x="321" y="26"/>
                  </a:lnTo>
                  <a:lnTo>
                    <a:pt x="321" y="26"/>
                  </a:lnTo>
                  <a:lnTo>
                    <a:pt x="321" y="25"/>
                  </a:lnTo>
                  <a:lnTo>
                    <a:pt x="321" y="22"/>
                  </a:lnTo>
                  <a:lnTo>
                    <a:pt x="322" y="22"/>
                  </a:lnTo>
                  <a:lnTo>
                    <a:pt x="323" y="20"/>
                  </a:lnTo>
                  <a:lnTo>
                    <a:pt x="323" y="18"/>
                  </a:lnTo>
                  <a:lnTo>
                    <a:pt x="322" y="17"/>
                  </a:lnTo>
                  <a:lnTo>
                    <a:pt x="321" y="16"/>
                  </a:lnTo>
                  <a:lnTo>
                    <a:pt x="320" y="14"/>
                  </a:lnTo>
                  <a:lnTo>
                    <a:pt x="319" y="14"/>
                  </a:lnTo>
                  <a:lnTo>
                    <a:pt x="318" y="13"/>
                  </a:lnTo>
                  <a:lnTo>
                    <a:pt x="318" y="11"/>
                  </a:lnTo>
                  <a:lnTo>
                    <a:pt x="317" y="7"/>
                  </a:lnTo>
                  <a:lnTo>
                    <a:pt x="316" y="5"/>
                  </a:lnTo>
                  <a:lnTo>
                    <a:pt x="315" y="3"/>
                  </a:lnTo>
                  <a:lnTo>
                    <a:pt x="314" y="2"/>
                  </a:lnTo>
                  <a:lnTo>
                    <a:pt x="313" y="1"/>
                  </a:lnTo>
                  <a:lnTo>
                    <a:pt x="312" y="1"/>
                  </a:lnTo>
                  <a:lnTo>
                    <a:pt x="311" y="0"/>
                  </a:lnTo>
                  <a:lnTo>
                    <a:pt x="311" y="0"/>
                  </a:lnTo>
                  <a:close/>
                  <a:moveTo>
                    <a:pt x="327" y="52"/>
                  </a:moveTo>
                  <a:lnTo>
                    <a:pt x="327" y="62"/>
                  </a:lnTo>
                  <a:lnTo>
                    <a:pt x="333" y="62"/>
                  </a:lnTo>
                  <a:lnTo>
                    <a:pt x="335" y="62"/>
                  </a:lnTo>
                  <a:lnTo>
                    <a:pt x="336" y="61"/>
                  </a:lnTo>
                  <a:lnTo>
                    <a:pt x="337" y="59"/>
                  </a:lnTo>
                  <a:lnTo>
                    <a:pt x="338" y="58"/>
                  </a:lnTo>
                  <a:lnTo>
                    <a:pt x="339" y="55"/>
                  </a:lnTo>
                  <a:lnTo>
                    <a:pt x="339" y="54"/>
                  </a:lnTo>
                  <a:lnTo>
                    <a:pt x="340" y="53"/>
                  </a:lnTo>
                  <a:lnTo>
                    <a:pt x="342" y="51"/>
                  </a:lnTo>
                  <a:lnTo>
                    <a:pt x="343" y="50"/>
                  </a:lnTo>
                  <a:lnTo>
                    <a:pt x="345" y="47"/>
                  </a:lnTo>
                  <a:lnTo>
                    <a:pt x="345" y="46"/>
                  </a:lnTo>
                  <a:lnTo>
                    <a:pt x="345" y="46"/>
                  </a:lnTo>
                  <a:lnTo>
                    <a:pt x="345" y="45"/>
                  </a:lnTo>
                  <a:lnTo>
                    <a:pt x="344" y="44"/>
                  </a:lnTo>
                  <a:lnTo>
                    <a:pt x="343" y="42"/>
                  </a:lnTo>
                  <a:lnTo>
                    <a:pt x="342" y="42"/>
                  </a:lnTo>
                  <a:lnTo>
                    <a:pt x="341" y="42"/>
                  </a:lnTo>
                  <a:lnTo>
                    <a:pt x="340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3"/>
                  </a:lnTo>
                  <a:lnTo>
                    <a:pt x="340" y="44"/>
                  </a:lnTo>
                  <a:lnTo>
                    <a:pt x="339" y="45"/>
                  </a:lnTo>
                  <a:lnTo>
                    <a:pt x="339" y="46"/>
                  </a:lnTo>
                  <a:lnTo>
                    <a:pt x="338" y="46"/>
                  </a:lnTo>
                  <a:lnTo>
                    <a:pt x="337" y="46"/>
                  </a:lnTo>
                  <a:lnTo>
                    <a:pt x="335" y="47"/>
                  </a:lnTo>
                  <a:lnTo>
                    <a:pt x="332" y="48"/>
                  </a:lnTo>
                  <a:lnTo>
                    <a:pt x="331" y="50"/>
                  </a:lnTo>
                  <a:lnTo>
                    <a:pt x="330" y="51"/>
                  </a:lnTo>
                  <a:lnTo>
                    <a:pt x="328" y="52"/>
                  </a:lnTo>
                  <a:lnTo>
                    <a:pt x="327" y="52"/>
                  </a:lnTo>
                  <a:lnTo>
                    <a:pt x="327" y="52"/>
                  </a:lnTo>
                  <a:close/>
                  <a:moveTo>
                    <a:pt x="326" y="65"/>
                  </a:moveTo>
                  <a:lnTo>
                    <a:pt x="333" y="65"/>
                  </a:lnTo>
                  <a:lnTo>
                    <a:pt x="333" y="74"/>
                  </a:lnTo>
                  <a:lnTo>
                    <a:pt x="326" y="74"/>
                  </a:lnTo>
                  <a:lnTo>
                    <a:pt x="326" y="65"/>
                  </a:lnTo>
                  <a:lnTo>
                    <a:pt x="326" y="65"/>
                  </a:lnTo>
                  <a:close/>
                  <a:moveTo>
                    <a:pt x="326" y="76"/>
                  </a:moveTo>
                  <a:lnTo>
                    <a:pt x="375" y="76"/>
                  </a:lnTo>
                  <a:lnTo>
                    <a:pt x="375" y="83"/>
                  </a:lnTo>
                  <a:lnTo>
                    <a:pt x="326" y="83"/>
                  </a:lnTo>
                  <a:lnTo>
                    <a:pt x="326" y="76"/>
                  </a:lnTo>
                  <a:lnTo>
                    <a:pt x="326" y="76"/>
                  </a:lnTo>
                  <a:close/>
                  <a:moveTo>
                    <a:pt x="326" y="86"/>
                  </a:moveTo>
                  <a:lnTo>
                    <a:pt x="375" y="86"/>
                  </a:lnTo>
                  <a:lnTo>
                    <a:pt x="375" y="107"/>
                  </a:lnTo>
                  <a:lnTo>
                    <a:pt x="326" y="107"/>
                  </a:lnTo>
                  <a:lnTo>
                    <a:pt x="326" y="86"/>
                  </a:lnTo>
                  <a:lnTo>
                    <a:pt x="326" y="86"/>
                  </a:lnTo>
                  <a:close/>
                  <a:moveTo>
                    <a:pt x="326" y="110"/>
                  </a:moveTo>
                  <a:lnTo>
                    <a:pt x="375" y="110"/>
                  </a:lnTo>
                  <a:lnTo>
                    <a:pt x="375" y="117"/>
                  </a:lnTo>
                  <a:lnTo>
                    <a:pt x="326" y="117"/>
                  </a:lnTo>
                  <a:lnTo>
                    <a:pt x="326" y="110"/>
                  </a:lnTo>
                  <a:lnTo>
                    <a:pt x="326" y="110"/>
                  </a:lnTo>
                  <a:close/>
                  <a:moveTo>
                    <a:pt x="361" y="121"/>
                  </a:moveTo>
                  <a:lnTo>
                    <a:pt x="361" y="121"/>
                  </a:lnTo>
                  <a:lnTo>
                    <a:pt x="361" y="122"/>
                  </a:lnTo>
                  <a:lnTo>
                    <a:pt x="362" y="122"/>
                  </a:lnTo>
                  <a:lnTo>
                    <a:pt x="363" y="124"/>
                  </a:lnTo>
                  <a:lnTo>
                    <a:pt x="364" y="126"/>
                  </a:lnTo>
                  <a:lnTo>
                    <a:pt x="366" y="126"/>
                  </a:lnTo>
                  <a:lnTo>
                    <a:pt x="367" y="128"/>
                  </a:lnTo>
                  <a:lnTo>
                    <a:pt x="369" y="128"/>
                  </a:lnTo>
                  <a:lnTo>
                    <a:pt x="371" y="129"/>
                  </a:lnTo>
                  <a:lnTo>
                    <a:pt x="371" y="130"/>
                  </a:lnTo>
                  <a:lnTo>
                    <a:pt x="372" y="132"/>
                  </a:lnTo>
                  <a:lnTo>
                    <a:pt x="373" y="134"/>
                  </a:lnTo>
                  <a:lnTo>
                    <a:pt x="374" y="134"/>
                  </a:lnTo>
                  <a:lnTo>
                    <a:pt x="375" y="134"/>
                  </a:lnTo>
                  <a:lnTo>
                    <a:pt x="375" y="134"/>
                  </a:lnTo>
                  <a:lnTo>
                    <a:pt x="375" y="134"/>
                  </a:lnTo>
                  <a:lnTo>
                    <a:pt x="375" y="121"/>
                  </a:lnTo>
                  <a:lnTo>
                    <a:pt x="361" y="121"/>
                  </a:lnTo>
                  <a:lnTo>
                    <a:pt x="361" y="121"/>
                  </a:lnTo>
                  <a:close/>
                  <a:moveTo>
                    <a:pt x="379" y="73"/>
                  </a:moveTo>
                  <a:lnTo>
                    <a:pt x="401" y="73"/>
                  </a:lnTo>
                  <a:lnTo>
                    <a:pt x="401" y="233"/>
                  </a:lnTo>
                  <a:lnTo>
                    <a:pt x="379" y="233"/>
                  </a:lnTo>
                  <a:lnTo>
                    <a:pt x="379" y="73"/>
                  </a:lnTo>
                  <a:lnTo>
                    <a:pt x="379" y="73"/>
                  </a:lnTo>
                  <a:close/>
                  <a:moveTo>
                    <a:pt x="377" y="50"/>
                  </a:moveTo>
                  <a:lnTo>
                    <a:pt x="404" y="50"/>
                  </a:lnTo>
                  <a:lnTo>
                    <a:pt x="404" y="50"/>
                  </a:lnTo>
                  <a:lnTo>
                    <a:pt x="404" y="50"/>
                  </a:lnTo>
                  <a:lnTo>
                    <a:pt x="405" y="51"/>
                  </a:lnTo>
                  <a:lnTo>
                    <a:pt x="405" y="51"/>
                  </a:lnTo>
                  <a:lnTo>
                    <a:pt x="405" y="67"/>
                  </a:lnTo>
                  <a:lnTo>
                    <a:pt x="405" y="68"/>
                  </a:lnTo>
                  <a:lnTo>
                    <a:pt x="404" y="68"/>
                  </a:lnTo>
                  <a:lnTo>
                    <a:pt x="404" y="68"/>
                  </a:lnTo>
                  <a:lnTo>
                    <a:pt x="404" y="69"/>
                  </a:lnTo>
                  <a:lnTo>
                    <a:pt x="377" y="69"/>
                  </a:lnTo>
                  <a:lnTo>
                    <a:pt x="377" y="68"/>
                  </a:lnTo>
                  <a:lnTo>
                    <a:pt x="376" y="68"/>
                  </a:lnTo>
                  <a:lnTo>
                    <a:pt x="376" y="68"/>
                  </a:lnTo>
                  <a:lnTo>
                    <a:pt x="376" y="67"/>
                  </a:lnTo>
                  <a:lnTo>
                    <a:pt x="376" y="51"/>
                  </a:lnTo>
                  <a:lnTo>
                    <a:pt x="376" y="51"/>
                  </a:lnTo>
                  <a:lnTo>
                    <a:pt x="376" y="50"/>
                  </a:lnTo>
                  <a:lnTo>
                    <a:pt x="377" y="50"/>
                  </a:lnTo>
                  <a:lnTo>
                    <a:pt x="377" y="50"/>
                  </a:lnTo>
                  <a:lnTo>
                    <a:pt x="377" y="50"/>
                  </a:lnTo>
                  <a:close/>
                  <a:moveTo>
                    <a:pt x="449" y="79"/>
                  </a:moveTo>
                  <a:lnTo>
                    <a:pt x="471" y="79"/>
                  </a:lnTo>
                  <a:lnTo>
                    <a:pt x="471" y="232"/>
                  </a:lnTo>
                  <a:lnTo>
                    <a:pt x="450" y="232"/>
                  </a:lnTo>
                  <a:lnTo>
                    <a:pt x="450" y="88"/>
                  </a:lnTo>
                  <a:lnTo>
                    <a:pt x="449" y="88"/>
                  </a:lnTo>
                  <a:lnTo>
                    <a:pt x="449" y="79"/>
                  </a:lnTo>
                  <a:lnTo>
                    <a:pt x="449" y="79"/>
                  </a:lnTo>
                  <a:close/>
                  <a:moveTo>
                    <a:pt x="447" y="63"/>
                  </a:moveTo>
                  <a:lnTo>
                    <a:pt x="471" y="63"/>
                  </a:lnTo>
                  <a:lnTo>
                    <a:pt x="472" y="63"/>
                  </a:lnTo>
                  <a:lnTo>
                    <a:pt x="473" y="64"/>
                  </a:lnTo>
                  <a:lnTo>
                    <a:pt x="473" y="76"/>
                  </a:lnTo>
                  <a:lnTo>
                    <a:pt x="472" y="77"/>
                  </a:lnTo>
                  <a:lnTo>
                    <a:pt x="471" y="78"/>
                  </a:lnTo>
                  <a:lnTo>
                    <a:pt x="447" y="78"/>
                  </a:lnTo>
                  <a:lnTo>
                    <a:pt x="447" y="77"/>
                  </a:lnTo>
                  <a:lnTo>
                    <a:pt x="447" y="76"/>
                  </a:lnTo>
                  <a:lnTo>
                    <a:pt x="447" y="64"/>
                  </a:lnTo>
                  <a:lnTo>
                    <a:pt x="447" y="63"/>
                  </a:lnTo>
                  <a:lnTo>
                    <a:pt x="447" y="63"/>
                  </a:lnTo>
                  <a:lnTo>
                    <a:pt x="447" y="63"/>
                  </a:lnTo>
                  <a:close/>
                  <a:moveTo>
                    <a:pt x="459" y="39"/>
                  </a:moveTo>
                  <a:lnTo>
                    <a:pt x="459" y="39"/>
                  </a:lnTo>
                  <a:lnTo>
                    <a:pt x="458" y="39"/>
                  </a:lnTo>
                  <a:lnTo>
                    <a:pt x="456" y="40"/>
                  </a:lnTo>
                  <a:lnTo>
                    <a:pt x="455" y="42"/>
                  </a:lnTo>
                  <a:lnTo>
                    <a:pt x="455" y="42"/>
                  </a:lnTo>
                  <a:lnTo>
                    <a:pt x="454" y="45"/>
                  </a:lnTo>
                  <a:lnTo>
                    <a:pt x="453" y="47"/>
                  </a:lnTo>
                  <a:lnTo>
                    <a:pt x="453" y="49"/>
                  </a:lnTo>
                  <a:lnTo>
                    <a:pt x="451" y="50"/>
                  </a:lnTo>
                  <a:lnTo>
                    <a:pt x="451" y="50"/>
                  </a:lnTo>
                  <a:lnTo>
                    <a:pt x="451" y="51"/>
                  </a:lnTo>
                  <a:lnTo>
                    <a:pt x="450" y="52"/>
                  </a:lnTo>
                  <a:lnTo>
                    <a:pt x="450" y="53"/>
                  </a:lnTo>
                  <a:lnTo>
                    <a:pt x="450" y="54"/>
                  </a:lnTo>
                  <a:lnTo>
                    <a:pt x="450" y="55"/>
                  </a:lnTo>
                  <a:lnTo>
                    <a:pt x="451" y="56"/>
                  </a:lnTo>
                  <a:lnTo>
                    <a:pt x="451" y="57"/>
                  </a:lnTo>
                  <a:lnTo>
                    <a:pt x="451" y="58"/>
                  </a:lnTo>
                  <a:lnTo>
                    <a:pt x="452" y="58"/>
                  </a:lnTo>
                  <a:lnTo>
                    <a:pt x="451" y="58"/>
                  </a:lnTo>
                  <a:lnTo>
                    <a:pt x="451" y="59"/>
                  </a:lnTo>
                  <a:lnTo>
                    <a:pt x="451" y="59"/>
                  </a:lnTo>
                  <a:lnTo>
                    <a:pt x="451" y="61"/>
                  </a:lnTo>
                  <a:lnTo>
                    <a:pt x="451" y="61"/>
                  </a:lnTo>
                  <a:lnTo>
                    <a:pt x="459" y="61"/>
                  </a:lnTo>
                  <a:lnTo>
                    <a:pt x="459" y="61"/>
                  </a:lnTo>
                  <a:lnTo>
                    <a:pt x="459" y="61"/>
                  </a:lnTo>
                  <a:lnTo>
                    <a:pt x="467" y="61"/>
                  </a:lnTo>
                  <a:lnTo>
                    <a:pt x="467" y="61"/>
                  </a:lnTo>
                  <a:lnTo>
                    <a:pt x="467" y="59"/>
                  </a:lnTo>
                  <a:lnTo>
                    <a:pt x="467" y="59"/>
                  </a:lnTo>
                  <a:lnTo>
                    <a:pt x="467" y="58"/>
                  </a:lnTo>
                  <a:lnTo>
                    <a:pt x="467" y="58"/>
                  </a:lnTo>
                  <a:lnTo>
                    <a:pt x="467" y="58"/>
                  </a:lnTo>
                  <a:lnTo>
                    <a:pt x="467" y="57"/>
                  </a:lnTo>
                  <a:lnTo>
                    <a:pt x="467" y="56"/>
                  </a:lnTo>
                  <a:lnTo>
                    <a:pt x="469" y="55"/>
                  </a:lnTo>
                  <a:lnTo>
                    <a:pt x="469" y="54"/>
                  </a:lnTo>
                  <a:lnTo>
                    <a:pt x="469" y="53"/>
                  </a:lnTo>
                  <a:lnTo>
                    <a:pt x="469" y="52"/>
                  </a:lnTo>
                  <a:lnTo>
                    <a:pt x="468" y="51"/>
                  </a:lnTo>
                  <a:lnTo>
                    <a:pt x="467" y="50"/>
                  </a:lnTo>
                  <a:lnTo>
                    <a:pt x="467" y="50"/>
                  </a:lnTo>
                  <a:lnTo>
                    <a:pt x="466" y="49"/>
                  </a:lnTo>
                  <a:lnTo>
                    <a:pt x="466" y="47"/>
                  </a:lnTo>
                  <a:lnTo>
                    <a:pt x="465" y="45"/>
                  </a:lnTo>
                  <a:lnTo>
                    <a:pt x="464" y="42"/>
                  </a:lnTo>
                  <a:lnTo>
                    <a:pt x="463" y="42"/>
                  </a:lnTo>
                  <a:lnTo>
                    <a:pt x="463" y="40"/>
                  </a:lnTo>
                  <a:lnTo>
                    <a:pt x="461" y="39"/>
                  </a:lnTo>
                  <a:lnTo>
                    <a:pt x="460" y="39"/>
                  </a:lnTo>
                  <a:lnTo>
                    <a:pt x="459" y="39"/>
                  </a:lnTo>
                  <a:lnTo>
                    <a:pt x="459" y="39"/>
                  </a:lnTo>
                  <a:lnTo>
                    <a:pt x="459" y="39"/>
                  </a:lnTo>
                  <a:lnTo>
                    <a:pt x="459" y="39"/>
                  </a:lnTo>
                  <a:close/>
                  <a:moveTo>
                    <a:pt x="405" y="74"/>
                  </a:moveTo>
                  <a:lnTo>
                    <a:pt x="409" y="74"/>
                  </a:lnTo>
                  <a:lnTo>
                    <a:pt x="411" y="74"/>
                  </a:lnTo>
                  <a:lnTo>
                    <a:pt x="411" y="74"/>
                  </a:lnTo>
                  <a:lnTo>
                    <a:pt x="412" y="74"/>
                  </a:lnTo>
                  <a:lnTo>
                    <a:pt x="414" y="73"/>
                  </a:lnTo>
                  <a:lnTo>
                    <a:pt x="415" y="71"/>
                  </a:lnTo>
                  <a:lnTo>
                    <a:pt x="415" y="69"/>
                  </a:lnTo>
                  <a:lnTo>
                    <a:pt x="418" y="65"/>
                  </a:lnTo>
                  <a:lnTo>
                    <a:pt x="420" y="61"/>
                  </a:lnTo>
                  <a:lnTo>
                    <a:pt x="420" y="59"/>
                  </a:lnTo>
                  <a:lnTo>
                    <a:pt x="419" y="59"/>
                  </a:lnTo>
                  <a:lnTo>
                    <a:pt x="419" y="58"/>
                  </a:lnTo>
                  <a:lnTo>
                    <a:pt x="419" y="58"/>
                  </a:lnTo>
                  <a:lnTo>
                    <a:pt x="418" y="57"/>
                  </a:lnTo>
                  <a:lnTo>
                    <a:pt x="417" y="57"/>
                  </a:lnTo>
                  <a:lnTo>
                    <a:pt x="415" y="56"/>
                  </a:lnTo>
                  <a:lnTo>
                    <a:pt x="415" y="56"/>
                  </a:lnTo>
                  <a:lnTo>
                    <a:pt x="415" y="57"/>
                  </a:lnTo>
                  <a:lnTo>
                    <a:pt x="414" y="57"/>
                  </a:lnTo>
                  <a:lnTo>
                    <a:pt x="415" y="58"/>
                  </a:lnTo>
                  <a:lnTo>
                    <a:pt x="415" y="59"/>
                  </a:lnTo>
                  <a:lnTo>
                    <a:pt x="411" y="62"/>
                  </a:lnTo>
                  <a:lnTo>
                    <a:pt x="407" y="65"/>
                  </a:lnTo>
                  <a:lnTo>
                    <a:pt x="407" y="67"/>
                  </a:lnTo>
                  <a:lnTo>
                    <a:pt x="407" y="70"/>
                  </a:lnTo>
                  <a:lnTo>
                    <a:pt x="407" y="71"/>
                  </a:lnTo>
                  <a:lnTo>
                    <a:pt x="407" y="71"/>
                  </a:lnTo>
                  <a:lnTo>
                    <a:pt x="405" y="71"/>
                  </a:lnTo>
                  <a:lnTo>
                    <a:pt x="405" y="74"/>
                  </a:lnTo>
                  <a:lnTo>
                    <a:pt x="405" y="74"/>
                  </a:lnTo>
                  <a:close/>
                  <a:moveTo>
                    <a:pt x="405" y="76"/>
                  </a:moveTo>
                  <a:lnTo>
                    <a:pt x="410" y="76"/>
                  </a:lnTo>
                  <a:lnTo>
                    <a:pt x="410" y="83"/>
                  </a:lnTo>
                  <a:lnTo>
                    <a:pt x="405" y="83"/>
                  </a:lnTo>
                  <a:lnTo>
                    <a:pt x="405" y="76"/>
                  </a:lnTo>
                  <a:lnTo>
                    <a:pt x="405" y="76"/>
                  </a:lnTo>
                  <a:close/>
                  <a:moveTo>
                    <a:pt x="405" y="84"/>
                  </a:moveTo>
                  <a:lnTo>
                    <a:pt x="447" y="84"/>
                  </a:lnTo>
                  <a:lnTo>
                    <a:pt x="447" y="92"/>
                  </a:lnTo>
                  <a:lnTo>
                    <a:pt x="405" y="92"/>
                  </a:lnTo>
                  <a:lnTo>
                    <a:pt x="405" y="84"/>
                  </a:lnTo>
                  <a:lnTo>
                    <a:pt x="405" y="84"/>
                  </a:lnTo>
                  <a:close/>
                  <a:moveTo>
                    <a:pt x="339" y="121"/>
                  </a:moveTo>
                  <a:lnTo>
                    <a:pt x="340" y="121"/>
                  </a:lnTo>
                  <a:lnTo>
                    <a:pt x="340" y="122"/>
                  </a:lnTo>
                  <a:lnTo>
                    <a:pt x="339" y="122"/>
                  </a:lnTo>
                  <a:lnTo>
                    <a:pt x="338" y="124"/>
                  </a:lnTo>
                  <a:lnTo>
                    <a:pt x="337" y="126"/>
                  </a:lnTo>
                  <a:lnTo>
                    <a:pt x="335" y="126"/>
                  </a:lnTo>
                  <a:lnTo>
                    <a:pt x="334" y="128"/>
                  </a:lnTo>
                  <a:lnTo>
                    <a:pt x="332" y="128"/>
                  </a:lnTo>
                  <a:lnTo>
                    <a:pt x="331" y="129"/>
                  </a:lnTo>
                  <a:lnTo>
                    <a:pt x="330" y="130"/>
                  </a:lnTo>
                  <a:lnTo>
                    <a:pt x="329" y="132"/>
                  </a:lnTo>
                  <a:lnTo>
                    <a:pt x="328" y="134"/>
                  </a:lnTo>
                  <a:lnTo>
                    <a:pt x="327" y="134"/>
                  </a:lnTo>
                  <a:lnTo>
                    <a:pt x="327" y="134"/>
                  </a:lnTo>
                  <a:lnTo>
                    <a:pt x="326" y="134"/>
                  </a:lnTo>
                  <a:lnTo>
                    <a:pt x="326" y="134"/>
                  </a:lnTo>
                  <a:lnTo>
                    <a:pt x="326" y="121"/>
                  </a:lnTo>
                  <a:lnTo>
                    <a:pt x="339" y="121"/>
                  </a:lnTo>
                  <a:lnTo>
                    <a:pt x="339" y="121"/>
                  </a:lnTo>
                  <a:close/>
                  <a:moveTo>
                    <a:pt x="391" y="25"/>
                  </a:moveTo>
                  <a:lnTo>
                    <a:pt x="391" y="25"/>
                  </a:lnTo>
                  <a:lnTo>
                    <a:pt x="391" y="25"/>
                  </a:lnTo>
                  <a:lnTo>
                    <a:pt x="391" y="24"/>
                  </a:lnTo>
                  <a:lnTo>
                    <a:pt x="391" y="24"/>
                  </a:lnTo>
                  <a:lnTo>
                    <a:pt x="390" y="24"/>
                  </a:lnTo>
                  <a:lnTo>
                    <a:pt x="390" y="24"/>
                  </a:lnTo>
                  <a:lnTo>
                    <a:pt x="389" y="25"/>
                  </a:lnTo>
                  <a:lnTo>
                    <a:pt x="388" y="25"/>
                  </a:lnTo>
                  <a:lnTo>
                    <a:pt x="387" y="26"/>
                  </a:lnTo>
                  <a:lnTo>
                    <a:pt x="387" y="27"/>
                  </a:lnTo>
                  <a:lnTo>
                    <a:pt x="385" y="29"/>
                  </a:lnTo>
                  <a:lnTo>
                    <a:pt x="384" y="31"/>
                  </a:lnTo>
                  <a:lnTo>
                    <a:pt x="384" y="34"/>
                  </a:lnTo>
                  <a:lnTo>
                    <a:pt x="384" y="35"/>
                  </a:lnTo>
                  <a:lnTo>
                    <a:pt x="383" y="36"/>
                  </a:lnTo>
                  <a:lnTo>
                    <a:pt x="382" y="37"/>
                  </a:lnTo>
                  <a:lnTo>
                    <a:pt x="380" y="38"/>
                  </a:lnTo>
                  <a:lnTo>
                    <a:pt x="380" y="40"/>
                  </a:lnTo>
                  <a:lnTo>
                    <a:pt x="379" y="42"/>
                  </a:lnTo>
                  <a:lnTo>
                    <a:pt x="379" y="42"/>
                  </a:lnTo>
                  <a:lnTo>
                    <a:pt x="379" y="44"/>
                  </a:lnTo>
                  <a:lnTo>
                    <a:pt x="380" y="45"/>
                  </a:lnTo>
                  <a:lnTo>
                    <a:pt x="381" y="46"/>
                  </a:lnTo>
                  <a:lnTo>
                    <a:pt x="381" y="47"/>
                  </a:lnTo>
                  <a:lnTo>
                    <a:pt x="382" y="47"/>
                  </a:lnTo>
                  <a:lnTo>
                    <a:pt x="382" y="48"/>
                  </a:lnTo>
                  <a:lnTo>
                    <a:pt x="382" y="48"/>
                  </a:lnTo>
                  <a:lnTo>
                    <a:pt x="383" y="48"/>
                  </a:lnTo>
                  <a:lnTo>
                    <a:pt x="390" y="48"/>
                  </a:lnTo>
                  <a:lnTo>
                    <a:pt x="390" y="48"/>
                  </a:lnTo>
                  <a:lnTo>
                    <a:pt x="391" y="48"/>
                  </a:lnTo>
                  <a:lnTo>
                    <a:pt x="398" y="48"/>
                  </a:lnTo>
                  <a:lnTo>
                    <a:pt x="399" y="48"/>
                  </a:lnTo>
                  <a:lnTo>
                    <a:pt x="399" y="48"/>
                  </a:lnTo>
                  <a:lnTo>
                    <a:pt x="399" y="48"/>
                  </a:lnTo>
                  <a:lnTo>
                    <a:pt x="399" y="47"/>
                  </a:lnTo>
                  <a:lnTo>
                    <a:pt x="399" y="46"/>
                  </a:lnTo>
                  <a:lnTo>
                    <a:pt x="401" y="46"/>
                  </a:lnTo>
                  <a:lnTo>
                    <a:pt x="401" y="44"/>
                  </a:lnTo>
                  <a:lnTo>
                    <a:pt x="402" y="43"/>
                  </a:lnTo>
                  <a:lnTo>
                    <a:pt x="401" y="42"/>
                  </a:lnTo>
                  <a:lnTo>
                    <a:pt x="401" y="40"/>
                  </a:lnTo>
                  <a:lnTo>
                    <a:pt x="400" y="38"/>
                  </a:lnTo>
                  <a:lnTo>
                    <a:pt x="399" y="38"/>
                  </a:lnTo>
                  <a:lnTo>
                    <a:pt x="398" y="37"/>
                  </a:lnTo>
                  <a:lnTo>
                    <a:pt x="397" y="35"/>
                  </a:lnTo>
                  <a:lnTo>
                    <a:pt x="397" y="34"/>
                  </a:lnTo>
                  <a:lnTo>
                    <a:pt x="396" y="31"/>
                  </a:lnTo>
                  <a:lnTo>
                    <a:pt x="395" y="30"/>
                  </a:lnTo>
                  <a:lnTo>
                    <a:pt x="395" y="27"/>
                  </a:lnTo>
                  <a:lnTo>
                    <a:pt x="394" y="26"/>
                  </a:lnTo>
                  <a:lnTo>
                    <a:pt x="393" y="26"/>
                  </a:lnTo>
                  <a:lnTo>
                    <a:pt x="392" y="25"/>
                  </a:lnTo>
                  <a:lnTo>
                    <a:pt x="391" y="25"/>
                  </a:lnTo>
                  <a:lnTo>
                    <a:pt x="391" y="25"/>
                  </a:lnTo>
                  <a:close/>
                  <a:moveTo>
                    <a:pt x="375" y="74"/>
                  </a:moveTo>
                  <a:lnTo>
                    <a:pt x="371" y="74"/>
                  </a:lnTo>
                  <a:lnTo>
                    <a:pt x="370" y="74"/>
                  </a:lnTo>
                  <a:lnTo>
                    <a:pt x="369" y="74"/>
                  </a:lnTo>
                  <a:lnTo>
                    <a:pt x="368" y="74"/>
                  </a:lnTo>
                  <a:lnTo>
                    <a:pt x="367" y="73"/>
                  </a:lnTo>
                  <a:lnTo>
                    <a:pt x="366" y="71"/>
                  </a:lnTo>
                  <a:lnTo>
                    <a:pt x="366" y="69"/>
                  </a:lnTo>
                  <a:lnTo>
                    <a:pt x="363" y="65"/>
                  </a:lnTo>
                  <a:lnTo>
                    <a:pt x="360" y="61"/>
                  </a:lnTo>
                  <a:lnTo>
                    <a:pt x="360" y="59"/>
                  </a:lnTo>
                  <a:lnTo>
                    <a:pt x="361" y="59"/>
                  </a:lnTo>
                  <a:lnTo>
                    <a:pt x="362" y="58"/>
                  </a:lnTo>
                  <a:lnTo>
                    <a:pt x="362" y="58"/>
                  </a:lnTo>
                  <a:lnTo>
                    <a:pt x="363" y="57"/>
                  </a:lnTo>
                  <a:lnTo>
                    <a:pt x="364" y="57"/>
                  </a:lnTo>
                  <a:lnTo>
                    <a:pt x="365" y="56"/>
                  </a:lnTo>
                  <a:lnTo>
                    <a:pt x="366" y="56"/>
                  </a:lnTo>
                  <a:lnTo>
                    <a:pt x="366" y="57"/>
                  </a:lnTo>
                  <a:lnTo>
                    <a:pt x="366" y="57"/>
                  </a:lnTo>
                  <a:lnTo>
                    <a:pt x="366" y="58"/>
                  </a:lnTo>
                  <a:lnTo>
                    <a:pt x="366" y="59"/>
                  </a:lnTo>
                  <a:lnTo>
                    <a:pt x="369" y="62"/>
                  </a:lnTo>
                  <a:lnTo>
                    <a:pt x="373" y="65"/>
                  </a:lnTo>
                  <a:lnTo>
                    <a:pt x="374" y="67"/>
                  </a:lnTo>
                  <a:lnTo>
                    <a:pt x="374" y="70"/>
                  </a:lnTo>
                  <a:lnTo>
                    <a:pt x="375" y="71"/>
                  </a:lnTo>
                  <a:lnTo>
                    <a:pt x="375" y="71"/>
                  </a:lnTo>
                  <a:lnTo>
                    <a:pt x="375" y="71"/>
                  </a:lnTo>
                  <a:lnTo>
                    <a:pt x="375" y="74"/>
                  </a:lnTo>
                  <a:lnTo>
                    <a:pt x="375" y="74"/>
                  </a:lnTo>
                  <a:close/>
                  <a:moveTo>
                    <a:pt x="405" y="94"/>
                  </a:moveTo>
                  <a:lnTo>
                    <a:pt x="447" y="94"/>
                  </a:lnTo>
                  <a:lnTo>
                    <a:pt x="447" y="110"/>
                  </a:lnTo>
                  <a:lnTo>
                    <a:pt x="405" y="110"/>
                  </a:lnTo>
                  <a:lnTo>
                    <a:pt x="405" y="94"/>
                  </a:lnTo>
                  <a:lnTo>
                    <a:pt x="405" y="94"/>
                  </a:lnTo>
                  <a:close/>
                  <a:moveTo>
                    <a:pt x="405" y="113"/>
                  </a:moveTo>
                  <a:lnTo>
                    <a:pt x="447" y="113"/>
                  </a:lnTo>
                  <a:lnTo>
                    <a:pt x="447" y="120"/>
                  </a:lnTo>
                  <a:lnTo>
                    <a:pt x="405" y="120"/>
                  </a:lnTo>
                  <a:lnTo>
                    <a:pt x="405" y="113"/>
                  </a:lnTo>
                  <a:lnTo>
                    <a:pt x="405" y="113"/>
                  </a:lnTo>
                  <a:close/>
                  <a:moveTo>
                    <a:pt x="405" y="134"/>
                  </a:moveTo>
                  <a:lnTo>
                    <a:pt x="407" y="133"/>
                  </a:lnTo>
                  <a:lnTo>
                    <a:pt x="409" y="131"/>
                  </a:lnTo>
                  <a:lnTo>
                    <a:pt x="411" y="130"/>
                  </a:lnTo>
                  <a:lnTo>
                    <a:pt x="414" y="128"/>
                  </a:lnTo>
                  <a:lnTo>
                    <a:pt x="415" y="126"/>
                  </a:lnTo>
                  <a:lnTo>
                    <a:pt x="416" y="126"/>
                  </a:lnTo>
                  <a:lnTo>
                    <a:pt x="418" y="124"/>
                  </a:lnTo>
                  <a:lnTo>
                    <a:pt x="418" y="123"/>
                  </a:lnTo>
                  <a:lnTo>
                    <a:pt x="419" y="122"/>
                  </a:lnTo>
                  <a:lnTo>
                    <a:pt x="419" y="122"/>
                  </a:lnTo>
                  <a:lnTo>
                    <a:pt x="405" y="122"/>
                  </a:lnTo>
                  <a:lnTo>
                    <a:pt x="405" y="134"/>
                  </a:lnTo>
                  <a:lnTo>
                    <a:pt x="405" y="134"/>
                  </a:lnTo>
                  <a:close/>
                  <a:moveTo>
                    <a:pt x="446" y="134"/>
                  </a:moveTo>
                  <a:lnTo>
                    <a:pt x="445" y="134"/>
                  </a:lnTo>
                  <a:lnTo>
                    <a:pt x="443" y="131"/>
                  </a:lnTo>
                  <a:lnTo>
                    <a:pt x="440" y="130"/>
                  </a:lnTo>
                  <a:lnTo>
                    <a:pt x="438" y="128"/>
                  </a:lnTo>
                  <a:lnTo>
                    <a:pt x="436" y="126"/>
                  </a:lnTo>
                  <a:lnTo>
                    <a:pt x="435" y="126"/>
                  </a:lnTo>
                  <a:lnTo>
                    <a:pt x="435" y="124"/>
                  </a:lnTo>
                  <a:lnTo>
                    <a:pt x="434" y="123"/>
                  </a:lnTo>
                  <a:lnTo>
                    <a:pt x="433" y="122"/>
                  </a:lnTo>
                  <a:lnTo>
                    <a:pt x="433" y="122"/>
                  </a:lnTo>
                  <a:lnTo>
                    <a:pt x="447" y="122"/>
                  </a:lnTo>
                  <a:lnTo>
                    <a:pt x="446" y="134"/>
                  </a:lnTo>
                  <a:lnTo>
                    <a:pt x="446" y="134"/>
                  </a:lnTo>
                  <a:close/>
                  <a:moveTo>
                    <a:pt x="447" y="79"/>
                  </a:moveTo>
                  <a:lnTo>
                    <a:pt x="444" y="79"/>
                  </a:lnTo>
                  <a:lnTo>
                    <a:pt x="444" y="70"/>
                  </a:lnTo>
                  <a:lnTo>
                    <a:pt x="443" y="69"/>
                  </a:lnTo>
                  <a:lnTo>
                    <a:pt x="443" y="69"/>
                  </a:lnTo>
                  <a:lnTo>
                    <a:pt x="441" y="69"/>
                  </a:lnTo>
                  <a:lnTo>
                    <a:pt x="440" y="69"/>
                  </a:lnTo>
                  <a:lnTo>
                    <a:pt x="439" y="70"/>
                  </a:lnTo>
                  <a:lnTo>
                    <a:pt x="438" y="70"/>
                  </a:lnTo>
                  <a:lnTo>
                    <a:pt x="438" y="71"/>
                  </a:lnTo>
                  <a:lnTo>
                    <a:pt x="438" y="72"/>
                  </a:lnTo>
                  <a:lnTo>
                    <a:pt x="438" y="73"/>
                  </a:lnTo>
                  <a:lnTo>
                    <a:pt x="438" y="73"/>
                  </a:lnTo>
                  <a:lnTo>
                    <a:pt x="436" y="74"/>
                  </a:lnTo>
                  <a:lnTo>
                    <a:pt x="435" y="74"/>
                  </a:lnTo>
                  <a:lnTo>
                    <a:pt x="435" y="75"/>
                  </a:lnTo>
                  <a:lnTo>
                    <a:pt x="435" y="76"/>
                  </a:lnTo>
                  <a:lnTo>
                    <a:pt x="435" y="77"/>
                  </a:lnTo>
                  <a:lnTo>
                    <a:pt x="435" y="78"/>
                  </a:lnTo>
                  <a:lnTo>
                    <a:pt x="435" y="78"/>
                  </a:lnTo>
                  <a:lnTo>
                    <a:pt x="435" y="78"/>
                  </a:lnTo>
                  <a:lnTo>
                    <a:pt x="436" y="79"/>
                  </a:lnTo>
                  <a:lnTo>
                    <a:pt x="438" y="81"/>
                  </a:lnTo>
                  <a:lnTo>
                    <a:pt x="439" y="82"/>
                  </a:lnTo>
                  <a:lnTo>
                    <a:pt x="441" y="82"/>
                  </a:lnTo>
                  <a:lnTo>
                    <a:pt x="442" y="82"/>
                  </a:lnTo>
                  <a:lnTo>
                    <a:pt x="445" y="82"/>
                  </a:lnTo>
                  <a:lnTo>
                    <a:pt x="447" y="82"/>
                  </a:lnTo>
                  <a:lnTo>
                    <a:pt x="447" y="79"/>
                  </a:lnTo>
                  <a:lnTo>
                    <a:pt x="447" y="79"/>
                  </a:lnTo>
                  <a:close/>
                  <a:moveTo>
                    <a:pt x="473" y="83"/>
                  </a:moveTo>
                  <a:lnTo>
                    <a:pt x="478" y="83"/>
                  </a:lnTo>
                  <a:lnTo>
                    <a:pt x="479" y="83"/>
                  </a:lnTo>
                  <a:lnTo>
                    <a:pt x="480" y="82"/>
                  </a:lnTo>
                  <a:lnTo>
                    <a:pt x="481" y="82"/>
                  </a:lnTo>
                  <a:lnTo>
                    <a:pt x="482" y="82"/>
                  </a:lnTo>
                  <a:lnTo>
                    <a:pt x="483" y="79"/>
                  </a:lnTo>
                  <a:lnTo>
                    <a:pt x="483" y="77"/>
                  </a:lnTo>
                  <a:lnTo>
                    <a:pt x="484" y="75"/>
                  </a:lnTo>
                  <a:lnTo>
                    <a:pt x="485" y="74"/>
                  </a:lnTo>
                  <a:lnTo>
                    <a:pt x="486" y="73"/>
                  </a:lnTo>
                  <a:lnTo>
                    <a:pt x="487" y="72"/>
                  </a:lnTo>
                  <a:lnTo>
                    <a:pt x="487" y="71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68"/>
                  </a:lnTo>
                  <a:lnTo>
                    <a:pt x="488" y="66"/>
                  </a:lnTo>
                  <a:lnTo>
                    <a:pt x="487" y="65"/>
                  </a:lnTo>
                  <a:lnTo>
                    <a:pt x="487" y="65"/>
                  </a:lnTo>
                  <a:lnTo>
                    <a:pt x="487" y="65"/>
                  </a:lnTo>
                  <a:lnTo>
                    <a:pt x="486" y="64"/>
                  </a:lnTo>
                  <a:lnTo>
                    <a:pt x="485" y="64"/>
                  </a:lnTo>
                  <a:lnTo>
                    <a:pt x="484" y="65"/>
                  </a:lnTo>
                  <a:lnTo>
                    <a:pt x="484" y="65"/>
                  </a:lnTo>
                  <a:lnTo>
                    <a:pt x="484" y="66"/>
                  </a:lnTo>
                  <a:lnTo>
                    <a:pt x="484" y="67"/>
                  </a:lnTo>
                  <a:lnTo>
                    <a:pt x="483" y="68"/>
                  </a:lnTo>
                  <a:lnTo>
                    <a:pt x="480" y="70"/>
                  </a:lnTo>
                  <a:lnTo>
                    <a:pt x="479" y="70"/>
                  </a:lnTo>
                  <a:lnTo>
                    <a:pt x="477" y="71"/>
                  </a:lnTo>
                  <a:lnTo>
                    <a:pt x="476" y="72"/>
                  </a:lnTo>
                  <a:lnTo>
                    <a:pt x="475" y="74"/>
                  </a:lnTo>
                  <a:lnTo>
                    <a:pt x="475" y="76"/>
                  </a:lnTo>
                  <a:lnTo>
                    <a:pt x="475" y="78"/>
                  </a:lnTo>
                  <a:lnTo>
                    <a:pt x="475" y="79"/>
                  </a:lnTo>
                  <a:lnTo>
                    <a:pt x="475" y="79"/>
                  </a:lnTo>
                  <a:lnTo>
                    <a:pt x="473" y="79"/>
                  </a:lnTo>
                  <a:lnTo>
                    <a:pt x="473" y="83"/>
                  </a:lnTo>
                  <a:lnTo>
                    <a:pt x="473" y="83"/>
                  </a:lnTo>
                  <a:close/>
                  <a:moveTo>
                    <a:pt x="474" y="113"/>
                  </a:moveTo>
                  <a:lnTo>
                    <a:pt x="479" y="113"/>
                  </a:lnTo>
                  <a:lnTo>
                    <a:pt x="479" y="120"/>
                  </a:lnTo>
                  <a:lnTo>
                    <a:pt x="474" y="120"/>
                  </a:lnTo>
                  <a:lnTo>
                    <a:pt x="474" y="113"/>
                  </a:lnTo>
                  <a:lnTo>
                    <a:pt x="474" y="113"/>
                  </a:lnTo>
                  <a:close/>
                  <a:moveTo>
                    <a:pt x="473" y="84"/>
                  </a:moveTo>
                  <a:lnTo>
                    <a:pt x="479" y="84"/>
                  </a:lnTo>
                  <a:lnTo>
                    <a:pt x="479" y="92"/>
                  </a:lnTo>
                  <a:lnTo>
                    <a:pt x="473" y="92"/>
                  </a:lnTo>
                  <a:lnTo>
                    <a:pt x="473" y="84"/>
                  </a:lnTo>
                  <a:lnTo>
                    <a:pt x="473" y="84"/>
                  </a:lnTo>
                  <a:close/>
                  <a:moveTo>
                    <a:pt x="475" y="166"/>
                  </a:moveTo>
                  <a:lnTo>
                    <a:pt x="475" y="166"/>
                  </a:lnTo>
                  <a:lnTo>
                    <a:pt x="477" y="167"/>
                  </a:lnTo>
                  <a:lnTo>
                    <a:pt x="479" y="169"/>
                  </a:lnTo>
                  <a:lnTo>
                    <a:pt x="479" y="170"/>
                  </a:lnTo>
                  <a:lnTo>
                    <a:pt x="480" y="171"/>
                  </a:lnTo>
                  <a:lnTo>
                    <a:pt x="481" y="172"/>
                  </a:lnTo>
                  <a:lnTo>
                    <a:pt x="483" y="176"/>
                  </a:lnTo>
                  <a:lnTo>
                    <a:pt x="483" y="178"/>
                  </a:lnTo>
                  <a:lnTo>
                    <a:pt x="484" y="179"/>
                  </a:lnTo>
                  <a:lnTo>
                    <a:pt x="486" y="180"/>
                  </a:lnTo>
                  <a:lnTo>
                    <a:pt x="487" y="182"/>
                  </a:lnTo>
                  <a:lnTo>
                    <a:pt x="489" y="183"/>
                  </a:lnTo>
                  <a:lnTo>
                    <a:pt x="490" y="186"/>
                  </a:lnTo>
                  <a:lnTo>
                    <a:pt x="491" y="188"/>
                  </a:lnTo>
                  <a:lnTo>
                    <a:pt x="491" y="190"/>
                  </a:lnTo>
                  <a:lnTo>
                    <a:pt x="491" y="193"/>
                  </a:lnTo>
                  <a:lnTo>
                    <a:pt x="491" y="198"/>
                  </a:lnTo>
                  <a:lnTo>
                    <a:pt x="490" y="200"/>
                  </a:lnTo>
                  <a:lnTo>
                    <a:pt x="491" y="202"/>
                  </a:lnTo>
                  <a:lnTo>
                    <a:pt x="493" y="203"/>
                  </a:lnTo>
                  <a:lnTo>
                    <a:pt x="495" y="206"/>
                  </a:lnTo>
                  <a:lnTo>
                    <a:pt x="497" y="209"/>
                  </a:lnTo>
                  <a:lnTo>
                    <a:pt x="497" y="210"/>
                  </a:lnTo>
                  <a:lnTo>
                    <a:pt x="497" y="212"/>
                  </a:lnTo>
                  <a:lnTo>
                    <a:pt x="497" y="214"/>
                  </a:lnTo>
                  <a:lnTo>
                    <a:pt x="497" y="217"/>
                  </a:lnTo>
                  <a:lnTo>
                    <a:pt x="497" y="219"/>
                  </a:lnTo>
                  <a:lnTo>
                    <a:pt x="496" y="221"/>
                  </a:lnTo>
                  <a:lnTo>
                    <a:pt x="496" y="222"/>
                  </a:lnTo>
                  <a:lnTo>
                    <a:pt x="495" y="222"/>
                  </a:lnTo>
                  <a:lnTo>
                    <a:pt x="475" y="222"/>
                  </a:lnTo>
                  <a:lnTo>
                    <a:pt x="475" y="166"/>
                  </a:lnTo>
                  <a:lnTo>
                    <a:pt x="475" y="166"/>
                  </a:lnTo>
                  <a:close/>
                  <a:moveTo>
                    <a:pt x="474" y="226"/>
                  </a:moveTo>
                  <a:lnTo>
                    <a:pt x="501" y="226"/>
                  </a:lnTo>
                  <a:lnTo>
                    <a:pt x="501" y="234"/>
                  </a:lnTo>
                  <a:lnTo>
                    <a:pt x="474" y="234"/>
                  </a:lnTo>
                  <a:lnTo>
                    <a:pt x="474" y="2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07" name="îṣḻïḋé"/>
            <p:cNvSpPr/>
            <p:nvPr/>
          </p:nvSpPr>
          <p:spPr bwMode="auto">
            <a:xfrm>
              <a:off x="1914526" y="2486026"/>
              <a:ext cx="1882775" cy="1882775"/>
            </a:xfrm>
            <a:custGeom>
              <a:avLst/>
              <a:gdLst>
                <a:gd name="T0" fmla="*/ 784 w 1186"/>
                <a:gd name="T1" fmla="*/ 31 h 1186"/>
                <a:gd name="T2" fmla="*/ 982 w 1186"/>
                <a:gd name="T3" fmla="*/ 145 h 1186"/>
                <a:gd name="T4" fmla="*/ 1122 w 1186"/>
                <a:gd name="T5" fmla="*/ 323 h 1186"/>
                <a:gd name="T6" fmla="*/ 1184 w 1186"/>
                <a:gd name="T7" fmla="*/ 548 h 1186"/>
                <a:gd name="T8" fmla="*/ 1171 w 1186"/>
                <a:gd name="T9" fmla="*/ 727 h 1186"/>
                <a:gd name="T10" fmla="*/ 1077 w 1186"/>
                <a:gd name="T11" fmla="*/ 936 h 1186"/>
                <a:gd name="T12" fmla="*/ 913 w 1186"/>
                <a:gd name="T13" fmla="*/ 1093 h 1186"/>
                <a:gd name="T14" fmla="*/ 698 w 1186"/>
                <a:gd name="T15" fmla="*/ 1177 h 1186"/>
                <a:gd name="T16" fmla="*/ 518 w 1186"/>
                <a:gd name="T17" fmla="*/ 1181 h 1186"/>
                <a:gd name="T18" fmla="*/ 298 w 1186"/>
                <a:gd name="T19" fmla="*/ 1108 h 1186"/>
                <a:gd name="T20" fmla="*/ 127 w 1186"/>
                <a:gd name="T21" fmla="*/ 960 h 1186"/>
                <a:gd name="T22" fmla="*/ 23 w 1186"/>
                <a:gd name="T23" fmla="*/ 756 h 1186"/>
                <a:gd name="T24" fmla="*/ 1 w 1186"/>
                <a:gd name="T25" fmla="*/ 578 h 1186"/>
                <a:gd name="T26" fmla="*/ 53 w 1186"/>
                <a:gd name="T27" fmla="*/ 349 h 1186"/>
                <a:gd name="T28" fmla="*/ 184 w 1186"/>
                <a:gd name="T29" fmla="*/ 164 h 1186"/>
                <a:gd name="T30" fmla="*/ 376 w 1186"/>
                <a:gd name="T31" fmla="*/ 42 h 1186"/>
                <a:gd name="T32" fmla="*/ 593 w 1186"/>
                <a:gd name="T33" fmla="*/ 0 h 1186"/>
                <a:gd name="T34" fmla="*/ 491 w 1186"/>
                <a:gd name="T35" fmla="*/ 233 h 1186"/>
                <a:gd name="T36" fmla="*/ 362 w 1186"/>
                <a:gd name="T37" fmla="*/ 299 h 1186"/>
                <a:gd name="T38" fmla="*/ 268 w 1186"/>
                <a:gd name="T39" fmla="*/ 407 h 1186"/>
                <a:gd name="T40" fmla="*/ 222 w 1186"/>
                <a:gd name="T41" fmla="*/ 546 h 1186"/>
                <a:gd name="T42" fmla="*/ 224 w 1186"/>
                <a:gd name="T43" fmla="*/ 660 h 1186"/>
                <a:gd name="T44" fmla="*/ 278 w 1186"/>
                <a:gd name="T45" fmla="*/ 795 h 1186"/>
                <a:gd name="T46" fmla="*/ 392 w 1186"/>
                <a:gd name="T47" fmla="*/ 908 h 1186"/>
                <a:gd name="T48" fmla="*/ 431 w 1186"/>
                <a:gd name="T49" fmla="*/ 916 h 1186"/>
                <a:gd name="T50" fmla="*/ 304 w 1186"/>
                <a:gd name="T51" fmla="*/ 809 h 1186"/>
                <a:gd name="T52" fmla="*/ 244 w 1186"/>
                <a:gd name="T53" fmla="*/ 684 h 1186"/>
                <a:gd name="T54" fmla="*/ 232 w 1186"/>
                <a:gd name="T55" fmla="*/ 575 h 1186"/>
                <a:gd name="T56" fmla="*/ 268 w 1186"/>
                <a:gd name="T57" fmla="*/ 437 h 1186"/>
                <a:gd name="T58" fmla="*/ 351 w 1186"/>
                <a:gd name="T59" fmla="*/ 326 h 1186"/>
                <a:gd name="T60" fmla="*/ 469 w 1186"/>
                <a:gd name="T61" fmla="*/ 254 h 1186"/>
                <a:gd name="T62" fmla="*/ 593 w 1186"/>
                <a:gd name="T63" fmla="*/ 232 h 1186"/>
                <a:gd name="T64" fmla="*/ 717 w 1186"/>
                <a:gd name="T65" fmla="*/ 254 h 1186"/>
                <a:gd name="T66" fmla="*/ 836 w 1186"/>
                <a:gd name="T67" fmla="*/ 326 h 1186"/>
                <a:gd name="T68" fmla="*/ 919 w 1186"/>
                <a:gd name="T69" fmla="*/ 437 h 1186"/>
                <a:gd name="T70" fmla="*/ 954 w 1186"/>
                <a:gd name="T71" fmla="*/ 575 h 1186"/>
                <a:gd name="T72" fmla="*/ 943 w 1186"/>
                <a:gd name="T73" fmla="*/ 684 h 1186"/>
                <a:gd name="T74" fmla="*/ 883 w 1186"/>
                <a:gd name="T75" fmla="*/ 809 h 1186"/>
                <a:gd name="T76" fmla="*/ 756 w 1186"/>
                <a:gd name="T77" fmla="*/ 916 h 1186"/>
                <a:gd name="T78" fmla="*/ 795 w 1186"/>
                <a:gd name="T79" fmla="*/ 909 h 1186"/>
                <a:gd name="T80" fmla="*/ 909 w 1186"/>
                <a:gd name="T81" fmla="*/ 795 h 1186"/>
                <a:gd name="T82" fmla="*/ 961 w 1186"/>
                <a:gd name="T83" fmla="*/ 660 h 1186"/>
                <a:gd name="T84" fmla="*/ 965 w 1186"/>
                <a:gd name="T85" fmla="*/ 546 h 1186"/>
                <a:gd name="T86" fmla="*/ 918 w 1186"/>
                <a:gd name="T87" fmla="*/ 407 h 1186"/>
                <a:gd name="T88" fmla="*/ 825 w 1186"/>
                <a:gd name="T89" fmla="*/ 299 h 1186"/>
                <a:gd name="T90" fmla="*/ 696 w 1186"/>
                <a:gd name="T91" fmla="*/ 233 h 1186"/>
                <a:gd name="T92" fmla="*/ 593 w 1186"/>
                <a:gd name="T93" fmla="*/ 14 h 1186"/>
                <a:gd name="T94" fmla="*/ 408 w 1186"/>
                <a:gd name="T95" fmla="*/ 44 h 1186"/>
                <a:gd name="T96" fmla="*/ 214 w 1186"/>
                <a:gd name="T97" fmla="*/ 155 h 1186"/>
                <a:gd name="T98" fmla="*/ 77 w 1186"/>
                <a:gd name="T99" fmla="*/ 330 h 1186"/>
                <a:gd name="T100" fmla="*/ 15 w 1186"/>
                <a:gd name="T101" fmla="*/ 548 h 1186"/>
                <a:gd name="T102" fmla="*/ 28 w 1186"/>
                <a:gd name="T103" fmla="*/ 724 h 1186"/>
                <a:gd name="T104" fmla="*/ 120 w 1186"/>
                <a:gd name="T105" fmla="*/ 928 h 1186"/>
                <a:gd name="T106" fmla="*/ 281 w 1186"/>
                <a:gd name="T107" fmla="*/ 1081 h 1186"/>
                <a:gd name="T108" fmla="*/ 491 w 1186"/>
                <a:gd name="T109" fmla="*/ 1164 h 1186"/>
                <a:gd name="T110" fmla="*/ 667 w 1186"/>
                <a:gd name="T111" fmla="*/ 1169 h 1186"/>
                <a:gd name="T112" fmla="*/ 882 w 1186"/>
                <a:gd name="T113" fmla="*/ 1096 h 1186"/>
                <a:gd name="T114" fmla="*/ 1050 w 1186"/>
                <a:gd name="T115" fmla="*/ 951 h 1186"/>
                <a:gd name="T116" fmla="*/ 1151 w 1186"/>
                <a:gd name="T117" fmla="*/ 752 h 1186"/>
                <a:gd name="T118" fmla="*/ 1173 w 1186"/>
                <a:gd name="T119" fmla="*/ 578 h 1186"/>
                <a:gd name="T120" fmla="*/ 1122 w 1186"/>
                <a:gd name="T121" fmla="*/ 355 h 1186"/>
                <a:gd name="T122" fmla="*/ 994 w 1186"/>
                <a:gd name="T123" fmla="*/ 174 h 1186"/>
                <a:gd name="T124" fmla="*/ 806 w 1186"/>
                <a:gd name="T125" fmla="*/ 54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86" h="1186">
                  <a:moveTo>
                    <a:pt x="593" y="0"/>
                  </a:moveTo>
                  <a:lnTo>
                    <a:pt x="593" y="0"/>
                  </a:lnTo>
                  <a:lnTo>
                    <a:pt x="593" y="0"/>
                  </a:lnTo>
                  <a:lnTo>
                    <a:pt x="609" y="1"/>
                  </a:lnTo>
                  <a:lnTo>
                    <a:pt x="624" y="1"/>
                  </a:lnTo>
                  <a:lnTo>
                    <a:pt x="639" y="2"/>
                  </a:lnTo>
                  <a:lnTo>
                    <a:pt x="654" y="3"/>
                  </a:lnTo>
                  <a:lnTo>
                    <a:pt x="669" y="5"/>
                  </a:lnTo>
                  <a:lnTo>
                    <a:pt x="684" y="7"/>
                  </a:lnTo>
                  <a:lnTo>
                    <a:pt x="698" y="10"/>
                  </a:lnTo>
                  <a:lnTo>
                    <a:pt x="713" y="13"/>
                  </a:lnTo>
                  <a:lnTo>
                    <a:pt x="727" y="15"/>
                  </a:lnTo>
                  <a:lnTo>
                    <a:pt x="741" y="19"/>
                  </a:lnTo>
                  <a:lnTo>
                    <a:pt x="756" y="23"/>
                  </a:lnTo>
                  <a:lnTo>
                    <a:pt x="769" y="27"/>
                  </a:lnTo>
                  <a:lnTo>
                    <a:pt x="784" y="31"/>
                  </a:lnTo>
                  <a:lnTo>
                    <a:pt x="797" y="36"/>
                  </a:lnTo>
                  <a:lnTo>
                    <a:pt x="811" y="42"/>
                  </a:lnTo>
                  <a:lnTo>
                    <a:pt x="825" y="47"/>
                  </a:lnTo>
                  <a:lnTo>
                    <a:pt x="837" y="53"/>
                  </a:lnTo>
                  <a:lnTo>
                    <a:pt x="850" y="59"/>
                  </a:lnTo>
                  <a:lnTo>
                    <a:pt x="863" y="65"/>
                  </a:lnTo>
                  <a:lnTo>
                    <a:pt x="876" y="72"/>
                  </a:lnTo>
                  <a:lnTo>
                    <a:pt x="889" y="79"/>
                  </a:lnTo>
                  <a:lnTo>
                    <a:pt x="901" y="87"/>
                  </a:lnTo>
                  <a:lnTo>
                    <a:pt x="913" y="94"/>
                  </a:lnTo>
                  <a:lnTo>
                    <a:pt x="925" y="102"/>
                  </a:lnTo>
                  <a:lnTo>
                    <a:pt x="937" y="110"/>
                  </a:lnTo>
                  <a:lnTo>
                    <a:pt x="948" y="119"/>
                  </a:lnTo>
                  <a:lnTo>
                    <a:pt x="959" y="127"/>
                  </a:lnTo>
                  <a:lnTo>
                    <a:pt x="970" y="135"/>
                  </a:lnTo>
                  <a:lnTo>
                    <a:pt x="982" y="145"/>
                  </a:lnTo>
                  <a:lnTo>
                    <a:pt x="992" y="155"/>
                  </a:lnTo>
                  <a:lnTo>
                    <a:pt x="1002" y="164"/>
                  </a:lnTo>
                  <a:lnTo>
                    <a:pt x="1013" y="174"/>
                  </a:lnTo>
                  <a:lnTo>
                    <a:pt x="1022" y="184"/>
                  </a:lnTo>
                  <a:lnTo>
                    <a:pt x="1032" y="195"/>
                  </a:lnTo>
                  <a:lnTo>
                    <a:pt x="1042" y="206"/>
                  </a:lnTo>
                  <a:lnTo>
                    <a:pt x="1050" y="216"/>
                  </a:lnTo>
                  <a:lnTo>
                    <a:pt x="1060" y="227"/>
                  </a:lnTo>
                  <a:lnTo>
                    <a:pt x="1069" y="239"/>
                  </a:lnTo>
                  <a:lnTo>
                    <a:pt x="1077" y="250"/>
                  </a:lnTo>
                  <a:lnTo>
                    <a:pt x="1085" y="262"/>
                  </a:lnTo>
                  <a:lnTo>
                    <a:pt x="1093" y="274"/>
                  </a:lnTo>
                  <a:lnTo>
                    <a:pt x="1101" y="286"/>
                  </a:lnTo>
                  <a:lnTo>
                    <a:pt x="1108" y="298"/>
                  </a:lnTo>
                  <a:lnTo>
                    <a:pt x="1114" y="311"/>
                  </a:lnTo>
                  <a:lnTo>
                    <a:pt x="1122" y="323"/>
                  </a:lnTo>
                  <a:lnTo>
                    <a:pt x="1128" y="336"/>
                  </a:lnTo>
                  <a:lnTo>
                    <a:pt x="1134" y="349"/>
                  </a:lnTo>
                  <a:lnTo>
                    <a:pt x="1140" y="363"/>
                  </a:lnTo>
                  <a:lnTo>
                    <a:pt x="1146" y="376"/>
                  </a:lnTo>
                  <a:lnTo>
                    <a:pt x="1150" y="389"/>
                  </a:lnTo>
                  <a:lnTo>
                    <a:pt x="1155" y="403"/>
                  </a:lnTo>
                  <a:lnTo>
                    <a:pt x="1160" y="417"/>
                  </a:lnTo>
                  <a:lnTo>
                    <a:pt x="1164" y="431"/>
                  </a:lnTo>
                  <a:lnTo>
                    <a:pt x="1167" y="445"/>
                  </a:lnTo>
                  <a:lnTo>
                    <a:pt x="1171" y="460"/>
                  </a:lnTo>
                  <a:lnTo>
                    <a:pt x="1174" y="474"/>
                  </a:lnTo>
                  <a:lnTo>
                    <a:pt x="1177" y="488"/>
                  </a:lnTo>
                  <a:lnTo>
                    <a:pt x="1179" y="503"/>
                  </a:lnTo>
                  <a:lnTo>
                    <a:pt x="1182" y="518"/>
                  </a:lnTo>
                  <a:lnTo>
                    <a:pt x="1183" y="532"/>
                  </a:lnTo>
                  <a:lnTo>
                    <a:pt x="1184" y="548"/>
                  </a:lnTo>
                  <a:lnTo>
                    <a:pt x="1186" y="563"/>
                  </a:lnTo>
                  <a:lnTo>
                    <a:pt x="1186" y="578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608"/>
                  </a:lnTo>
                  <a:lnTo>
                    <a:pt x="1186" y="624"/>
                  </a:lnTo>
                  <a:lnTo>
                    <a:pt x="1184" y="639"/>
                  </a:lnTo>
                  <a:lnTo>
                    <a:pt x="1183" y="654"/>
                  </a:lnTo>
                  <a:lnTo>
                    <a:pt x="1182" y="669"/>
                  </a:lnTo>
                  <a:lnTo>
                    <a:pt x="1179" y="684"/>
                  </a:lnTo>
                  <a:lnTo>
                    <a:pt x="1177" y="698"/>
                  </a:lnTo>
                  <a:lnTo>
                    <a:pt x="1174" y="713"/>
                  </a:lnTo>
                  <a:lnTo>
                    <a:pt x="1171" y="727"/>
                  </a:lnTo>
                  <a:lnTo>
                    <a:pt x="1167" y="741"/>
                  </a:lnTo>
                  <a:lnTo>
                    <a:pt x="1164" y="756"/>
                  </a:lnTo>
                  <a:lnTo>
                    <a:pt x="1160" y="769"/>
                  </a:lnTo>
                  <a:lnTo>
                    <a:pt x="1155" y="784"/>
                  </a:lnTo>
                  <a:lnTo>
                    <a:pt x="1150" y="797"/>
                  </a:lnTo>
                  <a:lnTo>
                    <a:pt x="1146" y="811"/>
                  </a:lnTo>
                  <a:lnTo>
                    <a:pt x="1140" y="824"/>
                  </a:lnTo>
                  <a:lnTo>
                    <a:pt x="1134" y="837"/>
                  </a:lnTo>
                  <a:lnTo>
                    <a:pt x="1128" y="851"/>
                  </a:lnTo>
                  <a:lnTo>
                    <a:pt x="1122" y="864"/>
                  </a:lnTo>
                  <a:lnTo>
                    <a:pt x="1114" y="876"/>
                  </a:lnTo>
                  <a:lnTo>
                    <a:pt x="1108" y="888"/>
                  </a:lnTo>
                  <a:lnTo>
                    <a:pt x="1101" y="900"/>
                  </a:lnTo>
                  <a:lnTo>
                    <a:pt x="1093" y="912"/>
                  </a:lnTo>
                  <a:lnTo>
                    <a:pt x="1085" y="924"/>
                  </a:lnTo>
                  <a:lnTo>
                    <a:pt x="1077" y="936"/>
                  </a:lnTo>
                  <a:lnTo>
                    <a:pt x="1069" y="948"/>
                  </a:lnTo>
                  <a:lnTo>
                    <a:pt x="1060" y="960"/>
                  </a:lnTo>
                  <a:lnTo>
                    <a:pt x="1050" y="970"/>
                  </a:lnTo>
                  <a:lnTo>
                    <a:pt x="1042" y="981"/>
                  </a:lnTo>
                  <a:lnTo>
                    <a:pt x="1032" y="992"/>
                  </a:lnTo>
                  <a:lnTo>
                    <a:pt x="1022" y="1002"/>
                  </a:lnTo>
                  <a:lnTo>
                    <a:pt x="1013" y="1012"/>
                  </a:lnTo>
                  <a:lnTo>
                    <a:pt x="1002" y="1022"/>
                  </a:lnTo>
                  <a:lnTo>
                    <a:pt x="992" y="1032"/>
                  </a:lnTo>
                  <a:lnTo>
                    <a:pt x="982" y="1041"/>
                  </a:lnTo>
                  <a:lnTo>
                    <a:pt x="970" y="1051"/>
                  </a:lnTo>
                  <a:lnTo>
                    <a:pt x="959" y="1060"/>
                  </a:lnTo>
                  <a:lnTo>
                    <a:pt x="948" y="1069"/>
                  </a:lnTo>
                  <a:lnTo>
                    <a:pt x="937" y="1077"/>
                  </a:lnTo>
                  <a:lnTo>
                    <a:pt x="925" y="1085"/>
                  </a:lnTo>
                  <a:lnTo>
                    <a:pt x="913" y="1093"/>
                  </a:lnTo>
                  <a:lnTo>
                    <a:pt x="901" y="1101"/>
                  </a:lnTo>
                  <a:lnTo>
                    <a:pt x="889" y="1108"/>
                  </a:lnTo>
                  <a:lnTo>
                    <a:pt x="876" y="1114"/>
                  </a:lnTo>
                  <a:lnTo>
                    <a:pt x="863" y="1121"/>
                  </a:lnTo>
                  <a:lnTo>
                    <a:pt x="850" y="1128"/>
                  </a:lnTo>
                  <a:lnTo>
                    <a:pt x="837" y="1134"/>
                  </a:lnTo>
                  <a:lnTo>
                    <a:pt x="825" y="1140"/>
                  </a:lnTo>
                  <a:lnTo>
                    <a:pt x="811" y="1145"/>
                  </a:lnTo>
                  <a:lnTo>
                    <a:pt x="797" y="1150"/>
                  </a:lnTo>
                  <a:lnTo>
                    <a:pt x="784" y="1155"/>
                  </a:lnTo>
                  <a:lnTo>
                    <a:pt x="769" y="1160"/>
                  </a:lnTo>
                  <a:lnTo>
                    <a:pt x="756" y="1164"/>
                  </a:lnTo>
                  <a:lnTo>
                    <a:pt x="741" y="1168"/>
                  </a:lnTo>
                  <a:lnTo>
                    <a:pt x="727" y="1171"/>
                  </a:lnTo>
                  <a:lnTo>
                    <a:pt x="713" y="1174"/>
                  </a:lnTo>
                  <a:lnTo>
                    <a:pt x="698" y="1177"/>
                  </a:lnTo>
                  <a:lnTo>
                    <a:pt x="684" y="1179"/>
                  </a:lnTo>
                  <a:lnTo>
                    <a:pt x="669" y="1181"/>
                  </a:lnTo>
                  <a:lnTo>
                    <a:pt x="654" y="1183"/>
                  </a:lnTo>
                  <a:lnTo>
                    <a:pt x="639" y="1185"/>
                  </a:lnTo>
                  <a:lnTo>
                    <a:pt x="624" y="1185"/>
                  </a:lnTo>
                  <a:lnTo>
                    <a:pt x="609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78" y="1186"/>
                  </a:lnTo>
                  <a:lnTo>
                    <a:pt x="563" y="1185"/>
                  </a:lnTo>
                  <a:lnTo>
                    <a:pt x="548" y="1185"/>
                  </a:lnTo>
                  <a:lnTo>
                    <a:pt x="532" y="1183"/>
                  </a:lnTo>
                  <a:lnTo>
                    <a:pt x="518" y="1181"/>
                  </a:lnTo>
                  <a:lnTo>
                    <a:pt x="503" y="1179"/>
                  </a:lnTo>
                  <a:lnTo>
                    <a:pt x="488" y="1177"/>
                  </a:lnTo>
                  <a:lnTo>
                    <a:pt x="474" y="1174"/>
                  </a:lnTo>
                  <a:lnTo>
                    <a:pt x="460" y="1171"/>
                  </a:lnTo>
                  <a:lnTo>
                    <a:pt x="445" y="1168"/>
                  </a:lnTo>
                  <a:lnTo>
                    <a:pt x="431" y="1164"/>
                  </a:lnTo>
                  <a:lnTo>
                    <a:pt x="417" y="1160"/>
                  </a:lnTo>
                  <a:lnTo>
                    <a:pt x="404" y="1155"/>
                  </a:lnTo>
                  <a:lnTo>
                    <a:pt x="389" y="1150"/>
                  </a:lnTo>
                  <a:lnTo>
                    <a:pt x="376" y="1145"/>
                  </a:lnTo>
                  <a:lnTo>
                    <a:pt x="363" y="1140"/>
                  </a:lnTo>
                  <a:lnTo>
                    <a:pt x="349" y="1134"/>
                  </a:lnTo>
                  <a:lnTo>
                    <a:pt x="336" y="1128"/>
                  </a:lnTo>
                  <a:lnTo>
                    <a:pt x="324" y="1121"/>
                  </a:lnTo>
                  <a:lnTo>
                    <a:pt x="311" y="1114"/>
                  </a:lnTo>
                  <a:lnTo>
                    <a:pt x="298" y="1108"/>
                  </a:lnTo>
                  <a:lnTo>
                    <a:pt x="286" y="1101"/>
                  </a:lnTo>
                  <a:lnTo>
                    <a:pt x="274" y="1093"/>
                  </a:lnTo>
                  <a:lnTo>
                    <a:pt x="262" y="1085"/>
                  </a:lnTo>
                  <a:lnTo>
                    <a:pt x="250" y="1077"/>
                  </a:lnTo>
                  <a:lnTo>
                    <a:pt x="239" y="1069"/>
                  </a:lnTo>
                  <a:lnTo>
                    <a:pt x="227" y="1060"/>
                  </a:lnTo>
                  <a:lnTo>
                    <a:pt x="216" y="1051"/>
                  </a:lnTo>
                  <a:lnTo>
                    <a:pt x="205" y="1041"/>
                  </a:lnTo>
                  <a:lnTo>
                    <a:pt x="195" y="1032"/>
                  </a:lnTo>
                  <a:lnTo>
                    <a:pt x="184" y="1022"/>
                  </a:lnTo>
                  <a:lnTo>
                    <a:pt x="174" y="1012"/>
                  </a:lnTo>
                  <a:lnTo>
                    <a:pt x="164" y="1002"/>
                  </a:lnTo>
                  <a:lnTo>
                    <a:pt x="155" y="992"/>
                  </a:lnTo>
                  <a:lnTo>
                    <a:pt x="145" y="981"/>
                  </a:lnTo>
                  <a:lnTo>
                    <a:pt x="135" y="970"/>
                  </a:lnTo>
                  <a:lnTo>
                    <a:pt x="127" y="960"/>
                  </a:lnTo>
                  <a:lnTo>
                    <a:pt x="118" y="948"/>
                  </a:lnTo>
                  <a:lnTo>
                    <a:pt x="110" y="936"/>
                  </a:lnTo>
                  <a:lnTo>
                    <a:pt x="102" y="924"/>
                  </a:lnTo>
                  <a:lnTo>
                    <a:pt x="94" y="912"/>
                  </a:lnTo>
                  <a:lnTo>
                    <a:pt x="87" y="900"/>
                  </a:lnTo>
                  <a:lnTo>
                    <a:pt x="79" y="888"/>
                  </a:lnTo>
                  <a:lnTo>
                    <a:pt x="71" y="876"/>
                  </a:lnTo>
                  <a:lnTo>
                    <a:pt x="65" y="864"/>
                  </a:lnTo>
                  <a:lnTo>
                    <a:pt x="59" y="851"/>
                  </a:lnTo>
                  <a:lnTo>
                    <a:pt x="53" y="837"/>
                  </a:lnTo>
                  <a:lnTo>
                    <a:pt x="47" y="824"/>
                  </a:lnTo>
                  <a:lnTo>
                    <a:pt x="42" y="811"/>
                  </a:lnTo>
                  <a:lnTo>
                    <a:pt x="36" y="797"/>
                  </a:lnTo>
                  <a:lnTo>
                    <a:pt x="31" y="784"/>
                  </a:lnTo>
                  <a:lnTo>
                    <a:pt x="27" y="769"/>
                  </a:lnTo>
                  <a:lnTo>
                    <a:pt x="23" y="756"/>
                  </a:lnTo>
                  <a:lnTo>
                    <a:pt x="19" y="741"/>
                  </a:lnTo>
                  <a:lnTo>
                    <a:pt x="15" y="727"/>
                  </a:lnTo>
                  <a:lnTo>
                    <a:pt x="12" y="713"/>
                  </a:lnTo>
                  <a:lnTo>
                    <a:pt x="10" y="698"/>
                  </a:lnTo>
                  <a:lnTo>
                    <a:pt x="7" y="684"/>
                  </a:lnTo>
                  <a:lnTo>
                    <a:pt x="5" y="669"/>
                  </a:lnTo>
                  <a:lnTo>
                    <a:pt x="3" y="654"/>
                  </a:lnTo>
                  <a:lnTo>
                    <a:pt x="2" y="639"/>
                  </a:lnTo>
                  <a:lnTo>
                    <a:pt x="1" y="624"/>
                  </a:lnTo>
                  <a:lnTo>
                    <a:pt x="1" y="608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1" y="578"/>
                  </a:lnTo>
                  <a:lnTo>
                    <a:pt x="1" y="563"/>
                  </a:lnTo>
                  <a:lnTo>
                    <a:pt x="2" y="548"/>
                  </a:lnTo>
                  <a:lnTo>
                    <a:pt x="3" y="532"/>
                  </a:lnTo>
                  <a:lnTo>
                    <a:pt x="5" y="518"/>
                  </a:lnTo>
                  <a:lnTo>
                    <a:pt x="7" y="503"/>
                  </a:lnTo>
                  <a:lnTo>
                    <a:pt x="10" y="488"/>
                  </a:lnTo>
                  <a:lnTo>
                    <a:pt x="12" y="474"/>
                  </a:lnTo>
                  <a:lnTo>
                    <a:pt x="15" y="460"/>
                  </a:lnTo>
                  <a:lnTo>
                    <a:pt x="19" y="445"/>
                  </a:lnTo>
                  <a:lnTo>
                    <a:pt x="23" y="431"/>
                  </a:lnTo>
                  <a:lnTo>
                    <a:pt x="27" y="417"/>
                  </a:lnTo>
                  <a:lnTo>
                    <a:pt x="31" y="403"/>
                  </a:lnTo>
                  <a:lnTo>
                    <a:pt x="36" y="389"/>
                  </a:lnTo>
                  <a:lnTo>
                    <a:pt x="42" y="376"/>
                  </a:lnTo>
                  <a:lnTo>
                    <a:pt x="47" y="363"/>
                  </a:lnTo>
                  <a:lnTo>
                    <a:pt x="53" y="349"/>
                  </a:lnTo>
                  <a:lnTo>
                    <a:pt x="59" y="336"/>
                  </a:lnTo>
                  <a:lnTo>
                    <a:pt x="65" y="323"/>
                  </a:lnTo>
                  <a:lnTo>
                    <a:pt x="71" y="311"/>
                  </a:lnTo>
                  <a:lnTo>
                    <a:pt x="79" y="298"/>
                  </a:lnTo>
                  <a:lnTo>
                    <a:pt x="87" y="286"/>
                  </a:lnTo>
                  <a:lnTo>
                    <a:pt x="94" y="274"/>
                  </a:lnTo>
                  <a:lnTo>
                    <a:pt x="102" y="262"/>
                  </a:lnTo>
                  <a:lnTo>
                    <a:pt x="110" y="250"/>
                  </a:lnTo>
                  <a:lnTo>
                    <a:pt x="118" y="239"/>
                  </a:lnTo>
                  <a:lnTo>
                    <a:pt x="127" y="227"/>
                  </a:lnTo>
                  <a:lnTo>
                    <a:pt x="135" y="216"/>
                  </a:lnTo>
                  <a:lnTo>
                    <a:pt x="145" y="206"/>
                  </a:lnTo>
                  <a:lnTo>
                    <a:pt x="155" y="195"/>
                  </a:lnTo>
                  <a:lnTo>
                    <a:pt x="164" y="184"/>
                  </a:lnTo>
                  <a:lnTo>
                    <a:pt x="174" y="174"/>
                  </a:lnTo>
                  <a:lnTo>
                    <a:pt x="184" y="164"/>
                  </a:lnTo>
                  <a:lnTo>
                    <a:pt x="195" y="155"/>
                  </a:lnTo>
                  <a:lnTo>
                    <a:pt x="205" y="145"/>
                  </a:lnTo>
                  <a:lnTo>
                    <a:pt x="216" y="135"/>
                  </a:lnTo>
                  <a:lnTo>
                    <a:pt x="227" y="127"/>
                  </a:lnTo>
                  <a:lnTo>
                    <a:pt x="239" y="119"/>
                  </a:lnTo>
                  <a:lnTo>
                    <a:pt x="250" y="110"/>
                  </a:lnTo>
                  <a:lnTo>
                    <a:pt x="262" y="102"/>
                  </a:lnTo>
                  <a:lnTo>
                    <a:pt x="274" y="94"/>
                  </a:lnTo>
                  <a:lnTo>
                    <a:pt x="286" y="87"/>
                  </a:lnTo>
                  <a:lnTo>
                    <a:pt x="298" y="79"/>
                  </a:lnTo>
                  <a:lnTo>
                    <a:pt x="311" y="72"/>
                  </a:lnTo>
                  <a:lnTo>
                    <a:pt x="324" y="65"/>
                  </a:lnTo>
                  <a:lnTo>
                    <a:pt x="336" y="59"/>
                  </a:lnTo>
                  <a:lnTo>
                    <a:pt x="349" y="53"/>
                  </a:lnTo>
                  <a:lnTo>
                    <a:pt x="363" y="47"/>
                  </a:lnTo>
                  <a:lnTo>
                    <a:pt x="376" y="42"/>
                  </a:lnTo>
                  <a:lnTo>
                    <a:pt x="389" y="36"/>
                  </a:lnTo>
                  <a:lnTo>
                    <a:pt x="404" y="31"/>
                  </a:lnTo>
                  <a:lnTo>
                    <a:pt x="417" y="27"/>
                  </a:lnTo>
                  <a:lnTo>
                    <a:pt x="431" y="23"/>
                  </a:lnTo>
                  <a:lnTo>
                    <a:pt x="445" y="19"/>
                  </a:lnTo>
                  <a:lnTo>
                    <a:pt x="460" y="15"/>
                  </a:lnTo>
                  <a:lnTo>
                    <a:pt x="474" y="13"/>
                  </a:lnTo>
                  <a:lnTo>
                    <a:pt x="488" y="10"/>
                  </a:lnTo>
                  <a:lnTo>
                    <a:pt x="503" y="7"/>
                  </a:lnTo>
                  <a:lnTo>
                    <a:pt x="518" y="5"/>
                  </a:lnTo>
                  <a:lnTo>
                    <a:pt x="532" y="3"/>
                  </a:lnTo>
                  <a:lnTo>
                    <a:pt x="548" y="2"/>
                  </a:lnTo>
                  <a:lnTo>
                    <a:pt x="563" y="1"/>
                  </a:lnTo>
                  <a:lnTo>
                    <a:pt x="578" y="1"/>
                  </a:lnTo>
                  <a:lnTo>
                    <a:pt x="593" y="0"/>
                  </a:lnTo>
                  <a:lnTo>
                    <a:pt x="593" y="0"/>
                  </a:lnTo>
                  <a:lnTo>
                    <a:pt x="593" y="0"/>
                  </a:lnTo>
                  <a:lnTo>
                    <a:pt x="593" y="0"/>
                  </a:lnTo>
                  <a:close/>
                  <a:moveTo>
                    <a:pt x="593" y="219"/>
                  </a:moveTo>
                  <a:lnTo>
                    <a:pt x="593" y="219"/>
                  </a:lnTo>
                  <a:lnTo>
                    <a:pt x="593" y="219"/>
                  </a:lnTo>
                  <a:lnTo>
                    <a:pt x="584" y="219"/>
                  </a:lnTo>
                  <a:lnTo>
                    <a:pt x="574" y="219"/>
                  </a:lnTo>
                  <a:lnTo>
                    <a:pt x="564" y="220"/>
                  </a:lnTo>
                  <a:lnTo>
                    <a:pt x="555" y="221"/>
                  </a:lnTo>
                  <a:lnTo>
                    <a:pt x="545" y="222"/>
                  </a:lnTo>
                  <a:lnTo>
                    <a:pt x="536" y="223"/>
                  </a:lnTo>
                  <a:lnTo>
                    <a:pt x="527" y="225"/>
                  </a:lnTo>
                  <a:lnTo>
                    <a:pt x="518" y="227"/>
                  </a:lnTo>
                  <a:lnTo>
                    <a:pt x="508" y="228"/>
                  </a:lnTo>
                  <a:lnTo>
                    <a:pt x="500" y="231"/>
                  </a:lnTo>
                  <a:lnTo>
                    <a:pt x="491" y="233"/>
                  </a:lnTo>
                  <a:lnTo>
                    <a:pt x="482" y="235"/>
                  </a:lnTo>
                  <a:lnTo>
                    <a:pt x="473" y="239"/>
                  </a:lnTo>
                  <a:lnTo>
                    <a:pt x="464" y="242"/>
                  </a:lnTo>
                  <a:lnTo>
                    <a:pt x="456" y="245"/>
                  </a:lnTo>
                  <a:lnTo>
                    <a:pt x="448" y="248"/>
                  </a:lnTo>
                  <a:lnTo>
                    <a:pt x="439" y="251"/>
                  </a:lnTo>
                  <a:lnTo>
                    <a:pt x="431" y="255"/>
                  </a:lnTo>
                  <a:lnTo>
                    <a:pt x="423" y="259"/>
                  </a:lnTo>
                  <a:lnTo>
                    <a:pt x="415" y="264"/>
                  </a:lnTo>
                  <a:lnTo>
                    <a:pt x="407" y="268"/>
                  </a:lnTo>
                  <a:lnTo>
                    <a:pt x="399" y="273"/>
                  </a:lnTo>
                  <a:lnTo>
                    <a:pt x="392" y="278"/>
                  </a:lnTo>
                  <a:lnTo>
                    <a:pt x="384" y="283"/>
                  </a:lnTo>
                  <a:lnTo>
                    <a:pt x="376" y="288"/>
                  </a:lnTo>
                  <a:lnTo>
                    <a:pt x="369" y="293"/>
                  </a:lnTo>
                  <a:lnTo>
                    <a:pt x="362" y="299"/>
                  </a:lnTo>
                  <a:lnTo>
                    <a:pt x="356" y="304"/>
                  </a:lnTo>
                  <a:lnTo>
                    <a:pt x="348" y="310"/>
                  </a:lnTo>
                  <a:lnTo>
                    <a:pt x="341" y="316"/>
                  </a:lnTo>
                  <a:lnTo>
                    <a:pt x="335" y="322"/>
                  </a:lnTo>
                  <a:lnTo>
                    <a:pt x="328" y="328"/>
                  </a:lnTo>
                  <a:lnTo>
                    <a:pt x="322" y="335"/>
                  </a:lnTo>
                  <a:lnTo>
                    <a:pt x="316" y="342"/>
                  </a:lnTo>
                  <a:lnTo>
                    <a:pt x="310" y="348"/>
                  </a:lnTo>
                  <a:lnTo>
                    <a:pt x="304" y="355"/>
                  </a:lnTo>
                  <a:lnTo>
                    <a:pt x="299" y="362"/>
                  </a:lnTo>
                  <a:lnTo>
                    <a:pt x="293" y="369"/>
                  </a:lnTo>
                  <a:lnTo>
                    <a:pt x="288" y="376"/>
                  </a:lnTo>
                  <a:lnTo>
                    <a:pt x="283" y="383"/>
                  </a:lnTo>
                  <a:lnTo>
                    <a:pt x="278" y="391"/>
                  </a:lnTo>
                  <a:lnTo>
                    <a:pt x="273" y="399"/>
                  </a:lnTo>
                  <a:lnTo>
                    <a:pt x="268" y="407"/>
                  </a:lnTo>
                  <a:lnTo>
                    <a:pt x="264" y="415"/>
                  </a:lnTo>
                  <a:lnTo>
                    <a:pt x="260" y="423"/>
                  </a:lnTo>
                  <a:lnTo>
                    <a:pt x="256" y="431"/>
                  </a:lnTo>
                  <a:lnTo>
                    <a:pt x="252" y="439"/>
                  </a:lnTo>
                  <a:lnTo>
                    <a:pt x="248" y="448"/>
                  </a:lnTo>
                  <a:lnTo>
                    <a:pt x="245" y="456"/>
                  </a:lnTo>
                  <a:lnTo>
                    <a:pt x="242" y="464"/>
                  </a:lnTo>
                  <a:lnTo>
                    <a:pt x="239" y="473"/>
                  </a:lnTo>
                  <a:lnTo>
                    <a:pt x="236" y="482"/>
                  </a:lnTo>
                  <a:lnTo>
                    <a:pt x="233" y="491"/>
                  </a:lnTo>
                  <a:lnTo>
                    <a:pt x="231" y="500"/>
                  </a:lnTo>
                  <a:lnTo>
                    <a:pt x="228" y="509"/>
                  </a:lnTo>
                  <a:lnTo>
                    <a:pt x="227" y="518"/>
                  </a:lnTo>
                  <a:lnTo>
                    <a:pt x="224" y="527"/>
                  </a:lnTo>
                  <a:lnTo>
                    <a:pt x="223" y="536"/>
                  </a:lnTo>
                  <a:lnTo>
                    <a:pt x="222" y="546"/>
                  </a:lnTo>
                  <a:lnTo>
                    <a:pt x="221" y="555"/>
                  </a:lnTo>
                  <a:lnTo>
                    <a:pt x="220" y="564"/>
                  </a:lnTo>
                  <a:lnTo>
                    <a:pt x="219" y="574"/>
                  </a:lnTo>
                  <a:lnTo>
                    <a:pt x="219" y="584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603"/>
                  </a:lnTo>
                  <a:lnTo>
                    <a:pt x="219" y="612"/>
                  </a:lnTo>
                  <a:lnTo>
                    <a:pt x="220" y="622"/>
                  </a:lnTo>
                  <a:lnTo>
                    <a:pt x="221" y="632"/>
                  </a:lnTo>
                  <a:lnTo>
                    <a:pt x="222" y="641"/>
                  </a:lnTo>
                  <a:lnTo>
                    <a:pt x="223" y="650"/>
                  </a:lnTo>
                  <a:lnTo>
                    <a:pt x="224" y="660"/>
                  </a:lnTo>
                  <a:lnTo>
                    <a:pt x="227" y="669"/>
                  </a:lnTo>
                  <a:lnTo>
                    <a:pt x="228" y="678"/>
                  </a:lnTo>
                  <a:lnTo>
                    <a:pt x="231" y="687"/>
                  </a:lnTo>
                  <a:lnTo>
                    <a:pt x="233" y="696"/>
                  </a:lnTo>
                  <a:lnTo>
                    <a:pt x="236" y="704"/>
                  </a:lnTo>
                  <a:lnTo>
                    <a:pt x="239" y="713"/>
                  </a:lnTo>
                  <a:lnTo>
                    <a:pt x="242" y="722"/>
                  </a:lnTo>
                  <a:lnTo>
                    <a:pt x="245" y="731"/>
                  </a:lnTo>
                  <a:lnTo>
                    <a:pt x="248" y="739"/>
                  </a:lnTo>
                  <a:lnTo>
                    <a:pt x="252" y="748"/>
                  </a:lnTo>
                  <a:lnTo>
                    <a:pt x="256" y="756"/>
                  </a:lnTo>
                  <a:lnTo>
                    <a:pt x="260" y="764"/>
                  </a:lnTo>
                  <a:lnTo>
                    <a:pt x="264" y="772"/>
                  </a:lnTo>
                  <a:lnTo>
                    <a:pt x="268" y="780"/>
                  </a:lnTo>
                  <a:lnTo>
                    <a:pt x="273" y="788"/>
                  </a:lnTo>
                  <a:lnTo>
                    <a:pt x="278" y="795"/>
                  </a:lnTo>
                  <a:lnTo>
                    <a:pt x="283" y="803"/>
                  </a:lnTo>
                  <a:lnTo>
                    <a:pt x="288" y="810"/>
                  </a:lnTo>
                  <a:lnTo>
                    <a:pt x="293" y="817"/>
                  </a:lnTo>
                  <a:lnTo>
                    <a:pt x="299" y="824"/>
                  </a:lnTo>
                  <a:lnTo>
                    <a:pt x="304" y="832"/>
                  </a:lnTo>
                  <a:lnTo>
                    <a:pt x="310" y="838"/>
                  </a:lnTo>
                  <a:lnTo>
                    <a:pt x="316" y="845"/>
                  </a:lnTo>
                  <a:lnTo>
                    <a:pt x="322" y="852"/>
                  </a:lnTo>
                  <a:lnTo>
                    <a:pt x="328" y="858"/>
                  </a:lnTo>
                  <a:lnTo>
                    <a:pt x="337" y="866"/>
                  </a:lnTo>
                  <a:lnTo>
                    <a:pt x="345" y="874"/>
                  </a:lnTo>
                  <a:lnTo>
                    <a:pt x="354" y="881"/>
                  </a:lnTo>
                  <a:lnTo>
                    <a:pt x="363" y="888"/>
                  </a:lnTo>
                  <a:lnTo>
                    <a:pt x="372" y="896"/>
                  </a:lnTo>
                  <a:lnTo>
                    <a:pt x="382" y="903"/>
                  </a:lnTo>
                  <a:lnTo>
                    <a:pt x="392" y="908"/>
                  </a:lnTo>
                  <a:lnTo>
                    <a:pt x="402" y="915"/>
                  </a:lnTo>
                  <a:lnTo>
                    <a:pt x="412" y="921"/>
                  </a:lnTo>
                  <a:lnTo>
                    <a:pt x="422" y="927"/>
                  </a:lnTo>
                  <a:lnTo>
                    <a:pt x="432" y="932"/>
                  </a:lnTo>
                  <a:lnTo>
                    <a:pt x="444" y="936"/>
                  </a:lnTo>
                  <a:lnTo>
                    <a:pt x="454" y="941"/>
                  </a:lnTo>
                  <a:lnTo>
                    <a:pt x="465" y="945"/>
                  </a:lnTo>
                  <a:lnTo>
                    <a:pt x="476" y="949"/>
                  </a:lnTo>
                  <a:lnTo>
                    <a:pt x="488" y="952"/>
                  </a:lnTo>
                  <a:lnTo>
                    <a:pt x="496" y="941"/>
                  </a:lnTo>
                  <a:lnTo>
                    <a:pt x="484" y="938"/>
                  </a:lnTo>
                  <a:lnTo>
                    <a:pt x="473" y="934"/>
                  </a:lnTo>
                  <a:lnTo>
                    <a:pt x="462" y="930"/>
                  </a:lnTo>
                  <a:lnTo>
                    <a:pt x="452" y="925"/>
                  </a:lnTo>
                  <a:lnTo>
                    <a:pt x="440" y="921"/>
                  </a:lnTo>
                  <a:lnTo>
                    <a:pt x="431" y="916"/>
                  </a:lnTo>
                  <a:lnTo>
                    <a:pt x="420" y="910"/>
                  </a:lnTo>
                  <a:lnTo>
                    <a:pt x="410" y="904"/>
                  </a:lnTo>
                  <a:lnTo>
                    <a:pt x="400" y="899"/>
                  </a:lnTo>
                  <a:lnTo>
                    <a:pt x="391" y="892"/>
                  </a:lnTo>
                  <a:lnTo>
                    <a:pt x="381" y="886"/>
                  </a:lnTo>
                  <a:lnTo>
                    <a:pt x="372" y="879"/>
                  </a:lnTo>
                  <a:lnTo>
                    <a:pt x="364" y="872"/>
                  </a:lnTo>
                  <a:lnTo>
                    <a:pt x="355" y="864"/>
                  </a:lnTo>
                  <a:lnTo>
                    <a:pt x="346" y="856"/>
                  </a:lnTo>
                  <a:lnTo>
                    <a:pt x="338" y="848"/>
                  </a:lnTo>
                  <a:lnTo>
                    <a:pt x="332" y="843"/>
                  </a:lnTo>
                  <a:lnTo>
                    <a:pt x="326" y="836"/>
                  </a:lnTo>
                  <a:lnTo>
                    <a:pt x="320" y="830"/>
                  </a:lnTo>
                  <a:lnTo>
                    <a:pt x="315" y="823"/>
                  </a:lnTo>
                  <a:lnTo>
                    <a:pt x="309" y="816"/>
                  </a:lnTo>
                  <a:lnTo>
                    <a:pt x="304" y="809"/>
                  </a:lnTo>
                  <a:lnTo>
                    <a:pt x="299" y="802"/>
                  </a:lnTo>
                  <a:lnTo>
                    <a:pt x="294" y="795"/>
                  </a:lnTo>
                  <a:lnTo>
                    <a:pt x="289" y="788"/>
                  </a:lnTo>
                  <a:lnTo>
                    <a:pt x="284" y="780"/>
                  </a:lnTo>
                  <a:lnTo>
                    <a:pt x="280" y="773"/>
                  </a:lnTo>
                  <a:lnTo>
                    <a:pt x="276" y="765"/>
                  </a:lnTo>
                  <a:lnTo>
                    <a:pt x="272" y="758"/>
                  </a:lnTo>
                  <a:lnTo>
                    <a:pt x="268" y="750"/>
                  </a:lnTo>
                  <a:lnTo>
                    <a:pt x="264" y="742"/>
                  </a:lnTo>
                  <a:lnTo>
                    <a:pt x="260" y="734"/>
                  </a:lnTo>
                  <a:lnTo>
                    <a:pt x="257" y="726"/>
                  </a:lnTo>
                  <a:lnTo>
                    <a:pt x="254" y="717"/>
                  </a:lnTo>
                  <a:lnTo>
                    <a:pt x="252" y="709"/>
                  </a:lnTo>
                  <a:lnTo>
                    <a:pt x="248" y="700"/>
                  </a:lnTo>
                  <a:lnTo>
                    <a:pt x="246" y="692"/>
                  </a:lnTo>
                  <a:lnTo>
                    <a:pt x="244" y="684"/>
                  </a:lnTo>
                  <a:lnTo>
                    <a:pt x="241" y="675"/>
                  </a:lnTo>
                  <a:lnTo>
                    <a:pt x="240" y="666"/>
                  </a:lnTo>
                  <a:lnTo>
                    <a:pt x="238" y="657"/>
                  </a:lnTo>
                  <a:lnTo>
                    <a:pt x="236" y="648"/>
                  </a:lnTo>
                  <a:lnTo>
                    <a:pt x="235" y="640"/>
                  </a:lnTo>
                  <a:lnTo>
                    <a:pt x="234" y="630"/>
                  </a:lnTo>
                  <a:lnTo>
                    <a:pt x="233" y="621"/>
                  </a:lnTo>
                  <a:lnTo>
                    <a:pt x="232" y="612"/>
                  </a:lnTo>
                  <a:lnTo>
                    <a:pt x="232" y="60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84"/>
                  </a:lnTo>
                  <a:lnTo>
                    <a:pt x="232" y="575"/>
                  </a:lnTo>
                  <a:lnTo>
                    <a:pt x="233" y="565"/>
                  </a:lnTo>
                  <a:lnTo>
                    <a:pt x="234" y="556"/>
                  </a:lnTo>
                  <a:lnTo>
                    <a:pt x="235" y="548"/>
                  </a:lnTo>
                  <a:lnTo>
                    <a:pt x="236" y="538"/>
                  </a:lnTo>
                  <a:lnTo>
                    <a:pt x="238" y="529"/>
                  </a:lnTo>
                  <a:lnTo>
                    <a:pt x="240" y="520"/>
                  </a:lnTo>
                  <a:lnTo>
                    <a:pt x="241" y="512"/>
                  </a:lnTo>
                  <a:lnTo>
                    <a:pt x="244" y="503"/>
                  </a:lnTo>
                  <a:lnTo>
                    <a:pt x="246" y="495"/>
                  </a:lnTo>
                  <a:lnTo>
                    <a:pt x="248" y="486"/>
                  </a:lnTo>
                  <a:lnTo>
                    <a:pt x="252" y="478"/>
                  </a:lnTo>
                  <a:lnTo>
                    <a:pt x="254" y="469"/>
                  </a:lnTo>
                  <a:lnTo>
                    <a:pt x="257" y="461"/>
                  </a:lnTo>
                  <a:lnTo>
                    <a:pt x="260" y="452"/>
                  </a:lnTo>
                  <a:lnTo>
                    <a:pt x="264" y="444"/>
                  </a:lnTo>
                  <a:lnTo>
                    <a:pt x="268" y="437"/>
                  </a:lnTo>
                  <a:lnTo>
                    <a:pt x="272" y="429"/>
                  </a:lnTo>
                  <a:lnTo>
                    <a:pt x="276" y="421"/>
                  </a:lnTo>
                  <a:lnTo>
                    <a:pt x="280" y="413"/>
                  </a:lnTo>
                  <a:lnTo>
                    <a:pt x="284" y="406"/>
                  </a:lnTo>
                  <a:lnTo>
                    <a:pt x="289" y="399"/>
                  </a:lnTo>
                  <a:lnTo>
                    <a:pt x="294" y="391"/>
                  </a:lnTo>
                  <a:lnTo>
                    <a:pt x="299" y="384"/>
                  </a:lnTo>
                  <a:lnTo>
                    <a:pt x="304" y="377"/>
                  </a:lnTo>
                  <a:lnTo>
                    <a:pt x="309" y="371"/>
                  </a:lnTo>
                  <a:lnTo>
                    <a:pt x="315" y="363"/>
                  </a:lnTo>
                  <a:lnTo>
                    <a:pt x="320" y="357"/>
                  </a:lnTo>
                  <a:lnTo>
                    <a:pt x="326" y="351"/>
                  </a:lnTo>
                  <a:lnTo>
                    <a:pt x="332" y="344"/>
                  </a:lnTo>
                  <a:lnTo>
                    <a:pt x="338" y="338"/>
                  </a:lnTo>
                  <a:lnTo>
                    <a:pt x="344" y="331"/>
                  </a:lnTo>
                  <a:lnTo>
                    <a:pt x="351" y="326"/>
                  </a:lnTo>
                  <a:lnTo>
                    <a:pt x="357" y="320"/>
                  </a:lnTo>
                  <a:lnTo>
                    <a:pt x="364" y="315"/>
                  </a:lnTo>
                  <a:lnTo>
                    <a:pt x="370" y="309"/>
                  </a:lnTo>
                  <a:lnTo>
                    <a:pt x="377" y="303"/>
                  </a:lnTo>
                  <a:lnTo>
                    <a:pt x="384" y="299"/>
                  </a:lnTo>
                  <a:lnTo>
                    <a:pt x="392" y="294"/>
                  </a:lnTo>
                  <a:lnTo>
                    <a:pt x="399" y="289"/>
                  </a:lnTo>
                  <a:lnTo>
                    <a:pt x="406" y="284"/>
                  </a:lnTo>
                  <a:lnTo>
                    <a:pt x="413" y="280"/>
                  </a:lnTo>
                  <a:lnTo>
                    <a:pt x="421" y="276"/>
                  </a:lnTo>
                  <a:lnTo>
                    <a:pt x="429" y="271"/>
                  </a:lnTo>
                  <a:lnTo>
                    <a:pt x="437" y="267"/>
                  </a:lnTo>
                  <a:lnTo>
                    <a:pt x="444" y="264"/>
                  </a:lnTo>
                  <a:lnTo>
                    <a:pt x="452" y="260"/>
                  </a:lnTo>
                  <a:lnTo>
                    <a:pt x="461" y="257"/>
                  </a:lnTo>
                  <a:lnTo>
                    <a:pt x="469" y="254"/>
                  </a:lnTo>
                  <a:lnTo>
                    <a:pt x="477" y="251"/>
                  </a:lnTo>
                  <a:lnTo>
                    <a:pt x="486" y="248"/>
                  </a:lnTo>
                  <a:lnTo>
                    <a:pt x="494" y="246"/>
                  </a:lnTo>
                  <a:lnTo>
                    <a:pt x="503" y="243"/>
                  </a:lnTo>
                  <a:lnTo>
                    <a:pt x="512" y="241"/>
                  </a:lnTo>
                  <a:lnTo>
                    <a:pt x="520" y="239"/>
                  </a:lnTo>
                  <a:lnTo>
                    <a:pt x="529" y="238"/>
                  </a:lnTo>
                  <a:lnTo>
                    <a:pt x="538" y="236"/>
                  </a:lnTo>
                  <a:lnTo>
                    <a:pt x="548" y="235"/>
                  </a:lnTo>
                  <a:lnTo>
                    <a:pt x="556" y="234"/>
                  </a:lnTo>
                  <a:lnTo>
                    <a:pt x="565" y="233"/>
                  </a:lnTo>
                  <a:lnTo>
                    <a:pt x="575" y="232"/>
                  </a:lnTo>
                  <a:lnTo>
                    <a:pt x="584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603" y="232"/>
                  </a:lnTo>
                  <a:lnTo>
                    <a:pt x="612" y="232"/>
                  </a:lnTo>
                  <a:lnTo>
                    <a:pt x="621" y="233"/>
                  </a:lnTo>
                  <a:lnTo>
                    <a:pt x="630" y="234"/>
                  </a:lnTo>
                  <a:lnTo>
                    <a:pt x="639" y="235"/>
                  </a:lnTo>
                  <a:lnTo>
                    <a:pt x="649" y="236"/>
                  </a:lnTo>
                  <a:lnTo>
                    <a:pt x="657" y="238"/>
                  </a:lnTo>
                  <a:lnTo>
                    <a:pt x="666" y="239"/>
                  </a:lnTo>
                  <a:lnTo>
                    <a:pt x="675" y="241"/>
                  </a:lnTo>
                  <a:lnTo>
                    <a:pt x="684" y="243"/>
                  </a:lnTo>
                  <a:lnTo>
                    <a:pt x="693" y="246"/>
                  </a:lnTo>
                  <a:lnTo>
                    <a:pt x="701" y="248"/>
                  </a:lnTo>
                  <a:lnTo>
                    <a:pt x="709" y="251"/>
                  </a:lnTo>
                  <a:lnTo>
                    <a:pt x="717" y="254"/>
                  </a:lnTo>
                  <a:lnTo>
                    <a:pt x="726" y="257"/>
                  </a:lnTo>
                  <a:lnTo>
                    <a:pt x="733" y="260"/>
                  </a:lnTo>
                  <a:lnTo>
                    <a:pt x="742" y="264"/>
                  </a:lnTo>
                  <a:lnTo>
                    <a:pt x="750" y="267"/>
                  </a:lnTo>
                  <a:lnTo>
                    <a:pt x="757" y="271"/>
                  </a:lnTo>
                  <a:lnTo>
                    <a:pt x="765" y="276"/>
                  </a:lnTo>
                  <a:lnTo>
                    <a:pt x="773" y="280"/>
                  </a:lnTo>
                  <a:lnTo>
                    <a:pt x="781" y="284"/>
                  </a:lnTo>
                  <a:lnTo>
                    <a:pt x="788" y="289"/>
                  </a:lnTo>
                  <a:lnTo>
                    <a:pt x="795" y="294"/>
                  </a:lnTo>
                  <a:lnTo>
                    <a:pt x="802" y="299"/>
                  </a:lnTo>
                  <a:lnTo>
                    <a:pt x="809" y="303"/>
                  </a:lnTo>
                  <a:lnTo>
                    <a:pt x="817" y="309"/>
                  </a:lnTo>
                  <a:lnTo>
                    <a:pt x="823" y="315"/>
                  </a:lnTo>
                  <a:lnTo>
                    <a:pt x="829" y="320"/>
                  </a:lnTo>
                  <a:lnTo>
                    <a:pt x="836" y="326"/>
                  </a:lnTo>
                  <a:lnTo>
                    <a:pt x="842" y="331"/>
                  </a:lnTo>
                  <a:lnTo>
                    <a:pt x="849" y="338"/>
                  </a:lnTo>
                  <a:lnTo>
                    <a:pt x="855" y="344"/>
                  </a:lnTo>
                  <a:lnTo>
                    <a:pt x="861" y="351"/>
                  </a:lnTo>
                  <a:lnTo>
                    <a:pt x="866" y="357"/>
                  </a:lnTo>
                  <a:lnTo>
                    <a:pt x="872" y="363"/>
                  </a:lnTo>
                  <a:lnTo>
                    <a:pt x="877" y="371"/>
                  </a:lnTo>
                  <a:lnTo>
                    <a:pt x="883" y="377"/>
                  </a:lnTo>
                  <a:lnTo>
                    <a:pt x="888" y="384"/>
                  </a:lnTo>
                  <a:lnTo>
                    <a:pt x="893" y="391"/>
                  </a:lnTo>
                  <a:lnTo>
                    <a:pt x="897" y="399"/>
                  </a:lnTo>
                  <a:lnTo>
                    <a:pt x="902" y="406"/>
                  </a:lnTo>
                  <a:lnTo>
                    <a:pt x="906" y="413"/>
                  </a:lnTo>
                  <a:lnTo>
                    <a:pt x="911" y="421"/>
                  </a:lnTo>
                  <a:lnTo>
                    <a:pt x="915" y="429"/>
                  </a:lnTo>
                  <a:lnTo>
                    <a:pt x="919" y="437"/>
                  </a:lnTo>
                  <a:lnTo>
                    <a:pt x="923" y="444"/>
                  </a:lnTo>
                  <a:lnTo>
                    <a:pt x="926" y="452"/>
                  </a:lnTo>
                  <a:lnTo>
                    <a:pt x="929" y="461"/>
                  </a:lnTo>
                  <a:lnTo>
                    <a:pt x="933" y="469"/>
                  </a:lnTo>
                  <a:lnTo>
                    <a:pt x="936" y="478"/>
                  </a:lnTo>
                  <a:lnTo>
                    <a:pt x="938" y="486"/>
                  </a:lnTo>
                  <a:lnTo>
                    <a:pt x="941" y="495"/>
                  </a:lnTo>
                  <a:lnTo>
                    <a:pt x="943" y="503"/>
                  </a:lnTo>
                  <a:lnTo>
                    <a:pt x="945" y="512"/>
                  </a:lnTo>
                  <a:lnTo>
                    <a:pt x="947" y="520"/>
                  </a:lnTo>
                  <a:lnTo>
                    <a:pt x="949" y="529"/>
                  </a:lnTo>
                  <a:lnTo>
                    <a:pt x="950" y="538"/>
                  </a:lnTo>
                  <a:lnTo>
                    <a:pt x="952" y="548"/>
                  </a:lnTo>
                  <a:lnTo>
                    <a:pt x="953" y="556"/>
                  </a:lnTo>
                  <a:lnTo>
                    <a:pt x="953" y="565"/>
                  </a:lnTo>
                  <a:lnTo>
                    <a:pt x="954" y="575"/>
                  </a:lnTo>
                  <a:lnTo>
                    <a:pt x="954" y="584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603"/>
                  </a:lnTo>
                  <a:lnTo>
                    <a:pt x="954" y="612"/>
                  </a:lnTo>
                  <a:lnTo>
                    <a:pt x="953" y="621"/>
                  </a:lnTo>
                  <a:lnTo>
                    <a:pt x="953" y="630"/>
                  </a:lnTo>
                  <a:lnTo>
                    <a:pt x="952" y="640"/>
                  </a:lnTo>
                  <a:lnTo>
                    <a:pt x="950" y="648"/>
                  </a:lnTo>
                  <a:lnTo>
                    <a:pt x="949" y="657"/>
                  </a:lnTo>
                  <a:lnTo>
                    <a:pt x="947" y="666"/>
                  </a:lnTo>
                  <a:lnTo>
                    <a:pt x="945" y="675"/>
                  </a:lnTo>
                  <a:lnTo>
                    <a:pt x="943" y="684"/>
                  </a:lnTo>
                  <a:lnTo>
                    <a:pt x="941" y="692"/>
                  </a:lnTo>
                  <a:lnTo>
                    <a:pt x="938" y="700"/>
                  </a:lnTo>
                  <a:lnTo>
                    <a:pt x="936" y="709"/>
                  </a:lnTo>
                  <a:lnTo>
                    <a:pt x="933" y="717"/>
                  </a:lnTo>
                  <a:lnTo>
                    <a:pt x="929" y="726"/>
                  </a:lnTo>
                  <a:lnTo>
                    <a:pt x="926" y="734"/>
                  </a:lnTo>
                  <a:lnTo>
                    <a:pt x="923" y="742"/>
                  </a:lnTo>
                  <a:lnTo>
                    <a:pt x="919" y="750"/>
                  </a:lnTo>
                  <a:lnTo>
                    <a:pt x="915" y="758"/>
                  </a:lnTo>
                  <a:lnTo>
                    <a:pt x="911" y="765"/>
                  </a:lnTo>
                  <a:lnTo>
                    <a:pt x="906" y="773"/>
                  </a:lnTo>
                  <a:lnTo>
                    <a:pt x="902" y="780"/>
                  </a:lnTo>
                  <a:lnTo>
                    <a:pt x="897" y="788"/>
                  </a:lnTo>
                  <a:lnTo>
                    <a:pt x="893" y="795"/>
                  </a:lnTo>
                  <a:lnTo>
                    <a:pt x="888" y="802"/>
                  </a:lnTo>
                  <a:lnTo>
                    <a:pt x="883" y="809"/>
                  </a:lnTo>
                  <a:lnTo>
                    <a:pt x="877" y="816"/>
                  </a:lnTo>
                  <a:lnTo>
                    <a:pt x="872" y="823"/>
                  </a:lnTo>
                  <a:lnTo>
                    <a:pt x="866" y="830"/>
                  </a:lnTo>
                  <a:lnTo>
                    <a:pt x="861" y="836"/>
                  </a:lnTo>
                  <a:lnTo>
                    <a:pt x="855" y="843"/>
                  </a:lnTo>
                  <a:lnTo>
                    <a:pt x="849" y="848"/>
                  </a:lnTo>
                  <a:lnTo>
                    <a:pt x="841" y="856"/>
                  </a:lnTo>
                  <a:lnTo>
                    <a:pt x="832" y="864"/>
                  </a:lnTo>
                  <a:lnTo>
                    <a:pt x="823" y="872"/>
                  </a:lnTo>
                  <a:lnTo>
                    <a:pt x="814" y="879"/>
                  </a:lnTo>
                  <a:lnTo>
                    <a:pt x="805" y="886"/>
                  </a:lnTo>
                  <a:lnTo>
                    <a:pt x="796" y="892"/>
                  </a:lnTo>
                  <a:lnTo>
                    <a:pt x="786" y="899"/>
                  </a:lnTo>
                  <a:lnTo>
                    <a:pt x="777" y="904"/>
                  </a:lnTo>
                  <a:lnTo>
                    <a:pt x="766" y="910"/>
                  </a:lnTo>
                  <a:lnTo>
                    <a:pt x="756" y="916"/>
                  </a:lnTo>
                  <a:lnTo>
                    <a:pt x="745" y="921"/>
                  </a:lnTo>
                  <a:lnTo>
                    <a:pt x="735" y="925"/>
                  </a:lnTo>
                  <a:lnTo>
                    <a:pt x="725" y="930"/>
                  </a:lnTo>
                  <a:lnTo>
                    <a:pt x="713" y="934"/>
                  </a:lnTo>
                  <a:lnTo>
                    <a:pt x="702" y="938"/>
                  </a:lnTo>
                  <a:lnTo>
                    <a:pt x="691" y="941"/>
                  </a:lnTo>
                  <a:lnTo>
                    <a:pt x="699" y="952"/>
                  </a:lnTo>
                  <a:lnTo>
                    <a:pt x="710" y="949"/>
                  </a:lnTo>
                  <a:lnTo>
                    <a:pt x="721" y="945"/>
                  </a:lnTo>
                  <a:lnTo>
                    <a:pt x="733" y="941"/>
                  </a:lnTo>
                  <a:lnTo>
                    <a:pt x="743" y="936"/>
                  </a:lnTo>
                  <a:lnTo>
                    <a:pt x="754" y="932"/>
                  </a:lnTo>
                  <a:lnTo>
                    <a:pt x="765" y="927"/>
                  </a:lnTo>
                  <a:lnTo>
                    <a:pt x="775" y="921"/>
                  </a:lnTo>
                  <a:lnTo>
                    <a:pt x="785" y="915"/>
                  </a:lnTo>
                  <a:lnTo>
                    <a:pt x="795" y="909"/>
                  </a:lnTo>
                  <a:lnTo>
                    <a:pt x="805" y="903"/>
                  </a:lnTo>
                  <a:lnTo>
                    <a:pt x="814" y="896"/>
                  </a:lnTo>
                  <a:lnTo>
                    <a:pt x="823" y="888"/>
                  </a:lnTo>
                  <a:lnTo>
                    <a:pt x="833" y="881"/>
                  </a:lnTo>
                  <a:lnTo>
                    <a:pt x="841" y="874"/>
                  </a:lnTo>
                  <a:lnTo>
                    <a:pt x="850" y="866"/>
                  </a:lnTo>
                  <a:lnTo>
                    <a:pt x="858" y="858"/>
                  </a:lnTo>
                  <a:lnTo>
                    <a:pt x="865" y="852"/>
                  </a:lnTo>
                  <a:lnTo>
                    <a:pt x="871" y="845"/>
                  </a:lnTo>
                  <a:lnTo>
                    <a:pt x="877" y="838"/>
                  </a:lnTo>
                  <a:lnTo>
                    <a:pt x="882" y="832"/>
                  </a:lnTo>
                  <a:lnTo>
                    <a:pt x="888" y="824"/>
                  </a:lnTo>
                  <a:lnTo>
                    <a:pt x="893" y="817"/>
                  </a:lnTo>
                  <a:lnTo>
                    <a:pt x="898" y="810"/>
                  </a:lnTo>
                  <a:lnTo>
                    <a:pt x="904" y="803"/>
                  </a:lnTo>
                  <a:lnTo>
                    <a:pt x="909" y="795"/>
                  </a:lnTo>
                  <a:lnTo>
                    <a:pt x="913" y="788"/>
                  </a:lnTo>
                  <a:lnTo>
                    <a:pt x="918" y="780"/>
                  </a:lnTo>
                  <a:lnTo>
                    <a:pt x="923" y="772"/>
                  </a:lnTo>
                  <a:lnTo>
                    <a:pt x="927" y="764"/>
                  </a:lnTo>
                  <a:lnTo>
                    <a:pt x="931" y="756"/>
                  </a:lnTo>
                  <a:lnTo>
                    <a:pt x="935" y="748"/>
                  </a:lnTo>
                  <a:lnTo>
                    <a:pt x="938" y="739"/>
                  </a:lnTo>
                  <a:lnTo>
                    <a:pt x="941" y="731"/>
                  </a:lnTo>
                  <a:lnTo>
                    <a:pt x="945" y="722"/>
                  </a:lnTo>
                  <a:lnTo>
                    <a:pt x="948" y="713"/>
                  </a:lnTo>
                  <a:lnTo>
                    <a:pt x="951" y="704"/>
                  </a:lnTo>
                  <a:lnTo>
                    <a:pt x="953" y="696"/>
                  </a:lnTo>
                  <a:lnTo>
                    <a:pt x="956" y="687"/>
                  </a:lnTo>
                  <a:lnTo>
                    <a:pt x="958" y="678"/>
                  </a:lnTo>
                  <a:lnTo>
                    <a:pt x="960" y="669"/>
                  </a:lnTo>
                  <a:lnTo>
                    <a:pt x="961" y="660"/>
                  </a:lnTo>
                  <a:lnTo>
                    <a:pt x="964" y="650"/>
                  </a:lnTo>
                  <a:lnTo>
                    <a:pt x="965" y="641"/>
                  </a:lnTo>
                  <a:lnTo>
                    <a:pt x="965" y="632"/>
                  </a:lnTo>
                  <a:lnTo>
                    <a:pt x="967" y="622"/>
                  </a:lnTo>
                  <a:lnTo>
                    <a:pt x="967" y="612"/>
                  </a:lnTo>
                  <a:lnTo>
                    <a:pt x="968" y="60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84"/>
                  </a:lnTo>
                  <a:lnTo>
                    <a:pt x="967" y="574"/>
                  </a:lnTo>
                  <a:lnTo>
                    <a:pt x="967" y="564"/>
                  </a:lnTo>
                  <a:lnTo>
                    <a:pt x="965" y="555"/>
                  </a:lnTo>
                  <a:lnTo>
                    <a:pt x="965" y="546"/>
                  </a:lnTo>
                  <a:lnTo>
                    <a:pt x="964" y="536"/>
                  </a:lnTo>
                  <a:lnTo>
                    <a:pt x="961" y="527"/>
                  </a:lnTo>
                  <a:lnTo>
                    <a:pt x="960" y="518"/>
                  </a:lnTo>
                  <a:lnTo>
                    <a:pt x="958" y="509"/>
                  </a:lnTo>
                  <a:lnTo>
                    <a:pt x="956" y="500"/>
                  </a:lnTo>
                  <a:lnTo>
                    <a:pt x="953" y="491"/>
                  </a:lnTo>
                  <a:lnTo>
                    <a:pt x="951" y="482"/>
                  </a:lnTo>
                  <a:lnTo>
                    <a:pt x="948" y="473"/>
                  </a:lnTo>
                  <a:lnTo>
                    <a:pt x="945" y="464"/>
                  </a:lnTo>
                  <a:lnTo>
                    <a:pt x="941" y="456"/>
                  </a:lnTo>
                  <a:lnTo>
                    <a:pt x="938" y="448"/>
                  </a:lnTo>
                  <a:lnTo>
                    <a:pt x="935" y="439"/>
                  </a:lnTo>
                  <a:lnTo>
                    <a:pt x="931" y="431"/>
                  </a:lnTo>
                  <a:lnTo>
                    <a:pt x="927" y="423"/>
                  </a:lnTo>
                  <a:lnTo>
                    <a:pt x="923" y="415"/>
                  </a:lnTo>
                  <a:lnTo>
                    <a:pt x="918" y="407"/>
                  </a:lnTo>
                  <a:lnTo>
                    <a:pt x="913" y="399"/>
                  </a:lnTo>
                  <a:lnTo>
                    <a:pt x="909" y="391"/>
                  </a:lnTo>
                  <a:lnTo>
                    <a:pt x="904" y="383"/>
                  </a:lnTo>
                  <a:lnTo>
                    <a:pt x="898" y="376"/>
                  </a:lnTo>
                  <a:lnTo>
                    <a:pt x="893" y="369"/>
                  </a:lnTo>
                  <a:lnTo>
                    <a:pt x="888" y="362"/>
                  </a:lnTo>
                  <a:lnTo>
                    <a:pt x="882" y="355"/>
                  </a:lnTo>
                  <a:lnTo>
                    <a:pt x="877" y="348"/>
                  </a:lnTo>
                  <a:lnTo>
                    <a:pt x="871" y="342"/>
                  </a:lnTo>
                  <a:lnTo>
                    <a:pt x="865" y="335"/>
                  </a:lnTo>
                  <a:lnTo>
                    <a:pt x="858" y="328"/>
                  </a:lnTo>
                  <a:lnTo>
                    <a:pt x="852" y="322"/>
                  </a:lnTo>
                  <a:lnTo>
                    <a:pt x="845" y="316"/>
                  </a:lnTo>
                  <a:lnTo>
                    <a:pt x="838" y="310"/>
                  </a:lnTo>
                  <a:lnTo>
                    <a:pt x="832" y="304"/>
                  </a:lnTo>
                  <a:lnTo>
                    <a:pt x="825" y="299"/>
                  </a:lnTo>
                  <a:lnTo>
                    <a:pt x="817" y="293"/>
                  </a:lnTo>
                  <a:lnTo>
                    <a:pt x="810" y="288"/>
                  </a:lnTo>
                  <a:lnTo>
                    <a:pt x="803" y="283"/>
                  </a:lnTo>
                  <a:lnTo>
                    <a:pt x="795" y="278"/>
                  </a:lnTo>
                  <a:lnTo>
                    <a:pt x="787" y="273"/>
                  </a:lnTo>
                  <a:lnTo>
                    <a:pt x="780" y="268"/>
                  </a:lnTo>
                  <a:lnTo>
                    <a:pt x="772" y="264"/>
                  </a:lnTo>
                  <a:lnTo>
                    <a:pt x="764" y="259"/>
                  </a:lnTo>
                  <a:lnTo>
                    <a:pt x="756" y="255"/>
                  </a:lnTo>
                  <a:lnTo>
                    <a:pt x="748" y="251"/>
                  </a:lnTo>
                  <a:lnTo>
                    <a:pt x="739" y="248"/>
                  </a:lnTo>
                  <a:lnTo>
                    <a:pt x="731" y="245"/>
                  </a:lnTo>
                  <a:lnTo>
                    <a:pt x="722" y="242"/>
                  </a:lnTo>
                  <a:lnTo>
                    <a:pt x="713" y="239"/>
                  </a:lnTo>
                  <a:lnTo>
                    <a:pt x="705" y="235"/>
                  </a:lnTo>
                  <a:lnTo>
                    <a:pt x="696" y="233"/>
                  </a:lnTo>
                  <a:lnTo>
                    <a:pt x="687" y="231"/>
                  </a:lnTo>
                  <a:lnTo>
                    <a:pt x="678" y="228"/>
                  </a:lnTo>
                  <a:lnTo>
                    <a:pt x="669" y="227"/>
                  </a:lnTo>
                  <a:lnTo>
                    <a:pt x="660" y="225"/>
                  </a:lnTo>
                  <a:lnTo>
                    <a:pt x="650" y="223"/>
                  </a:lnTo>
                  <a:lnTo>
                    <a:pt x="641" y="222"/>
                  </a:lnTo>
                  <a:lnTo>
                    <a:pt x="632" y="221"/>
                  </a:lnTo>
                  <a:lnTo>
                    <a:pt x="622" y="220"/>
                  </a:lnTo>
                  <a:lnTo>
                    <a:pt x="613" y="219"/>
                  </a:lnTo>
                  <a:lnTo>
                    <a:pt x="603" y="219"/>
                  </a:lnTo>
                  <a:lnTo>
                    <a:pt x="593" y="219"/>
                  </a:lnTo>
                  <a:lnTo>
                    <a:pt x="593" y="219"/>
                  </a:lnTo>
                  <a:lnTo>
                    <a:pt x="593" y="219"/>
                  </a:lnTo>
                  <a:lnTo>
                    <a:pt x="593" y="219"/>
                  </a:lnTo>
                  <a:close/>
                  <a:moveTo>
                    <a:pt x="593" y="14"/>
                  </a:moveTo>
                  <a:lnTo>
                    <a:pt x="593" y="14"/>
                  </a:lnTo>
                  <a:lnTo>
                    <a:pt x="593" y="14"/>
                  </a:lnTo>
                  <a:lnTo>
                    <a:pt x="593" y="14"/>
                  </a:lnTo>
                  <a:lnTo>
                    <a:pt x="593" y="14"/>
                  </a:lnTo>
                  <a:lnTo>
                    <a:pt x="578" y="14"/>
                  </a:lnTo>
                  <a:lnTo>
                    <a:pt x="564" y="15"/>
                  </a:lnTo>
                  <a:lnTo>
                    <a:pt x="548" y="15"/>
                  </a:lnTo>
                  <a:lnTo>
                    <a:pt x="534" y="16"/>
                  </a:lnTo>
                  <a:lnTo>
                    <a:pt x="520" y="19"/>
                  </a:lnTo>
                  <a:lnTo>
                    <a:pt x="505" y="20"/>
                  </a:lnTo>
                  <a:lnTo>
                    <a:pt x="491" y="23"/>
                  </a:lnTo>
                  <a:lnTo>
                    <a:pt x="476" y="26"/>
                  </a:lnTo>
                  <a:lnTo>
                    <a:pt x="463" y="28"/>
                  </a:lnTo>
                  <a:lnTo>
                    <a:pt x="448" y="32"/>
                  </a:lnTo>
                  <a:lnTo>
                    <a:pt x="435" y="35"/>
                  </a:lnTo>
                  <a:lnTo>
                    <a:pt x="421" y="40"/>
                  </a:lnTo>
                  <a:lnTo>
                    <a:pt x="408" y="44"/>
                  </a:lnTo>
                  <a:lnTo>
                    <a:pt x="394" y="49"/>
                  </a:lnTo>
                  <a:lnTo>
                    <a:pt x="381" y="54"/>
                  </a:lnTo>
                  <a:lnTo>
                    <a:pt x="368" y="59"/>
                  </a:lnTo>
                  <a:lnTo>
                    <a:pt x="355" y="65"/>
                  </a:lnTo>
                  <a:lnTo>
                    <a:pt x="342" y="71"/>
                  </a:lnTo>
                  <a:lnTo>
                    <a:pt x="329" y="77"/>
                  </a:lnTo>
                  <a:lnTo>
                    <a:pt x="317" y="83"/>
                  </a:lnTo>
                  <a:lnTo>
                    <a:pt x="305" y="91"/>
                  </a:lnTo>
                  <a:lnTo>
                    <a:pt x="292" y="98"/>
                  </a:lnTo>
                  <a:lnTo>
                    <a:pt x="281" y="105"/>
                  </a:lnTo>
                  <a:lnTo>
                    <a:pt x="269" y="113"/>
                  </a:lnTo>
                  <a:lnTo>
                    <a:pt x="258" y="120"/>
                  </a:lnTo>
                  <a:lnTo>
                    <a:pt x="247" y="129"/>
                  </a:lnTo>
                  <a:lnTo>
                    <a:pt x="236" y="137"/>
                  </a:lnTo>
                  <a:lnTo>
                    <a:pt x="224" y="146"/>
                  </a:lnTo>
                  <a:lnTo>
                    <a:pt x="214" y="155"/>
                  </a:lnTo>
                  <a:lnTo>
                    <a:pt x="203" y="164"/>
                  </a:lnTo>
                  <a:lnTo>
                    <a:pt x="193" y="174"/>
                  </a:lnTo>
                  <a:lnTo>
                    <a:pt x="183" y="183"/>
                  </a:lnTo>
                  <a:lnTo>
                    <a:pt x="174" y="194"/>
                  </a:lnTo>
                  <a:lnTo>
                    <a:pt x="164" y="203"/>
                  </a:lnTo>
                  <a:lnTo>
                    <a:pt x="155" y="214"/>
                  </a:lnTo>
                  <a:lnTo>
                    <a:pt x="146" y="224"/>
                  </a:lnTo>
                  <a:lnTo>
                    <a:pt x="137" y="235"/>
                  </a:lnTo>
                  <a:lnTo>
                    <a:pt x="129" y="247"/>
                  </a:lnTo>
                  <a:lnTo>
                    <a:pt x="120" y="258"/>
                  </a:lnTo>
                  <a:lnTo>
                    <a:pt x="112" y="269"/>
                  </a:lnTo>
                  <a:lnTo>
                    <a:pt x="105" y="281"/>
                  </a:lnTo>
                  <a:lnTo>
                    <a:pt x="98" y="292"/>
                  </a:lnTo>
                  <a:lnTo>
                    <a:pt x="91" y="305"/>
                  </a:lnTo>
                  <a:lnTo>
                    <a:pt x="83" y="317"/>
                  </a:lnTo>
                  <a:lnTo>
                    <a:pt x="77" y="330"/>
                  </a:lnTo>
                  <a:lnTo>
                    <a:pt x="71" y="342"/>
                  </a:lnTo>
                  <a:lnTo>
                    <a:pt x="65" y="355"/>
                  </a:lnTo>
                  <a:lnTo>
                    <a:pt x="59" y="367"/>
                  </a:lnTo>
                  <a:lnTo>
                    <a:pt x="54" y="381"/>
                  </a:lnTo>
                  <a:lnTo>
                    <a:pt x="49" y="394"/>
                  </a:lnTo>
                  <a:lnTo>
                    <a:pt x="44" y="408"/>
                  </a:lnTo>
                  <a:lnTo>
                    <a:pt x="39" y="421"/>
                  </a:lnTo>
                  <a:lnTo>
                    <a:pt x="35" y="435"/>
                  </a:lnTo>
                  <a:lnTo>
                    <a:pt x="32" y="448"/>
                  </a:lnTo>
                  <a:lnTo>
                    <a:pt x="28" y="463"/>
                  </a:lnTo>
                  <a:lnTo>
                    <a:pt x="25" y="476"/>
                  </a:lnTo>
                  <a:lnTo>
                    <a:pt x="23" y="491"/>
                  </a:lnTo>
                  <a:lnTo>
                    <a:pt x="20" y="505"/>
                  </a:lnTo>
                  <a:lnTo>
                    <a:pt x="18" y="520"/>
                  </a:lnTo>
                  <a:lnTo>
                    <a:pt x="16" y="534"/>
                  </a:lnTo>
                  <a:lnTo>
                    <a:pt x="15" y="548"/>
                  </a:lnTo>
                  <a:lnTo>
                    <a:pt x="15" y="564"/>
                  </a:lnTo>
                  <a:lnTo>
                    <a:pt x="14" y="578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608"/>
                  </a:lnTo>
                  <a:lnTo>
                    <a:pt x="15" y="623"/>
                  </a:lnTo>
                  <a:lnTo>
                    <a:pt x="15" y="638"/>
                  </a:lnTo>
                  <a:lnTo>
                    <a:pt x="16" y="652"/>
                  </a:lnTo>
                  <a:lnTo>
                    <a:pt x="18" y="667"/>
                  </a:lnTo>
                  <a:lnTo>
                    <a:pt x="20" y="682"/>
                  </a:lnTo>
                  <a:lnTo>
                    <a:pt x="23" y="696"/>
                  </a:lnTo>
                  <a:lnTo>
                    <a:pt x="25" y="710"/>
                  </a:lnTo>
                  <a:lnTo>
                    <a:pt x="28" y="724"/>
                  </a:lnTo>
                  <a:lnTo>
                    <a:pt x="32" y="738"/>
                  </a:lnTo>
                  <a:lnTo>
                    <a:pt x="35" y="752"/>
                  </a:lnTo>
                  <a:lnTo>
                    <a:pt x="40" y="765"/>
                  </a:lnTo>
                  <a:lnTo>
                    <a:pt x="44" y="779"/>
                  </a:lnTo>
                  <a:lnTo>
                    <a:pt x="49" y="792"/>
                  </a:lnTo>
                  <a:lnTo>
                    <a:pt x="54" y="806"/>
                  </a:lnTo>
                  <a:lnTo>
                    <a:pt x="59" y="819"/>
                  </a:lnTo>
                  <a:lnTo>
                    <a:pt x="65" y="832"/>
                  </a:lnTo>
                  <a:lnTo>
                    <a:pt x="71" y="844"/>
                  </a:lnTo>
                  <a:lnTo>
                    <a:pt x="77" y="857"/>
                  </a:lnTo>
                  <a:lnTo>
                    <a:pt x="83" y="869"/>
                  </a:lnTo>
                  <a:lnTo>
                    <a:pt x="91" y="882"/>
                  </a:lnTo>
                  <a:lnTo>
                    <a:pt x="98" y="894"/>
                  </a:lnTo>
                  <a:lnTo>
                    <a:pt x="105" y="906"/>
                  </a:lnTo>
                  <a:lnTo>
                    <a:pt x="112" y="917"/>
                  </a:lnTo>
                  <a:lnTo>
                    <a:pt x="120" y="928"/>
                  </a:lnTo>
                  <a:lnTo>
                    <a:pt x="129" y="940"/>
                  </a:lnTo>
                  <a:lnTo>
                    <a:pt x="137" y="951"/>
                  </a:lnTo>
                  <a:lnTo>
                    <a:pt x="146" y="962"/>
                  </a:lnTo>
                  <a:lnTo>
                    <a:pt x="155" y="972"/>
                  </a:lnTo>
                  <a:lnTo>
                    <a:pt x="164" y="983"/>
                  </a:lnTo>
                  <a:lnTo>
                    <a:pt x="174" y="993"/>
                  </a:lnTo>
                  <a:lnTo>
                    <a:pt x="183" y="1003"/>
                  </a:lnTo>
                  <a:lnTo>
                    <a:pt x="193" y="1012"/>
                  </a:lnTo>
                  <a:lnTo>
                    <a:pt x="203" y="1022"/>
                  </a:lnTo>
                  <a:lnTo>
                    <a:pt x="214" y="1032"/>
                  </a:lnTo>
                  <a:lnTo>
                    <a:pt x="224" y="1040"/>
                  </a:lnTo>
                  <a:lnTo>
                    <a:pt x="236" y="1049"/>
                  </a:lnTo>
                  <a:lnTo>
                    <a:pt x="247" y="1058"/>
                  </a:lnTo>
                  <a:lnTo>
                    <a:pt x="258" y="1066"/>
                  </a:lnTo>
                  <a:lnTo>
                    <a:pt x="269" y="1074"/>
                  </a:lnTo>
                  <a:lnTo>
                    <a:pt x="281" y="1081"/>
                  </a:lnTo>
                  <a:lnTo>
                    <a:pt x="292" y="1089"/>
                  </a:lnTo>
                  <a:lnTo>
                    <a:pt x="305" y="1096"/>
                  </a:lnTo>
                  <a:lnTo>
                    <a:pt x="317" y="1103"/>
                  </a:lnTo>
                  <a:lnTo>
                    <a:pt x="329" y="1109"/>
                  </a:lnTo>
                  <a:lnTo>
                    <a:pt x="342" y="1116"/>
                  </a:lnTo>
                  <a:lnTo>
                    <a:pt x="355" y="1121"/>
                  </a:lnTo>
                  <a:lnTo>
                    <a:pt x="368" y="1127"/>
                  </a:lnTo>
                  <a:lnTo>
                    <a:pt x="381" y="1133"/>
                  </a:lnTo>
                  <a:lnTo>
                    <a:pt x="394" y="1138"/>
                  </a:lnTo>
                  <a:lnTo>
                    <a:pt x="408" y="1142"/>
                  </a:lnTo>
                  <a:lnTo>
                    <a:pt x="421" y="1147"/>
                  </a:lnTo>
                  <a:lnTo>
                    <a:pt x="435" y="1151"/>
                  </a:lnTo>
                  <a:lnTo>
                    <a:pt x="448" y="1155"/>
                  </a:lnTo>
                  <a:lnTo>
                    <a:pt x="463" y="1158"/>
                  </a:lnTo>
                  <a:lnTo>
                    <a:pt x="476" y="1161"/>
                  </a:lnTo>
                  <a:lnTo>
                    <a:pt x="491" y="1164"/>
                  </a:lnTo>
                  <a:lnTo>
                    <a:pt x="505" y="1166"/>
                  </a:lnTo>
                  <a:lnTo>
                    <a:pt x="520" y="1169"/>
                  </a:lnTo>
                  <a:lnTo>
                    <a:pt x="534" y="1170"/>
                  </a:lnTo>
                  <a:lnTo>
                    <a:pt x="548" y="1171"/>
                  </a:lnTo>
                  <a:lnTo>
                    <a:pt x="564" y="1172"/>
                  </a:lnTo>
                  <a:lnTo>
                    <a:pt x="578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609" y="1173"/>
                  </a:lnTo>
                  <a:lnTo>
                    <a:pt x="623" y="1172"/>
                  </a:lnTo>
                  <a:lnTo>
                    <a:pt x="638" y="1171"/>
                  </a:lnTo>
                  <a:lnTo>
                    <a:pt x="653" y="1170"/>
                  </a:lnTo>
                  <a:lnTo>
                    <a:pt x="667" y="1169"/>
                  </a:lnTo>
                  <a:lnTo>
                    <a:pt x="681" y="1166"/>
                  </a:lnTo>
                  <a:lnTo>
                    <a:pt x="696" y="1164"/>
                  </a:lnTo>
                  <a:lnTo>
                    <a:pt x="710" y="1161"/>
                  </a:lnTo>
                  <a:lnTo>
                    <a:pt x="725" y="1158"/>
                  </a:lnTo>
                  <a:lnTo>
                    <a:pt x="738" y="1155"/>
                  </a:lnTo>
                  <a:lnTo>
                    <a:pt x="752" y="1151"/>
                  </a:lnTo>
                  <a:lnTo>
                    <a:pt x="765" y="1147"/>
                  </a:lnTo>
                  <a:lnTo>
                    <a:pt x="779" y="1142"/>
                  </a:lnTo>
                  <a:lnTo>
                    <a:pt x="793" y="1138"/>
                  </a:lnTo>
                  <a:lnTo>
                    <a:pt x="806" y="1133"/>
                  </a:lnTo>
                  <a:lnTo>
                    <a:pt x="819" y="1127"/>
                  </a:lnTo>
                  <a:lnTo>
                    <a:pt x="832" y="1121"/>
                  </a:lnTo>
                  <a:lnTo>
                    <a:pt x="845" y="1116"/>
                  </a:lnTo>
                  <a:lnTo>
                    <a:pt x="857" y="1109"/>
                  </a:lnTo>
                  <a:lnTo>
                    <a:pt x="869" y="1103"/>
                  </a:lnTo>
                  <a:lnTo>
                    <a:pt x="882" y="1096"/>
                  </a:lnTo>
                  <a:lnTo>
                    <a:pt x="893" y="1089"/>
                  </a:lnTo>
                  <a:lnTo>
                    <a:pt x="905" y="1081"/>
                  </a:lnTo>
                  <a:lnTo>
                    <a:pt x="917" y="1074"/>
                  </a:lnTo>
                  <a:lnTo>
                    <a:pt x="929" y="1066"/>
                  </a:lnTo>
                  <a:lnTo>
                    <a:pt x="940" y="1058"/>
                  </a:lnTo>
                  <a:lnTo>
                    <a:pt x="951" y="1049"/>
                  </a:lnTo>
                  <a:lnTo>
                    <a:pt x="961" y="1040"/>
                  </a:lnTo>
                  <a:lnTo>
                    <a:pt x="973" y="1032"/>
                  </a:lnTo>
                  <a:lnTo>
                    <a:pt x="983" y="1022"/>
                  </a:lnTo>
                  <a:lnTo>
                    <a:pt x="994" y="1012"/>
                  </a:lnTo>
                  <a:lnTo>
                    <a:pt x="1003" y="1003"/>
                  </a:lnTo>
                  <a:lnTo>
                    <a:pt x="1013" y="993"/>
                  </a:lnTo>
                  <a:lnTo>
                    <a:pt x="1022" y="983"/>
                  </a:lnTo>
                  <a:lnTo>
                    <a:pt x="1032" y="972"/>
                  </a:lnTo>
                  <a:lnTo>
                    <a:pt x="1041" y="962"/>
                  </a:lnTo>
                  <a:lnTo>
                    <a:pt x="1050" y="951"/>
                  </a:lnTo>
                  <a:lnTo>
                    <a:pt x="1058" y="940"/>
                  </a:lnTo>
                  <a:lnTo>
                    <a:pt x="1066" y="928"/>
                  </a:lnTo>
                  <a:lnTo>
                    <a:pt x="1074" y="917"/>
                  </a:lnTo>
                  <a:lnTo>
                    <a:pt x="1082" y="906"/>
                  </a:lnTo>
                  <a:lnTo>
                    <a:pt x="1089" y="894"/>
                  </a:lnTo>
                  <a:lnTo>
                    <a:pt x="1096" y="882"/>
                  </a:lnTo>
                  <a:lnTo>
                    <a:pt x="1103" y="869"/>
                  </a:lnTo>
                  <a:lnTo>
                    <a:pt x="1110" y="857"/>
                  </a:lnTo>
                  <a:lnTo>
                    <a:pt x="1116" y="844"/>
                  </a:lnTo>
                  <a:lnTo>
                    <a:pt x="1122" y="832"/>
                  </a:lnTo>
                  <a:lnTo>
                    <a:pt x="1127" y="819"/>
                  </a:lnTo>
                  <a:lnTo>
                    <a:pt x="1133" y="806"/>
                  </a:lnTo>
                  <a:lnTo>
                    <a:pt x="1138" y="792"/>
                  </a:lnTo>
                  <a:lnTo>
                    <a:pt x="1142" y="779"/>
                  </a:lnTo>
                  <a:lnTo>
                    <a:pt x="1147" y="765"/>
                  </a:lnTo>
                  <a:lnTo>
                    <a:pt x="1151" y="752"/>
                  </a:lnTo>
                  <a:lnTo>
                    <a:pt x="1154" y="738"/>
                  </a:lnTo>
                  <a:lnTo>
                    <a:pt x="1158" y="724"/>
                  </a:lnTo>
                  <a:lnTo>
                    <a:pt x="1162" y="710"/>
                  </a:lnTo>
                  <a:lnTo>
                    <a:pt x="1164" y="696"/>
                  </a:lnTo>
                  <a:lnTo>
                    <a:pt x="1166" y="682"/>
                  </a:lnTo>
                  <a:lnTo>
                    <a:pt x="1168" y="667"/>
                  </a:lnTo>
                  <a:lnTo>
                    <a:pt x="1170" y="652"/>
                  </a:lnTo>
                  <a:lnTo>
                    <a:pt x="1171" y="638"/>
                  </a:lnTo>
                  <a:lnTo>
                    <a:pt x="1172" y="623"/>
                  </a:lnTo>
                  <a:lnTo>
                    <a:pt x="1173" y="608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78"/>
                  </a:lnTo>
                  <a:lnTo>
                    <a:pt x="1172" y="564"/>
                  </a:lnTo>
                  <a:lnTo>
                    <a:pt x="1171" y="548"/>
                  </a:lnTo>
                  <a:lnTo>
                    <a:pt x="1170" y="534"/>
                  </a:lnTo>
                  <a:lnTo>
                    <a:pt x="1168" y="520"/>
                  </a:lnTo>
                  <a:lnTo>
                    <a:pt x="1166" y="505"/>
                  </a:lnTo>
                  <a:lnTo>
                    <a:pt x="1164" y="491"/>
                  </a:lnTo>
                  <a:lnTo>
                    <a:pt x="1162" y="476"/>
                  </a:lnTo>
                  <a:lnTo>
                    <a:pt x="1158" y="463"/>
                  </a:lnTo>
                  <a:lnTo>
                    <a:pt x="1154" y="448"/>
                  </a:lnTo>
                  <a:lnTo>
                    <a:pt x="1151" y="435"/>
                  </a:lnTo>
                  <a:lnTo>
                    <a:pt x="1147" y="421"/>
                  </a:lnTo>
                  <a:lnTo>
                    <a:pt x="1142" y="408"/>
                  </a:lnTo>
                  <a:lnTo>
                    <a:pt x="1138" y="394"/>
                  </a:lnTo>
                  <a:lnTo>
                    <a:pt x="1133" y="381"/>
                  </a:lnTo>
                  <a:lnTo>
                    <a:pt x="1127" y="367"/>
                  </a:lnTo>
                  <a:lnTo>
                    <a:pt x="1122" y="355"/>
                  </a:lnTo>
                  <a:lnTo>
                    <a:pt x="1116" y="342"/>
                  </a:lnTo>
                  <a:lnTo>
                    <a:pt x="1110" y="330"/>
                  </a:lnTo>
                  <a:lnTo>
                    <a:pt x="1103" y="317"/>
                  </a:lnTo>
                  <a:lnTo>
                    <a:pt x="1096" y="305"/>
                  </a:lnTo>
                  <a:lnTo>
                    <a:pt x="1089" y="292"/>
                  </a:lnTo>
                  <a:lnTo>
                    <a:pt x="1082" y="281"/>
                  </a:lnTo>
                  <a:lnTo>
                    <a:pt x="1074" y="269"/>
                  </a:lnTo>
                  <a:lnTo>
                    <a:pt x="1066" y="258"/>
                  </a:lnTo>
                  <a:lnTo>
                    <a:pt x="1058" y="247"/>
                  </a:lnTo>
                  <a:lnTo>
                    <a:pt x="1050" y="235"/>
                  </a:lnTo>
                  <a:lnTo>
                    <a:pt x="1041" y="224"/>
                  </a:lnTo>
                  <a:lnTo>
                    <a:pt x="1032" y="214"/>
                  </a:lnTo>
                  <a:lnTo>
                    <a:pt x="1022" y="203"/>
                  </a:lnTo>
                  <a:lnTo>
                    <a:pt x="1013" y="194"/>
                  </a:lnTo>
                  <a:lnTo>
                    <a:pt x="1003" y="183"/>
                  </a:lnTo>
                  <a:lnTo>
                    <a:pt x="994" y="174"/>
                  </a:lnTo>
                  <a:lnTo>
                    <a:pt x="983" y="164"/>
                  </a:lnTo>
                  <a:lnTo>
                    <a:pt x="973" y="155"/>
                  </a:lnTo>
                  <a:lnTo>
                    <a:pt x="961" y="146"/>
                  </a:lnTo>
                  <a:lnTo>
                    <a:pt x="951" y="137"/>
                  </a:lnTo>
                  <a:lnTo>
                    <a:pt x="940" y="129"/>
                  </a:lnTo>
                  <a:lnTo>
                    <a:pt x="929" y="120"/>
                  </a:lnTo>
                  <a:lnTo>
                    <a:pt x="917" y="113"/>
                  </a:lnTo>
                  <a:lnTo>
                    <a:pt x="905" y="105"/>
                  </a:lnTo>
                  <a:lnTo>
                    <a:pt x="893" y="98"/>
                  </a:lnTo>
                  <a:lnTo>
                    <a:pt x="882" y="91"/>
                  </a:lnTo>
                  <a:lnTo>
                    <a:pt x="869" y="83"/>
                  </a:lnTo>
                  <a:lnTo>
                    <a:pt x="857" y="77"/>
                  </a:lnTo>
                  <a:lnTo>
                    <a:pt x="845" y="71"/>
                  </a:lnTo>
                  <a:lnTo>
                    <a:pt x="832" y="65"/>
                  </a:lnTo>
                  <a:lnTo>
                    <a:pt x="819" y="59"/>
                  </a:lnTo>
                  <a:lnTo>
                    <a:pt x="806" y="54"/>
                  </a:lnTo>
                  <a:lnTo>
                    <a:pt x="793" y="49"/>
                  </a:lnTo>
                  <a:lnTo>
                    <a:pt x="779" y="44"/>
                  </a:lnTo>
                  <a:lnTo>
                    <a:pt x="765" y="40"/>
                  </a:lnTo>
                  <a:lnTo>
                    <a:pt x="752" y="35"/>
                  </a:lnTo>
                  <a:lnTo>
                    <a:pt x="738" y="32"/>
                  </a:lnTo>
                  <a:lnTo>
                    <a:pt x="725" y="28"/>
                  </a:lnTo>
                  <a:lnTo>
                    <a:pt x="710" y="26"/>
                  </a:lnTo>
                  <a:lnTo>
                    <a:pt x="696" y="23"/>
                  </a:lnTo>
                  <a:lnTo>
                    <a:pt x="681" y="20"/>
                  </a:lnTo>
                  <a:lnTo>
                    <a:pt x="667" y="19"/>
                  </a:lnTo>
                  <a:lnTo>
                    <a:pt x="653" y="16"/>
                  </a:lnTo>
                  <a:lnTo>
                    <a:pt x="638" y="15"/>
                  </a:lnTo>
                  <a:lnTo>
                    <a:pt x="623" y="15"/>
                  </a:lnTo>
                  <a:lnTo>
                    <a:pt x="609" y="14"/>
                  </a:lnTo>
                  <a:lnTo>
                    <a:pt x="59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08" name="îṥľîḋè"/>
            <p:cNvSpPr/>
            <p:nvPr/>
          </p:nvSpPr>
          <p:spPr bwMode="auto">
            <a:xfrm>
              <a:off x="2636838" y="3000376"/>
              <a:ext cx="433388" cy="309563"/>
            </a:xfrm>
            <a:custGeom>
              <a:avLst/>
              <a:gdLst>
                <a:gd name="T0" fmla="*/ 121 w 273"/>
                <a:gd name="T1" fmla="*/ 190 h 195"/>
                <a:gd name="T2" fmla="*/ 157 w 273"/>
                <a:gd name="T3" fmla="*/ 186 h 195"/>
                <a:gd name="T4" fmla="*/ 184 w 273"/>
                <a:gd name="T5" fmla="*/ 151 h 195"/>
                <a:gd name="T6" fmla="*/ 206 w 273"/>
                <a:gd name="T7" fmla="*/ 133 h 195"/>
                <a:gd name="T8" fmla="*/ 247 w 273"/>
                <a:gd name="T9" fmla="*/ 119 h 195"/>
                <a:gd name="T10" fmla="*/ 273 w 273"/>
                <a:gd name="T11" fmla="*/ 102 h 195"/>
                <a:gd name="T12" fmla="*/ 245 w 273"/>
                <a:gd name="T13" fmla="*/ 71 h 195"/>
                <a:gd name="T14" fmla="*/ 216 w 273"/>
                <a:gd name="T15" fmla="*/ 35 h 195"/>
                <a:gd name="T16" fmla="*/ 207 w 273"/>
                <a:gd name="T17" fmla="*/ 1 h 195"/>
                <a:gd name="T18" fmla="*/ 172 w 273"/>
                <a:gd name="T19" fmla="*/ 9 h 195"/>
                <a:gd name="T20" fmla="*/ 129 w 273"/>
                <a:gd name="T21" fmla="*/ 24 h 195"/>
                <a:gd name="T22" fmla="*/ 76 w 273"/>
                <a:gd name="T23" fmla="*/ 2 h 195"/>
                <a:gd name="T24" fmla="*/ 62 w 273"/>
                <a:gd name="T25" fmla="*/ 6 h 195"/>
                <a:gd name="T26" fmla="*/ 49 w 273"/>
                <a:gd name="T27" fmla="*/ 57 h 195"/>
                <a:gd name="T28" fmla="*/ 15 w 273"/>
                <a:gd name="T29" fmla="*/ 89 h 195"/>
                <a:gd name="T30" fmla="*/ 1 w 273"/>
                <a:gd name="T31" fmla="*/ 108 h 195"/>
                <a:gd name="T32" fmla="*/ 46 w 273"/>
                <a:gd name="T33" fmla="*/ 132 h 195"/>
                <a:gd name="T34" fmla="*/ 76 w 273"/>
                <a:gd name="T35" fmla="*/ 132 h 195"/>
                <a:gd name="T36" fmla="*/ 130 w 273"/>
                <a:gd name="T37" fmla="*/ 100 h 195"/>
                <a:gd name="T38" fmla="*/ 110 w 273"/>
                <a:gd name="T39" fmla="*/ 80 h 195"/>
                <a:gd name="T40" fmla="*/ 105 w 273"/>
                <a:gd name="T41" fmla="*/ 85 h 195"/>
                <a:gd name="T42" fmla="*/ 69 w 273"/>
                <a:gd name="T43" fmla="*/ 56 h 195"/>
                <a:gd name="T44" fmla="*/ 73 w 273"/>
                <a:gd name="T45" fmla="*/ 13 h 195"/>
                <a:gd name="T46" fmla="*/ 119 w 273"/>
                <a:gd name="T47" fmla="*/ 31 h 195"/>
                <a:gd name="T48" fmla="*/ 154 w 273"/>
                <a:gd name="T49" fmla="*/ 31 h 195"/>
                <a:gd name="T50" fmla="*/ 199 w 273"/>
                <a:gd name="T51" fmla="*/ 13 h 195"/>
                <a:gd name="T52" fmla="*/ 205 w 273"/>
                <a:gd name="T53" fmla="*/ 56 h 195"/>
                <a:gd name="T54" fmla="*/ 168 w 273"/>
                <a:gd name="T55" fmla="*/ 85 h 195"/>
                <a:gd name="T56" fmla="*/ 163 w 273"/>
                <a:gd name="T57" fmla="*/ 80 h 195"/>
                <a:gd name="T58" fmla="*/ 142 w 273"/>
                <a:gd name="T59" fmla="*/ 100 h 195"/>
                <a:gd name="T60" fmla="*/ 145 w 273"/>
                <a:gd name="T61" fmla="*/ 54 h 195"/>
                <a:gd name="T62" fmla="*/ 130 w 273"/>
                <a:gd name="T63" fmla="*/ 61 h 195"/>
                <a:gd name="T64" fmla="*/ 137 w 273"/>
                <a:gd name="T65" fmla="*/ 45 h 195"/>
                <a:gd name="T66" fmla="*/ 113 w 273"/>
                <a:gd name="T67" fmla="*/ 164 h 195"/>
                <a:gd name="T68" fmla="*/ 141 w 273"/>
                <a:gd name="T69" fmla="*/ 173 h 195"/>
                <a:gd name="T70" fmla="*/ 151 w 273"/>
                <a:gd name="T71" fmla="*/ 177 h 195"/>
                <a:gd name="T72" fmla="*/ 121 w 273"/>
                <a:gd name="T73" fmla="*/ 150 h 195"/>
                <a:gd name="T74" fmla="*/ 89 w 273"/>
                <a:gd name="T75" fmla="*/ 134 h 195"/>
                <a:gd name="T76" fmla="*/ 95 w 273"/>
                <a:gd name="T77" fmla="*/ 108 h 195"/>
                <a:gd name="T78" fmla="*/ 133 w 273"/>
                <a:gd name="T79" fmla="*/ 115 h 195"/>
                <a:gd name="T80" fmla="*/ 157 w 273"/>
                <a:gd name="T81" fmla="*/ 105 h 195"/>
                <a:gd name="T82" fmla="*/ 183 w 273"/>
                <a:gd name="T83" fmla="*/ 114 h 195"/>
                <a:gd name="T84" fmla="*/ 177 w 273"/>
                <a:gd name="T85" fmla="*/ 142 h 195"/>
                <a:gd name="T86" fmla="*/ 137 w 273"/>
                <a:gd name="T87" fmla="*/ 164 h 195"/>
                <a:gd name="T88" fmla="*/ 178 w 273"/>
                <a:gd name="T89" fmla="*/ 63 h 195"/>
                <a:gd name="T90" fmla="*/ 161 w 273"/>
                <a:gd name="T91" fmla="*/ 63 h 195"/>
                <a:gd name="T92" fmla="*/ 175 w 273"/>
                <a:gd name="T93" fmla="*/ 96 h 195"/>
                <a:gd name="T94" fmla="*/ 202 w 273"/>
                <a:gd name="T95" fmla="*/ 68 h 195"/>
                <a:gd name="T96" fmla="*/ 236 w 273"/>
                <a:gd name="T97" fmla="*/ 76 h 195"/>
                <a:gd name="T98" fmla="*/ 246 w 273"/>
                <a:gd name="T99" fmla="*/ 107 h 195"/>
                <a:gd name="T100" fmla="*/ 201 w 273"/>
                <a:gd name="T101" fmla="*/ 120 h 195"/>
                <a:gd name="T102" fmla="*/ 178 w 273"/>
                <a:gd name="T103" fmla="*/ 96 h 195"/>
                <a:gd name="T104" fmla="*/ 113 w 273"/>
                <a:gd name="T105" fmla="*/ 62 h 195"/>
                <a:gd name="T106" fmla="*/ 97 w 273"/>
                <a:gd name="T107" fmla="*/ 65 h 195"/>
                <a:gd name="T108" fmla="*/ 104 w 273"/>
                <a:gd name="T109" fmla="*/ 51 h 195"/>
                <a:gd name="T110" fmla="*/ 75 w 273"/>
                <a:gd name="T111" fmla="*/ 120 h 195"/>
                <a:gd name="T112" fmla="*/ 34 w 273"/>
                <a:gd name="T113" fmla="*/ 110 h 195"/>
                <a:gd name="T114" fmla="*/ 34 w 273"/>
                <a:gd name="T115" fmla="*/ 80 h 195"/>
                <a:gd name="T116" fmla="*/ 65 w 273"/>
                <a:gd name="T117" fmla="*/ 67 h 195"/>
                <a:gd name="T118" fmla="*/ 96 w 273"/>
                <a:gd name="T119" fmla="*/ 93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3" h="195">
                  <a:moveTo>
                    <a:pt x="97" y="154"/>
                  </a:moveTo>
                  <a:lnTo>
                    <a:pt x="98" y="158"/>
                  </a:lnTo>
                  <a:lnTo>
                    <a:pt x="100" y="162"/>
                  </a:lnTo>
                  <a:lnTo>
                    <a:pt x="101" y="166"/>
                  </a:lnTo>
                  <a:lnTo>
                    <a:pt x="103" y="170"/>
                  </a:lnTo>
                  <a:lnTo>
                    <a:pt x="105" y="174"/>
                  </a:lnTo>
                  <a:lnTo>
                    <a:pt x="108" y="177"/>
                  </a:lnTo>
                  <a:lnTo>
                    <a:pt x="111" y="181"/>
                  </a:lnTo>
                  <a:lnTo>
                    <a:pt x="113" y="184"/>
                  </a:lnTo>
                  <a:lnTo>
                    <a:pt x="116" y="186"/>
                  </a:lnTo>
                  <a:lnTo>
                    <a:pt x="119" y="188"/>
                  </a:lnTo>
                  <a:lnTo>
                    <a:pt x="121" y="190"/>
                  </a:lnTo>
                  <a:lnTo>
                    <a:pt x="124" y="191"/>
                  </a:lnTo>
                  <a:lnTo>
                    <a:pt x="126" y="192"/>
                  </a:lnTo>
                  <a:lnTo>
                    <a:pt x="130" y="193"/>
                  </a:lnTo>
                  <a:lnTo>
                    <a:pt x="133" y="194"/>
                  </a:lnTo>
                  <a:lnTo>
                    <a:pt x="137" y="195"/>
                  </a:lnTo>
                  <a:lnTo>
                    <a:pt x="140" y="194"/>
                  </a:lnTo>
                  <a:lnTo>
                    <a:pt x="143" y="193"/>
                  </a:lnTo>
                  <a:lnTo>
                    <a:pt x="146" y="192"/>
                  </a:lnTo>
                  <a:lnTo>
                    <a:pt x="149" y="191"/>
                  </a:lnTo>
                  <a:lnTo>
                    <a:pt x="152" y="190"/>
                  </a:lnTo>
                  <a:lnTo>
                    <a:pt x="154" y="188"/>
                  </a:lnTo>
                  <a:lnTo>
                    <a:pt x="157" y="186"/>
                  </a:lnTo>
                  <a:lnTo>
                    <a:pt x="159" y="184"/>
                  </a:lnTo>
                  <a:lnTo>
                    <a:pt x="162" y="181"/>
                  </a:lnTo>
                  <a:lnTo>
                    <a:pt x="165" y="177"/>
                  </a:lnTo>
                  <a:lnTo>
                    <a:pt x="167" y="174"/>
                  </a:lnTo>
                  <a:lnTo>
                    <a:pt x="170" y="170"/>
                  </a:lnTo>
                  <a:lnTo>
                    <a:pt x="171" y="166"/>
                  </a:lnTo>
                  <a:lnTo>
                    <a:pt x="174" y="162"/>
                  </a:lnTo>
                  <a:lnTo>
                    <a:pt x="175" y="158"/>
                  </a:lnTo>
                  <a:lnTo>
                    <a:pt x="177" y="154"/>
                  </a:lnTo>
                  <a:lnTo>
                    <a:pt x="177" y="154"/>
                  </a:lnTo>
                  <a:lnTo>
                    <a:pt x="180" y="152"/>
                  </a:lnTo>
                  <a:lnTo>
                    <a:pt x="184" y="151"/>
                  </a:lnTo>
                  <a:lnTo>
                    <a:pt x="186" y="149"/>
                  </a:lnTo>
                  <a:lnTo>
                    <a:pt x="190" y="147"/>
                  </a:lnTo>
                  <a:lnTo>
                    <a:pt x="192" y="144"/>
                  </a:lnTo>
                  <a:lnTo>
                    <a:pt x="194" y="140"/>
                  </a:lnTo>
                  <a:lnTo>
                    <a:pt x="196" y="136"/>
                  </a:lnTo>
                  <a:lnTo>
                    <a:pt x="197" y="132"/>
                  </a:lnTo>
                  <a:lnTo>
                    <a:pt x="197" y="132"/>
                  </a:lnTo>
                  <a:lnTo>
                    <a:pt x="198" y="131"/>
                  </a:lnTo>
                  <a:lnTo>
                    <a:pt x="198" y="132"/>
                  </a:lnTo>
                  <a:lnTo>
                    <a:pt x="198" y="132"/>
                  </a:lnTo>
                  <a:lnTo>
                    <a:pt x="202" y="132"/>
                  </a:lnTo>
                  <a:lnTo>
                    <a:pt x="206" y="133"/>
                  </a:lnTo>
                  <a:lnTo>
                    <a:pt x="210" y="134"/>
                  </a:lnTo>
                  <a:lnTo>
                    <a:pt x="215" y="134"/>
                  </a:lnTo>
                  <a:lnTo>
                    <a:pt x="219" y="133"/>
                  </a:lnTo>
                  <a:lnTo>
                    <a:pt x="222" y="132"/>
                  </a:lnTo>
                  <a:lnTo>
                    <a:pt x="225" y="132"/>
                  </a:lnTo>
                  <a:lnTo>
                    <a:pt x="227" y="132"/>
                  </a:lnTo>
                  <a:lnTo>
                    <a:pt x="229" y="131"/>
                  </a:lnTo>
                  <a:lnTo>
                    <a:pt x="231" y="129"/>
                  </a:lnTo>
                  <a:lnTo>
                    <a:pt x="233" y="128"/>
                  </a:lnTo>
                  <a:lnTo>
                    <a:pt x="237" y="124"/>
                  </a:lnTo>
                  <a:lnTo>
                    <a:pt x="242" y="121"/>
                  </a:lnTo>
                  <a:lnTo>
                    <a:pt x="247" y="119"/>
                  </a:lnTo>
                  <a:lnTo>
                    <a:pt x="254" y="116"/>
                  </a:lnTo>
                  <a:lnTo>
                    <a:pt x="260" y="113"/>
                  </a:lnTo>
                  <a:lnTo>
                    <a:pt x="266" y="111"/>
                  </a:lnTo>
                  <a:lnTo>
                    <a:pt x="268" y="110"/>
                  </a:lnTo>
                  <a:lnTo>
                    <a:pt x="270" y="109"/>
                  </a:lnTo>
                  <a:lnTo>
                    <a:pt x="271" y="108"/>
                  </a:lnTo>
                  <a:lnTo>
                    <a:pt x="272" y="107"/>
                  </a:lnTo>
                  <a:lnTo>
                    <a:pt x="273" y="106"/>
                  </a:lnTo>
                  <a:lnTo>
                    <a:pt x="273" y="105"/>
                  </a:lnTo>
                  <a:lnTo>
                    <a:pt x="273" y="104"/>
                  </a:lnTo>
                  <a:lnTo>
                    <a:pt x="273" y="104"/>
                  </a:lnTo>
                  <a:lnTo>
                    <a:pt x="273" y="102"/>
                  </a:lnTo>
                  <a:lnTo>
                    <a:pt x="272" y="101"/>
                  </a:lnTo>
                  <a:lnTo>
                    <a:pt x="271" y="100"/>
                  </a:lnTo>
                  <a:lnTo>
                    <a:pt x="270" y="99"/>
                  </a:lnTo>
                  <a:lnTo>
                    <a:pt x="266" y="96"/>
                  </a:lnTo>
                  <a:lnTo>
                    <a:pt x="261" y="91"/>
                  </a:lnTo>
                  <a:lnTo>
                    <a:pt x="258" y="89"/>
                  </a:lnTo>
                  <a:lnTo>
                    <a:pt x="255" y="86"/>
                  </a:lnTo>
                  <a:lnTo>
                    <a:pt x="253" y="83"/>
                  </a:lnTo>
                  <a:lnTo>
                    <a:pt x="251" y="79"/>
                  </a:lnTo>
                  <a:lnTo>
                    <a:pt x="249" y="76"/>
                  </a:lnTo>
                  <a:lnTo>
                    <a:pt x="247" y="74"/>
                  </a:lnTo>
                  <a:lnTo>
                    <a:pt x="245" y="71"/>
                  </a:lnTo>
                  <a:lnTo>
                    <a:pt x="242" y="67"/>
                  </a:lnTo>
                  <a:lnTo>
                    <a:pt x="238" y="65"/>
                  </a:lnTo>
                  <a:lnTo>
                    <a:pt x="234" y="62"/>
                  </a:lnTo>
                  <a:lnTo>
                    <a:pt x="230" y="59"/>
                  </a:lnTo>
                  <a:lnTo>
                    <a:pt x="227" y="58"/>
                  </a:lnTo>
                  <a:lnTo>
                    <a:pt x="224" y="57"/>
                  </a:lnTo>
                  <a:lnTo>
                    <a:pt x="220" y="56"/>
                  </a:lnTo>
                  <a:lnTo>
                    <a:pt x="220" y="54"/>
                  </a:lnTo>
                  <a:lnTo>
                    <a:pt x="220" y="50"/>
                  </a:lnTo>
                  <a:lnTo>
                    <a:pt x="219" y="46"/>
                  </a:lnTo>
                  <a:lnTo>
                    <a:pt x="219" y="43"/>
                  </a:lnTo>
                  <a:lnTo>
                    <a:pt x="216" y="35"/>
                  </a:lnTo>
                  <a:lnTo>
                    <a:pt x="214" y="27"/>
                  </a:lnTo>
                  <a:lnTo>
                    <a:pt x="212" y="23"/>
                  </a:lnTo>
                  <a:lnTo>
                    <a:pt x="211" y="19"/>
                  </a:lnTo>
                  <a:lnTo>
                    <a:pt x="210" y="13"/>
                  </a:lnTo>
                  <a:lnTo>
                    <a:pt x="210" y="8"/>
                  </a:lnTo>
                  <a:lnTo>
                    <a:pt x="210" y="6"/>
                  </a:lnTo>
                  <a:lnTo>
                    <a:pt x="210" y="4"/>
                  </a:lnTo>
                  <a:lnTo>
                    <a:pt x="210" y="3"/>
                  </a:lnTo>
                  <a:lnTo>
                    <a:pt x="210" y="3"/>
                  </a:lnTo>
                  <a:lnTo>
                    <a:pt x="210" y="2"/>
                  </a:lnTo>
                  <a:lnTo>
                    <a:pt x="209" y="2"/>
                  </a:lnTo>
                  <a:lnTo>
                    <a:pt x="207" y="1"/>
                  </a:lnTo>
                  <a:lnTo>
                    <a:pt x="205" y="0"/>
                  </a:lnTo>
                  <a:lnTo>
                    <a:pt x="203" y="0"/>
                  </a:lnTo>
                  <a:lnTo>
                    <a:pt x="202" y="0"/>
                  </a:lnTo>
                  <a:lnTo>
                    <a:pt x="201" y="0"/>
                  </a:lnTo>
                  <a:lnTo>
                    <a:pt x="200" y="1"/>
                  </a:lnTo>
                  <a:lnTo>
                    <a:pt x="197" y="2"/>
                  </a:lnTo>
                  <a:lnTo>
                    <a:pt x="194" y="3"/>
                  </a:lnTo>
                  <a:lnTo>
                    <a:pt x="190" y="5"/>
                  </a:lnTo>
                  <a:lnTo>
                    <a:pt x="186" y="6"/>
                  </a:lnTo>
                  <a:lnTo>
                    <a:pt x="182" y="7"/>
                  </a:lnTo>
                  <a:lnTo>
                    <a:pt x="177" y="7"/>
                  </a:lnTo>
                  <a:lnTo>
                    <a:pt x="172" y="9"/>
                  </a:lnTo>
                  <a:lnTo>
                    <a:pt x="169" y="11"/>
                  </a:lnTo>
                  <a:lnTo>
                    <a:pt x="164" y="12"/>
                  </a:lnTo>
                  <a:lnTo>
                    <a:pt x="160" y="15"/>
                  </a:lnTo>
                  <a:lnTo>
                    <a:pt x="156" y="17"/>
                  </a:lnTo>
                  <a:lnTo>
                    <a:pt x="152" y="19"/>
                  </a:lnTo>
                  <a:lnTo>
                    <a:pt x="145" y="24"/>
                  </a:lnTo>
                  <a:lnTo>
                    <a:pt x="137" y="30"/>
                  </a:lnTo>
                  <a:lnTo>
                    <a:pt x="137" y="30"/>
                  </a:lnTo>
                  <a:lnTo>
                    <a:pt x="137" y="30"/>
                  </a:lnTo>
                  <a:lnTo>
                    <a:pt x="136" y="30"/>
                  </a:lnTo>
                  <a:lnTo>
                    <a:pt x="136" y="30"/>
                  </a:lnTo>
                  <a:lnTo>
                    <a:pt x="129" y="24"/>
                  </a:lnTo>
                  <a:lnTo>
                    <a:pt x="121" y="19"/>
                  </a:lnTo>
                  <a:lnTo>
                    <a:pt x="117" y="17"/>
                  </a:lnTo>
                  <a:lnTo>
                    <a:pt x="113" y="15"/>
                  </a:lnTo>
                  <a:lnTo>
                    <a:pt x="109" y="12"/>
                  </a:lnTo>
                  <a:lnTo>
                    <a:pt x="105" y="11"/>
                  </a:lnTo>
                  <a:lnTo>
                    <a:pt x="101" y="9"/>
                  </a:lnTo>
                  <a:lnTo>
                    <a:pt x="96" y="7"/>
                  </a:lnTo>
                  <a:lnTo>
                    <a:pt x="91" y="7"/>
                  </a:lnTo>
                  <a:lnTo>
                    <a:pt x="87" y="6"/>
                  </a:lnTo>
                  <a:lnTo>
                    <a:pt x="83" y="5"/>
                  </a:lnTo>
                  <a:lnTo>
                    <a:pt x="80" y="3"/>
                  </a:lnTo>
                  <a:lnTo>
                    <a:pt x="76" y="2"/>
                  </a:lnTo>
                  <a:lnTo>
                    <a:pt x="73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66" y="1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3" y="3"/>
                  </a:lnTo>
                  <a:lnTo>
                    <a:pt x="63" y="3"/>
                  </a:lnTo>
                  <a:lnTo>
                    <a:pt x="63" y="4"/>
                  </a:lnTo>
                  <a:lnTo>
                    <a:pt x="62" y="6"/>
                  </a:lnTo>
                  <a:lnTo>
                    <a:pt x="63" y="8"/>
                  </a:lnTo>
                  <a:lnTo>
                    <a:pt x="62" y="13"/>
                  </a:lnTo>
                  <a:lnTo>
                    <a:pt x="61" y="19"/>
                  </a:lnTo>
                  <a:lnTo>
                    <a:pt x="61" y="23"/>
                  </a:lnTo>
                  <a:lnTo>
                    <a:pt x="60" y="27"/>
                  </a:lnTo>
                  <a:lnTo>
                    <a:pt x="57" y="35"/>
                  </a:lnTo>
                  <a:lnTo>
                    <a:pt x="54" y="43"/>
                  </a:lnTo>
                  <a:lnTo>
                    <a:pt x="53" y="46"/>
                  </a:lnTo>
                  <a:lnTo>
                    <a:pt x="53" y="50"/>
                  </a:lnTo>
                  <a:lnTo>
                    <a:pt x="53" y="54"/>
                  </a:lnTo>
                  <a:lnTo>
                    <a:pt x="53" y="56"/>
                  </a:lnTo>
                  <a:lnTo>
                    <a:pt x="49" y="57"/>
                  </a:lnTo>
                  <a:lnTo>
                    <a:pt x="46" y="58"/>
                  </a:lnTo>
                  <a:lnTo>
                    <a:pt x="43" y="59"/>
                  </a:lnTo>
                  <a:lnTo>
                    <a:pt x="39" y="62"/>
                  </a:lnTo>
                  <a:lnTo>
                    <a:pt x="34" y="65"/>
                  </a:lnTo>
                  <a:lnTo>
                    <a:pt x="31" y="67"/>
                  </a:lnTo>
                  <a:lnTo>
                    <a:pt x="29" y="71"/>
                  </a:lnTo>
                  <a:lnTo>
                    <a:pt x="26" y="74"/>
                  </a:lnTo>
                  <a:lnTo>
                    <a:pt x="24" y="76"/>
                  </a:lnTo>
                  <a:lnTo>
                    <a:pt x="22" y="79"/>
                  </a:lnTo>
                  <a:lnTo>
                    <a:pt x="20" y="83"/>
                  </a:lnTo>
                  <a:lnTo>
                    <a:pt x="17" y="86"/>
                  </a:lnTo>
                  <a:lnTo>
                    <a:pt x="15" y="89"/>
                  </a:lnTo>
                  <a:lnTo>
                    <a:pt x="13" y="91"/>
                  </a:lnTo>
                  <a:lnTo>
                    <a:pt x="7" y="96"/>
                  </a:lnTo>
                  <a:lnTo>
                    <a:pt x="3" y="99"/>
                  </a:lnTo>
                  <a:lnTo>
                    <a:pt x="1" y="100"/>
                  </a:lnTo>
                  <a:lnTo>
                    <a:pt x="1" y="101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5" y="110"/>
                  </a:lnTo>
                  <a:lnTo>
                    <a:pt x="7" y="111"/>
                  </a:lnTo>
                  <a:lnTo>
                    <a:pt x="13" y="113"/>
                  </a:lnTo>
                  <a:lnTo>
                    <a:pt x="20" y="116"/>
                  </a:lnTo>
                  <a:lnTo>
                    <a:pt x="26" y="119"/>
                  </a:lnTo>
                  <a:lnTo>
                    <a:pt x="31" y="121"/>
                  </a:lnTo>
                  <a:lnTo>
                    <a:pt x="36" y="124"/>
                  </a:lnTo>
                  <a:lnTo>
                    <a:pt x="40" y="128"/>
                  </a:lnTo>
                  <a:lnTo>
                    <a:pt x="42" y="129"/>
                  </a:lnTo>
                  <a:lnTo>
                    <a:pt x="44" y="131"/>
                  </a:lnTo>
                  <a:lnTo>
                    <a:pt x="46" y="132"/>
                  </a:lnTo>
                  <a:lnTo>
                    <a:pt x="48" y="132"/>
                  </a:lnTo>
                  <a:lnTo>
                    <a:pt x="50" y="132"/>
                  </a:lnTo>
                  <a:lnTo>
                    <a:pt x="54" y="133"/>
                  </a:lnTo>
                  <a:lnTo>
                    <a:pt x="58" y="134"/>
                  </a:lnTo>
                  <a:lnTo>
                    <a:pt x="62" y="134"/>
                  </a:lnTo>
                  <a:lnTo>
                    <a:pt x="67" y="133"/>
                  </a:lnTo>
                  <a:lnTo>
                    <a:pt x="72" y="132"/>
                  </a:lnTo>
                  <a:lnTo>
                    <a:pt x="74" y="132"/>
                  </a:lnTo>
                  <a:lnTo>
                    <a:pt x="76" y="132"/>
                  </a:lnTo>
                  <a:lnTo>
                    <a:pt x="76" y="131"/>
                  </a:lnTo>
                  <a:lnTo>
                    <a:pt x="76" y="132"/>
                  </a:lnTo>
                  <a:lnTo>
                    <a:pt x="76" y="132"/>
                  </a:lnTo>
                  <a:lnTo>
                    <a:pt x="77" y="136"/>
                  </a:lnTo>
                  <a:lnTo>
                    <a:pt x="79" y="140"/>
                  </a:lnTo>
                  <a:lnTo>
                    <a:pt x="81" y="144"/>
                  </a:lnTo>
                  <a:lnTo>
                    <a:pt x="84" y="147"/>
                  </a:lnTo>
                  <a:lnTo>
                    <a:pt x="86" y="149"/>
                  </a:lnTo>
                  <a:lnTo>
                    <a:pt x="89" y="151"/>
                  </a:lnTo>
                  <a:lnTo>
                    <a:pt x="93" y="152"/>
                  </a:lnTo>
                  <a:lnTo>
                    <a:pt x="97" y="154"/>
                  </a:lnTo>
                  <a:lnTo>
                    <a:pt x="97" y="154"/>
                  </a:lnTo>
                  <a:lnTo>
                    <a:pt x="97" y="154"/>
                  </a:lnTo>
                  <a:close/>
                  <a:moveTo>
                    <a:pt x="130" y="71"/>
                  </a:moveTo>
                  <a:lnTo>
                    <a:pt x="130" y="100"/>
                  </a:lnTo>
                  <a:lnTo>
                    <a:pt x="130" y="100"/>
                  </a:lnTo>
                  <a:lnTo>
                    <a:pt x="129" y="100"/>
                  </a:lnTo>
                  <a:lnTo>
                    <a:pt x="129" y="97"/>
                  </a:lnTo>
                  <a:lnTo>
                    <a:pt x="129" y="95"/>
                  </a:lnTo>
                  <a:lnTo>
                    <a:pt x="127" y="91"/>
                  </a:lnTo>
                  <a:lnTo>
                    <a:pt x="125" y="86"/>
                  </a:lnTo>
                  <a:lnTo>
                    <a:pt x="123" y="80"/>
                  </a:lnTo>
                  <a:lnTo>
                    <a:pt x="120" y="76"/>
                  </a:lnTo>
                  <a:lnTo>
                    <a:pt x="117" y="72"/>
                  </a:lnTo>
                  <a:lnTo>
                    <a:pt x="117" y="71"/>
                  </a:lnTo>
                  <a:lnTo>
                    <a:pt x="108" y="78"/>
                  </a:lnTo>
                  <a:lnTo>
                    <a:pt x="110" y="80"/>
                  </a:lnTo>
                  <a:lnTo>
                    <a:pt x="112" y="84"/>
                  </a:lnTo>
                  <a:lnTo>
                    <a:pt x="114" y="88"/>
                  </a:lnTo>
                  <a:lnTo>
                    <a:pt x="116" y="92"/>
                  </a:lnTo>
                  <a:lnTo>
                    <a:pt x="117" y="93"/>
                  </a:lnTo>
                  <a:lnTo>
                    <a:pt x="117" y="95"/>
                  </a:lnTo>
                  <a:lnTo>
                    <a:pt x="115" y="94"/>
                  </a:lnTo>
                  <a:lnTo>
                    <a:pt x="113" y="93"/>
                  </a:lnTo>
                  <a:lnTo>
                    <a:pt x="110" y="93"/>
                  </a:lnTo>
                  <a:lnTo>
                    <a:pt x="108" y="93"/>
                  </a:lnTo>
                  <a:lnTo>
                    <a:pt x="107" y="91"/>
                  </a:lnTo>
                  <a:lnTo>
                    <a:pt x="106" y="88"/>
                  </a:lnTo>
                  <a:lnTo>
                    <a:pt x="105" y="85"/>
                  </a:lnTo>
                  <a:lnTo>
                    <a:pt x="102" y="80"/>
                  </a:lnTo>
                  <a:lnTo>
                    <a:pt x="101" y="78"/>
                  </a:lnTo>
                  <a:lnTo>
                    <a:pt x="99" y="75"/>
                  </a:lnTo>
                  <a:lnTo>
                    <a:pt x="97" y="71"/>
                  </a:lnTo>
                  <a:lnTo>
                    <a:pt x="94" y="69"/>
                  </a:lnTo>
                  <a:lnTo>
                    <a:pt x="92" y="67"/>
                  </a:lnTo>
                  <a:lnTo>
                    <a:pt x="89" y="64"/>
                  </a:lnTo>
                  <a:lnTo>
                    <a:pt x="85" y="62"/>
                  </a:lnTo>
                  <a:lnTo>
                    <a:pt x="81" y="59"/>
                  </a:lnTo>
                  <a:lnTo>
                    <a:pt x="77" y="58"/>
                  </a:lnTo>
                  <a:lnTo>
                    <a:pt x="73" y="57"/>
                  </a:lnTo>
                  <a:lnTo>
                    <a:pt x="69" y="56"/>
                  </a:lnTo>
                  <a:lnTo>
                    <a:pt x="65" y="56"/>
                  </a:lnTo>
                  <a:lnTo>
                    <a:pt x="65" y="55"/>
                  </a:lnTo>
                  <a:lnTo>
                    <a:pt x="65" y="50"/>
                  </a:lnTo>
                  <a:lnTo>
                    <a:pt x="65" y="45"/>
                  </a:lnTo>
                  <a:lnTo>
                    <a:pt x="67" y="41"/>
                  </a:lnTo>
                  <a:lnTo>
                    <a:pt x="69" y="35"/>
                  </a:lnTo>
                  <a:lnTo>
                    <a:pt x="69" y="32"/>
                  </a:lnTo>
                  <a:lnTo>
                    <a:pt x="71" y="29"/>
                  </a:lnTo>
                  <a:lnTo>
                    <a:pt x="72" y="26"/>
                  </a:lnTo>
                  <a:lnTo>
                    <a:pt x="72" y="23"/>
                  </a:lnTo>
                  <a:lnTo>
                    <a:pt x="73" y="17"/>
                  </a:lnTo>
                  <a:lnTo>
                    <a:pt x="73" y="13"/>
                  </a:lnTo>
                  <a:lnTo>
                    <a:pt x="74" y="13"/>
                  </a:lnTo>
                  <a:lnTo>
                    <a:pt x="77" y="15"/>
                  </a:lnTo>
                  <a:lnTo>
                    <a:pt x="81" y="16"/>
                  </a:lnTo>
                  <a:lnTo>
                    <a:pt x="87" y="17"/>
                  </a:lnTo>
                  <a:lnTo>
                    <a:pt x="95" y="19"/>
                  </a:lnTo>
                  <a:lnTo>
                    <a:pt x="101" y="20"/>
                  </a:lnTo>
                  <a:lnTo>
                    <a:pt x="104" y="22"/>
                  </a:lnTo>
                  <a:lnTo>
                    <a:pt x="106" y="23"/>
                  </a:lnTo>
                  <a:lnTo>
                    <a:pt x="108" y="24"/>
                  </a:lnTo>
                  <a:lnTo>
                    <a:pt x="110" y="25"/>
                  </a:lnTo>
                  <a:lnTo>
                    <a:pt x="115" y="28"/>
                  </a:lnTo>
                  <a:lnTo>
                    <a:pt x="119" y="31"/>
                  </a:lnTo>
                  <a:lnTo>
                    <a:pt x="123" y="35"/>
                  </a:lnTo>
                  <a:lnTo>
                    <a:pt x="128" y="38"/>
                  </a:lnTo>
                  <a:lnTo>
                    <a:pt x="129" y="39"/>
                  </a:lnTo>
                  <a:lnTo>
                    <a:pt x="132" y="40"/>
                  </a:lnTo>
                  <a:lnTo>
                    <a:pt x="134" y="41"/>
                  </a:lnTo>
                  <a:lnTo>
                    <a:pt x="137" y="42"/>
                  </a:lnTo>
                  <a:lnTo>
                    <a:pt x="139" y="41"/>
                  </a:lnTo>
                  <a:lnTo>
                    <a:pt x="141" y="40"/>
                  </a:lnTo>
                  <a:lnTo>
                    <a:pt x="143" y="39"/>
                  </a:lnTo>
                  <a:lnTo>
                    <a:pt x="145" y="38"/>
                  </a:lnTo>
                  <a:lnTo>
                    <a:pt x="150" y="35"/>
                  </a:lnTo>
                  <a:lnTo>
                    <a:pt x="154" y="31"/>
                  </a:lnTo>
                  <a:lnTo>
                    <a:pt x="158" y="28"/>
                  </a:lnTo>
                  <a:lnTo>
                    <a:pt x="162" y="25"/>
                  </a:lnTo>
                  <a:lnTo>
                    <a:pt x="165" y="24"/>
                  </a:lnTo>
                  <a:lnTo>
                    <a:pt x="167" y="23"/>
                  </a:lnTo>
                  <a:lnTo>
                    <a:pt x="170" y="22"/>
                  </a:lnTo>
                  <a:lnTo>
                    <a:pt x="172" y="20"/>
                  </a:lnTo>
                  <a:lnTo>
                    <a:pt x="178" y="19"/>
                  </a:lnTo>
                  <a:lnTo>
                    <a:pt x="186" y="17"/>
                  </a:lnTo>
                  <a:lnTo>
                    <a:pt x="192" y="16"/>
                  </a:lnTo>
                  <a:lnTo>
                    <a:pt x="196" y="15"/>
                  </a:lnTo>
                  <a:lnTo>
                    <a:pt x="199" y="13"/>
                  </a:lnTo>
                  <a:lnTo>
                    <a:pt x="199" y="13"/>
                  </a:lnTo>
                  <a:lnTo>
                    <a:pt x="200" y="17"/>
                  </a:lnTo>
                  <a:lnTo>
                    <a:pt x="201" y="23"/>
                  </a:lnTo>
                  <a:lnTo>
                    <a:pt x="202" y="26"/>
                  </a:lnTo>
                  <a:lnTo>
                    <a:pt x="202" y="29"/>
                  </a:lnTo>
                  <a:lnTo>
                    <a:pt x="203" y="32"/>
                  </a:lnTo>
                  <a:lnTo>
                    <a:pt x="205" y="35"/>
                  </a:lnTo>
                  <a:lnTo>
                    <a:pt x="206" y="41"/>
                  </a:lnTo>
                  <a:lnTo>
                    <a:pt x="208" y="45"/>
                  </a:lnTo>
                  <a:lnTo>
                    <a:pt x="208" y="50"/>
                  </a:lnTo>
                  <a:lnTo>
                    <a:pt x="208" y="55"/>
                  </a:lnTo>
                  <a:lnTo>
                    <a:pt x="208" y="56"/>
                  </a:lnTo>
                  <a:lnTo>
                    <a:pt x="205" y="56"/>
                  </a:lnTo>
                  <a:lnTo>
                    <a:pt x="200" y="57"/>
                  </a:lnTo>
                  <a:lnTo>
                    <a:pt x="196" y="58"/>
                  </a:lnTo>
                  <a:lnTo>
                    <a:pt x="192" y="59"/>
                  </a:lnTo>
                  <a:lnTo>
                    <a:pt x="188" y="62"/>
                  </a:lnTo>
                  <a:lnTo>
                    <a:pt x="184" y="64"/>
                  </a:lnTo>
                  <a:lnTo>
                    <a:pt x="181" y="67"/>
                  </a:lnTo>
                  <a:lnTo>
                    <a:pt x="178" y="69"/>
                  </a:lnTo>
                  <a:lnTo>
                    <a:pt x="176" y="71"/>
                  </a:lnTo>
                  <a:lnTo>
                    <a:pt x="174" y="75"/>
                  </a:lnTo>
                  <a:lnTo>
                    <a:pt x="172" y="78"/>
                  </a:lnTo>
                  <a:lnTo>
                    <a:pt x="170" y="80"/>
                  </a:lnTo>
                  <a:lnTo>
                    <a:pt x="168" y="85"/>
                  </a:lnTo>
                  <a:lnTo>
                    <a:pt x="166" y="88"/>
                  </a:lnTo>
                  <a:lnTo>
                    <a:pt x="166" y="91"/>
                  </a:lnTo>
                  <a:lnTo>
                    <a:pt x="166" y="93"/>
                  </a:lnTo>
                  <a:lnTo>
                    <a:pt x="163" y="93"/>
                  </a:lnTo>
                  <a:lnTo>
                    <a:pt x="161" y="93"/>
                  </a:lnTo>
                  <a:lnTo>
                    <a:pt x="158" y="94"/>
                  </a:lnTo>
                  <a:lnTo>
                    <a:pt x="156" y="95"/>
                  </a:lnTo>
                  <a:lnTo>
                    <a:pt x="156" y="93"/>
                  </a:lnTo>
                  <a:lnTo>
                    <a:pt x="157" y="92"/>
                  </a:lnTo>
                  <a:lnTo>
                    <a:pt x="158" y="88"/>
                  </a:lnTo>
                  <a:lnTo>
                    <a:pt x="161" y="84"/>
                  </a:lnTo>
                  <a:lnTo>
                    <a:pt x="163" y="80"/>
                  </a:lnTo>
                  <a:lnTo>
                    <a:pt x="165" y="78"/>
                  </a:lnTo>
                  <a:lnTo>
                    <a:pt x="156" y="71"/>
                  </a:lnTo>
                  <a:lnTo>
                    <a:pt x="155" y="72"/>
                  </a:lnTo>
                  <a:lnTo>
                    <a:pt x="153" y="76"/>
                  </a:lnTo>
                  <a:lnTo>
                    <a:pt x="150" y="80"/>
                  </a:lnTo>
                  <a:lnTo>
                    <a:pt x="147" y="86"/>
                  </a:lnTo>
                  <a:lnTo>
                    <a:pt x="145" y="91"/>
                  </a:lnTo>
                  <a:lnTo>
                    <a:pt x="145" y="95"/>
                  </a:lnTo>
                  <a:lnTo>
                    <a:pt x="144" y="97"/>
                  </a:lnTo>
                  <a:lnTo>
                    <a:pt x="144" y="100"/>
                  </a:lnTo>
                  <a:lnTo>
                    <a:pt x="143" y="100"/>
                  </a:lnTo>
                  <a:lnTo>
                    <a:pt x="142" y="100"/>
                  </a:lnTo>
                  <a:lnTo>
                    <a:pt x="142" y="71"/>
                  </a:lnTo>
                  <a:lnTo>
                    <a:pt x="130" y="71"/>
                  </a:lnTo>
                  <a:lnTo>
                    <a:pt x="130" y="71"/>
                  </a:lnTo>
                  <a:close/>
                  <a:moveTo>
                    <a:pt x="137" y="45"/>
                  </a:moveTo>
                  <a:lnTo>
                    <a:pt x="138" y="45"/>
                  </a:lnTo>
                  <a:lnTo>
                    <a:pt x="140" y="46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4" y="49"/>
                  </a:lnTo>
                  <a:lnTo>
                    <a:pt x="145" y="51"/>
                  </a:lnTo>
                  <a:lnTo>
                    <a:pt x="145" y="52"/>
                  </a:lnTo>
                  <a:lnTo>
                    <a:pt x="145" y="54"/>
                  </a:lnTo>
                  <a:lnTo>
                    <a:pt x="145" y="56"/>
                  </a:lnTo>
                  <a:lnTo>
                    <a:pt x="145" y="58"/>
                  </a:lnTo>
                  <a:lnTo>
                    <a:pt x="144" y="59"/>
                  </a:lnTo>
                  <a:lnTo>
                    <a:pt x="143" y="61"/>
                  </a:lnTo>
                  <a:lnTo>
                    <a:pt x="141" y="62"/>
                  </a:lnTo>
                  <a:lnTo>
                    <a:pt x="140" y="63"/>
                  </a:lnTo>
                  <a:lnTo>
                    <a:pt x="138" y="63"/>
                  </a:lnTo>
                  <a:lnTo>
                    <a:pt x="137" y="63"/>
                  </a:lnTo>
                  <a:lnTo>
                    <a:pt x="134" y="63"/>
                  </a:lnTo>
                  <a:lnTo>
                    <a:pt x="133" y="63"/>
                  </a:lnTo>
                  <a:lnTo>
                    <a:pt x="131" y="62"/>
                  </a:lnTo>
                  <a:lnTo>
                    <a:pt x="130" y="61"/>
                  </a:lnTo>
                  <a:lnTo>
                    <a:pt x="129" y="59"/>
                  </a:lnTo>
                  <a:lnTo>
                    <a:pt x="128" y="58"/>
                  </a:lnTo>
                  <a:lnTo>
                    <a:pt x="127" y="56"/>
                  </a:lnTo>
                  <a:lnTo>
                    <a:pt x="127" y="54"/>
                  </a:lnTo>
                  <a:lnTo>
                    <a:pt x="127" y="52"/>
                  </a:lnTo>
                  <a:lnTo>
                    <a:pt x="128" y="51"/>
                  </a:lnTo>
                  <a:lnTo>
                    <a:pt x="129" y="49"/>
                  </a:lnTo>
                  <a:lnTo>
                    <a:pt x="130" y="47"/>
                  </a:lnTo>
                  <a:lnTo>
                    <a:pt x="131" y="47"/>
                  </a:lnTo>
                  <a:lnTo>
                    <a:pt x="133" y="46"/>
                  </a:lnTo>
                  <a:lnTo>
                    <a:pt x="134" y="45"/>
                  </a:lnTo>
                  <a:lnTo>
                    <a:pt x="137" y="45"/>
                  </a:lnTo>
                  <a:lnTo>
                    <a:pt x="137" y="45"/>
                  </a:lnTo>
                  <a:close/>
                  <a:moveTo>
                    <a:pt x="137" y="184"/>
                  </a:moveTo>
                  <a:lnTo>
                    <a:pt x="134" y="184"/>
                  </a:lnTo>
                  <a:lnTo>
                    <a:pt x="133" y="184"/>
                  </a:lnTo>
                  <a:lnTo>
                    <a:pt x="130" y="183"/>
                  </a:lnTo>
                  <a:lnTo>
                    <a:pt x="129" y="182"/>
                  </a:lnTo>
                  <a:lnTo>
                    <a:pt x="125" y="180"/>
                  </a:lnTo>
                  <a:lnTo>
                    <a:pt x="121" y="177"/>
                  </a:lnTo>
                  <a:lnTo>
                    <a:pt x="119" y="174"/>
                  </a:lnTo>
                  <a:lnTo>
                    <a:pt x="116" y="171"/>
                  </a:lnTo>
                  <a:lnTo>
                    <a:pt x="114" y="167"/>
                  </a:lnTo>
                  <a:lnTo>
                    <a:pt x="113" y="164"/>
                  </a:lnTo>
                  <a:lnTo>
                    <a:pt x="110" y="160"/>
                  </a:lnTo>
                  <a:lnTo>
                    <a:pt x="109" y="156"/>
                  </a:lnTo>
                  <a:lnTo>
                    <a:pt x="113" y="157"/>
                  </a:lnTo>
                  <a:lnTo>
                    <a:pt x="115" y="159"/>
                  </a:lnTo>
                  <a:lnTo>
                    <a:pt x="118" y="160"/>
                  </a:lnTo>
                  <a:lnTo>
                    <a:pt x="121" y="164"/>
                  </a:lnTo>
                  <a:lnTo>
                    <a:pt x="128" y="169"/>
                  </a:lnTo>
                  <a:lnTo>
                    <a:pt x="132" y="173"/>
                  </a:lnTo>
                  <a:lnTo>
                    <a:pt x="134" y="176"/>
                  </a:lnTo>
                  <a:lnTo>
                    <a:pt x="137" y="177"/>
                  </a:lnTo>
                  <a:lnTo>
                    <a:pt x="138" y="176"/>
                  </a:lnTo>
                  <a:lnTo>
                    <a:pt x="141" y="173"/>
                  </a:lnTo>
                  <a:lnTo>
                    <a:pt x="145" y="169"/>
                  </a:lnTo>
                  <a:lnTo>
                    <a:pt x="151" y="164"/>
                  </a:lnTo>
                  <a:lnTo>
                    <a:pt x="154" y="160"/>
                  </a:lnTo>
                  <a:lnTo>
                    <a:pt x="158" y="159"/>
                  </a:lnTo>
                  <a:lnTo>
                    <a:pt x="160" y="157"/>
                  </a:lnTo>
                  <a:lnTo>
                    <a:pt x="163" y="156"/>
                  </a:lnTo>
                  <a:lnTo>
                    <a:pt x="162" y="160"/>
                  </a:lnTo>
                  <a:lnTo>
                    <a:pt x="161" y="164"/>
                  </a:lnTo>
                  <a:lnTo>
                    <a:pt x="159" y="167"/>
                  </a:lnTo>
                  <a:lnTo>
                    <a:pt x="157" y="171"/>
                  </a:lnTo>
                  <a:lnTo>
                    <a:pt x="154" y="174"/>
                  </a:lnTo>
                  <a:lnTo>
                    <a:pt x="151" y="177"/>
                  </a:lnTo>
                  <a:lnTo>
                    <a:pt x="148" y="180"/>
                  </a:lnTo>
                  <a:lnTo>
                    <a:pt x="144" y="182"/>
                  </a:lnTo>
                  <a:lnTo>
                    <a:pt x="142" y="183"/>
                  </a:lnTo>
                  <a:lnTo>
                    <a:pt x="141" y="184"/>
                  </a:lnTo>
                  <a:lnTo>
                    <a:pt x="138" y="184"/>
                  </a:lnTo>
                  <a:lnTo>
                    <a:pt x="137" y="184"/>
                  </a:lnTo>
                  <a:lnTo>
                    <a:pt x="137" y="184"/>
                  </a:lnTo>
                  <a:close/>
                  <a:moveTo>
                    <a:pt x="137" y="164"/>
                  </a:moveTo>
                  <a:lnTo>
                    <a:pt x="134" y="161"/>
                  </a:lnTo>
                  <a:lnTo>
                    <a:pt x="130" y="157"/>
                  </a:lnTo>
                  <a:lnTo>
                    <a:pt x="125" y="153"/>
                  </a:lnTo>
                  <a:lnTo>
                    <a:pt x="121" y="150"/>
                  </a:lnTo>
                  <a:lnTo>
                    <a:pt x="119" y="148"/>
                  </a:lnTo>
                  <a:lnTo>
                    <a:pt x="117" y="148"/>
                  </a:lnTo>
                  <a:lnTo>
                    <a:pt x="114" y="147"/>
                  </a:lnTo>
                  <a:lnTo>
                    <a:pt x="112" y="146"/>
                  </a:lnTo>
                  <a:lnTo>
                    <a:pt x="105" y="144"/>
                  </a:lnTo>
                  <a:lnTo>
                    <a:pt x="100" y="143"/>
                  </a:lnTo>
                  <a:lnTo>
                    <a:pt x="97" y="143"/>
                  </a:lnTo>
                  <a:lnTo>
                    <a:pt x="96" y="142"/>
                  </a:lnTo>
                  <a:lnTo>
                    <a:pt x="95" y="141"/>
                  </a:lnTo>
                  <a:lnTo>
                    <a:pt x="93" y="140"/>
                  </a:lnTo>
                  <a:lnTo>
                    <a:pt x="91" y="137"/>
                  </a:lnTo>
                  <a:lnTo>
                    <a:pt x="89" y="134"/>
                  </a:lnTo>
                  <a:lnTo>
                    <a:pt x="87" y="132"/>
                  </a:lnTo>
                  <a:lnTo>
                    <a:pt x="86" y="128"/>
                  </a:lnTo>
                  <a:lnTo>
                    <a:pt x="85" y="125"/>
                  </a:lnTo>
                  <a:lnTo>
                    <a:pt x="86" y="123"/>
                  </a:lnTo>
                  <a:lnTo>
                    <a:pt x="87" y="120"/>
                  </a:lnTo>
                  <a:lnTo>
                    <a:pt x="88" y="118"/>
                  </a:lnTo>
                  <a:lnTo>
                    <a:pt x="89" y="116"/>
                  </a:lnTo>
                  <a:lnTo>
                    <a:pt x="89" y="114"/>
                  </a:lnTo>
                  <a:lnTo>
                    <a:pt x="91" y="112"/>
                  </a:lnTo>
                  <a:lnTo>
                    <a:pt x="93" y="111"/>
                  </a:lnTo>
                  <a:lnTo>
                    <a:pt x="93" y="109"/>
                  </a:lnTo>
                  <a:lnTo>
                    <a:pt x="95" y="108"/>
                  </a:lnTo>
                  <a:lnTo>
                    <a:pt x="97" y="108"/>
                  </a:lnTo>
                  <a:lnTo>
                    <a:pt x="99" y="106"/>
                  </a:lnTo>
                  <a:lnTo>
                    <a:pt x="101" y="106"/>
                  </a:lnTo>
                  <a:lnTo>
                    <a:pt x="102" y="105"/>
                  </a:lnTo>
                  <a:lnTo>
                    <a:pt x="106" y="104"/>
                  </a:lnTo>
                  <a:lnTo>
                    <a:pt x="109" y="104"/>
                  </a:lnTo>
                  <a:lnTo>
                    <a:pt x="113" y="104"/>
                  </a:lnTo>
                  <a:lnTo>
                    <a:pt x="116" y="105"/>
                  </a:lnTo>
                  <a:lnTo>
                    <a:pt x="119" y="107"/>
                  </a:lnTo>
                  <a:lnTo>
                    <a:pt x="122" y="108"/>
                  </a:lnTo>
                  <a:lnTo>
                    <a:pt x="129" y="112"/>
                  </a:lnTo>
                  <a:lnTo>
                    <a:pt x="133" y="115"/>
                  </a:lnTo>
                  <a:lnTo>
                    <a:pt x="134" y="116"/>
                  </a:lnTo>
                  <a:lnTo>
                    <a:pt x="135" y="116"/>
                  </a:lnTo>
                  <a:lnTo>
                    <a:pt x="136" y="116"/>
                  </a:lnTo>
                  <a:lnTo>
                    <a:pt x="137" y="116"/>
                  </a:lnTo>
                  <a:lnTo>
                    <a:pt x="137" y="116"/>
                  </a:lnTo>
                  <a:lnTo>
                    <a:pt x="137" y="116"/>
                  </a:lnTo>
                  <a:lnTo>
                    <a:pt x="139" y="116"/>
                  </a:lnTo>
                  <a:lnTo>
                    <a:pt x="140" y="115"/>
                  </a:lnTo>
                  <a:lnTo>
                    <a:pt x="145" y="112"/>
                  </a:lnTo>
                  <a:lnTo>
                    <a:pt x="150" y="108"/>
                  </a:lnTo>
                  <a:lnTo>
                    <a:pt x="154" y="107"/>
                  </a:lnTo>
                  <a:lnTo>
                    <a:pt x="157" y="105"/>
                  </a:lnTo>
                  <a:lnTo>
                    <a:pt x="160" y="104"/>
                  </a:lnTo>
                  <a:lnTo>
                    <a:pt x="163" y="104"/>
                  </a:lnTo>
                  <a:lnTo>
                    <a:pt x="167" y="104"/>
                  </a:lnTo>
                  <a:lnTo>
                    <a:pt x="171" y="105"/>
                  </a:lnTo>
                  <a:lnTo>
                    <a:pt x="173" y="106"/>
                  </a:lnTo>
                  <a:lnTo>
                    <a:pt x="174" y="106"/>
                  </a:lnTo>
                  <a:lnTo>
                    <a:pt x="176" y="108"/>
                  </a:lnTo>
                  <a:lnTo>
                    <a:pt x="178" y="108"/>
                  </a:lnTo>
                  <a:lnTo>
                    <a:pt x="179" y="109"/>
                  </a:lnTo>
                  <a:lnTo>
                    <a:pt x="181" y="111"/>
                  </a:lnTo>
                  <a:lnTo>
                    <a:pt x="182" y="112"/>
                  </a:lnTo>
                  <a:lnTo>
                    <a:pt x="183" y="114"/>
                  </a:lnTo>
                  <a:lnTo>
                    <a:pt x="184" y="116"/>
                  </a:lnTo>
                  <a:lnTo>
                    <a:pt x="186" y="118"/>
                  </a:lnTo>
                  <a:lnTo>
                    <a:pt x="186" y="120"/>
                  </a:lnTo>
                  <a:lnTo>
                    <a:pt x="187" y="123"/>
                  </a:lnTo>
                  <a:lnTo>
                    <a:pt x="187" y="125"/>
                  </a:lnTo>
                  <a:lnTo>
                    <a:pt x="186" y="128"/>
                  </a:lnTo>
                  <a:lnTo>
                    <a:pt x="186" y="132"/>
                  </a:lnTo>
                  <a:lnTo>
                    <a:pt x="184" y="134"/>
                  </a:lnTo>
                  <a:lnTo>
                    <a:pt x="182" y="137"/>
                  </a:lnTo>
                  <a:lnTo>
                    <a:pt x="180" y="140"/>
                  </a:lnTo>
                  <a:lnTo>
                    <a:pt x="178" y="141"/>
                  </a:lnTo>
                  <a:lnTo>
                    <a:pt x="177" y="142"/>
                  </a:lnTo>
                  <a:lnTo>
                    <a:pt x="175" y="143"/>
                  </a:lnTo>
                  <a:lnTo>
                    <a:pt x="174" y="143"/>
                  </a:lnTo>
                  <a:lnTo>
                    <a:pt x="167" y="144"/>
                  </a:lnTo>
                  <a:lnTo>
                    <a:pt x="162" y="146"/>
                  </a:lnTo>
                  <a:lnTo>
                    <a:pt x="158" y="147"/>
                  </a:lnTo>
                  <a:lnTo>
                    <a:pt x="156" y="148"/>
                  </a:lnTo>
                  <a:lnTo>
                    <a:pt x="154" y="148"/>
                  </a:lnTo>
                  <a:lnTo>
                    <a:pt x="152" y="150"/>
                  </a:lnTo>
                  <a:lnTo>
                    <a:pt x="147" y="153"/>
                  </a:lnTo>
                  <a:lnTo>
                    <a:pt x="143" y="157"/>
                  </a:lnTo>
                  <a:lnTo>
                    <a:pt x="139" y="161"/>
                  </a:lnTo>
                  <a:lnTo>
                    <a:pt x="137" y="164"/>
                  </a:lnTo>
                  <a:lnTo>
                    <a:pt x="137" y="164"/>
                  </a:lnTo>
                  <a:close/>
                  <a:moveTo>
                    <a:pt x="170" y="51"/>
                  </a:moveTo>
                  <a:lnTo>
                    <a:pt x="171" y="51"/>
                  </a:lnTo>
                  <a:lnTo>
                    <a:pt x="173" y="51"/>
                  </a:lnTo>
                  <a:lnTo>
                    <a:pt x="174" y="52"/>
                  </a:lnTo>
                  <a:lnTo>
                    <a:pt x="175" y="53"/>
                  </a:lnTo>
                  <a:lnTo>
                    <a:pt x="177" y="55"/>
                  </a:lnTo>
                  <a:lnTo>
                    <a:pt x="178" y="56"/>
                  </a:lnTo>
                  <a:lnTo>
                    <a:pt x="178" y="58"/>
                  </a:lnTo>
                  <a:lnTo>
                    <a:pt x="178" y="59"/>
                  </a:lnTo>
                  <a:lnTo>
                    <a:pt x="178" y="62"/>
                  </a:lnTo>
                  <a:lnTo>
                    <a:pt x="178" y="63"/>
                  </a:lnTo>
                  <a:lnTo>
                    <a:pt x="177" y="65"/>
                  </a:lnTo>
                  <a:lnTo>
                    <a:pt x="175" y="67"/>
                  </a:lnTo>
                  <a:lnTo>
                    <a:pt x="174" y="67"/>
                  </a:lnTo>
                  <a:lnTo>
                    <a:pt x="173" y="68"/>
                  </a:lnTo>
                  <a:lnTo>
                    <a:pt x="171" y="69"/>
                  </a:lnTo>
                  <a:lnTo>
                    <a:pt x="170" y="69"/>
                  </a:lnTo>
                  <a:lnTo>
                    <a:pt x="167" y="69"/>
                  </a:lnTo>
                  <a:lnTo>
                    <a:pt x="166" y="68"/>
                  </a:lnTo>
                  <a:lnTo>
                    <a:pt x="164" y="67"/>
                  </a:lnTo>
                  <a:lnTo>
                    <a:pt x="162" y="67"/>
                  </a:lnTo>
                  <a:lnTo>
                    <a:pt x="162" y="65"/>
                  </a:lnTo>
                  <a:lnTo>
                    <a:pt x="161" y="63"/>
                  </a:lnTo>
                  <a:lnTo>
                    <a:pt x="160" y="62"/>
                  </a:lnTo>
                  <a:lnTo>
                    <a:pt x="160" y="59"/>
                  </a:lnTo>
                  <a:lnTo>
                    <a:pt x="160" y="58"/>
                  </a:lnTo>
                  <a:lnTo>
                    <a:pt x="161" y="56"/>
                  </a:lnTo>
                  <a:lnTo>
                    <a:pt x="162" y="55"/>
                  </a:lnTo>
                  <a:lnTo>
                    <a:pt x="162" y="53"/>
                  </a:lnTo>
                  <a:lnTo>
                    <a:pt x="164" y="52"/>
                  </a:lnTo>
                  <a:lnTo>
                    <a:pt x="166" y="51"/>
                  </a:lnTo>
                  <a:lnTo>
                    <a:pt x="167" y="51"/>
                  </a:lnTo>
                  <a:lnTo>
                    <a:pt x="170" y="51"/>
                  </a:lnTo>
                  <a:lnTo>
                    <a:pt x="170" y="51"/>
                  </a:lnTo>
                  <a:close/>
                  <a:moveTo>
                    <a:pt x="175" y="96"/>
                  </a:moveTo>
                  <a:lnTo>
                    <a:pt x="177" y="95"/>
                  </a:lnTo>
                  <a:lnTo>
                    <a:pt x="177" y="93"/>
                  </a:lnTo>
                  <a:lnTo>
                    <a:pt x="179" y="88"/>
                  </a:lnTo>
                  <a:lnTo>
                    <a:pt x="181" y="84"/>
                  </a:lnTo>
                  <a:lnTo>
                    <a:pt x="183" y="81"/>
                  </a:lnTo>
                  <a:lnTo>
                    <a:pt x="186" y="78"/>
                  </a:lnTo>
                  <a:lnTo>
                    <a:pt x="188" y="76"/>
                  </a:lnTo>
                  <a:lnTo>
                    <a:pt x="190" y="74"/>
                  </a:lnTo>
                  <a:lnTo>
                    <a:pt x="194" y="72"/>
                  </a:lnTo>
                  <a:lnTo>
                    <a:pt x="196" y="71"/>
                  </a:lnTo>
                  <a:lnTo>
                    <a:pt x="198" y="69"/>
                  </a:lnTo>
                  <a:lnTo>
                    <a:pt x="202" y="68"/>
                  </a:lnTo>
                  <a:lnTo>
                    <a:pt x="205" y="67"/>
                  </a:lnTo>
                  <a:lnTo>
                    <a:pt x="209" y="67"/>
                  </a:lnTo>
                  <a:lnTo>
                    <a:pt x="213" y="67"/>
                  </a:lnTo>
                  <a:lnTo>
                    <a:pt x="217" y="67"/>
                  </a:lnTo>
                  <a:lnTo>
                    <a:pt x="221" y="67"/>
                  </a:lnTo>
                  <a:lnTo>
                    <a:pt x="223" y="68"/>
                  </a:lnTo>
                  <a:lnTo>
                    <a:pt x="226" y="69"/>
                  </a:lnTo>
                  <a:lnTo>
                    <a:pt x="229" y="71"/>
                  </a:lnTo>
                  <a:lnTo>
                    <a:pt x="230" y="72"/>
                  </a:lnTo>
                  <a:lnTo>
                    <a:pt x="232" y="73"/>
                  </a:lnTo>
                  <a:lnTo>
                    <a:pt x="234" y="75"/>
                  </a:lnTo>
                  <a:lnTo>
                    <a:pt x="236" y="76"/>
                  </a:lnTo>
                  <a:lnTo>
                    <a:pt x="238" y="79"/>
                  </a:lnTo>
                  <a:lnTo>
                    <a:pt x="238" y="80"/>
                  </a:lnTo>
                  <a:lnTo>
                    <a:pt x="240" y="82"/>
                  </a:lnTo>
                  <a:lnTo>
                    <a:pt x="242" y="86"/>
                  </a:lnTo>
                  <a:lnTo>
                    <a:pt x="244" y="89"/>
                  </a:lnTo>
                  <a:lnTo>
                    <a:pt x="247" y="93"/>
                  </a:lnTo>
                  <a:lnTo>
                    <a:pt x="251" y="98"/>
                  </a:lnTo>
                  <a:lnTo>
                    <a:pt x="254" y="101"/>
                  </a:lnTo>
                  <a:lnTo>
                    <a:pt x="256" y="102"/>
                  </a:lnTo>
                  <a:lnTo>
                    <a:pt x="254" y="103"/>
                  </a:lnTo>
                  <a:lnTo>
                    <a:pt x="249" y="105"/>
                  </a:lnTo>
                  <a:lnTo>
                    <a:pt x="246" y="107"/>
                  </a:lnTo>
                  <a:lnTo>
                    <a:pt x="242" y="108"/>
                  </a:lnTo>
                  <a:lnTo>
                    <a:pt x="238" y="110"/>
                  </a:lnTo>
                  <a:lnTo>
                    <a:pt x="236" y="112"/>
                  </a:lnTo>
                  <a:lnTo>
                    <a:pt x="230" y="116"/>
                  </a:lnTo>
                  <a:lnTo>
                    <a:pt x="224" y="120"/>
                  </a:lnTo>
                  <a:lnTo>
                    <a:pt x="222" y="120"/>
                  </a:lnTo>
                  <a:lnTo>
                    <a:pt x="218" y="121"/>
                  </a:lnTo>
                  <a:lnTo>
                    <a:pt x="215" y="122"/>
                  </a:lnTo>
                  <a:lnTo>
                    <a:pt x="211" y="122"/>
                  </a:lnTo>
                  <a:lnTo>
                    <a:pt x="207" y="121"/>
                  </a:lnTo>
                  <a:lnTo>
                    <a:pt x="204" y="120"/>
                  </a:lnTo>
                  <a:lnTo>
                    <a:pt x="201" y="120"/>
                  </a:lnTo>
                  <a:lnTo>
                    <a:pt x="198" y="120"/>
                  </a:lnTo>
                  <a:lnTo>
                    <a:pt x="198" y="120"/>
                  </a:lnTo>
                  <a:lnTo>
                    <a:pt x="197" y="119"/>
                  </a:lnTo>
                  <a:lnTo>
                    <a:pt x="195" y="115"/>
                  </a:lnTo>
                  <a:lnTo>
                    <a:pt x="194" y="112"/>
                  </a:lnTo>
                  <a:lnTo>
                    <a:pt x="191" y="108"/>
                  </a:lnTo>
                  <a:lnTo>
                    <a:pt x="190" y="106"/>
                  </a:lnTo>
                  <a:lnTo>
                    <a:pt x="186" y="104"/>
                  </a:lnTo>
                  <a:lnTo>
                    <a:pt x="184" y="100"/>
                  </a:lnTo>
                  <a:lnTo>
                    <a:pt x="182" y="99"/>
                  </a:lnTo>
                  <a:lnTo>
                    <a:pt x="180" y="98"/>
                  </a:lnTo>
                  <a:lnTo>
                    <a:pt x="178" y="96"/>
                  </a:lnTo>
                  <a:lnTo>
                    <a:pt x="175" y="96"/>
                  </a:lnTo>
                  <a:lnTo>
                    <a:pt x="175" y="96"/>
                  </a:lnTo>
                  <a:close/>
                  <a:moveTo>
                    <a:pt x="104" y="51"/>
                  </a:moveTo>
                  <a:lnTo>
                    <a:pt x="106" y="51"/>
                  </a:lnTo>
                  <a:lnTo>
                    <a:pt x="108" y="51"/>
                  </a:lnTo>
                  <a:lnTo>
                    <a:pt x="109" y="52"/>
                  </a:lnTo>
                  <a:lnTo>
                    <a:pt x="110" y="53"/>
                  </a:lnTo>
                  <a:lnTo>
                    <a:pt x="112" y="55"/>
                  </a:lnTo>
                  <a:lnTo>
                    <a:pt x="113" y="56"/>
                  </a:lnTo>
                  <a:lnTo>
                    <a:pt x="113" y="58"/>
                  </a:lnTo>
                  <a:lnTo>
                    <a:pt x="113" y="59"/>
                  </a:lnTo>
                  <a:lnTo>
                    <a:pt x="113" y="62"/>
                  </a:lnTo>
                  <a:lnTo>
                    <a:pt x="113" y="63"/>
                  </a:lnTo>
                  <a:lnTo>
                    <a:pt x="112" y="65"/>
                  </a:lnTo>
                  <a:lnTo>
                    <a:pt x="110" y="67"/>
                  </a:lnTo>
                  <a:lnTo>
                    <a:pt x="109" y="67"/>
                  </a:lnTo>
                  <a:lnTo>
                    <a:pt x="108" y="68"/>
                  </a:lnTo>
                  <a:lnTo>
                    <a:pt x="106" y="69"/>
                  </a:lnTo>
                  <a:lnTo>
                    <a:pt x="104" y="69"/>
                  </a:lnTo>
                  <a:lnTo>
                    <a:pt x="102" y="69"/>
                  </a:lnTo>
                  <a:lnTo>
                    <a:pt x="101" y="68"/>
                  </a:lnTo>
                  <a:lnTo>
                    <a:pt x="99" y="67"/>
                  </a:lnTo>
                  <a:lnTo>
                    <a:pt x="97" y="67"/>
                  </a:lnTo>
                  <a:lnTo>
                    <a:pt x="97" y="65"/>
                  </a:lnTo>
                  <a:lnTo>
                    <a:pt x="95" y="63"/>
                  </a:lnTo>
                  <a:lnTo>
                    <a:pt x="95" y="62"/>
                  </a:lnTo>
                  <a:lnTo>
                    <a:pt x="95" y="59"/>
                  </a:lnTo>
                  <a:lnTo>
                    <a:pt x="95" y="58"/>
                  </a:lnTo>
                  <a:lnTo>
                    <a:pt x="95" y="56"/>
                  </a:lnTo>
                  <a:lnTo>
                    <a:pt x="97" y="55"/>
                  </a:lnTo>
                  <a:lnTo>
                    <a:pt x="97" y="53"/>
                  </a:lnTo>
                  <a:lnTo>
                    <a:pt x="99" y="52"/>
                  </a:lnTo>
                  <a:lnTo>
                    <a:pt x="101" y="51"/>
                  </a:lnTo>
                  <a:lnTo>
                    <a:pt x="102" y="51"/>
                  </a:lnTo>
                  <a:lnTo>
                    <a:pt x="104" y="51"/>
                  </a:lnTo>
                  <a:lnTo>
                    <a:pt x="104" y="51"/>
                  </a:lnTo>
                  <a:close/>
                  <a:moveTo>
                    <a:pt x="97" y="96"/>
                  </a:moveTo>
                  <a:lnTo>
                    <a:pt x="95" y="96"/>
                  </a:lnTo>
                  <a:lnTo>
                    <a:pt x="93" y="98"/>
                  </a:lnTo>
                  <a:lnTo>
                    <a:pt x="91" y="99"/>
                  </a:lnTo>
                  <a:lnTo>
                    <a:pt x="89" y="100"/>
                  </a:lnTo>
                  <a:lnTo>
                    <a:pt x="86" y="104"/>
                  </a:lnTo>
                  <a:lnTo>
                    <a:pt x="84" y="106"/>
                  </a:lnTo>
                  <a:lnTo>
                    <a:pt x="81" y="108"/>
                  </a:lnTo>
                  <a:lnTo>
                    <a:pt x="80" y="112"/>
                  </a:lnTo>
                  <a:lnTo>
                    <a:pt x="77" y="115"/>
                  </a:lnTo>
                  <a:lnTo>
                    <a:pt x="77" y="119"/>
                  </a:lnTo>
                  <a:lnTo>
                    <a:pt x="75" y="120"/>
                  </a:lnTo>
                  <a:lnTo>
                    <a:pt x="74" y="120"/>
                  </a:lnTo>
                  <a:lnTo>
                    <a:pt x="73" y="120"/>
                  </a:lnTo>
                  <a:lnTo>
                    <a:pt x="69" y="120"/>
                  </a:lnTo>
                  <a:lnTo>
                    <a:pt x="65" y="121"/>
                  </a:lnTo>
                  <a:lnTo>
                    <a:pt x="61" y="122"/>
                  </a:lnTo>
                  <a:lnTo>
                    <a:pt x="58" y="122"/>
                  </a:lnTo>
                  <a:lnTo>
                    <a:pt x="54" y="121"/>
                  </a:lnTo>
                  <a:lnTo>
                    <a:pt x="51" y="120"/>
                  </a:lnTo>
                  <a:lnTo>
                    <a:pt x="49" y="120"/>
                  </a:lnTo>
                  <a:lnTo>
                    <a:pt x="43" y="116"/>
                  </a:lnTo>
                  <a:lnTo>
                    <a:pt x="37" y="112"/>
                  </a:lnTo>
                  <a:lnTo>
                    <a:pt x="34" y="110"/>
                  </a:lnTo>
                  <a:lnTo>
                    <a:pt x="31" y="108"/>
                  </a:lnTo>
                  <a:lnTo>
                    <a:pt x="28" y="107"/>
                  </a:lnTo>
                  <a:lnTo>
                    <a:pt x="25" y="105"/>
                  </a:lnTo>
                  <a:lnTo>
                    <a:pt x="19" y="103"/>
                  </a:lnTo>
                  <a:lnTo>
                    <a:pt x="17" y="102"/>
                  </a:lnTo>
                  <a:lnTo>
                    <a:pt x="18" y="101"/>
                  </a:lnTo>
                  <a:lnTo>
                    <a:pt x="21" y="98"/>
                  </a:lnTo>
                  <a:lnTo>
                    <a:pt x="25" y="93"/>
                  </a:lnTo>
                  <a:lnTo>
                    <a:pt x="29" y="89"/>
                  </a:lnTo>
                  <a:lnTo>
                    <a:pt x="31" y="86"/>
                  </a:lnTo>
                  <a:lnTo>
                    <a:pt x="33" y="82"/>
                  </a:lnTo>
                  <a:lnTo>
                    <a:pt x="34" y="80"/>
                  </a:lnTo>
                  <a:lnTo>
                    <a:pt x="36" y="79"/>
                  </a:lnTo>
                  <a:lnTo>
                    <a:pt x="37" y="76"/>
                  </a:lnTo>
                  <a:lnTo>
                    <a:pt x="39" y="75"/>
                  </a:lnTo>
                  <a:lnTo>
                    <a:pt x="41" y="73"/>
                  </a:lnTo>
                  <a:lnTo>
                    <a:pt x="43" y="72"/>
                  </a:lnTo>
                  <a:lnTo>
                    <a:pt x="45" y="71"/>
                  </a:lnTo>
                  <a:lnTo>
                    <a:pt x="47" y="69"/>
                  </a:lnTo>
                  <a:lnTo>
                    <a:pt x="49" y="68"/>
                  </a:lnTo>
                  <a:lnTo>
                    <a:pt x="53" y="67"/>
                  </a:lnTo>
                  <a:lnTo>
                    <a:pt x="56" y="67"/>
                  </a:lnTo>
                  <a:lnTo>
                    <a:pt x="60" y="67"/>
                  </a:lnTo>
                  <a:lnTo>
                    <a:pt x="65" y="67"/>
                  </a:lnTo>
                  <a:lnTo>
                    <a:pt x="68" y="67"/>
                  </a:lnTo>
                  <a:lnTo>
                    <a:pt x="71" y="68"/>
                  </a:lnTo>
                  <a:lnTo>
                    <a:pt x="74" y="69"/>
                  </a:lnTo>
                  <a:lnTo>
                    <a:pt x="77" y="71"/>
                  </a:lnTo>
                  <a:lnTo>
                    <a:pt x="80" y="72"/>
                  </a:lnTo>
                  <a:lnTo>
                    <a:pt x="82" y="74"/>
                  </a:lnTo>
                  <a:lnTo>
                    <a:pt x="85" y="76"/>
                  </a:lnTo>
                  <a:lnTo>
                    <a:pt x="88" y="78"/>
                  </a:lnTo>
                  <a:lnTo>
                    <a:pt x="90" y="81"/>
                  </a:lnTo>
                  <a:lnTo>
                    <a:pt x="92" y="84"/>
                  </a:lnTo>
                  <a:lnTo>
                    <a:pt x="93" y="88"/>
                  </a:lnTo>
                  <a:lnTo>
                    <a:pt x="96" y="93"/>
                  </a:lnTo>
                  <a:lnTo>
                    <a:pt x="97" y="95"/>
                  </a:lnTo>
                  <a:lnTo>
                    <a:pt x="97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09" name="iṣļiḍê"/>
            <p:cNvSpPr/>
            <p:nvPr/>
          </p:nvSpPr>
          <p:spPr bwMode="auto">
            <a:xfrm>
              <a:off x="2032001" y="3052763"/>
              <a:ext cx="236538" cy="215900"/>
            </a:xfrm>
            <a:custGeom>
              <a:avLst/>
              <a:gdLst>
                <a:gd name="T0" fmla="*/ 27 w 149"/>
                <a:gd name="T1" fmla="*/ 59 h 136"/>
                <a:gd name="T2" fmla="*/ 21 w 149"/>
                <a:gd name="T3" fmla="*/ 66 h 136"/>
                <a:gd name="T4" fmla="*/ 19 w 149"/>
                <a:gd name="T5" fmla="*/ 59 h 136"/>
                <a:gd name="T6" fmla="*/ 9 w 149"/>
                <a:gd name="T7" fmla="*/ 54 h 136"/>
                <a:gd name="T8" fmla="*/ 1 w 149"/>
                <a:gd name="T9" fmla="*/ 49 h 136"/>
                <a:gd name="T10" fmla="*/ 3 w 149"/>
                <a:gd name="T11" fmla="*/ 35 h 136"/>
                <a:gd name="T12" fmla="*/ 9 w 149"/>
                <a:gd name="T13" fmla="*/ 34 h 136"/>
                <a:gd name="T14" fmla="*/ 20 w 149"/>
                <a:gd name="T15" fmla="*/ 43 h 136"/>
                <a:gd name="T16" fmla="*/ 21 w 149"/>
                <a:gd name="T17" fmla="*/ 35 h 136"/>
                <a:gd name="T18" fmla="*/ 8 w 149"/>
                <a:gd name="T19" fmla="*/ 8 h 136"/>
                <a:gd name="T20" fmla="*/ 17 w 149"/>
                <a:gd name="T21" fmla="*/ 0 h 136"/>
                <a:gd name="T22" fmla="*/ 24 w 149"/>
                <a:gd name="T23" fmla="*/ 6 h 136"/>
                <a:gd name="T24" fmla="*/ 29 w 149"/>
                <a:gd name="T25" fmla="*/ 38 h 136"/>
                <a:gd name="T26" fmla="*/ 31 w 149"/>
                <a:gd name="T27" fmla="*/ 49 h 136"/>
                <a:gd name="T28" fmla="*/ 46 w 149"/>
                <a:gd name="T29" fmla="*/ 61 h 136"/>
                <a:gd name="T30" fmla="*/ 46 w 149"/>
                <a:gd name="T31" fmla="*/ 55 h 136"/>
                <a:gd name="T32" fmla="*/ 41 w 149"/>
                <a:gd name="T33" fmla="*/ 43 h 136"/>
                <a:gd name="T34" fmla="*/ 47 w 149"/>
                <a:gd name="T35" fmla="*/ 41 h 136"/>
                <a:gd name="T36" fmla="*/ 34 w 149"/>
                <a:gd name="T37" fmla="*/ 24 h 136"/>
                <a:gd name="T38" fmla="*/ 38 w 149"/>
                <a:gd name="T39" fmla="*/ 19 h 136"/>
                <a:gd name="T40" fmla="*/ 45 w 149"/>
                <a:gd name="T41" fmla="*/ 26 h 136"/>
                <a:gd name="T42" fmla="*/ 49 w 149"/>
                <a:gd name="T43" fmla="*/ 28 h 136"/>
                <a:gd name="T44" fmla="*/ 45 w 149"/>
                <a:gd name="T45" fmla="*/ 10 h 136"/>
                <a:gd name="T46" fmla="*/ 50 w 149"/>
                <a:gd name="T47" fmla="*/ 8 h 136"/>
                <a:gd name="T48" fmla="*/ 53 w 149"/>
                <a:gd name="T49" fmla="*/ 28 h 136"/>
                <a:gd name="T50" fmla="*/ 67 w 149"/>
                <a:gd name="T51" fmla="*/ 56 h 136"/>
                <a:gd name="T52" fmla="*/ 68 w 149"/>
                <a:gd name="T53" fmla="*/ 37 h 136"/>
                <a:gd name="T54" fmla="*/ 70 w 149"/>
                <a:gd name="T55" fmla="*/ 13 h 136"/>
                <a:gd name="T56" fmla="*/ 77 w 149"/>
                <a:gd name="T57" fmla="*/ 20 h 136"/>
                <a:gd name="T58" fmla="*/ 73 w 149"/>
                <a:gd name="T59" fmla="*/ 37 h 136"/>
                <a:gd name="T60" fmla="*/ 85 w 149"/>
                <a:gd name="T61" fmla="*/ 64 h 136"/>
                <a:gd name="T62" fmla="*/ 97 w 149"/>
                <a:gd name="T63" fmla="*/ 67 h 136"/>
                <a:gd name="T64" fmla="*/ 100 w 149"/>
                <a:gd name="T65" fmla="*/ 55 h 136"/>
                <a:gd name="T66" fmla="*/ 106 w 149"/>
                <a:gd name="T67" fmla="*/ 59 h 136"/>
                <a:gd name="T68" fmla="*/ 105 w 149"/>
                <a:gd name="T69" fmla="*/ 71 h 136"/>
                <a:gd name="T70" fmla="*/ 142 w 149"/>
                <a:gd name="T71" fmla="*/ 82 h 136"/>
                <a:gd name="T72" fmla="*/ 148 w 149"/>
                <a:gd name="T73" fmla="*/ 91 h 136"/>
                <a:gd name="T74" fmla="*/ 132 w 149"/>
                <a:gd name="T75" fmla="*/ 98 h 136"/>
                <a:gd name="T76" fmla="*/ 133 w 149"/>
                <a:gd name="T77" fmla="*/ 92 h 136"/>
                <a:gd name="T78" fmla="*/ 109 w 149"/>
                <a:gd name="T79" fmla="*/ 80 h 136"/>
                <a:gd name="T80" fmla="*/ 109 w 149"/>
                <a:gd name="T81" fmla="*/ 91 h 136"/>
                <a:gd name="T82" fmla="*/ 113 w 149"/>
                <a:gd name="T83" fmla="*/ 101 h 136"/>
                <a:gd name="T84" fmla="*/ 101 w 149"/>
                <a:gd name="T85" fmla="*/ 104 h 136"/>
                <a:gd name="T86" fmla="*/ 97 w 149"/>
                <a:gd name="T87" fmla="*/ 87 h 136"/>
                <a:gd name="T88" fmla="*/ 76 w 149"/>
                <a:gd name="T89" fmla="*/ 71 h 136"/>
                <a:gd name="T90" fmla="*/ 81 w 149"/>
                <a:gd name="T91" fmla="*/ 96 h 136"/>
                <a:gd name="T92" fmla="*/ 91 w 149"/>
                <a:gd name="T93" fmla="*/ 125 h 136"/>
                <a:gd name="T94" fmla="*/ 86 w 149"/>
                <a:gd name="T95" fmla="*/ 136 h 136"/>
                <a:gd name="T96" fmla="*/ 76 w 149"/>
                <a:gd name="T97" fmla="*/ 124 h 136"/>
                <a:gd name="T98" fmla="*/ 70 w 149"/>
                <a:gd name="T99" fmla="*/ 78 h 136"/>
                <a:gd name="T100" fmla="*/ 57 w 149"/>
                <a:gd name="T101" fmla="*/ 60 h 136"/>
                <a:gd name="T102" fmla="*/ 55 w 149"/>
                <a:gd name="T103" fmla="*/ 71 h 136"/>
                <a:gd name="T104" fmla="*/ 56 w 149"/>
                <a:gd name="T105" fmla="*/ 91 h 136"/>
                <a:gd name="T106" fmla="*/ 47 w 149"/>
                <a:gd name="T107" fmla="*/ 89 h 136"/>
                <a:gd name="T108" fmla="*/ 41 w 149"/>
                <a:gd name="T109" fmla="*/ 6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9" h="136">
                  <a:moveTo>
                    <a:pt x="32" y="60"/>
                  </a:moveTo>
                  <a:lnTo>
                    <a:pt x="31" y="60"/>
                  </a:lnTo>
                  <a:lnTo>
                    <a:pt x="29" y="59"/>
                  </a:lnTo>
                  <a:lnTo>
                    <a:pt x="29" y="58"/>
                  </a:lnTo>
                  <a:lnTo>
                    <a:pt x="28" y="58"/>
                  </a:lnTo>
                  <a:lnTo>
                    <a:pt x="27" y="58"/>
                  </a:lnTo>
                  <a:lnTo>
                    <a:pt x="27" y="59"/>
                  </a:lnTo>
                  <a:lnTo>
                    <a:pt x="26" y="62"/>
                  </a:lnTo>
                  <a:lnTo>
                    <a:pt x="25" y="64"/>
                  </a:lnTo>
                  <a:lnTo>
                    <a:pt x="25" y="66"/>
                  </a:lnTo>
                  <a:lnTo>
                    <a:pt x="24" y="66"/>
                  </a:lnTo>
                  <a:lnTo>
                    <a:pt x="24" y="67"/>
                  </a:lnTo>
                  <a:lnTo>
                    <a:pt x="23" y="67"/>
                  </a:lnTo>
                  <a:lnTo>
                    <a:pt x="21" y="66"/>
                  </a:lnTo>
                  <a:lnTo>
                    <a:pt x="20" y="66"/>
                  </a:lnTo>
                  <a:lnTo>
                    <a:pt x="19" y="65"/>
                  </a:lnTo>
                  <a:lnTo>
                    <a:pt x="18" y="65"/>
                  </a:lnTo>
                  <a:lnTo>
                    <a:pt x="18" y="64"/>
                  </a:lnTo>
                  <a:lnTo>
                    <a:pt x="18" y="63"/>
                  </a:lnTo>
                  <a:lnTo>
                    <a:pt x="18" y="62"/>
                  </a:lnTo>
                  <a:lnTo>
                    <a:pt x="19" y="59"/>
                  </a:lnTo>
                  <a:lnTo>
                    <a:pt x="19" y="58"/>
                  </a:lnTo>
                  <a:lnTo>
                    <a:pt x="19" y="57"/>
                  </a:lnTo>
                  <a:lnTo>
                    <a:pt x="19" y="56"/>
                  </a:lnTo>
                  <a:lnTo>
                    <a:pt x="18" y="56"/>
                  </a:lnTo>
                  <a:lnTo>
                    <a:pt x="16" y="55"/>
                  </a:lnTo>
                  <a:lnTo>
                    <a:pt x="13" y="55"/>
                  </a:lnTo>
                  <a:lnTo>
                    <a:pt x="9" y="54"/>
                  </a:lnTo>
                  <a:lnTo>
                    <a:pt x="8" y="53"/>
                  </a:lnTo>
                  <a:lnTo>
                    <a:pt x="7" y="52"/>
                  </a:lnTo>
                  <a:lnTo>
                    <a:pt x="5" y="52"/>
                  </a:lnTo>
                  <a:lnTo>
                    <a:pt x="3" y="51"/>
                  </a:lnTo>
                  <a:lnTo>
                    <a:pt x="2" y="51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0" y="46"/>
                  </a:lnTo>
                  <a:lnTo>
                    <a:pt x="1" y="43"/>
                  </a:lnTo>
                  <a:lnTo>
                    <a:pt x="1" y="41"/>
                  </a:lnTo>
                  <a:lnTo>
                    <a:pt x="1" y="39"/>
                  </a:lnTo>
                  <a:lnTo>
                    <a:pt x="1" y="38"/>
                  </a:lnTo>
                  <a:lnTo>
                    <a:pt x="2" y="37"/>
                  </a:lnTo>
                  <a:lnTo>
                    <a:pt x="3" y="35"/>
                  </a:lnTo>
                  <a:lnTo>
                    <a:pt x="4" y="35"/>
                  </a:lnTo>
                  <a:lnTo>
                    <a:pt x="5" y="34"/>
                  </a:lnTo>
                  <a:lnTo>
                    <a:pt x="5" y="34"/>
                  </a:lnTo>
                  <a:lnTo>
                    <a:pt x="6" y="34"/>
                  </a:lnTo>
                  <a:lnTo>
                    <a:pt x="7" y="34"/>
                  </a:lnTo>
                  <a:lnTo>
                    <a:pt x="9" y="34"/>
                  </a:lnTo>
                  <a:lnTo>
                    <a:pt x="9" y="34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2" y="35"/>
                  </a:lnTo>
                  <a:lnTo>
                    <a:pt x="13" y="37"/>
                  </a:lnTo>
                  <a:lnTo>
                    <a:pt x="16" y="39"/>
                  </a:lnTo>
                  <a:lnTo>
                    <a:pt x="19" y="42"/>
                  </a:lnTo>
                  <a:lnTo>
                    <a:pt x="20" y="43"/>
                  </a:lnTo>
                  <a:lnTo>
                    <a:pt x="21" y="43"/>
                  </a:lnTo>
                  <a:lnTo>
                    <a:pt x="21" y="43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22" y="42"/>
                  </a:lnTo>
                  <a:lnTo>
                    <a:pt x="21" y="39"/>
                  </a:lnTo>
                  <a:lnTo>
                    <a:pt x="21" y="35"/>
                  </a:lnTo>
                  <a:lnTo>
                    <a:pt x="19" y="30"/>
                  </a:lnTo>
                  <a:lnTo>
                    <a:pt x="17" y="26"/>
                  </a:lnTo>
                  <a:lnTo>
                    <a:pt x="14" y="19"/>
                  </a:lnTo>
                  <a:lnTo>
                    <a:pt x="11" y="14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8" y="8"/>
                  </a:lnTo>
                  <a:lnTo>
                    <a:pt x="8" y="7"/>
                  </a:lnTo>
                  <a:lnTo>
                    <a:pt x="9" y="6"/>
                  </a:lnTo>
                  <a:lnTo>
                    <a:pt x="9" y="4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1"/>
                  </a:lnTo>
                  <a:lnTo>
                    <a:pt x="21" y="2"/>
                  </a:lnTo>
                  <a:lnTo>
                    <a:pt x="23" y="3"/>
                  </a:lnTo>
                  <a:lnTo>
                    <a:pt x="24" y="4"/>
                  </a:lnTo>
                  <a:lnTo>
                    <a:pt x="24" y="6"/>
                  </a:lnTo>
                  <a:lnTo>
                    <a:pt x="24" y="9"/>
                  </a:lnTo>
                  <a:lnTo>
                    <a:pt x="24" y="13"/>
                  </a:lnTo>
                  <a:lnTo>
                    <a:pt x="25" y="17"/>
                  </a:lnTo>
                  <a:lnTo>
                    <a:pt x="27" y="23"/>
                  </a:lnTo>
                  <a:lnTo>
                    <a:pt x="27" y="28"/>
                  </a:lnTo>
                  <a:lnTo>
                    <a:pt x="28" y="32"/>
                  </a:lnTo>
                  <a:lnTo>
                    <a:pt x="29" y="38"/>
                  </a:lnTo>
                  <a:lnTo>
                    <a:pt x="29" y="41"/>
                  </a:lnTo>
                  <a:lnTo>
                    <a:pt x="29" y="45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30" y="49"/>
                  </a:lnTo>
                  <a:lnTo>
                    <a:pt x="31" y="49"/>
                  </a:lnTo>
                  <a:lnTo>
                    <a:pt x="32" y="49"/>
                  </a:lnTo>
                  <a:lnTo>
                    <a:pt x="33" y="50"/>
                  </a:lnTo>
                  <a:lnTo>
                    <a:pt x="36" y="52"/>
                  </a:lnTo>
                  <a:lnTo>
                    <a:pt x="39" y="55"/>
                  </a:lnTo>
                  <a:lnTo>
                    <a:pt x="41" y="57"/>
                  </a:lnTo>
                  <a:lnTo>
                    <a:pt x="44" y="59"/>
                  </a:lnTo>
                  <a:lnTo>
                    <a:pt x="46" y="61"/>
                  </a:lnTo>
                  <a:lnTo>
                    <a:pt x="46" y="61"/>
                  </a:lnTo>
                  <a:lnTo>
                    <a:pt x="47" y="61"/>
                  </a:lnTo>
                  <a:lnTo>
                    <a:pt x="47" y="60"/>
                  </a:lnTo>
                  <a:lnTo>
                    <a:pt x="47" y="59"/>
                  </a:lnTo>
                  <a:lnTo>
                    <a:pt x="47" y="57"/>
                  </a:lnTo>
                  <a:lnTo>
                    <a:pt x="47" y="56"/>
                  </a:lnTo>
                  <a:lnTo>
                    <a:pt x="46" y="55"/>
                  </a:lnTo>
                  <a:lnTo>
                    <a:pt x="46" y="54"/>
                  </a:lnTo>
                  <a:lnTo>
                    <a:pt x="44" y="51"/>
                  </a:lnTo>
                  <a:lnTo>
                    <a:pt x="41" y="47"/>
                  </a:lnTo>
                  <a:lnTo>
                    <a:pt x="41" y="46"/>
                  </a:lnTo>
                  <a:lnTo>
                    <a:pt x="41" y="44"/>
                  </a:lnTo>
                  <a:lnTo>
                    <a:pt x="41" y="43"/>
                  </a:lnTo>
                  <a:lnTo>
                    <a:pt x="41" y="43"/>
                  </a:lnTo>
                  <a:lnTo>
                    <a:pt x="41" y="42"/>
                  </a:lnTo>
                  <a:lnTo>
                    <a:pt x="41" y="42"/>
                  </a:lnTo>
                  <a:lnTo>
                    <a:pt x="44" y="42"/>
                  </a:lnTo>
                  <a:lnTo>
                    <a:pt x="46" y="42"/>
                  </a:lnTo>
                  <a:lnTo>
                    <a:pt x="47" y="42"/>
                  </a:lnTo>
                  <a:lnTo>
                    <a:pt x="47" y="42"/>
                  </a:lnTo>
                  <a:lnTo>
                    <a:pt x="47" y="41"/>
                  </a:lnTo>
                  <a:lnTo>
                    <a:pt x="46" y="40"/>
                  </a:lnTo>
                  <a:lnTo>
                    <a:pt x="44" y="37"/>
                  </a:lnTo>
                  <a:lnTo>
                    <a:pt x="41" y="34"/>
                  </a:lnTo>
                  <a:lnTo>
                    <a:pt x="38" y="30"/>
                  </a:lnTo>
                  <a:lnTo>
                    <a:pt x="37" y="28"/>
                  </a:lnTo>
                  <a:lnTo>
                    <a:pt x="35" y="26"/>
                  </a:lnTo>
                  <a:lnTo>
                    <a:pt x="34" y="24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34" y="21"/>
                  </a:lnTo>
                  <a:lnTo>
                    <a:pt x="35" y="19"/>
                  </a:lnTo>
                  <a:lnTo>
                    <a:pt x="36" y="19"/>
                  </a:lnTo>
                  <a:lnTo>
                    <a:pt x="37" y="19"/>
                  </a:lnTo>
                  <a:lnTo>
                    <a:pt x="38" y="19"/>
                  </a:lnTo>
                  <a:lnTo>
                    <a:pt x="39" y="19"/>
                  </a:lnTo>
                  <a:lnTo>
                    <a:pt x="41" y="20"/>
                  </a:lnTo>
                  <a:lnTo>
                    <a:pt x="41" y="22"/>
                  </a:lnTo>
                  <a:lnTo>
                    <a:pt x="42" y="23"/>
                  </a:lnTo>
                  <a:lnTo>
                    <a:pt x="44" y="25"/>
                  </a:lnTo>
                  <a:lnTo>
                    <a:pt x="44" y="26"/>
                  </a:lnTo>
                  <a:lnTo>
                    <a:pt x="45" y="26"/>
                  </a:lnTo>
                  <a:lnTo>
                    <a:pt x="45" y="27"/>
                  </a:lnTo>
                  <a:lnTo>
                    <a:pt x="46" y="27"/>
                  </a:lnTo>
                  <a:lnTo>
                    <a:pt x="47" y="28"/>
                  </a:lnTo>
                  <a:lnTo>
                    <a:pt x="48" y="29"/>
                  </a:lnTo>
                  <a:lnTo>
                    <a:pt x="49" y="29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8" y="23"/>
                  </a:lnTo>
                  <a:lnTo>
                    <a:pt x="46" y="19"/>
                  </a:lnTo>
                  <a:lnTo>
                    <a:pt x="45" y="16"/>
                  </a:lnTo>
                  <a:lnTo>
                    <a:pt x="45" y="14"/>
                  </a:lnTo>
                  <a:lnTo>
                    <a:pt x="45" y="13"/>
                  </a:lnTo>
                  <a:lnTo>
                    <a:pt x="45" y="10"/>
                  </a:lnTo>
                  <a:lnTo>
                    <a:pt x="46" y="8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0" y="8"/>
                  </a:lnTo>
                  <a:lnTo>
                    <a:pt x="51" y="10"/>
                  </a:lnTo>
                  <a:lnTo>
                    <a:pt x="51" y="12"/>
                  </a:lnTo>
                  <a:lnTo>
                    <a:pt x="52" y="15"/>
                  </a:lnTo>
                  <a:lnTo>
                    <a:pt x="53" y="18"/>
                  </a:lnTo>
                  <a:lnTo>
                    <a:pt x="53" y="22"/>
                  </a:lnTo>
                  <a:lnTo>
                    <a:pt x="53" y="26"/>
                  </a:lnTo>
                  <a:lnTo>
                    <a:pt x="53" y="28"/>
                  </a:lnTo>
                  <a:lnTo>
                    <a:pt x="53" y="30"/>
                  </a:lnTo>
                  <a:lnTo>
                    <a:pt x="53" y="32"/>
                  </a:lnTo>
                  <a:lnTo>
                    <a:pt x="56" y="37"/>
                  </a:lnTo>
                  <a:lnTo>
                    <a:pt x="60" y="44"/>
                  </a:lnTo>
                  <a:lnTo>
                    <a:pt x="64" y="51"/>
                  </a:lnTo>
                  <a:lnTo>
                    <a:pt x="66" y="55"/>
                  </a:lnTo>
                  <a:lnTo>
                    <a:pt x="67" y="56"/>
                  </a:lnTo>
                  <a:lnTo>
                    <a:pt x="68" y="56"/>
                  </a:lnTo>
                  <a:lnTo>
                    <a:pt x="68" y="56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68" y="47"/>
                  </a:lnTo>
                  <a:lnTo>
                    <a:pt x="68" y="37"/>
                  </a:lnTo>
                  <a:lnTo>
                    <a:pt x="68" y="30"/>
                  </a:lnTo>
                  <a:lnTo>
                    <a:pt x="68" y="26"/>
                  </a:lnTo>
                  <a:lnTo>
                    <a:pt x="68" y="22"/>
                  </a:lnTo>
                  <a:lnTo>
                    <a:pt x="68" y="19"/>
                  </a:lnTo>
                  <a:lnTo>
                    <a:pt x="69" y="16"/>
                  </a:lnTo>
                  <a:lnTo>
                    <a:pt x="70" y="14"/>
                  </a:lnTo>
                  <a:lnTo>
                    <a:pt x="70" y="13"/>
                  </a:lnTo>
                  <a:lnTo>
                    <a:pt x="71" y="13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3" y="14"/>
                  </a:lnTo>
                  <a:lnTo>
                    <a:pt x="76" y="15"/>
                  </a:lnTo>
                  <a:lnTo>
                    <a:pt x="77" y="18"/>
                  </a:lnTo>
                  <a:lnTo>
                    <a:pt x="77" y="20"/>
                  </a:lnTo>
                  <a:lnTo>
                    <a:pt x="77" y="22"/>
                  </a:lnTo>
                  <a:lnTo>
                    <a:pt x="77" y="25"/>
                  </a:lnTo>
                  <a:lnTo>
                    <a:pt x="76" y="26"/>
                  </a:lnTo>
                  <a:lnTo>
                    <a:pt x="74" y="29"/>
                  </a:lnTo>
                  <a:lnTo>
                    <a:pt x="74" y="30"/>
                  </a:lnTo>
                  <a:lnTo>
                    <a:pt x="73" y="34"/>
                  </a:lnTo>
                  <a:lnTo>
                    <a:pt x="73" y="37"/>
                  </a:lnTo>
                  <a:lnTo>
                    <a:pt x="73" y="40"/>
                  </a:lnTo>
                  <a:lnTo>
                    <a:pt x="73" y="47"/>
                  </a:lnTo>
                  <a:lnTo>
                    <a:pt x="73" y="52"/>
                  </a:lnTo>
                  <a:lnTo>
                    <a:pt x="74" y="56"/>
                  </a:lnTo>
                  <a:lnTo>
                    <a:pt x="74" y="58"/>
                  </a:lnTo>
                  <a:lnTo>
                    <a:pt x="78" y="60"/>
                  </a:lnTo>
                  <a:lnTo>
                    <a:pt x="85" y="64"/>
                  </a:lnTo>
                  <a:lnTo>
                    <a:pt x="89" y="66"/>
                  </a:lnTo>
                  <a:lnTo>
                    <a:pt x="92" y="67"/>
                  </a:lnTo>
                  <a:lnTo>
                    <a:pt x="94" y="67"/>
                  </a:lnTo>
                  <a:lnTo>
                    <a:pt x="95" y="67"/>
                  </a:lnTo>
                  <a:lnTo>
                    <a:pt x="96" y="67"/>
                  </a:lnTo>
                  <a:lnTo>
                    <a:pt x="97" y="67"/>
                  </a:lnTo>
                  <a:lnTo>
                    <a:pt x="97" y="67"/>
                  </a:lnTo>
                  <a:lnTo>
                    <a:pt x="97" y="66"/>
                  </a:lnTo>
                  <a:lnTo>
                    <a:pt x="97" y="63"/>
                  </a:lnTo>
                  <a:lnTo>
                    <a:pt x="97" y="59"/>
                  </a:lnTo>
                  <a:lnTo>
                    <a:pt x="97" y="58"/>
                  </a:lnTo>
                  <a:lnTo>
                    <a:pt x="98" y="56"/>
                  </a:lnTo>
                  <a:lnTo>
                    <a:pt x="99" y="55"/>
                  </a:lnTo>
                  <a:lnTo>
                    <a:pt x="100" y="55"/>
                  </a:lnTo>
                  <a:lnTo>
                    <a:pt x="101" y="55"/>
                  </a:lnTo>
                  <a:lnTo>
                    <a:pt x="102" y="55"/>
                  </a:lnTo>
                  <a:lnTo>
                    <a:pt x="104" y="55"/>
                  </a:lnTo>
                  <a:lnTo>
                    <a:pt x="105" y="56"/>
                  </a:lnTo>
                  <a:lnTo>
                    <a:pt x="105" y="57"/>
                  </a:lnTo>
                  <a:lnTo>
                    <a:pt x="105" y="58"/>
                  </a:lnTo>
                  <a:lnTo>
                    <a:pt x="106" y="59"/>
                  </a:lnTo>
                  <a:lnTo>
                    <a:pt x="106" y="59"/>
                  </a:lnTo>
                  <a:lnTo>
                    <a:pt x="105" y="63"/>
                  </a:lnTo>
                  <a:lnTo>
                    <a:pt x="105" y="66"/>
                  </a:lnTo>
                  <a:lnTo>
                    <a:pt x="104" y="67"/>
                  </a:lnTo>
                  <a:lnTo>
                    <a:pt x="104" y="69"/>
                  </a:lnTo>
                  <a:lnTo>
                    <a:pt x="105" y="71"/>
                  </a:lnTo>
                  <a:lnTo>
                    <a:pt x="105" y="71"/>
                  </a:lnTo>
                  <a:lnTo>
                    <a:pt x="110" y="73"/>
                  </a:lnTo>
                  <a:lnTo>
                    <a:pt x="120" y="75"/>
                  </a:lnTo>
                  <a:lnTo>
                    <a:pt x="129" y="78"/>
                  </a:lnTo>
                  <a:lnTo>
                    <a:pt x="135" y="79"/>
                  </a:lnTo>
                  <a:lnTo>
                    <a:pt x="137" y="80"/>
                  </a:lnTo>
                  <a:lnTo>
                    <a:pt x="140" y="81"/>
                  </a:lnTo>
                  <a:lnTo>
                    <a:pt x="142" y="82"/>
                  </a:lnTo>
                  <a:lnTo>
                    <a:pt x="145" y="84"/>
                  </a:lnTo>
                  <a:lnTo>
                    <a:pt x="147" y="86"/>
                  </a:lnTo>
                  <a:lnTo>
                    <a:pt x="149" y="87"/>
                  </a:lnTo>
                  <a:lnTo>
                    <a:pt x="149" y="88"/>
                  </a:lnTo>
                  <a:lnTo>
                    <a:pt x="149" y="89"/>
                  </a:lnTo>
                  <a:lnTo>
                    <a:pt x="148" y="90"/>
                  </a:lnTo>
                  <a:lnTo>
                    <a:pt x="148" y="91"/>
                  </a:lnTo>
                  <a:lnTo>
                    <a:pt x="144" y="95"/>
                  </a:lnTo>
                  <a:lnTo>
                    <a:pt x="140" y="97"/>
                  </a:lnTo>
                  <a:lnTo>
                    <a:pt x="137" y="98"/>
                  </a:lnTo>
                  <a:lnTo>
                    <a:pt x="135" y="99"/>
                  </a:lnTo>
                  <a:lnTo>
                    <a:pt x="133" y="98"/>
                  </a:lnTo>
                  <a:lnTo>
                    <a:pt x="133" y="98"/>
                  </a:lnTo>
                  <a:lnTo>
                    <a:pt x="132" y="98"/>
                  </a:lnTo>
                  <a:lnTo>
                    <a:pt x="132" y="97"/>
                  </a:lnTo>
                  <a:lnTo>
                    <a:pt x="132" y="96"/>
                  </a:lnTo>
                  <a:lnTo>
                    <a:pt x="133" y="95"/>
                  </a:lnTo>
                  <a:lnTo>
                    <a:pt x="133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3" y="92"/>
                  </a:lnTo>
                  <a:lnTo>
                    <a:pt x="131" y="91"/>
                  </a:lnTo>
                  <a:lnTo>
                    <a:pt x="129" y="90"/>
                  </a:lnTo>
                  <a:lnTo>
                    <a:pt x="126" y="88"/>
                  </a:lnTo>
                  <a:lnTo>
                    <a:pt x="122" y="87"/>
                  </a:lnTo>
                  <a:lnTo>
                    <a:pt x="115" y="83"/>
                  </a:lnTo>
                  <a:lnTo>
                    <a:pt x="110" y="81"/>
                  </a:lnTo>
                  <a:lnTo>
                    <a:pt x="109" y="80"/>
                  </a:lnTo>
                  <a:lnTo>
                    <a:pt x="107" y="80"/>
                  </a:lnTo>
                  <a:lnTo>
                    <a:pt x="107" y="80"/>
                  </a:lnTo>
                  <a:lnTo>
                    <a:pt x="106" y="80"/>
                  </a:lnTo>
                  <a:lnTo>
                    <a:pt x="106" y="83"/>
                  </a:lnTo>
                  <a:lnTo>
                    <a:pt x="107" y="86"/>
                  </a:lnTo>
                  <a:lnTo>
                    <a:pt x="108" y="89"/>
                  </a:lnTo>
                  <a:lnTo>
                    <a:pt x="109" y="91"/>
                  </a:lnTo>
                  <a:lnTo>
                    <a:pt x="110" y="92"/>
                  </a:lnTo>
                  <a:lnTo>
                    <a:pt x="113" y="95"/>
                  </a:lnTo>
                  <a:lnTo>
                    <a:pt x="113" y="97"/>
                  </a:lnTo>
                  <a:lnTo>
                    <a:pt x="113" y="99"/>
                  </a:lnTo>
                  <a:lnTo>
                    <a:pt x="113" y="99"/>
                  </a:lnTo>
                  <a:lnTo>
                    <a:pt x="113" y="100"/>
                  </a:lnTo>
                  <a:lnTo>
                    <a:pt x="113" y="101"/>
                  </a:lnTo>
                  <a:lnTo>
                    <a:pt x="112" y="102"/>
                  </a:lnTo>
                  <a:lnTo>
                    <a:pt x="109" y="103"/>
                  </a:lnTo>
                  <a:lnTo>
                    <a:pt x="108" y="104"/>
                  </a:lnTo>
                  <a:lnTo>
                    <a:pt x="105" y="104"/>
                  </a:lnTo>
                  <a:lnTo>
                    <a:pt x="104" y="104"/>
                  </a:lnTo>
                  <a:lnTo>
                    <a:pt x="102" y="104"/>
                  </a:lnTo>
                  <a:lnTo>
                    <a:pt x="101" y="104"/>
                  </a:lnTo>
                  <a:lnTo>
                    <a:pt x="100" y="103"/>
                  </a:lnTo>
                  <a:lnTo>
                    <a:pt x="100" y="103"/>
                  </a:lnTo>
                  <a:lnTo>
                    <a:pt x="100" y="100"/>
                  </a:lnTo>
                  <a:lnTo>
                    <a:pt x="100" y="99"/>
                  </a:lnTo>
                  <a:lnTo>
                    <a:pt x="100" y="96"/>
                  </a:lnTo>
                  <a:lnTo>
                    <a:pt x="98" y="91"/>
                  </a:lnTo>
                  <a:lnTo>
                    <a:pt x="97" y="87"/>
                  </a:lnTo>
                  <a:lnTo>
                    <a:pt x="97" y="83"/>
                  </a:lnTo>
                  <a:lnTo>
                    <a:pt x="97" y="79"/>
                  </a:lnTo>
                  <a:lnTo>
                    <a:pt x="97" y="77"/>
                  </a:lnTo>
                  <a:lnTo>
                    <a:pt x="77" y="70"/>
                  </a:lnTo>
                  <a:lnTo>
                    <a:pt x="77" y="70"/>
                  </a:lnTo>
                  <a:lnTo>
                    <a:pt x="77" y="70"/>
                  </a:lnTo>
                  <a:lnTo>
                    <a:pt x="76" y="71"/>
                  </a:lnTo>
                  <a:lnTo>
                    <a:pt x="76" y="71"/>
                  </a:lnTo>
                  <a:lnTo>
                    <a:pt x="76" y="72"/>
                  </a:lnTo>
                  <a:lnTo>
                    <a:pt x="76" y="74"/>
                  </a:lnTo>
                  <a:lnTo>
                    <a:pt x="77" y="79"/>
                  </a:lnTo>
                  <a:lnTo>
                    <a:pt x="78" y="87"/>
                  </a:lnTo>
                  <a:lnTo>
                    <a:pt x="79" y="91"/>
                  </a:lnTo>
                  <a:lnTo>
                    <a:pt x="81" y="96"/>
                  </a:lnTo>
                  <a:lnTo>
                    <a:pt x="82" y="101"/>
                  </a:lnTo>
                  <a:lnTo>
                    <a:pt x="84" y="106"/>
                  </a:lnTo>
                  <a:lnTo>
                    <a:pt x="87" y="115"/>
                  </a:lnTo>
                  <a:lnTo>
                    <a:pt x="90" y="120"/>
                  </a:lnTo>
                  <a:lnTo>
                    <a:pt x="90" y="122"/>
                  </a:lnTo>
                  <a:lnTo>
                    <a:pt x="91" y="123"/>
                  </a:lnTo>
                  <a:lnTo>
                    <a:pt x="91" y="125"/>
                  </a:lnTo>
                  <a:lnTo>
                    <a:pt x="91" y="127"/>
                  </a:lnTo>
                  <a:lnTo>
                    <a:pt x="90" y="130"/>
                  </a:lnTo>
                  <a:lnTo>
                    <a:pt x="89" y="132"/>
                  </a:lnTo>
                  <a:lnTo>
                    <a:pt x="89" y="134"/>
                  </a:lnTo>
                  <a:lnTo>
                    <a:pt x="88" y="135"/>
                  </a:lnTo>
                  <a:lnTo>
                    <a:pt x="86" y="136"/>
                  </a:lnTo>
                  <a:lnTo>
                    <a:pt x="86" y="136"/>
                  </a:lnTo>
                  <a:lnTo>
                    <a:pt x="85" y="136"/>
                  </a:lnTo>
                  <a:lnTo>
                    <a:pt x="85" y="136"/>
                  </a:lnTo>
                  <a:lnTo>
                    <a:pt x="82" y="135"/>
                  </a:lnTo>
                  <a:lnTo>
                    <a:pt x="79" y="134"/>
                  </a:lnTo>
                  <a:lnTo>
                    <a:pt x="77" y="131"/>
                  </a:lnTo>
                  <a:lnTo>
                    <a:pt x="77" y="127"/>
                  </a:lnTo>
                  <a:lnTo>
                    <a:pt x="76" y="124"/>
                  </a:lnTo>
                  <a:lnTo>
                    <a:pt x="75" y="121"/>
                  </a:lnTo>
                  <a:lnTo>
                    <a:pt x="73" y="114"/>
                  </a:lnTo>
                  <a:lnTo>
                    <a:pt x="73" y="106"/>
                  </a:lnTo>
                  <a:lnTo>
                    <a:pt x="72" y="99"/>
                  </a:lnTo>
                  <a:lnTo>
                    <a:pt x="72" y="91"/>
                  </a:lnTo>
                  <a:lnTo>
                    <a:pt x="71" y="84"/>
                  </a:lnTo>
                  <a:lnTo>
                    <a:pt x="70" y="78"/>
                  </a:lnTo>
                  <a:lnTo>
                    <a:pt x="70" y="73"/>
                  </a:lnTo>
                  <a:lnTo>
                    <a:pt x="69" y="70"/>
                  </a:lnTo>
                  <a:lnTo>
                    <a:pt x="69" y="67"/>
                  </a:lnTo>
                  <a:lnTo>
                    <a:pt x="69" y="67"/>
                  </a:lnTo>
                  <a:lnTo>
                    <a:pt x="67" y="66"/>
                  </a:lnTo>
                  <a:lnTo>
                    <a:pt x="62" y="63"/>
                  </a:lnTo>
                  <a:lnTo>
                    <a:pt x="57" y="60"/>
                  </a:lnTo>
                  <a:lnTo>
                    <a:pt x="55" y="59"/>
                  </a:lnTo>
                  <a:lnTo>
                    <a:pt x="54" y="59"/>
                  </a:lnTo>
                  <a:lnTo>
                    <a:pt x="54" y="59"/>
                  </a:lnTo>
                  <a:lnTo>
                    <a:pt x="54" y="60"/>
                  </a:lnTo>
                  <a:lnTo>
                    <a:pt x="54" y="62"/>
                  </a:lnTo>
                  <a:lnTo>
                    <a:pt x="54" y="67"/>
                  </a:lnTo>
                  <a:lnTo>
                    <a:pt x="55" y="71"/>
                  </a:lnTo>
                  <a:lnTo>
                    <a:pt x="55" y="75"/>
                  </a:lnTo>
                  <a:lnTo>
                    <a:pt x="55" y="79"/>
                  </a:lnTo>
                  <a:lnTo>
                    <a:pt x="57" y="83"/>
                  </a:lnTo>
                  <a:lnTo>
                    <a:pt x="57" y="86"/>
                  </a:lnTo>
                  <a:lnTo>
                    <a:pt x="57" y="87"/>
                  </a:lnTo>
                  <a:lnTo>
                    <a:pt x="57" y="89"/>
                  </a:lnTo>
                  <a:lnTo>
                    <a:pt x="56" y="91"/>
                  </a:lnTo>
                  <a:lnTo>
                    <a:pt x="55" y="91"/>
                  </a:lnTo>
                  <a:lnTo>
                    <a:pt x="53" y="92"/>
                  </a:lnTo>
                  <a:lnTo>
                    <a:pt x="51" y="92"/>
                  </a:lnTo>
                  <a:lnTo>
                    <a:pt x="49" y="92"/>
                  </a:lnTo>
                  <a:lnTo>
                    <a:pt x="49" y="91"/>
                  </a:lnTo>
                  <a:lnTo>
                    <a:pt x="48" y="90"/>
                  </a:lnTo>
                  <a:lnTo>
                    <a:pt x="47" y="89"/>
                  </a:lnTo>
                  <a:lnTo>
                    <a:pt x="47" y="87"/>
                  </a:lnTo>
                  <a:lnTo>
                    <a:pt x="46" y="85"/>
                  </a:lnTo>
                  <a:lnTo>
                    <a:pt x="46" y="78"/>
                  </a:lnTo>
                  <a:lnTo>
                    <a:pt x="46" y="73"/>
                  </a:lnTo>
                  <a:lnTo>
                    <a:pt x="45" y="71"/>
                  </a:lnTo>
                  <a:lnTo>
                    <a:pt x="44" y="71"/>
                  </a:lnTo>
                  <a:lnTo>
                    <a:pt x="41" y="68"/>
                  </a:lnTo>
                  <a:lnTo>
                    <a:pt x="38" y="66"/>
                  </a:lnTo>
                  <a:lnTo>
                    <a:pt x="35" y="63"/>
                  </a:lnTo>
                  <a:lnTo>
                    <a:pt x="3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0" name="iṣľîḓe"/>
            <p:cNvSpPr/>
            <p:nvPr/>
          </p:nvSpPr>
          <p:spPr bwMode="auto">
            <a:xfrm>
              <a:off x="2330451" y="2909888"/>
              <a:ext cx="60325" cy="63500"/>
            </a:xfrm>
            <a:custGeom>
              <a:avLst/>
              <a:gdLst>
                <a:gd name="T0" fmla="*/ 0 w 38"/>
                <a:gd name="T1" fmla="*/ 4 h 40"/>
                <a:gd name="T2" fmla="*/ 0 w 38"/>
                <a:gd name="T3" fmla="*/ 4 h 40"/>
                <a:gd name="T4" fmla="*/ 1 w 38"/>
                <a:gd name="T5" fmla="*/ 2 h 40"/>
                <a:gd name="T6" fmla="*/ 2 w 38"/>
                <a:gd name="T7" fmla="*/ 1 h 40"/>
                <a:gd name="T8" fmla="*/ 2 w 38"/>
                <a:gd name="T9" fmla="*/ 1 h 40"/>
                <a:gd name="T10" fmla="*/ 3 w 38"/>
                <a:gd name="T11" fmla="*/ 0 h 40"/>
                <a:gd name="T12" fmla="*/ 5 w 38"/>
                <a:gd name="T13" fmla="*/ 0 h 40"/>
                <a:gd name="T14" fmla="*/ 6 w 38"/>
                <a:gd name="T15" fmla="*/ 0 h 40"/>
                <a:gd name="T16" fmla="*/ 8 w 38"/>
                <a:gd name="T17" fmla="*/ 1 h 40"/>
                <a:gd name="T18" fmla="*/ 10 w 38"/>
                <a:gd name="T19" fmla="*/ 3 h 40"/>
                <a:gd name="T20" fmla="*/ 13 w 38"/>
                <a:gd name="T21" fmla="*/ 4 h 40"/>
                <a:gd name="T22" fmla="*/ 18 w 38"/>
                <a:gd name="T23" fmla="*/ 8 h 40"/>
                <a:gd name="T24" fmla="*/ 24 w 38"/>
                <a:gd name="T25" fmla="*/ 12 h 40"/>
                <a:gd name="T26" fmla="*/ 29 w 38"/>
                <a:gd name="T27" fmla="*/ 17 h 40"/>
                <a:gd name="T28" fmla="*/ 34 w 38"/>
                <a:gd name="T29" fmla="*/ 22 h 40"/>
                <a:gd name="T30" fmla="*/ 35 w 38"/>
                <a:gd name="T31" fmla="*/ 24 h 40"/>
                <a:gd name="T32" fmla="*/ 36 w 38"/>
                <a:gd name="T33" fmla="*/ 26 h 40"/>
                <a:gd name="T34" fmla="*/ 38 w 38"/>
                <a:gd name="T35" fmla="*/ 28 h 40"/>
                <a:gd name="T36" fmla="*/ 38 w 38"/>
                <a:gd name="T37" fmla="*/ 28 h 40"/>
                <a:gd name="T38" fmla="*/ 36 w 38"/>
                <a:gd name="T39" fmla="*/ 31 h 40"/>
                <a:gd name="T40" fmla="*/ 33 w 38"/>
                <a:gd name="T41" fmla="*/ 35 h 40"/>
                <a:gd name="T42" fmla="*/ 31 w 38"/>
                <a:gd name="T43" fmla="*/ 37 h 40"/>
                <a:gd name="T44" fmla="*/ 30 w 38"/>
                <a:gd name="T45" fmla="*/ 39 h 40"/>
                <a:gd name="T46" fmla="*/ 28 w 38"/>
                <a:gd name="T47" fmla="*/ 40 h 40"/>
                <a:gd name="T48" fmla="*/ 26 w 38"/>
                <a:gd name="T49" fmla="*/ 40 h 40"/>
                <a:gd name="T50" fmla="*/ 26 w 38"/>
                <a:gd name="T51" fmla="*/ 39 h 40"/>
                <a:gd name="T52" fmla="*/ 25 w 38"/>
                <a:gd name="T53" fmla="*/ 39 h 40"/>
                <a:gd name="T54" fmla="*/ 24 w 38"/>
                <a:gd name="T55" fmla="*/ 37 h 40"/>
                <a:gd name="T56" fmla="*/ 23 w 38"/>
                <a:gd name="T57" fmla="*/ 36 h 40"/>
                <a:gd name="T58" fmla="*/ 22 w 38"/>
                <a:gd name="T59" fmla="*/ 33 h 40"/>
                <a:gd name="T60" fmla="*/ 20 w 38"/>
                <a:gd name="T61" fmla="*/ 30 h 40"/>
                <a:gd name="T62" fmla="*/ 18 w 38"/>
                <a:gd name="T63" fmla="*/ 27 h 40"/>
                <a:gd name="T64" fmla="*/ 15 w 38"/>
                <a:gd name="T65" fmla="*/ 23 h 40"/>
                <a:gd name="T66" fmla="*/ 14 w 38"/>
                <a:gd name="T67" fmla="*/ 20 h 40"/>
                <a:gd name="T68" fmla="*/ 10 w 38"/>
                <a:gd name="T69" fmla="*/ 16 h 40"/>
                <a:gd name="T70" fmla="*/ 5 w 38"/>
                <a:gd name="T71" fmla="*/ 10 h 40"/>
                <a:gd name="T72" fmla="*/ 0 w 38"/>
                <a:gd name="T73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8" h="40">
                  <a:moveTo>
                    <a:pt x="0" y="4"/>
                  </a:moveTo>
                  <a:lnTo>
                    <a:pt x="0" y="4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1"/>
                  </a:lnTo>
                  <a:lnTo>
                    <a:pt x="10" y="3"/>
                  </a:lnTo>
                  <a:lnTo>
                    <a:pt x="13" y="4"/>
                  </a:lnTo>
                  <a:lnTo>
                    <a:pt x="18" y="8"/>
                  </a:lnTo>
                  <a:lnTo>
                    <a:pt x="24" y="12"/>
                  </a:lnTo>
                  <a:lnTo>
                    <a:pt x="29" y="17"/>
                  </a:lnTo>
                  <a:lnTo>
                    <a:pt x="34" y="22"/>
                  </a:lnTo>
                  <a:lnTo>
                    <a:pt x="35" y="24"/>
                  </a:lnTo>
                  <a:lnTo>
                    <a:pt x="36" y="26"/>
                  </a:lnTo>
                  <a:lnTo>
                    <a:pt x="38" y="28"/>
                  </a:lnTo>
                  <a:lnTo>
                    <a:pt x="38" y="28"/>
                  </a:lnTo>
                  <a:lnTo>
                    <a:pt x="36" y="31"/>
                  </a:lnTo>
                  <a:lnTo>
                    <a:pt x="33" y="35"/>
                  </a:lnTo>
                  <a:lnTo>
                    <a:pt x="31" y="37"/>
                  </a:lnTo>
                  <a:lnTo>
                    <a:pt x="30" y="39"/>
                  </a:lnTo>
                  <a:lnTo>
                    <a:pt x="28" y="40"/>
                  </a:lnTo>
                  <a:lnTo>
                    <a:pt x="26" y="40"/>
                  </a:lnTo>
                  <a:lnTo>
                    <a:pt x="26" y="39"/>
                  </a:lnTo>
                  <a:lnTo>
                    <a:pt x="25" y="39"/>
                  </a:lnTo>
                  <a:lnTo>
                    <a:pt x="24" y="37"/>
                  </a:lnTo>
                  <a:lnTo>
                    <a:pt x="23" y="36"/>
                  </a:lnTo>
                  <a:lnTo>
                    <a:pt x="22" y="33"/>
                  </a:lnTo>
                  <a:lnTo>
                    <a:pt x="20" y="30"/>
                  </a:lnTo>
                  <a:lnTo>
                    <a:pt x="18" y="27"/>
                  </a:lnTo>
                  <a:lnTo>
                    <a:pt x="15" y="23"/>
                  </a:lnTo>
                  <a:lnTo>
                    <a:pt x="14" y="20"/>
                  </a:lnTo>
                  <a:lnTo>
                    <a:pt x="10" y="16"/>
                  </a:lnTo>
                  <a:lnTo>
                    <a:pt x="5" y="10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1" name="îṡlide"/>
            <p:cNvSpPr/>
            <p:nvPr/>
          </p:nvSpPr>
          <p:spPr bwMode="auto">
            <a:xfrm>
              <a:off x="2266951" y="2749551"/>
              <a:ext cx="204788" cy="173038"/>
            </a:xfrm>
            <a:custGeom>
              <a:avLst/>
              <a:gdLst>
                <a:gd name="T0" fmla="*/ 17 w 129"/>
                <a:gd name="T1" fmla="*/ 93 h 109"/>
                <a:gd name="T2" fmla="*/ 11 w 129"/>
                <a:gd name="T3" fmla="*/ 93 h 109"/>
                <a:gd name="T4" fmla="*/ 3 w 129"/>
                <a:gd name="T5" fmla="*/ 95 h 109"/>
                <a:gd name="T6" fmla="*/ 5 w 129"/>
                <a:gd name="T7" fmla="*/ 86 h 109"/>
                <a:gd name="T8" fmla="*/ 13 w 129"/>
                <a:gd name="T9" fmla="*/ 60 h 109"/>
                <a:gd name="T10" fmla="*/ 16 w 129"/>
                <a:gd name="T11" fmla="*/ 44 h 109"/>
                <a:gd name="T12" fmla="*/ 4 w 129"/>
                <a:gd name="T13" fmla="*/ 21 h 109"/>
                <a:gd name="T14" fmla="*/ 1 w 129"/>
                <a:gd name="T15" fmla="*/ 15 h 109"/>
                <a:gd name="T16" fmla="*/ 22 w 129"/>
                <a:gd name="T17" fmla="*/ 17 h 109"/>
                <a:gd name="T18" fmla="*/ 27 w 129"/>
                <a:gd name="T19" fmla="*/ 9 h 109"/>
                <a:gd name="T20" fmla="*/ 35 w 129"/>
                <a:gd name="T21" fmla="*/ 17 h 109"/>
                <a:gd name="T22" fmla="*/ 33 w 129"/>
                <a:gd name="T23" fmla="*/ 37 h 109"/>
                <a:gd name="T24" fmla="*/ 37 w 129"/>
                <a:gd name="T25" fmla="*/ 64 h 109"/>
                <a:gd name="T26" fmla="*/ 42 w 129"/>
                <a:gd name="T27" fmla="*/ 73 h 109"/>
                <a:gd name="T28" fmla="*/ 46 w 129"/>
                <a:gd name="T29" fmla="*/ 65 h 109"/>
                <a:gd name="T30" fmla="*/ 47 w 129"/>
                <a:gd name="T31" fmla="*/ 50 h 109"/>
                <a:gd name="T32" fmla="*/ 45 w 129"/>
                <a:gd name="T33" fmla="*/ 42 h 109"/>
                <a:gd name="T34" fmla="*/ 46 w 129"/>
                <a:gd name="T35" fmla="*/ 36 h 109"/>
                <a:gd name="T36" fmla="*/ 52 w 129"/>
                <a:gd name="T37" fmla="*/ 16 h 109"/>
                <a:gd name="T38" fmla="*/ 58 w 129"/>
                <a:gd name="T39" fmla="*/ 1 h 109"/>
                <a:gd name="T40" fmla="*/ 66 w 129"/>
                <a:gd name="T41" fmla="*/ 8 h 109"/>
                <a:gd name="T42" fmla="*/ 101 w 129"/>
                <a:gd name="T43" fmla="*/ 50 h 109"/>
                <a:gd name="T44" fmla="*/ 128 w 129"/>
                <a:gd name="T45" fmla="*/ 82 h 109"/>
                <a:gd name="T46" fmla="*/ 122 w 129"/>
                <a:gd name="T47" fmla="*/ 89 h 109"/>
                <a:gd name="T48" fmla="*/ 96 w 129"/>
                <a:gd name="T49" fmla="*/ 90 h 109"/>
                <a:gd name="T50" fmla="*/ 102 w 129"/>
                <a:gd name="T51" fmla="*/ 86 h 109"/>
                <a:gd name="T52" fmla="*/ 110 w 129"/>
                <a:gd name="T53" fmla="*/ 80 h 109"/>
                <a:gd name="T54" fmla="*/ 78 w 129"/>
                <a:gd name="T55" fmla="*/ 41 h 109"/>
                <a:gd name="T56" fmla="*/ 59 w 129"/>
                <a:gd name="T57" fmla="*/ 13 h 109"/>
                <a:gd name="T58" fmla="*/ 55 w 129"/>
                <a:gd name="T59" fmla="*/ 28 h 109"/>
                <a:gd name="T60" fmla="*/ 58 w 129"/>
                <a:gd name="T61" fmla="*/ 35 h 109"/>
                <a:gd name="T62" fmla="*/ 63 w 129"/>
                <a:gd name="T63" fmla="*/ 41 h 109"/>
                <a:gd name="T64" fmla="*/ 56 w 129"/>
                <a:gd name="T65" fmla="*/ 58 h 109"/>
                <a:gd name="T66" fmla="*/ 58 w 129"/>
                <a:gd name="T67" fmla="*/ 71 h 109"/>
                <a:gd name="T68" fmla="*/ 56 w 129"/>
                <a:gd name="T69" fmla="*/ 77 h 109"/>
                <a:gd name="T70" fmla="*/ 43 w 129"/>
                <a:gd name="T71" fmla="*/ 96 h 109"/>
                <a:gd name="T72" fmla="*/ 39 w 129"/>
                <a:gd name="T73" fmla="*/ 97 h 109"/>
                <a:gd name="T74" fmla="*/ 42 w 129"/>
                <a:gd name="T75" fmla="*/ 80 h 109"/>
                <a:gd name="T76" fmla="*/ 37 w 129"/>
                <a:gd name="T77" fmla="*/ 73 h 109"/>
                <a:gd name="T78" fmla="*/ 28 w 129"/>
                <a:gd name="T79" fmla="*/ 57 h 109"/>
                <a:gd name="T80" fmla="*/ 22 w 129"/>
                <a:gd name="T81" fmla="*/ 66 h 109"/>
                <a:gd name="T82" fmla="*/ 70 w 129"/>
                <a:gd name="T83" fmla="*/ 90 h 109"/>
                <a:gd name="T84" fmla="*/ 72 w 129"/>
                <a:gd name="T85" fmla="*/ 107 h 109"/>
                <a:gd name="T86" fmla="*/ 79 w 129"/>
                <a:gd name="T87" fmla="*/ 101 h 109"/>
                <a:gd name="T88" fmla="*/ 87 w 129"/>
                <a:gd name="T89" fmla="*/ 107 h 109"/>
                <a:gd name="T90" fmla="*/ 96 w 129"/>
                <a:gd name="T91" fmla="*/ 109 h 109"/>
                <a:gd name="T92" fmla="*/ 100 w 129"/>
                <a:gd name="T93" fmla="*/ 106 h 109"/>
                <a:gd name="T94" fmla="*/ 88 w 129"/>
                <a:gd name="T95" fmla="*/ 89 h 109"/>
                <a:gd name="T96" fmla="*/ 86 w 129"/>
                <a:gd name="T97" fmla="*/ 73 h 109"/>
                <a:gd name="T98" fmla="*/ 80 w 129"/>
                <a:gd name="T99" fmla="*/ 77 h 109"/>
                <a:gd name="T100" fmla="*/ 70 w 129"/>
                <a:gd name="T101" fmla="*/ 90 h 109"/>
                <a:gd name="T102" fmla="*/ 69 w 129"/>
                <a:gd name="T103" fmla="*/ 82 h 109"/>
                <a:gd name="T104" fmla="*/ 75 w 129"/>
                <a:gd name="T105" fmla="*/ 70 h 109"/>
                <a:gd name="T106" fmla="*/ 71 w 129"/>
                <a:gd name="T107" fmla="*/ 67 h 109"/>
                <a:gd name="T108" fmla="*/ 65 w 129"/>
                <a:gd name="T109" fmla="*/ 71 h 109"/>
                <a:gd name="T110" fmla="*/ 62 w 129"/>
                <a:gd name="T111" fmla="*/ 77 h 109"/>
                <a:gd name="T112" fmla="*/ 58 w 129"/>
                <a:gd name="T113" fmla="*/ 85 h 109"/>
                <a:gd name="T114" fmla="*/ 62 w 129"/>
                <a:gd name="T115" fmla="*/ 86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9" h="109">
                  <a:moveTo>
                    <a:pt x="19" y="83"/>
                  </a:moveTo>
                  <a:lnTo>
                    <a:pt x="19" y="84"/>
                  </a:lnTo>
                  <a:lnTo>
                    <a:pt x="18" y="86"/>
                  </a:lnTo>
                  <a:lnTo>
                    <a:pt x="18" y="89"/>
                  </a:lnTo>
                  <a:lnTo>
                    <a:pt x="18" y="91"/>
                  </a:lnTo>
                  <a:lnTo>
                    <a:pt x="17" y="93"/>
                  </a:lnTo>
                  <a:lnTo>
                    <a:pt x="14" y="93"/>
                  </a:lnTo>
                  <a:lnTo>
                    <a:pt x="14" y="93"/>
                  </a:lnTo>
                  <a:lnTo>
                    <a:pt x="12" y="93"/>
                  </a:lnTo>
                  <a:lnTo>
                    <a:pt x="11" y="93"/>
                  </a:lnTo>
                  <a:lnTo>
                    <a:pt x="11" y="93"/>
                  </a:lnTo>
                  <a:lnTo>
                    <a:pt x="11" y="93"/>
                  </a:lnTo>
                  <a:lnTo>
                    <a:pt x="10" y="94"/>
                  </a:lnTo>
                  <a:lnTo>
                    <a:pt x="10" y="95"/>
                  </a:lnTo>
                  <a:lnTo>
                    <a:pt x="8" y="95"/>
                  </a:lnTo>
                  <a:lnTo>
                    <a:pt x="6" y="95"/>
                  </a:lnTo>
                  <a:lnTo>
                    <a:pt x="5" y="95"/>
                  </a:lnTo>
                  <a:lnTo>
                    <a:pt x="3" y="95"/>
                  </a:lnTo>
                  <a:lnTo>
                    <a:pt x="2" y="94"/>
                  </a:lnTo>
                  <a:lnTo>
                    <a:pt x="2" y="93"/>
                  </a:lnTo>
                  <a:lnTo>
                    <a:pt x="1" y="93"/>
                  </a:lnTo>
                  <a:lnTo>
                    <a:pt x="2" y="92"/>
                  </a:lnTo>
                  <a:lnTo>
                    <a:pt x="2" y="91"/>
                  </a:lnTo>
                  <a:lnTo>
                    <a:pt x="5" y="86"/>
                  </a:lnTo>
                  <a:lnTo>
                    <a:pt x="7" y="84"/>
                  </a:lnTo>
                  <a:lnTo>
                    <a:pt x="8" y="80"/>
                  </a:lnTo>
                  <a:lnTo>
                    <a:pt x="10" y="75"/>
                  </a:lnTo>
                  <a:lnTo>
                    <a:pt x="11" y="69"/>
                  </a:lnTo>
                  <a:lnTo>
                    <a:pt x="12" y="65"/>
                  </a:lnTo>
                  <a:lnTo>
                    <a:pt x="13" y="60"/>
                  </a:lnTo>
                  <a:lnTo>
                    <a:pt x="14" y="54"/>
                  </a:lnTo>
                  <a:lnTo>
                    <a:pt x="16" y="50"/>
                  </a:lnTo>
                  <a:lnTo>
                    <a:pt x="17" y="49"/>
                  </a:lnTo>
                  <a:lnTo>
                    <a:pt x="17" y="48"/>
                  </a:lnTo>
                  <a:lnTo>
                    <a:pt x="17" y="45"/>
                  </a:lnTo>
                  <a:lnTo>
                    <a:pt x="16" y="44"/>
                  </a:lnTo>
                  <a:lnTo>
                    <a:pt x="15" y="42"/>
                  </a:lnTo>
                  <a:lnTo>
                    <a:pt x="14" y="40"/>
                  </a:lnTo>
                  <a:lnTo>
                    <a:pt x="13" y="37"/>
                  </a:lnTo>
                  <a:lnTo>
                    <a:pt x="9" y="30"/>
                  </a:lnTo>
                  <a:lnTo>
                    <a:pt x="5" y="25"/>
                  </a:lnTo>
                  <a:lnTo>
                    <a:pt x="4" y="21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5" y="15"/>
                  </a:lnTo>
                  <a:lnTo>
                    <a:pt x="12" y="16"/>
                  </a:lnTo>
                  <a:lnTo>
                    <a:pt x="18" y="17"/>
                  </a:lnTo>
                  <a:lnTo>
                    <a:pt x="22" y="17"/>
                  </a:lnTo>
                  <a:lnTo>
                    <a:pt x="22" y="17"/>
                  </a:lnTo>
                  <a:lnTo>
                    <a:pt x="23" y="17"/>
                  </a:lnTo>
                  <a:lnTo>
                    <a:pt x="24" y="17"/>
                  </a:lnTo>
                  <a:lnTo>
                    <a:pt x="25" y="15"/>
                  </a:lnTo>
                  <a:lnTo>
                    <a:pt x="26" y="12"/>
                  </a:lnTo>
                  <a:lnTo>
                    <a:pt x="26" y="9"/>
                  </a:lnTo>
                  <a:lnTo>
                    <a:pt x="27" y="9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9"/>
                  </a:lnTo>
                  <a:lnTo>
                    <a:pt x="32" y="12"/>
                  </a:lnTo>
                  <a:lnTo>
                    <a:pt x="34" y="15"/>
                  </a:lnTo>
                  <a:lnTo>
                    <a:pt x="35" y="17"/>
                  </a:lnTo>
                  <a:lnTo>
                    <a:pt x="36" y="20"/>
                  </a:lnTo>
                  <a:lnTo>
                    <a:pt x="36" y="22"/>
                  </a:lnTo>
                  <a:lnTo>
                    <a:pt x="35" y="25"/>
                  </a:lnTo>
                  <a:lnTo>
                    <a:pt x="34" y="30"/>
                  </a:lnTo>
                  <a:lnTo>
                    <a:pt x="33" y="36"/>
                  </a:lnTo>
                  <a:lnTo>
                    <a:pt x="33" y="37"/>
                  </a:lnTo>
                  <a:lnTo>
                    <a:pt x="33" y="41"/>
                  </a:lnTo>
                  <a:lnTo>
                    <a:pt x="34" y="44"/>
                  </a:lnTo>
                  <a:lnTo>
                    <a:pt x="34" y="47"/>
                  </a:lnTo>
                  <a:lnTo>
                    <a:pt x="35" y="54"/>
                  </a:lnTo>
                  <a:lnTo>
                    <a:pt x="37" y="60"/>
                  </a:lnTo>
                  <a:lnTo>
                    <a:pt x="37" y="64"/>
                  </a:lnTo>
                  <a:lnTo>
                    <a:pt x="38" y="65"/>
                  </a:lnTo>
                  <a:lnTo>
                    <a:pt x="39" y="67"/>
                  </a:lnTo>
                  <a:lnTo>
                    <a:pt x="40" y="70"/>
                  </a:lnTo>
                  <a:lnTo>
                    <a:pt x="41" y="71"/>
                  </a:lnTo>
                  <a:lnTo>
                    <a:pt x="41" y="72"/>
                  </a:lnTo>
                  <a:lnTo>
                    <a:pt x="42" y="73"/>
                  </a:lnTo>
                  <a:lnTo>
                    <a:pt x="42" y="73"/>
                  </a:lnTo>
                  <a:lnTo>
                    <a:pt x="42" y="71"/>
                  </a:lnTo>
                  <a:lnTo>
                    <a:pt x="44" y="70"/>
                  </a:lnTo>
                  <a:lnTo>
                    <a:pt x="45" y="69"/>
                  </a:lnTo>
                  <a:lnTo>
                    <a:pt x="46" y="67"/>
                  </a:lnTo>
                  <a:lnTo>
                    <a:pt x="46" y="65"/>
                  </a:lnTo>
                  <a:lnTo>
                    <a:pt x="47" y="62"/>
                  </a:lnTo>
                  <a:lnTo>
                    <a:pt x="48" y="59"/>
                  </a:lnTo>
                  <a:lnTo>
                    <a:pt x="48" y="56"/>
                  </a:lnTo>
                  <a:lnTo>
                    <a:pt x="48" y="54"/>
                  </a:lnTo>
                  <a:lnTo>
                    <a:pt x="48" y="52"/>
                  </a:lnTo>
                  <a:lnTo>
                    <a:pt x="47" y="50"/>
                  </a:lnTo>
                  <a:lnTo>
                    <a:pt x="47" y="49"/>
                  </a:lnTo>
                  <a:lnTo>
                    <a:pt x="46" y="46"/>
                  </a:lnTo>
                  <a:lnTo>
                    <a:pt x="46" y="44"/>
                  </a:lnTo>
                  <a:lnTo>
                    <a:pt x="46" y="44"/>
                  </a:lnTo>
                  <a:lnTo>
                    <a:pt x="45" y="43"/>
                  </a:lnTo>
                  <a:lnTo>
                    <a:pt x="45" y="42"/>
                  </a:lnTo>
                  <a:lnTo>
                    <a:pt x="45" y="41"/>
                  </a:lnTo>
                  <a:lnTo>
                    <a:pt x="45" y="40"/>
                  </a:lnTo>
                  <a:lnTo>
                    <a:pt x="45" y="38"/>
                  </a:lnTo>
                  <a:lnTo>
                    <a:pt x="46" y="37"/>
                  </a:lnTo>
                  <a:lnTo>
                    <a:pt x="46" y="37"/>
                  </a:lnTo>
                  <a:lnTo>
                    <a:pt x="46" y="36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8" y="35"/>
                  </a:lnTo>
                  <a:lnTo>
                    <a:pt x="50" y="28"/>
                  </a:lnTo>
                  <a:lnTo>
                    <a:pt x="51" y="20"/>
                  </a:lnTo>
                  <a:lnTo>
                    <a:pt x="52" y="16"/>
                  </a:lnTo>
                  <a:lnTo>
                    <a:pt x="54" y="12"/>
                  </a:lnTo>
                  <a:lnTo>
                    <a:pt x="54" y="8"/>
                  </a:lnTo>
                  <a:lnTo>
                    <a:pt x="56" y="4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58" y="1"/>
                  </a:lnTo>
                  <a:lnTo>
                    <a:pt x="59" y="0"/>
                  </a:lnTo>
                  <a:lnTo>
                    <a:pt x="61" y="0"/>
                  </a:lnTo>
                  <a:lnTo>
                    <a:pt x="62" y="0"/>
                  </a:lnTo>
                  <a:lnTo>
                    <a:pt x="62" y="1"/>
                  </a:lnTo>
                  <a:lnTo>
                    <a:pt x="63" y="1"/>
                  </a:lnTo>
                  <a:lnTo>
                    <a:pt x="66" y="8"/>
                  </a:lnTo>
                  <a:lnTo>
                    <a:pt x="71" y="14"/>
                  </a:lnTo>
                  <a:lnTo>
                    <a:pt x="77" y="21"/>
                  </a:lnTo>
                  <a:lnTo>
                    <a:pt x="83" y="29"/>
                  </a:lnTo>
                  <a:lnTo>
                    <a:pt x="89" y="37"/>
                  </a:lnTo>
                  <a:lnTo>
                    <a:pt x="95" y="44"/>
                  </a:lnTo>
                  <a:lnTo>
                    <a:pt x="101" y="50"/>
                  </a:lnTo>
                  <a:lnTo>
                    <a:pt x="106" y="56"/>
                  </a:lnTo>
                  <a:lnTo>
                    <a:pt x="115" y="66"/>
                  </a:lnTo>
                  <a:lnTo>
                    <a:pt x="122" y="74"/>
                  </a:lnTo>
                  <a:lnTo>
                    <a:pt x="127" y="78"/>
                  </a:lnTo>
                  <a:lnTo>
                    <a:pt x="129" y="80"/>
                  </a:lnTo>
                  <a:lnTo>
                    <a:pt x="128" y="82"/>
                  </a:lnTo>
                  <a:lnTo>
                    <a:pt x="127" y="85"/>
                  </a:lnTo>
                  <a:lnTo>
                    <a:pt x="126" y="86"/>
                  </a:lnTo>
                  <a:lnTo>
                    <a:pt x="125" y="88"/>
                  </a:lnTo>
                  <a:lnTo>
                    <a:pt x="124" y="89"/>
                  </a:lnTo>
                  <a:lnTo>
                    <a:pt x="122" y="89"/>
                  </a:lnTo>
                  <a:lnTo>
                    <a:pt x="122" y="89"/>
                  </a:lnTo>
                  <a:lnTo>
                    <a:pt x="120" y="90"/>
                  </a:lnTo>
                  <a:lnTo>
                    <a:pt x="113" y="91"/>
                  </a:lnTo>
                  <a:lnTo>
                    <a:pt x="106" y="91"/>
                  </a:lnTo>
                  <a:lnTo>
                    <a:pt x="99" y="91"/>
                  </a:lnTo>
                  <a:lnTo>
                    <a:pt x="96" y="91"/>
                  </a:lnTo>
                  <a:lnTo>
                    <a:pt x="96" y="90"/>
                  </a:lnTo>
                  <a:lnTo>
                    <a:pt x="95" y="90"/>
                  </a:lnTo>
                  <a:lnTo>
                    <a:pt x="95" y="90"/>
                  </a:lnTo>
                  <a:lnTo>
                    <a:pt x="95" y="89"/>
                  </a:lnTo>
                  <a:lnTo>
                    <a:pt x="96" y="89"/>
                  </a:lnTo>
                  <a:lnTo>
                    <a:pt x="98" y="88"/>
                  </a:lnTo>
                  <a:lnTo>
                    <a:pt x="102" y="86"/>
                  </a:lnTo>
                  <a:lnTo>
                    <a:pt x="106" y="85"/>
                  </a:lnTo>
                  <a:lnTo>
                    <a:pt x="108" y="84"/>
                  </a:lnTo>
                  <a:lnTo>
                    <a:pt x="110" y="83"/>
                  </a:lnTo>
                  <a:lnTo>
                    <a:pt x="110" y="82"/>
                  </a:lnTo>
                  <a:lnTo>
                    <a:pt x="110" y="81"/>
                  </a:lnTo>
                  <a:lnTo>
                    <a:pt x="110" y="80"/>
                  </a:lnTo>
                  <a:lnTo>
                    <a:pt x="107" y="77"/>
                  </a:lnTo>
                  <a:lnTo>
                    <a:pt x="104" y="73"/>
                  </a:lnTo>
                  <a:lnTo>
                    <a:pt x="100" y="68"/>
                  </a:lnTo>
                  <a:lnTo>
                    <a:pt x="92" y="58"/>
                  </a:lnTo>
                  <a:lnTo>
                    <a:pt x="85" y="49"/>
                  </a:lnTo>
                  <a:lnTo>
                    <a:pt x="78" y="41"/>
                  </a:lnTo>
                  <a:lnTo>
                    <a:pt x="70" y="30"/>
                  </a:lnTo>
                  <a:lnTo>
                    <a:pt x="64" y="21"/>
                  </a:lnTo>
                  <a:lnTo>
                    <a:pt x="61" y="15"/>
                  </a:lnTo>
                  <a:lnTo>
                    <a:pt x="61" y="14"/>
                  </a:lnTo>
                  <a:lnTo>
                    <a:pt x="60" y="13"/>
                  </a:lnTo>
                  <a:lnTo>
                    <a:pt x="59" y="13"/>
                  </a:lnTo>
                  <a:lnTo>
                    <a:pt x="59" y="13"/>
                  </a:lnTo>
                  <a:lnTo>
                    <a:pt x="58" y="14"/>
                  </a:lnTo>
                  <a:lnTo>
                    <a:pt x="58" y="15"/>
                  </a:lnTo>
                  <a:lnTo>
                    <a:pt x="57" y="17"/>
                  </a:lnTo>
                  <a:lnTo>
                    <a:pt x="57" y="21"/>
                  </a:lnTo>
                  <a:lnTo>
                    <a:pt x="55" y="28"/>
                  </a:lnTo>
                  <a:lnTo>
                    <a:pt x="55" y="32"/>
                  </a:lnTo>
                  <a:lnTo>
                    <a:pt x="55" y="33"/>
                  </a:lnTo>
                  <a:lnTo>
                    <a:pt x="55" y="33"/>
                  </a:lnTo>
                  <a:lnTo>
                    <a:pt x="56" y="34"/>
                  </a:lnTo>
                  <a:lnTo>
                    <a:pt x="57" y="34"/>
                  </a:lnTo>
                  <a:lnTo>
                    <a:pt x="58" y="35"/>
                  </a:lnTo>
                  <a:lnTo>
                    <a:pt x="59" y="36"/>
                  </a:lnTo>
                  <a:lnTo>
                    <a:pt x="61" y="36"/>
                  </a:lnTo>
                  <a:lnTo>
                    <a:pt x="62" y="37"/>
                  </a:lnTo>
                  <a:lnTo>
                    <a:pt x="62" y="38"/>
                  </a:lnTo>
                  <a:lnTo>
                    <a:pt x="63" y="40"/>
                  </a:lnTo>
                  <a:lnTo>
                    <a:pt x="63" y="41"/>
                  </a:lnTo>
                  <a:lnTo>
                    <a:pt x="62" y="44"/>
                  </a:lnTo>
                  <a:lnTo>
                    <a:pt x="60" y="49"/>
                  </a:lnTo>
                  <a:lnTo>
                    <a:pt x="58" y="53"/>
                  </a:lnTo>
                  <a:lnTo>
                    <a:pt x="58" y="55"/>
                  </a:lnTo>
                  <a:lnTo>
                    <a:pt x="56" y="57"/>
                  </a:lnTo>
                  <a:lnTo>
                    <a:pt x="56" y="58"/>
                  </a:lnTo>
                  <a:lnTo>
                    <a:pt x="56" y="60"/>
                  </a:lnTo>
                  <a:lnTo>
                    <a:pt x="56" y="61"/>
                  </a:lnTo>
                  <a:lnTo>
                    <a:pt x="57" y="65"/>
                  </a:lnTo>
                  <a:lnTo>
                    <a:pt x="57" y="68"/>
                  </a:lnTo>
                  <a:lnTo>
                    <a:pt x="58" y="69"/>
                  </a:lnTo>
                  <a:lnTo>
                    <a:pt x="58" y="71"/>
                  </a:lnTo>
                  <a:lnTo>
                    <a:pt x="58" y="72"/>
                  </a:lnTo>
                  <a:lnTo>
                    <a:pt x="58" y="73"/>
                  </a:lnTo>
                  <a:lnTo>
                    <a:pt x="58" y="74"/>
                  </a:lnTo>
                  <a:lnTo>
                    <a:pt x="58" y="75"/>
                  </a:lnTo>
                  <a:lnTo>
                    <a:pt x="57" y="76"/>
                  </a:lnTo>
                  <a:lnTo>
                    <a:pt x="56" y="77"/>
                  </a:lnTo>
                  <a:lnTo>
                    <a:pt x="55" y="77"/>
                  </a:lnTo>
                  <a:lnTo>
                    <a:pt x="51" y="76"/>
                  </a:lnTo>
                  <a:lnTo>
                    <a:pt x="49" y="76"/>
                  </a:lnTo>
                  <a:lnTo>
                    <a:pt x="49" y="91"/>
                  </a:lnTo>
                  <a:lnTo>
                    <a:pt x="47" y="93"/>
                  </a:lnTo>
                  <a:lnTo>
                    <a:pt x="43" y="96"/>
                  </a:lnTo>
                  <a:lnTo>
                    <a:pt x="42" y="97"/>
                  </a:lnTo>
                  <a:lnTo>
                    <a:pt x="40" y="97"/>
                  </a:lnTo>
                  <a:lnTo>
                    <a:pt x="40" y="97"/>
                  </a:lnTo>
                  <a:lnTo>
                    <a:pt x="39" y="97"/>
                  </a:lnTo>
                  <a:lnTo>
                    <a:pt x="39" y="97"/>
                  </a:lnTo>
                  <a:lnTo>
                    <a:pt x="39" y="97"/>
                  </a:lnTo>
                  <a:lnTo>
                    <a:pt x="40" y="93"/>
                  </a:lnTo>
                  <a:lnTo>
                    <a:pt x="42" y="89"/>
                  </a:lnTo>
                  <a:lnTo>
                    <a:pt x="42" y="85"/>
                  </a:lnTo>
                  <a:lnTo>
                    <a:pt x="43" y="83"/>
                  </a:lnTo>
                  <a:lnTo>
                    <a:pt x="43" y="81"/>
                  </a:lnTo>
                  <a:lnTo>
                    <a:pt x="42" y="80"/>
                  </a:lnTo>
                  <a:lnTo>
                    <a:pt x="42" y="79"/>
                  </a:lnTo>
                  <a:lnTo>
                    <a:pt x="41" y="78"/>
                  </a:lnTo>
                  <a:lnTo>
                    <a:pt x="39" y="77"/>
                  </a:lnTo>
                  <a:lnTo>
                    <a:pt x="38" y="77"/>
                  </a:lnTo>
                  <a:lnTo>
                    <a:pt x="38" y="75"/>
                  </a:lnTo>
                  <a:lnTo>
                    <a:pt x="37" y="73"/>
                  </a:lnTo>
                  <a:lnTo>
                    <a:pt x="35" y="69"/>
                  </a:lnTo>
                  <a:lnTo>
                    <a:pt x="32" y="64"/>
                  </a:lnTo>
                  <a:lnTo>
                    <a:pt x="30" y="61"/>
                  </a:lnTo>
                  <a:lnTo>
                    <a:pt x="29" y="59"/>
                  </a:lnTo>
                  <a:lnTo>
                    <a:pt x="28" y="58"/>
                  </a:lnTo>
                  <a:lnTo>
                    <a:pt x="28" y="57"/>
                  </a:lnTo>
                  <a:lnTo>
                    <a:pt x="27" y="57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4" y="61"/>
                  </a:lnTo>
                  <a:lnTo>
                    <a:pt x="23" y="64"/>
                  </a:lnTo>
                  <a:lnTo>
                    <a:pt x="22" y="66"/>
                  </a:lnTo>
                  <a:lnTo>
                    <a:pt x="21" y="73"/>
                  </a:lnTo>
                  <a:lnTo>
                    <a:pt x="20" y="77"/>
                  </a:lnTo>
                  <a:lnTo>
                    <a:pt x="19" y="81"/>
                  </a:lnTo>
                  <a:lnTo>
                    <a:pt x="19" y="83"/>
                  </a:lnTo>
                  <a:lnTo>
                    <a:pt x="19" y="83"/>
                  </a:lnTo>
                  <a:close/>
                  <a:moveTo>
                    <a:pt x="70" y="90"/>
                  </a:moveTo>
                  <a:lnTo>
                    <a:pt x="77" y="97"/>
                  </a:lnTo>
                  <a:lnTo>
                    <a:pt x="76" y="98"/>
                  </a:lnTo>
                  <a:lnTo>
                    <a:pt x="75" y="100"/>
                  </a:lnTo>
                  <a:lnTo>
                    <a:pt x="74" y="102"/>
                  </a:lnTo>
                  <a:lnTo>
                    <a:pt x="72" y="106"/>
                  </a:lnTo>
                  <a:lnTo>
                    <a:pt x="72" y="107"/>
                  </a:lnTo>
                  <a:lnTo>
                    <a:pt x="73" y="108"/>
                  </a:lnTo>
                  <a:lnTo>
                    <a:pt x="74" y="108"/>
                  </a:lnTo>
                  <a:lnTo>
                    <a:pt x="74" y="107"/>
                  </a:lnTo>
                  <a:lnTo>
                    <a:pt x="77" y="105"/>
                  </a:lnTo>
                  <a:lnTo>
                    <a:pt x="78" y="102"/>
                  </a:lnTo>
                  <a:lnTo>
                    <a:pt x="79" y="101"/>
                  </a:lnTo>
                  <a:lnTo>
                    <a:pt x="80" y="101"/>
                  </a:lnTo>
                  <a:lnTo>
                    <a:pt x="80" y="101"/>
                  </a:lnTo>
                  <a:lnTo>
                    <a:pt x="82" y="101"/>
                  </a:lnTo>
                  <a:lnTo>
                    <a:pt x="83" y="103"/>
                  </a:lnTo>
                  <a:lnTo>
                    <a:pt x="86" y="105"/>
                  </a:lnTo>
                  <a:lnTo>
                    <a:pt x="87" y="107"/>
                  </a:lnTo>
                  <a:lnTo>
                    <a:pt x="89" y="108"/>
                  </a:lnTo>
                  <a:lnTo>
                    <a:pt x="90" y="109"/>
                  </a:lnTo>
                  <a:lnTo>
                    <a:pt x="91" y="109"/>
                  </a:lnTo>
                  <a:lnTo>
                    <a:pt x="93" y="109"/>
                  </a:lnTo>
                  <a:lnTo>
                    <a:pt x="94" y="109"/>
                  </a:lnTo>
                  <a:lnTo>
                    <a:pt x="96" y="109"/>
                  </a:lnTo>
                  <a:lnTo>
                    <a:pt x="98" y="109"/>
                  </a:lnTo>
                  <a:lnTo>
                    <a:pt x="98" y="109"/>
                  </a:lnTo>
                  <a:lnTo>
                    <a:pt x="99" y="109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100" y="106"/>
                  </a:lnTo>
                  <a:lnTo>
                    <a:pt x="100" y="105"/>
                  </a:lnTo>
                  <a:lnTo>
                    <a:pt x="98" y="102"/>
                  </a:lnTo>
                  <a:lnTo>
                    <a:pt x="98" y="101"/>
                  </a:lnTo>
                  <a:lnTo>
                    <a:pt x="96" y="99"/>
                  </a:lnTo>
                  <a:lnTo>
                    <a:pt x="92" y="95"/>
                  </a:lnTo>
                  <a:lnTo>
                    <a:pt x="88" y="89"/>
                  </a:lnTo>
                  <a:lnTo>
                    <a:pt x="86" y="86"/>
                  </a:lnTo>
                  <a:lnTo>
                    <a:pt x="85" y="85"/>
                  </a:lnTo>
                  <a:lnTo>
                    <a:pt x="85" y="81"/>
                  </a:lnTo>
                  <a:lnTo>
                    <a:pt x="86" y="78"/>
                  </a:lnTo>
                  <a:lnTo>
                    <a:pt x="86" y="75"/>
                  </a:lnTo>
                  <a:lnTo>
                    <a:pt x="86" y="73"/>
                  </a:lnTo>
                  <a:lnTo>
                    <a:pt x="85" y="73"/>
                  </a:lnTo>
                  <a:lnTo>
                    <a:pt x="85" y="73"/>
                  </a:lnTo>
                  <a:lnTo>
                    <a:pt x="83" y="73"/>
                  </a:lnTo>
                  <a:lnTo>
                    <a:pt x="82" y="73"/>
                  </a:lnTo>
                  <a:lnTo>
                    <a:pt x="80" y="74"/>
                  </a:lnTo>
                  <a:lnTo>
                    <a:pt x="80" y="77"/>
                  </a:lnTo>
                  <a:lnTo>
                    <a:pt x="80" y="79"/>
                  </a:lnTo>
                  <a:lnTo>
                    <a:pt x="80" y="82"/>
                  </a:lnTo>
                  <a:lnTo>
                    <a:pt x="80" y="84"/>
                  </a:lnTo>
                  <a:lnTo>
                    <a:pt x="75" y="86"/>
                  </a:lnTo>
                  <a:lnTo>
                    <a:pt x="70" y="90"/>
                  </a:lnTo>
                  <a:lnTo>
                    <a:pt x="70" y="90"/>
                  </a:lnTo>
                  <a:close/>
                  <a:moveTo>
                    <a:pt x="67" y="84"/>
                  </a:moveTo>
                  <a:lnTo>
                    <a:pt x="68" y="84"/>
                  </a:lnTo>
                  <a:lnTo>
                    <a:pt x="69" y="84"/>
                  </a:lnTo>
                  <a:lnTo>
                    <a:pt x="69" y="84"/>
                  </a:lnTo>
                  <a:lnTo>
                    <a:pt x="69" y="83"/>
                  </a:lnTo>
                  <a:lnTo>
                    <a:pt x="69" y="82"/>
                  </a:lnTo>
                  <a:lnTo>
                    <a:pt x="70" y="82"/>
                  </a:lnTo>
                  <a:lnTo>
                    <a:pt x="70" y="79"/>
                  </a:lnTo>
                  <a:lnTo>
                    <a:pt x="72" y="77"/>
                  </a:lnTo>
                  <a:lnTo>
                    <a:pt x="74" y="73"/>
                  </a:lnTo>
                  <a:lnTo>
                    <a:pt x="75" y="71"/>
                  </a:lnTo>
                  <a:lnTo>
                    <a:pt x="75" y="70"/>
                  </a:lnTo>
                  <a:lnTo>
                    <a:pt x="75" y="69"/>
                  </a:lnTo>
                  <a:lnTo>
                    <a:pt x="74" y="69"/>
                  </a:lnTo>
                  <a:lnTo>
                    <a:pt x="74" y="69"/>
                  </a:lnTo>
                  <a:lnTo>
                    <a:pt x="73" y="68"/>
                  </a:lnTo>
                  <a:lnTo>
                    <a:pt x="72" y="67"/>
                  </a:lnTo>
                  <a:lnTo>
                    <a:pt x="71" y="67"/>
                  </a:lnTo>
                  <a:lnTo>
                    <a:pt x="70" y="67"/>
                  </a:lnTo>
                  <a:lnTo>
                    <a:pt x="69" y="67"/>
                  </a:lnTo>
                  <a:lnTo>
                    <a:pt x="68" y="68"/>
                  </a:lnTo>
                  <a:lnTo>
                    <a:pt x="66" y="69"/>
                  </a:lnTo>
                  <a:lnTo>
                    <a:pt x="66" y="70"/>
                  </a:lnTo>
                  <a:lnTo>
                    <a:pt x="65" y="71"/>
                  </a:lnTo>
                  <a:lnTo>
                    <a:pt x="65" y="73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4" y="75"/>
                  </a:lnTo>
                  <a:lnTo>
                    <a:pt x="63" y="77"/>
                  </a:lnTo>
                  <a:lnTo>
                    <a:pt x="62" y="77"/>
                  </a:lnTo>
                  <a:lnTo>
                    <a:pt x="61" y="78"/>
                  </a:lnTo>
                  <a:lnTo>
                    <a:pt x="59" y="80"/>
                  </a:lnTo>
                  <a:lnTo>
                    <a:pt x="58" y="81"/>
                  </a:lnTo>
                  <a:lnTo>
                    <a:pt x="58" y="82"/>
                  </a:lnTo>
                  <a:lnTo>
                    <a:pt x="58" y="83"/>
                  </a:lnTo>
                  <a:lnTo>
                    <a:pt x="58" y="85"/>
                  </a:lnTo>
                  <a:lnTo>
                    <a:pt x="59" y="85"/>
                  </a:lnTo>
                  <a:lnTo>
                    <a:pt x="59" y="85"/>
                  </a:lnTo>
                  <a:lnTo>
                    <a:pt x="60" y="86"/>
                  </a:lnTo>
                  <a:lnTo>
                    <a:pt x="61" y="86"/>
                  </a:lnTo>
                  <a:lnTo>
                    <a:pt x="62" y="86"/>
                  </a:lnTo>
                  <a:lnTo>
                    <a:pt x="62" y="86"/>
                  </a:lnTo>
                  <a:lnTo>
                    <a:pt x="63" y="85"/>
                  </a:lnTo>
                  <a:lnTo>
                    <a:pt x="66" y="84"/>
                  </a:lnTo>
                  <a:lnTo>
                    <a:pt x="67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2" name="îŝļîḓè"/>
            <p:cNvSpPr/>
            <p:nvPr/>
          </p:nvSpPr>
          <p:spPr bwMode="auto">
            <a:xfrm>
              <a:off x="2708276" y="2566988"/>
              <a:ext cx="76200" cy="209550"/>
            </a:xfrm>
            <a:custGeom>
              <a:avLst/>
              <a:gdLst>
                <a:gd name="T0" fmla="*/ 1 w 48"/>
                <a:gd name="T1" fmla="*/ 31 h 132"/>
                <a:gd name="T2" fmla="*/ 9 w 48"/>
                <a:gd name="T3" fmla="*/ 20 h 132"/>
                <a:gd name="T4" fmla="*/ 26 w 48"/>
                <a:gd name="T5" fmla="*/ 4 h 132"/>
                <a:gd name="T6" fmla="*/ 34 w 48"/>
                <a:gd name="T7" fmla="*/ 0 h 132"/>
                <a:gd name="T8" fmla="*/ 40 w 48"/>
                <a:gd name="T9" fmla="*/ 1 h 132"/>
                <a:gd name="T10" fmla="*/ 41 w 48"/>
                <a:gd name="T11" fmla="*/ 4 h 132"/>
                <a:gd name="T12" fmla="*/ 38 w 48"/>
                <a:gd name="T13" fmla="*/ 20 h 132"/>
                <a:gd name="T14" fmla="*/ 32 w 48"/>
                <a:gd name="T15" fmla="*/ 60 h 132"/>
                <a:gd name="T16" fmla="*/ 28 w 48"/>
                <a:gd name="T17" fmla="*/ 65 h 132"/>
                <a:gd name="T18" fmla="*/ 20 w 48"/>
                <a:gd name="T19" fmla="*/ 70 h 132"/>
                <a:gd name="T20" fmla="*/ 20 w 48"/>
                <a:gd name="T21" fmla="*/ 81 h 132"/>
                <a:gd name="T22" fmla="*/ 22 w 48"/>
                <a:gd name="T23" fmla="*/ 90 h 132"/>
                <a:gd name="T24" fmla="*/ 31 w 48"/>
                <a:gd name="T25" fmla="*/ 90 h 132"/>
                <a:gd name="T26" fmla="*/ 35 w 48"/>
                <a:gd name="T27" fmla="*/ 91 h 132"/>
                <a:gd name="T28" fmla="*/ 35 w 48"/>
                <a:gd name="T29" fmla="*/ 97 h 132"/>
                <a:gd name="T30" fmla="*/ 27 w 48"/>
                <a:gd name="T31" fmla="*/ 114 h 132"/>
                <a:gd name="T32" fmla="*/ 26 w 48"/>
                <a:gd name="T33" fmla="*/ 120 h 132"/>
                <a:gd name="T34" fmla="*/ 34 w 48"/>
                <a:gd name="T35" fmla="*/ 117 h 132"/>
                <a:gd name="T36" fmla="*/ 42 w 48"/>
                <a:gd name="T37" fmla="*/ 114 h 132"/>
                <a:gd name="T38" fmla="*/ 47 w 48"/>
                <a:gd name="T39" fmla="*/ 118 h 132"/>
                <a:gd name="T40" fmla="*/ 48 w 48"/>
                <a:gd name="T41" fmla="*/ 124 h 132"/>
                <a:gd name="T42" fmla="*/ 41 w 48"/>
                <a:gd name="T43" fmla="*/ 129 h 132"/>
                <a:gd name="T44" fmla="*/ 30 w 48"/>
                <a:gd name="T45" fmla="*/ 132 h 132"/>
                <a:gd name="T46" fmla="*/ 16 w 48"/>
                <a:gd name="T47" fmla="*/ 131 h 132"/>
                <a:gd name="T48" fmla="*/ 13 w 48"/>
                <a:gd name="T49" fmla="*/ 128 h 132"/>
                <a:gd name="T50" fmla="*/ 15 w 48"/>
                <a:gd name="T51" fmla="*/ 124 h 132"/>
                <a:gd name="T52" fmla="*/ 16 w 48"/>
                <a:gd name="T53" fmla="*/ 121 h 132"/>
                <a:gd name="T54" fmla="*/ 16 w 48"/>
                <a:gd name="T55" fmla="*/ 108 h 132"/>
                <a:gd name="T56" fmla="*/ 12 w 48"/>
                <a:gd name="T57" fmla="*/ 106 h 132"/>
                <a:gd name="T58" fmla="*/ 10 w 48"/>
                <a:gd name="T59" fmla="*/ 102 h 132"/>
                <a:gd name="T60" fmla="*/ 12 w 48"/>
                <a:gd name="T61" fmla="*/ 91 h 132"/>
                <a:gd name="T62" fmla="*/ 7 w 48"/>
                <a:gd name="T63" fmla="*/ 81 h 132"/>
                <a:gd name="T64" fmla="*/ 4 w 48"/>
                <a:gd name="T65" fmla="*/ 78 h 132"/>
                <a:gd name="T66" fmla="*/ 8 w 48"/>
                <a:gd name="T67" fmla="*/ 73 h 132"/>
                <a:gd name="T68" fmla="*/ 10 w 48"/>
                <a:gd name="T69" fmla="*/ 62 h 132"/>
                <a:gd name="T70" fmla="*/ 10 w 48"/>
                <a:gd name="T71" fmla="*/ 60 h 132"/>
                <a:gd name="T72" fmla="*/ 5 w 48"/>
                <a:gd name="T73" fmla="*/ 60 h 132"/>
                <a:gd name="T74" fmla="*/ 4 w 48"/>
                <a:gd name="T75" fmla="*/ 56 h 132"/>
                <a:gd name="T76" fmla="*/ 8 w 48"/>
                <a:gd name="T77" fmla="*/ 52 h 132"/>
                <a:gd name="T78" fmla="*/ 12 w 48"/>
                <a:gd name="T79" fmla="*/ 49 h 132"/>
                <a:gd name="T80" fmla="*/ 14 w 48"/>
                <a:gd name="T81" fmla="*/ 34 h 132"/>
                <a:gd name="T82" fmla="*/ 19 w 48"/>
                <a:gd name="T83" fmla="*/ 32 h 132"/>
                <a:gd name="T84" fmla="*/ 20 w 48"/>
                <a:gd name="T85" fmla="*/ 39 h 132"/>
                <a:gd name="T86" fmla="*/ 20 w 48"/>
                <a:gd name="T87" fmla="*/ 49 h 132"/>
                <a:gd name="T88" fmla="*/ 23 w 48"/>
                <a:gd name="T89" fmla="*/ 49 h 132"/>
                <a:gd name="T90" fmla="*/ 30 w 48"/>
                <a:gd name="T91" fmla="*/ 18 h 132"/>
                <a:gd name="T92" fmla="*/ 30 w 48"/>
                <a:gd name="T93" fmla="*/ 10 h 132"/>
                <a:gd name="T94" fmla="*/ 18 w 48"/>
                <a:gd name="T95" fmla="*/ 21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8" h="132">
                  <a:moveTo>
                    <a:pt x="8" y="32"/>
                  </a:moveTo>
                  <a:lnTo>
                    <a:pt x="0" y="36"/>
                  </a:lnTo>
                  <a:lnTo>
                    <a:pt x="0" y="34"/>
                  </a:lnTo>
                  <a:lnTo>
                    <a:pt x="1" y="31"/>
                  </a:lnTo>
                  <a:lnTo>
                    <a:pt x="3" y="28"/>
                  </a:lnTo>
                  <a:lnTo>
                    <a:pt x="4" y="27"/>
                  </a:lnTo>
                  <a:lnTo>
                    <a:pt x="6" y="24"/>
                  </a:lnTo>
                  <a:lnTo>
                    <a:pt x="9" y="20"/>
                  </a:lnTo>
                  <a:lnTo>
                    <a:pt x="16" y="14"/>
                  </a:lnTo>
                  <a:lnTo>
                    <a:pt x="21" y="8"/>
                  </a:lnTo>
                  <a:lnTo>
                    <a:pt x="24" y="6"/>
                  </a:lnTo>
                  <a:lnTo>
                    <a:pt x="26" y="4"/>
                  </a:lnTo>
                  <a:lnTo>
                    <a:pt x="28" y="3"/>
                  </a:lnTo>
                  <a:lnTo>
                    <a:pt x="30" y="1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6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1"/>
                  </a:lnTo>
                  <a:lnTo>
                    <a:pt x="40" y="2"/>
                  </a:lnTo>
                  <a:lnTo>
                    <a:pt x="41" y="3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8"/>
                  </a:lnTo>
                  <a:lnTo>
                    <a:pt x="40" y="12"/>
                  </a:lnTo>
                  <a:lnTo>
                    <a:pt x="39" y="17"/>
                  </a:lnTo>
                  <a:lnTo>
                    <a:pt x="38" y="20"/>
                  </a:lnTo>
                  <a:lnTo>
                    <a:pt x="36" y="28"/>
                  </a:lnTo>
                  <a:lnTo>
                    <a:pt x="35" y="40"/>
                  </a:lnTo>
                  <a:lnTo>
                    <a:pt x="33" y="53"/>
                  </a:lnTo>
                  <a:lnTo>
                    <a:pt x="32" y="60"/>
                  </a:lnTo>
                  <a:lnTo>
                    <a:pt x="32" y="61"/>
                  </a:lnTo>
                  <a:lnTo>
                    <a:pt x="31" y="63"/>
                  </a:lnTo>
                  <a:lnTo>
                    <a:pt x="29" y="64"/>
                  </a:lnTo>
                  <a:lnTo>
                    <a:pt x="28" y="65"/>
                  </a:lnTo>
                  <a:lnTo>
                    <a:pt x="24" y="68"/>
                  </a:lnTo>
                  <a:lnTo>
                    <a:pt x="22" y="68"/>
                  </a:lnTo>
                  <a:lnTo>
                    <a:pt x="21" y="69"/>
                  </a:lnTo>
                  <a:lnTo>
                    <a:pt x="20" y="70"/>
                  </a:lnTo>
                  <a:lnTo>
                    <a:pt x="20" y="71"/>
                  </a:lnTo>
                  <a:lnTo>
                    <a:pt x="20" y="72"/>
                  </a:lnTo>
                  <a:lnTo>
                    <a:pt x="20" y="76"/>
                  </a:lnTo>
                  <a:lnTo>
                    <a:pt x="20" y="81"/>
                  </a:lnTo>
                  <a:lnTo>
                    <a:pt x="20" y="86"/>
                  </a:lnTo>
                  <a:lnTo>
                    <a:pt x="21" y="89"/>
                  </a:lnTo>
                  <a:lnTo>
                    <a:pt x="22" y="89"/>
                  </a:lnTo>
                  <a:lnTo>
                    <a:pt x="22" y="90"/>
                  </a:lnTo>
                  <a:lnTo>
                    <a:pt x="23" y="91"/>
                  </a:lnTo>
                  <a:lnTo>
                    <a:pt x="24" y="91"/>
                  </a:lnTo>
                  <a:lnTo>
                    <a:pt x="27" y="90"/>
                  </a:lnTo>
                  <a:lnTo>
                    <a:pt x="31" y="90"/>
                  </a:lnTo>
                  <a:lnTo>
                    <a:pt x="32" y="90"/>
                  </a:lnTo>
                  <a:lnTo>
                    <a:pt x="34" y="90"/>
                  </a:lnTo>
                  <a:lnTo>
                    <a:pt x="35" y="91"/>
                  </a:lnTo>
                  <a:lnTo>
                    <a:pt x="35" y="91"/>
                  </a:lnTo>
                  <a:lnTo>
                    <a:pt x="36" y="92"/>
                  </a:lnTo>
                  <a:lnTo>
                    <a:pt x="36" y="92"/>
                  </a:lnTo>
                  <a:lnTo>
                    <a:pt x="36" y="95"/>
                  </a:lnTo>
                  <a:lnTo>
                    <a:pt x="35" y="97"/>
                  </a:lnTo>
                  <a:lnTo>
                    <a:pt x="33" y="100"/>
                  </a:lnTo>
                  <a:lnTo>
                    <a:pt x="32" y="104"/>
                  </a:lnTo>
                  <a:lnTo>
                    <a:pt x="28" y="111"/>
                  </a:lnTo>
                  <a:lnTo>
                    <a:pt x="27" y="114"/>
                  </a:lnTo>
                  <a:lnTo>
                    <a:pt x="26" y="116"/>
                  </a:lnTo>
                  <a:lnTo>
                    <a:pt x="25" y="118"/>
                  </a:lnTo>
                  <a:lnTo>
                    <a:pt x="25" y="119"/>
                  </a:lnTo>
                  <a:lnTo>
                    <a:pt x="26" y="120"/>
                  </a:lnTo>
                  <a:lnTo>
                    <a:pt x="27" y="120"/>
                  </a:lnTo>
                  <a:lnTo>
                    <a:pt x="28" y="120"/>
                  </a:lnTo>
                  <a:lnTo>
                    <a:pt x="31" y="119"/>
                  </a:lnTo>
                  <a:lnTo>
                    <a:pt x="34" y="117"/>
                  </a:lnTo>
                  <a:lnTo>
                    <a:pt x="37" y="116"/>
                  </a:lnTo>
                  <a:lnTo>
                    <a:pt x="40" y="115"/>
                  </a:lnTo>
                  <a:lnTo>
                    <a:pt x="40" y="115"/>
                  </a:lnTo>
                  <a:lnTo>
                    <a:pt x="42" y="114"/>
                  </a:lnTo>
                  <a:lnTo>
                    <a:pt x="43" y="114"/>
                  </a:lnTo>
                  <a:lnTo>
                    <a:pt x="44" y="115"/>
                  </a:lnTo>
                  <a:lnTo>
                    <a:pt x="45" y="116"/>
                  </a:lnTo>
                  <a:lnTo>
                    <a:pt x="47" y="118"/>
                  </a:lnTo>
                  <a:lnTo>
                    <a:pt x="48" y="120"/>
                  </a:lnTo>
                  <a:lnTo>
                    <a:pt x="48" y="121"/>
                  </a:lnTo>
                  <a:lnTo>
                    <a:pt x="48" y="123"/>
                  </a:lnTo>
                  <a:lnTo>
                    <a:pt x="48" y="124"/>
                  </a:lnTo>
                  <a:lnTo>
                    <a:pt x="48" y="126"/>
                  </a:lnTo>
                  <a:lnTo>
                    <a:pt x="46" y="128"/>
                  </a:lnTo>
                  <a:lnTo>
                    <a:pt x="44" y="128"/>
                  </a:lnTo>
                  <a:lnTo>
                    <a:pt x="41" y="129"/>
                  </a:lnTo>
                  <a:lnTo>
                    <a:pt x="37" y="130"/>
                  </a:lnTo>
                  <a:lnTo>
                    <a:pt x="35" y="131"/>
                  </a:lnTo>
                  <a:lnTo>
                    <a:pt x="32" y="132"/>
                  </a:lnTo>
                  <a:lnTo>
                    <a:pt x="30" y="132"/>
                  </a:lnTo>
                  <a:lnTo>
                    <a:pt x="26" y="132"/>
                  </a:lnTo>
                  <a:lnTo>
                    <a:pt x="20" y="132"/>
                  </a:lnTo>
                  <a:lnTo>
                    <a:pt x="18" y="132"/>
                  </a:lnTo>
                  <a:lnTo>
                    <a:pt x="16" y="131"/>
                  </a:lnTo>
                  <a:lnTo>
                    <a:pt x="15" y="130"/>
                  </a:lnTo>
                  <a:lnTo>
                    <a:pt x="14" y="130"/>
                  </a:lnTo>
                  <a:lnTo>
                    <a:pt x="13" y="128"/>
                  </a:lnTo>
                  <a:lnTo>
                    <a:pt x="13" y="128"/>
                  </a:lnTo>
                  <a:lnTo>
                    <a:pt x="13" y="127"/>
                  </a:lnTo>
                  <a:lnTo>
                    <a:pt x="13" y="125"/>
                  </a:lnTo>
                  <a:lnTo>
                    <a:pt x="14" y="124"/>
                  </a:lnTo>
                  <a:lnTo>
                    <a:pt x="15" y="124"/>
                  </a:lnTo>
                  <a:lnTo>
                    <a:pt x="16" y="124"/>
                  </a:lnTo>
                  <a:lnTo>
                    <a:pt x="16" y="123"/>
                  </a:lnTo>
                  <a:lnTo>
                    <a:pt x="17" y="122"/>
                  </a:lnTo>
                  <a:lnTo>
                    <a:pt x="16" y="121"/>
                  </a:lnTo>
                  <a:lnTo>
                    <a:pt x="16" y="118"/>
                  </a:lnTo>
                  <a:lnTo>
                    <a:pt x="16" y="113"/>
                  </a:lnTo>
                  <a:lnTo>
                    <a:pt x="16" y="111"/>
                  </a:lnTo>
                  <a:lnTo>
                    <a:pt x="16" y="108"/>
                  </a:lnTo>
                  <a:lnTo>
                    <a:pt x="16" y="108"/>
                  </a:lnTo>
                  <a:lnTo>
                    <a:pt x="16" y="107"/>
                  </a:lnTo>
                  <a:lnTo>
                    <a:pt x="14" y="107"/>
                  </a:lnTo>
                  <a:lnTo>
                    <a:pt x="12" y="106"/>
                  </a:lnTo>
                  <a:lnTo>
                    <a:pt x="11" y="104"/>
                  </a:lnTo>
                  <a:lnTo>
                    <a:pt x="10" y="104"/>
                  </a:lnTo>
                  <a:lnTo>
                    <a:pt x="10" y="103"/>
                  </a:lnTo>
                  <a:lnTo>
                    <a:pt x="10" y="102"/>
                  </a:lnTo>
                  <a:lnTo>
                    <a:pt x="12" y="100"/>
                  </a:lnTo>
                  <a:lnTo>
                    <a:pt x="13" y="98"/>
                  </a:lnTo>
                  <a:lnTo>
                    <a:pt x="13" y="95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1" y="85"/>
                  </a:lnTo>
                  <a:lnTo>
                    <a:pt x="9" y="84"/>
                  </a:lnTo>
                  <a:lnTo>
                    <a:pt x="7" y="81"/>
                  </a:lnTo>
                  <a:lnTo>
                    <a:pt x="5" y="80"/>
                  </a:lnTo>
                  <a:lnTo>
                    <a:pt x="5" y="79"/>
                  </a:lnTo>
                  <a:lnTo>
                    <a:pt x="4" y="79"/>
                  </a:lnTo>
                  <a:lnTo>
                    <a:pt x="4" y="78"/>
                  </a:lnTo>
                  <a:lnTo>
                    <a:pt x="5" y="77"/>
                  </a:lnTo>
                  <a:lnTo>
                    <a:pt x="5" y="76"/>
                  </a:lnTo>
                  <a:lnTo>
                    <a:pt x="7" y="75"/>
                  </a:lnTo>
                  <a:lnTo>
                    <a:pt x="8" y="73"/>
                  </a:lnTo>
                  <a:lnTo>
                    <a:pt x="8" y="70"/>
                  </a:lnTo>
                  <a:lnTo>
                    <a:pt x="9" y="67"/>
                  </a:lnTo>
                  <a:lnTo>
                    <a:pt x="9" y="64"/>
                  </a:lnTo>
                  <a:lnTo>
                    <a:pt x="10" y="62"/>
                  </a:lnTo>
                  <a:lnTo>
                    <a:pt x="11" y="61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10" y="60"/>
                  </a:lnTo>
                  <a:lnTo>
                    <a:pt x="8" y="60"/>
                  </a:lnTo>
                  <a:lnTo>
                    <a:pt x="8" y="60"/>
                  </a:lnTo>
                  <a:lnTo>
                    <a:pt x="7" y="60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4" y="58"/>
                  </a:lnTo>
                  <a:lnTo>
                    <a:pt x="4" y="57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5" y="54"/>
                  </a:lnTo>
                  <a:lnTo>
                    <a:pt x="7" y="53"/>
                  </a:lnTo>
                  <a:lnTo>
                    <a:pt x="8" y="52"/>
                  </a:lnTo>
                  <a:lnTo>
                    <a:pt x="10" y="52"/>
                  </a:lnTo>
                  <a:lnTo>
                    <a:pt x="11" y="52"/>
                  </a:lnTo>
                  <a:lnTo>
                    <a:pt x="12" y="51"/>
                  </a:lnTo>
                  <a:lnTo>
                    <a:pt x="12" y="49"/>
                  </a:lnTo>
                  <a:lnTo>
                    <a:pt x="13" y="45"/>
                  </a:lnTo>
                  <a:lnTo>
                    <a:pt x="13" y="40"/>
                  </a:lnTo>
                  <a:lnTo>
                    <a:pt x="14" y="35"/>
                  </a:lnTo>
                  <a:lnTo>
                    <a:pt x="14" y="34"/>
                  </a:lnTo>
                  <a:lnTo>
                    <a:pt x="15" y="34"/>
                  </a:lnTo>
                  <a:lnTo>
                    <a:pt x="16" y="32"/>
                  </a:lnTo>
                  <a:lnTo>
                    <a:pt x="17" y="32"/>
                  </a:lnTo>
                  <a:lnTo>
                    <a:pt x="19" y="32"/>
                  </a:lnTo>
                  <a:lnTo>
                    <a:pt x="19" y="32"/>
                  </a:lnTo>
                  <a:lnTo>
                    <a:pt x="20" y="33"/>
                  </a:lnTo>
                  <a:lnTo>
                    <a:pt x="20" y="36"/>
                  </a:lnTo>
                  <a:lnTo>
                    <a:pt x="20" y="39"/>
                  </a:lnTo>
                  <a:lnTo>
                    <a:pt x="20" y="41"/>
                  </a:lnTo>
                  <a:lnTo>
                    <a:pt x="20" y="44"/>
                  </a:lnTo>
                  <a:lnTo>
                    <a:pt x="20" y="47"/>
                  </a:lnTo>
                  <a:lnTo>
                    <a:pt x="20" y="49"/>
                  </a:lnTo>
                  <a:lnTo>
                    <a:pt x="21" y="50"/>
                  </a:lnTo>
                  <a:lnTo>
                    <a:pt x="22" y="50"/>
                  </a:lnTo>
                  <a:lnTo>
                    <a:pt x="22" y="50"/>
                  </a:lnTo>
                  <a:lnTo>
                    <a:pt x="23" y="49"/>
                  </a:lnTo>
                  <a:lnTo>
                    <a:pt x="24" y="44"/>
                  </a:lnTo>
                  <a:lnTo>
                    <a:pt x="27" y="34"/>
                  </a:lnTo>
                  <a:lnTo>
                    <a:pt x="28" y="24"/>
                  </a:lnTo>
                  <a:lnTo>
                    <a:pt x="30" y="18"/>
                  </a:lnTo>
                  <a:lnTo>
                    <a:pt x="31" y="15"/>
                  </a:lnTo>
                  <a:lnTo>
                    <a:pt x="31" y="12"/>
                  </a:lnTo>
                  <a:lnTo>
                    <a:pt x="30" y="11"/>
                  </a:lnTo>
                  <a:lnTo>
                    <a:pt x="30" y="10"/>
                  </a:lnTo>
                  <a:lnTo>
                    <a:pt x="29" y="10"/>
                  </a:lnTo>
                  <a:lnTo>
                    <a:pt x="28" y="11"/>
                  </a:lnTo>
                  <a:lnTo>
                    <a:pt x="24" y="16"/>
                  </a:lnTo>
                  <a:lnTo>
                    <a:pt x="18" y="21"/>
                  </a:lnTo>
                  <a:lnTo>
                    <a:pt x="12" y="26"/>
                  </a:lnTo>
                  <a:lnTo>
                    <a:pt x="8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3" name="îš1îḋè"/>
            <p:cNvSpPr/>
            <p:nvPr/>
          </p:nvSpPr>
          <p:spPr bwMode="auto">
            <a:xfrm>
              <a:off x="2684463" y="2625726"/>
              <a:ext cx="26988" cy="47625"/>
            </a:xfrm>
            <a:custGeom>
              <a:avLst/>
              <a:gdLst>
                <a:gd name="T0" fmla="*/ 2 w 17"/>
                <a:gd name="T1" fmla="*/ 6 h 30"/>
                <a:gd name="T2" fmla="*/ 1 w 17"/>
                <a:gd name="T3" fmla="*/ 5 h 30"/>
                <a:gd name="T4" fmla="*/ 0 w 17"/>
                <a:gd name="T5" fmla="*/ 3 h 30"/>
                <a:gd name="T6" fmla="*/ 0 w 17"/>
                <a:gd name="T7" fmla="*/ 3 h 30"/>
                <a:gd name="T8" fmla="*/ 0 w 17"/>
                <a:gd name="T9" fmla="*/ 3 h 30"/>
                <a:gd name="T10" fmla="*/ 1 w 17"/>
                <a:gd name="T11" fmla="*/ 2 h 30"/>
                <a:gd name="T12" fmla="*/ 3 w 17"/>
                <a:gd name="T13" fmla="*/ 1 h 30"/>
                <a:gd name="T14" fmla="*/ 6 w 17"/>
                <a:gd name="T15" fmla="*/ 1 h 30"/>
                <a:gd name="T16" fmla="*/ 9 w 17"/>
                <a:gd name="T17" fmla="*/ 0 h 30"/>
                <a:gd name="T18" fmla="*/ 11 w 17"/>
                <a:gd name="T19" fmla="*/ 0 h 30"/>
                <a:gd name="T20" fmla="*/ 12 w 17"/>
                <a:gd name="T21" fmla="*/ 1 h 30"/>
                <a:gd name="T22" fmla="*/ 13 w 17"/>
                <a:gd name="T23" fmla="*/ 2 h 30"/>
                <a:gd name="T24" fmla="*/ 14 w 17"/>
                <a:gd name="T25" fmla="*/ 3 h 30"/>
                <a:gd name="T26" fmla="*/ 15 w 17"/>
                <a:gd name="T27" fmla="*/ 7 h 30"/>
                <a:gd name="T28" fmla="*/ 15 w 17"/>
                <a:gd name="T29" fmla="*/ 14 h 30"/>
                <a:gd name="T30" fmla="*/ 16 w 17"/>
                <a:gd name="T31" fmla="*/ 19 h 30"/>
                <a:gd name="T32" fmla="*/ 17 w 17"/>
                <a:gd name="T33" fmla="*/ 23 h 30"/>
                <a:gd name="T34" fmla="*/ 17 w 17"/>
                <a:gd name="T35" fmla="*/ 25 h 30"/>
                <a:gd name="T36" fmla="*/ 17 w 17"/>
                <a:gd name="T37" fmla="*/ 27 h 30"/>
                <a:gd name="T38" fmla="*/ 16 w 17"/>
                <a:gd name="T39" fmla="*/ 28 h 30"/>
                <a:gd name="T40" fmla="*/ 15 w 17"/>
                <a:gd name="T41" fmla="*/ 29 h 30"/>
                <a:gd name="T42" fmla="*/ 14 w 17"/>
                <a:gd name="T43" fmla="*/ 30 h 30"/>
                <a:gd name="T44" fmla="*/ 11 w 17"/>
                <a:gd name="T45" fmla="*/ 30 h 30"/>
                <a:gd name="T46" fmla="*/ 10 w 17"/>
                <a:gd name="T47" fmla="*/ 30 h 30"/>
                <a:gd name="T48" fmla="*/ 8 w 17"/>
                <a:gd name="T49" fmla="*/ 29 h 30"/>
                <a:gd name="T50" fmla="*/ 7 w 17"/>
                <a:gd name="T51" fmla="*/ 28 h 30"/>
                <a:gd name="T52" fmla="*/ 7 w 17"/>
                <a:gd name="T53" fmla="*/ 27 h 30"/>
                <a:gd name="T54" fmla="*/ 6 w 17"/>
                <a:gd name="T55" fmla="*/ 23 h 30"/>
                <a:gd name="T56" fmla="*/ 6 w 17"/>
                <a:gd name="T57" fmla="*/ 19 h 30"/>
                <a:gd name="T58" fmla="*/ 5 w 17"/>
                <a:gd name="T59" fmla="*/ 15 h 30"/>
                <a:gd name="T60" fmla="*/ 4 w 17"/>
                <a:gd name="T61" fmla="*/ 11 h 30"/>
                <a:gd name="T62" fmla="*/ 3 w 17"/>
                <a:gd name="T63" fmla="*/ 8 h 30"/>
                <a:gd name="T64" fmla="*/ 3 w 17"/>
                <a:gd name="T65" fmla="*/ 7 h 30"/>
                <a:gd name="T66" fmla="*/ 3 w 17"/>
                <a:gd name="T67" fmla="*/ 7 h 30"/>
                <a:gd name="T68" fmla="*/ 2 w 17"/>
                <a:gd name="T69" fmla="*/ 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" h="30">
                  <a:moveTo>
                    <a:pt x="2" y="6"/>
                  </a:move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2"/>
                  </a:lnTo>
                  <a:lnTo>
                    <a:pt x="3" y="1"/>
                  </a:lnTo>
                  <a:lnTo>
                    <a:pt x="6" y="1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2" y="1"/>
                  </a:lnTo>
                  <a:lnTo>
                    <a:pt x="13" y="2"/>
                  </a:lnTo>
                  <a:lnTo>
                    <a:pt x="14" y="3"/>
                  </a:lnTo>
                  <a:lnTo>
                    <a:pt x="15" y="7"/>
                  </a:lnTo>
                  <a:lnTo>
                    <a:pt x="15" y="14"/>
                  </a:lnTo>
                  <a:lnTo>
                    <a:pt x="16" y="19"/>
                  </a:lnTo>
                  <a:lnTo>
                    <a:pt x="17" y="23"/>
                  </a:lnTo>
                  <a:lnTo>
                    <a:pt x="17" y="25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5" y="29"/>
                  </a:lnTo>
                  <a:lnTo>
                    <a:pt x="14" y="30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7" y="27"/>
                  </a:lnTo>
                  <a:lnTo>
                    <a:pt x="6" y="23"/>
                  </a:lnTo>
                  <a:lnTo>
                    <a:pt x="6" y="19"/>
                  </a:lnTo>
                  <a:lnTo>
                    <a:pt x="5" y="15"/>
                  </a:lnTo>
                  <a:lnTo>
                    <a:pt x="4" y="11"/>
                  </a:ln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2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4" name="ïṡḷiḓé"/>
            <p:cNvSpPr/>
            <p:nvPr/>
          </p:nvSpPr>
          <p:spPr bwMode="auto">
            <a:xfrm>
              <a:off x="2617788" y="2617788"/>
              <a:ext cx="65088" cy="158750"/>
            </a:xfrm>
            <a:custGeom>
              <a:avLst/>
              <a:gdLst>
                <a:gd name="T0" fmla="*/ 14 w 41"/>
                <a:gd name="T1" fmla="*/ 26 h 100"/>
                <a:gd name="T2" fmla="*/ 10 w 41"/>
                <a:gd name="T3" fmla="*/ 30 h 100"/>
                <a:gd name="T4" fmla="*/ 5 w 41"/>
                <a:gd name="T5" fmla="*/ 28 h 100"/>
                <a:gd name="T6" fmla="*/ 1 w 41"/>
                <a:gd name="T7" fmla="*/ 26 h 100"/>
                <a:gd name="T8" fmla="*/ 0 w 41"/>
                <a:gd name="T9" fmla="*/ 24 h 100"/>
                <a:gd name="T10" fmla="*/ 2 w 41"/>
                <a:gd name="T11" fmla="*/ 19 h 100"/>
                <a:gd name="T12" fmla="*/ 10 w 41"/>
                <a:gd name="T13" fmla="*/ 12 h 100"/>
                <a:gd name="T14" fmla="*/ 21 w 41"/>
                <a:gd name="T15" fmla="*/ 4 h 100"/>
                <a:gd name="T16" fmla="*/ 29 w 41"/>
                <a:gd name="T17" fmla="*/ 0 h 100"/>
                <a:gd name="T18" fmla="*/ 30 w 41"/>
                <a:gd name="T19" fmla="*/ 0 h 100"/>
                <a:gd name="T20" fmla="*/ 33 w 41"/>
                <a:gd name="T21" fmla="*/ 4 h 100"/>
                <a:gd name="T22" fmla="*/ 35 w 41"/>
                <a:gd name="T23" fmla="*/ 8 h 100"/>
                <a:gd name="T24" fmla="*/ 33 w 41"/>
                <a:gd name="T25" fmla="*/ 16 h 100"/>
                <a:gd name="T26" fmla="*/ 32 w 41"/>
                <a:gd name="T27" fmla="*/ 30 h 100"/>
                <a:gd name="T28" fmla="*/ 31 w 41"/>
                <a:gd name="T29" fmla="*/ 44 h 100"/>
                <a:gd name="T30" fmla="*/ 33 w 41"/>
                <a:gd name="T31" fmla="*/ 46 h 100"/>
                <a:gd name="T32" fmla="*/ 35 w 41"/>
                <a:gd name="T33" fmla="*/ 48 h 100"/>
                <a:gd name="T34" fmla="*/ 31 w 41"/>
                <a:gd name="T35" fmla="*/ 54 h 100"/>
                <a:gd name="T36" fmla="*/ 32 w 41"/>
                <a:gd name="T37" fmla="*/ 57 h 100"/>
                <a:gd name="T38" fmla="*/ 35 w 41"/>
                <a:gd name="T39" fmla="*/ 58 h 100"/>
                <a:gd name="T40" fmla="*/ 37 w 41"/>
                <a:gd name="T41" fmla="*/ 54 h 100"/>
                <a:gd name="T42" fmla="*/ 41 w 41"/>
                <a:gd name="T43" fmla="*/ 48 h 100"/>
                <a:gd name="T44" fmla="*/ 35 w 41"/>
                <a:gd name="T45" fmla="*/ 72 h 100"/>
                <a:gd name="T46" fmla="*/ 30 w 41"/>
                <a:gd name="T47" fmla="*/ 88 h 100"/>
                <a:gd name="T48" fmla="*/ 25 w 41"/>
                <a:gd name="T49" fmla="*/ 96 h 100"/>
                <a:gd name="T50" fmla="*/ 21 w 41"/>
                <a:gd name="T51" fmla="*/ 100 h 100"/>
                <a:gd name="T52" fmla="*/ 17 w 41"/>
                <a:gd name="T53" fmla="*/ 100 h 100"/>
                <a:gd name="T54" fmla="*/ 15 w 41"/>
                <a:gd name="T55" fmla="*/ 97 h 100"/>
                <a:gd name="T56" fmla="*/ 16 w 41"/>
                <a:gd name="T57" fmla="*/ 89 h 100"/>
                <a:gd name="T58" fmla="*/ 18 w 41"/>
                <a:gd name="T59" fmla="*/ 82 h 100"/>
                <a:gd name="T60" fmla="*/ 21 w 41"/>
                <a:gd name="T61" fmla="*/ 74 h 100"/>
                <a:gd name="T62" fmla="*/ 20 w 41"/>
                <a:gd name="T63" fmla="*/ 68 h 100"/>
                <a:gd name="T64" fmla="*/ 18 w 41"/>
                <a:gd name="T65" fmla="*/ 65 h 100"/>
                <a:gd name="T66" fmla="*/ 9 w 41"/>
                <a:gd name="T67" fmla="*/ 69 h 100"/>
                <a:gd name="T68" fmla="*/ 5 w 41"/>
                <a:gd name="T69" fmla="*/ 70 h 100"/>
                <a:gd name="T70" fmla="*/ 5 w 41"/>
                <a:gd name="T71" fmla="*/ 68 h 100"/>
                <a:gd name="T72" fmla="*/ 5 w 41"/>
                <a:gd name="T73" fmla="*/ 61 h 100"/>
                <a:gd name="T74" fmla="*/ 7 w 41"/>
                <a:gd name="T75" fmla="*/ 61 h 100"/>
                <a:gd name="T76" fmla="*/ 9 w 41"/>
                <a:gd name="T77" fmla="*/ 59 h 100"/>
                <a:gd name="T78" fmla="*/ 17 w 41"/>
                <a:gd name="T79" fmla="*/ 54 h 100"/>
                <a:gd name="T80" fmla="*/ 20 w 41"/>
                <a:gd name="T81" fmla="*/ 50 h 100"/>
                <a:gd name="T82" fmla="*/ 20 w 41"/>
                <a:gd name="T83" fmla="*/ 40 h 100"/>
                <a:gd name="T84" fmla="*/ 19 w 41"/>
                <a:gd name="T85" fmla="*/ 25 h 100"/>
                <a:gd name="T86" fmla="*/ 17 w 41"/>
                <a:gd name="T87" fmla="*/ 2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1" h="100">
                  <a:moveTo>
                    <a:pt x="17" y="24"/>
                  </a:moveTo>
                  <a:lnTo>
                    <a:pt x="16" y="24"/>
                  </a:lnTo>
                  <a:lnTo>
                    <a:pt x="14" y="26"/>
                  </a:lnTo>
                  <a:lnTo>
                    <a:pt x="13" y="28"/>
                  </a:lnTo>
                  <a:lnTo>
                    <a:pt x="12" y="28"/>
                  </a:lnTo>
                  <a:lnTo>
                    <a:pt x="10" y="30"/>
                  </a:lnTo>
                  <a:lnTo>
                    <a:pt x="9" y="30"/>
                  </a:lnTo>
                  <a:lnTo>
                    <a:pt x="7" y="29"/>
                  </a:lnTo>
                  <a:lnTo>
                    <a:pt x="5" y="28"/>
                  </a:lnTo>
                  <a:lnTo>
                    <a:pt x="3" y="28"/>
                  </a:lnTo>
                  <a:lnTo>
                    <a:pt x="1" y="27"/>
                  </a:lnTo>
                  <a:lnTo>
                    <a:pt x="1" y="26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5" y="16"/>
                  </a:lnTo>
                  <a:lnTo>
                    <a:pt x="8" y="14"/>
                  </a:lnTo>
                  <a:lnTo>
                    <a:pt x="10" y="12"/>
                  </a:lnTo>
                  <a:lnTo>
                    <a:pt x="16" y="8"/>
                  </a:lnTo>
                  <a:lnTo>
                    <a:pt x="18" y="6"/>
                  </a:lnTo>
                  <a:lnTo>
                    <a:pt x="21" y="4"/>
                  </a:lnTo>
                  <a:lnTo>
                    <a:pt x="25" y="1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1" y="2"/>
                  </a:lnTo>
                  <a:lnTo>
                    <a:pt x="33" y="4"/>
                  </a:lnTo>
                  <a:lnTo>
                    <a:pt x="34" y="5"/>
                  </a:lnTo>
                  <a:lnTo>
                    <a:pt x="35" y="6"/>
                  </a:lnTo>
                  <a:lnTo>
                    <a:pt x="35" y="8"/>
                  </a:lnTo>
                  <a:lnTo>
                    <a:pt x="35" y="8"/>
                  </a:lnTo>
                  <a:lnTo>
                    <a:pt x="35" y="12"/>
                  </a:lnTo>
                  <a:lnTo>
                    <a:pt x="33" y="16"/>
                  </a:lnTo>
                  <a:lnTo>
                    <a:pt x="33" y="21"/>
                  </a:lnTo>
                  <a:lnTo>
                    <a:pt x="32" y="24"/>
                  </a:lnTo>
                  <a:lnTo>
                    <a:pt x="32" y="30"/>
                  </a:lnTo>
                  <a:lnTo>
                    <a:pt x="31" y="36"/>
                  </a:lnTo>
                  <a:lnTo>
                    <a:pt x="31" y="43"/>
                  </a:lnTo>
                  <a:lnTo>
                    <a:pt x="31" y="44"/>
                  </a:lnTo>
                  <a:lnTo>
                    <a:pt x="31" y="45"/>
                  </a:lnTo>
                  <a:lnTo>
                    <a:pt x="33" y="46"/>
                  </a:lnTo>
                  <a:lnTo>
                    <a:pt x="33" y="46"/>
                  </a:lnTo>
                  <a:lnTo>
                    <a:pt x="34" y="47"/>
                  </a:lnTo>
                  <a:lnTo>
                    <a:pt x="35" y="48"/>
                  </a:lnTo>
                  <a:lnTo>
                    <a:pt x="35" y="48"/>
                  </a:lnTo>
                  <a:lnTo>
                    <a:pt x="33" y="51"/>
                  </a:lnTo>
                  <a:lnTo>
                    <a:pt x="32" y="53"/>
                  </a:lnTo>
                  <a:lnTo>
                    <a:pt x="31" y="54"/>
                  </a:lnTo>
                  <a:lnTo>
                    <a:pt x="31" y="56"/>
                  </a:lnTo>
                  <a:lnTo>
                    <a:pt x="31" y="56"/>
                  </a:lnTo>
                  <a:lnTo>
                    <a:pt x="32" y="57"/>
                  </a:lnTo>
                  <a:lnTo>
                    <a:pt x="33" y="57"/>
                  </a:lnTo>
                  <a:lnTo>
                    <a:pt x="34" y="58"/>
                  </a:lnTo>
                  <a:lnTo>
                    <a:pt x="35" y="58"/>
                  </a:lnTo>
                  <a:lnTo>
                    <a:pt x="36" y="57"/>
                  </a:lnTo>
                  <a:lnTo>
                    <a:pt x="37" y="56"/>
                  </a:lnTo>
                  <a:lnTo>
                    <a:pt x="37" y="54"/>
                  </a:lnTo>
                  <a:lnTo>
                    <a:pt x="39" y="49"/>
                  </a:lnTo>
                  <a:lnTo>
                    <a:pt x="41" y="47"/>
                  </a:lnTo>
                  <a:lnTo>
                    <a:pt x="41" y="48"/>
                  </a:lnTo>
                  <a:lnTo>
                    <a:pt x="40" y="54"/>
                  </a:lnTo>
                  <a:lnTo>
                    <a:pt x="38" y="61"/>
                  </a:lnTo>
                  <a:lnTo>
                    <a:pt x="35" y="72"/>
                  </a:lnTo>
                  <a:lnTo>
                    <a:pt x="33" y="79"/>
                  </a:lnTo>
                  <a:lnTo>
                    <a:pt x="32" y="84"/>
                  </a:lnTo>
                  <a:lnTo>
                    <a:pt x="30" y="88"/>
                  </a:lnTo>
                  <a:lnTo>
                    <a:pt x="29" y="92"/>
                  </a:lnTo>
                  <a:lnTo>
                    <a:pt x="27" y="94"/>
                  </a:lnTo>
                  <a:lnTo>
                    <a:pt x="25" y="96"/>
                  </a:lnTo>
                  <a:lnTo>
                    <a:pt x="24" y="98"/>
                  </a:lnTo>
                  <a:lnTo>
                    <a:pt x="22" y="99"/>
                  </a:lnTo>
                  <a:lnTo>
                    <a:pt x="21" y="100"/>
                  </a:lnTo>
                  <a:lnTo>
                    <a:pt x="20" y="100"/>
                  </a:lnTo>
                  <a:lnTo>
                    <a:pt x="18" y="100"/>
                  </a:lnTo>
                  <a:lnTo>
                    <a:pt x="17" y="100"/>
                  </a:lnTo>
                  <a:lnTo>
                    <a:pt x="16" y="100"/>
                  </a:lnTo>
                  <a:lnTo>
                    <a:pt x="15" y="98"/>
                  </a:lnTo>
                  <a:lnTo>
                    <a:pt x="15" y="97"/>
                  </a:lnTo>
                  <a:lnTo>
                    <a:pt x="15" y="96"/>
                  </a:lnTo>
                  <a:lnTo>
                    <a:pt x="16" y="92"/>
                  </a:lnTo>
                  <a:lnTo>
                    <a:pt x="16" y="89"/>
                  </a:lnTo>
                  <a:lnTo>
                    <a:pt x="17" y="87"/>
                  </a:lnTo>
                  <a:lnTo>
                    <a:pt x="17" y="84"/>
                  </a:lnTo>
                  <a:lnTo>
                    <a:pt x="18" y="82"/>
                  </a:lnTo>
                  <a:lnTo>
                    <a:pt x="19" y="79"/>
                  </a:lnTo>
                  <a:lnTo>
                    <a:pt x="20" y="76"/>
                  </a:lnTo>
                  <a:lnTo>
                    <a:pt x="21" y="74"/>
                  </a:lnTo>
                  <a:lnTo>
                    <a:pt x="21" y="72"/>
                  </a:lnTo>
                  <a:lnTo>
                    <a:pt x="21" y="69"/>
                  </a:lnTo>
                  <a:lnTo>
                    <a:pt x="20" y="68"/>
                  </a:lnTo>
                  <a:lnTo>
                    <a:pt x="20" y="67"/>
                  </a:lnTo>
                  <a:lnTo>
                    <a:pt x="19" y="65"/>
                  </a:lnTo>
                  <a:lnTo>
                    <a:pt x="18" y="65"/>
                  </a:lnTo>
                  <a:lnTo>
                    <a:pt x="16" y="66"/>
                  </a:lnTo>
                  <a:lnTo>
                    <a:pt x="13" y="68"/>
                  </a:lnTo>
                  <a:lnTo>
                    <a:pt x="9" y="69"/>
                  </a:lnTo>
                  <a:lnTo>
                    <a:pt x="6" y="70"/>
                  </a:lnTo>
                  <a:lnTo>
                    <a:pt x="5" y="70"/>
                  </a:lnTo>
                  <a:lnTo>
                    <a:pt x="5" y="70"/>
                  </a:lnTo>
                  <a:lnTo>
                    <a:pt x="5" y="69"/>
                  </a:lnTo>
                  <a:lnTo>
                    <a:pt x="5" y="69"/>
                  </a:lnTo>
                  <a:lnTo>
                    <a:pt x="5" y="68"/>
                  </a:lnTo>
                  <a:lnTo>
                    <a:pt x="5" y="66"/>
                  </a:lnTo>
                  <a:lnTo>
                    <a:pt x="5" y="63"/>
                  </a:lnTo>
                  <a:lnTo>
                    <a:pt x="5" y="61"/>
                  </a:lnTo>
                  <a:lnTo>
                    <a:pt x="6" y="61"/>
                  </a:lnTo>
                  <a:lnTo>
                    <a:pt x="6" y="61"/>
                  </a:lnTo>
                  <a:lnTo>
                    <a:pt x="7" y="61"/>
                  </a:lnTo>
                  <a:lnTo>
                    <a:pt x="7" y="61"/>
                  </a:lnTo>
                  <a:lnTo>
                    <a:pt x="8" y="60"/>
                  </a:lnTo>
                  <a:lnTo>
                    <a:pt x="9" y="59"/>
                  </a:lnTo>
                  <a:lnTo>
                    <a:pt x="14" y="55"/>
                  </a:lnTo>
                  <a:lnTo>
                    <a:pt x="16" y="54"/>
                  </a:lnTo>
                  <a:lnTo>
                    <a:pt x="17" y="54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1" y="48"/>
                  </a:lnTo>
                  <a:lnTo>
                    <a:pt x="21" y="46"/>
                  </a:lnTo>
                  <a:lnTo>
                    <a:pt x="20" y="40"/>
                  </a:lnTo>
                  <a:lnTo>
                    <a:pt x="20" y="34"/>
                  </a:lnTo>
                  <a:lnTo>
                    <a:pt x="20" y="28"/>
                  </a:lnTo>
                  <a:lnTo>
                    <a:pt x="19" y="25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7" y="24"/>
                  </a:lnTo>
                  <a:lnTo>
                    <a:pt x="17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5" name="íṩḻîḑé"/>
            <p:cNvSpPr/>
            <p:nvPr/>
          </p:nvSpPr>
          <p:spPr bwMode="auto">
            <a:xfrm>
              <a:off x="2997201" y="2633663"/>
              <a:ext cx="184150" cy="139700"/>
            </a:xfrm>
            <a:custGeom>
              <a:avLst/>
              <a:gdLst>
                <a:gd name="T0" fmla="*/ 51 w 116"/>
                <a:gd name="T1" fmla="*/ 2 h 88"/>
                <a:gd name="T2" fmla="*/ 53 w 116"/>
                <a:gd name="T3" fmla="*/ 0 h 88"/>
                <a:gd name="T4" fmla="*/ 56 w 116"/>
                <a:gd name="T5" fmla="*/ 1 h 88"/>
                <a:gd name="T6" fmla="*/ 62 w 116"/>
                <a:gd name="T7" fmla="*/ 3 h 88"/>
                <a:gd name="T8" fmla="*/ 69 w 116"/>
                <a:gd name="T9" fmla="*/ 6 h 88"/>
                <a:gd name="T10" fmla="*/ 88 w 116"/>
                <a:gd name="T11" fmla="*/ 10 h 88"/>
                <a:gd name="T12" fmla="*/ 98 w 116"/>
                <a:gd name="T13" fmla="*/ 10 h 88"/>
                <a:gd name="T14" fmla="*/ 107 w 116"/>
                <a:gd name="T15" fmla="*/ 11 h 88"/>
                <a:gd name="T16" fmla="*/ 116 w 116"/>
                <a:gd name="T17" fmla="*/ 18 h 88"/>
                <a:gd name="T18" fmla="*/ 115 w 116"/>
                <a:gd name="T19" fmla="*/ 22 h 88"/>
                <a:gd name="T20" fmla="*/ 113 w 116"/>
                <a:gd name="T21" fmla="*/ 26 h 88"/>
                <a:gd name="T22" fmla="*/ 95 w 116"/>
                <a:gd name="T23" fmla="*/ 39 h 88"/>
                <a:gd name="T24" fmla="*/ 79 w 116"/>
                <a:gd name="T25" fmla="*/ 54 h 88"/>
                <a:gd name="T26" fmla="*/ 75 w 116"/>
                <a:gd name="T27" fmla="*/ 60 h 88"/>
                <a:gd name="T28" fmla="*/ 77 w 116"/>
                <a:gd name="T29" fmla="*/ 61 h 88"/>
                <a:gd name="T30" fmla="*/ 87 w 116"/>
                <a:gd name="T31" fmla="*/ 58 h 88"/>
                <a:gd name="T32" fmla="*/ 93 w 116"/>
                <a:gd name="T33" fmla="*/ 59 h 88"/>
                <a:gd name="T34" fmla="*/ 96 w 116"/>
                <a:gd name="T35" fmla="*/ 63 h 88"/>
                <a:gd name="T36" fmla="*/ 95 w 116"/>
                <a:gd name="T37" fmla="*/ 68 h 88"/>
                <a:gd name="T38" fmla="*/ 92 w 116"/>
                <a:gd name="T39" fmla="*/ 70 h 88"/>
                <a:gd name="T40" fmla="*/ 88 w 116"/>
                <a:gd name="T41" fmla="*/ 71 h 88"/>
                <a:gd name="T42" fmla="*/ 80 w 116"/>
                <a:gd name="T43" fmla="*/ 70 h 88"/>
                <a:gd name="T44" fmla="*/ 68 w 116"/>
                <a:gd name="T45" fmla="*/ 71 h 88"/>
                <a:gd name="T46" fmla="*/ 43 w 116"/>
                <a:gd name="T47" fmla="*/ 78 h 88"/>
                <a:gd name="T48" fmla="*/ 27 w 116"/>
                <a:gd name="T49" fmla="*/ 84 h 88"/>
                <a:gd name="T50" fmla="*/ 21 w 116"/>
                <a:gd name="T51" fmla="*/ 87 h 88"/>
                <a:gd name="T52" fmla="*/ 19 w 116"/>
                <a:gd name="T53" fmla="*/ 88 h 88"/>
                <a:gd name="T54" fmla="*/ 11 w 116"/>
                <a:gd name="T55" fmla="*/ 84 h 88"/>
                <a:gd name="T56" fmla="*/ 3 w 116"/>
                <a:gd name="T57" fmla="*/ 79 h 88"/>
                <a:gd name="T58" fmla="*/ 1 w 116"/>
                <a:gd name="T59" fmla="*/ 74 h 88"/>
                <a:gd name="T60" fmla="*/ 0 w 116"/>
                <a:gd name="T61" fmla="*/ 68 h 88"/>
                <a:gd name="T62" fmla="*/ 2 w 116"/>
                <a:gd name="T63" fmla="*/ 66 h 88"/>
                <a:gd name="T64" fmla="*/ 9 w 116"/>
                <a:gd name="T65" fmla="*/ 66 h 88"/>
                <a:gd name="T66" fmla="*/ 18 w 116"/>
                <a:gd name="T67" fmla="*/ 67 h 88"/>
                <a:gd name="T68" fmla="*/ 27 w 116"/>
                <a:gd name="T69" fmla="*/ 65 h 88"/>
                <a:gd name="T70" fmla="*/ 45 w 116"/>
                <a:gd name="T71" fmla="*/ 61 h 88"/>
                <a:gd name="T72" fmla="*/ 63 w 116"/>
                <a:gd name="T73" fmla="*/ 48 h 88"/>
                <a:gd name="T74" fmla="*/ 83 w 116"/>
                <a:gd name="T75" fmla="*/ 30 h 88"/>
                <a:gd name="T76" fmla="*/ 97 w 116"/>
                <a:gd name="T77" fmla="*/ 20 h 88"/>
                <a:gd name="T78" fmla="*/ 98 w 116"/>
                <a:gd name="T79" fmla="*/ 18 h 88"/>
                <a:gd name="T80" fmla="*/ 92 w 116"/>
                <a:gd name="T81" fmla="*/ 17 h 88"/>
                <a:gd name="T82" fmla="*/ 77 w 116"/>
                <a:gd name="T83" fmla="*/ 21 h 88"/>
                <a:gd name="T84" fmla="*/ 68 w 116"/>
                <a:gd name="T85" fmla="*/ 25 h 88"/>
                <a:gd name="T86" fmla="*/ 63 w 116"/>
                <a:gd name="T87" fmla="*/ 25 h 88"/>
                <a:gd name="T88" fmla="*/ 58 w 116"/>
                <a:gd name="T89" fmla="*/ 22 h 88"/>
                <a:gd name="T90" fmla="*/ 54 w 116"/>
                <a:gd name="T91" fmla="*/ 16 h 88"/>
                <a:gd name="T92" fmla="*/ 51 w 116"/>
                <a:gd name="T93" fmla="*/ 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6" h="88">
                  <a:moveTo>
                    <a:pt x="51" y="5"/>
                  </a:moveTo>
                  <a:lnTo>
                    <a:pt x="51" y="3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51" y="1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5" y="0"/>
                  </a:lnTo>
                  <a:lnTo>
                    <a:pt x="56" y="1"/>
                  </a:lnTo>
                  <a:lnTo>
                    <a:pt x="58" y="1"/>
                  </a:lnTo>
                  <a:lnTo>
                    <a:pt x="59" y="2"/>
                  </a:lnTo>
                  <a:lnTo>
                    <a:pt x="62" y="3"/>
                  </a:lnTo>
                  <a:lnTo>
                    <a:pt x="64" y="5"/>
                  </a:lnTo>
                  <a:lnTo>
                    <a:pt x="67" y="6"/>
                  </a:lnTo>
                  <a:lnTo>
                    <a:pt x="69" y="6"/>
                  </a:lnTo>
                  <a:lnTo>
                    <a:pt x="75" y="8"/>
                  </a:lnTo>
                  <a:lnTo>
                    <a:pt x="83" y="10"/>
                  </a:lnTo>
                  <a:lnTo>
                    <a:pt x="88" y="10"/>
                  </a:lnTo>
                  <a:lnTo>
                    <a:pt x="92" y="10"/>
                  </a:lnTo>
                  <a:lnTo>
                    <a:pt x="95" y="10"/>
                  </a:lnTo>
                  <a:lnTo>
                    <a:pt x="98" y="10"/>
                  </a:lnTo>
                  <a:lnTo>
                    <a:pt x="101" y="10"/>
                  </a:lnTo>
                  <a:lnTo>
                    <a:pt x="103" y="10"/>
                  </a:lnTo>
                  <a:lnTo>
                    <a:pt x="107" y="11"/>
                  </a:lnTo>
                  <a:lnTo>
                    <a:pt x="111" y="14"/>
                  </a:lnTo>
                  <a:lnTo>
                    <a:pt x="115" y="17"/>
                  </a:lnTo>
                  <a:lnTo>
                    <a:pt x="116" y="18"/>
                  </a:lnTo>
                  <a:lnTo>
                    <a:pt x="115" y="19"/>
                  </a:lnTo>
                  <a:lnTo>
                    <a:pt x="115" y="22"/>
                  </a:lnTo>
                  <a:lnTo>
                    <a:pt x="115" y="22"/>
                  </a:lnTo>
                  <a:lnTo>
                    <a:pt x="115" y="24"/>
                  </a:lnTo>
                  <a:lnTo>
                    <a:pt x="114" y="26"/>
                  </a:lnTo>
                  <a:lnTo>
                    <a:pt x="113" y="26"/>
                  </a:lnTo>
                  <a:lnTo>
                    <a:pt x="109" y="29"/>
                  </a:lnTo>
                  <a:lnTo>
                    <a:pt x="103" y="34"/>
                  </a:lnTo>
                  <a:lnTo>
                    <a:pt x="95" y="39"/>
                  </a:lnTo>
                  <a:lnTo>
                    <a:pt x="87" y="46"/>
                  </a:lnTo>
                  <a:lnTo>
                    <a:pt x="83" y="50"/>
                  </a:lnTo>
                  <a:lnTo>
                    <a:pt x="79" y="54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5" y="60"/>
                  </a:lnTo>
                  <a:lnTo>
                    <a:pt x="75" y="61"/>
                  </a:lnTo>
                  <a:lnTo>
                    <a:pt x="75" y="61"/>
                  </a:lnTo>
                  <a:lnTo>
                    <a:pt x="77" y="61"/>
                  </a:lnTo>
                  <a:lnTo>
                    <a:pt x="80" y="61"/>
                  </a:lnTo>
                  <a:lnTo>
                    <a:pt x="85" y="59"/>
                  </a:lnTo>
                  <a:lnTo>
                    <a:pt x="87" y="58"/>
                  </a:lnTo>
                  <a:lnTo>
                    <a:pt x="88" y="57"/>
                  </a:lnTo>
                  <a:lnTo>
                    <a:pt x="91" y="58"/>
                  </a:lnTo>
                  <a:lnTo>
                    <a:pt x="93" y="59"/>
                  </a:lnTo>
                  <a:lnTo>
                    <a:pt x="95" y="61"/>
                  </a:lnTo>
                  <a:lnTo>
                    <a:pt x="96" y="62"/>
                  </a:lnTo>
                  <a:lnTo>
                    <a:pt x="96" y="63"/>
                  </a:lnTo>
                  <a:lnTo>
                    <a:pt x="96" y="65"/>
                  </a:lnTo>
                  <a:lnTo>
                    <a:pt x="96" y="66"/>
                  </a:lnTo>
                  <a:lnTo>
                    <a:pt x="95" y="68"/>
                  </a:lnTo>
                  <a:lnTo>
                    <a:pt x="95" y="69"/>
                  </a:lnTo>
                  <a:lnTo>
                    <a:pt x="93" y="70"/>
                  </a:lnTo>
                  <a:lnTo>
                    <a:pt x="92" y="70"/>
                  </a:lnTo>
                  <a:lnTo>
                    <a:pt x="91" y="70"/>
                  </a:lnTo>
                  <a:lnTo>
                    <a:pt x="90" y="71"/>
                  </a:lnTo>
                  <a:lnTo>
                    <a:pt x="88" y="71"/>
                  </a:lnTo>
                  <a:lnTo>
                    <a:pt x="87" y="71"/>
                  </a:lnTo>
                  <a:lnTo>
                    <a:pt x="85" y="71"/>
                  </a:lnTo>
                  <a:lnTo>
                    <a:pt x="80" y="70"/>
                  </a:lnTo>
                  <a:lnTo>
                    <a:pt x="76" y="70"/>
                  </a:lnTo>
                  <a:lnTo>
                    <a:pt x="72" y="71"/>
                  </a:lnTo>
                  <a:lnTo>
                    <a:pt x="68" y="71"/>
                  </a:lnTo>
                  <a:lnTo>
                    <a:pt x="60" y="73"/>
                  </a:lnTo>
                  <a:lnTo>
                    <a:pt x="52" y="75"/>
                  </a:lnTo>
                  <a:lnTo>
                    <a:pt x="43" y="78"/>
                  </a:lnTo>
                  <a:lnTo>
                    <a:pt x="35" y="81"/>
                  </a:lnTo>
                  <a:lnTo>
                    <a:pt x="31" y="82"/>
                  </a:lnTo>
                  <a:lnTo>
                    <a:pt x="27" y="84"/>
                  </a:lnTo>
                  <a:lnTo>
                    <a:pt x="24" y="85"/>
                  </a:lnTo>
                  <a:lnTo>
                    <a:pt x="22" y="86"/>
                  </a:lnTo>
                  <a:lnTo>
                    <a:pt x="21" y="87"/>
                  </a:lnTo>
                  <a:lnTo>
                    <a:pt x="20" y="87"/>
                  </a:lnTo>
                  <a:lnTo>
                    <a:pt x="19" y="88"/>
                  </a:lnTo>
                  <a:lnTo>
                    <a:pt x="19" y="88"/>
                  </a:lnTo>
                  <a:lnTo>
                    <a:pt x="16" y="87"/>
                  </a:lnTo>
                  <a:lnTo>
                    <a:pt x="15" y="86"/>
                  </a:lnTo>
                  <a:lnTo>
                    <a:pt x="11" y="84"/>
                  </a:lnTo>
                  <a:lnTo>
                    <a:pt x="7" y="82"/>
                  </a:lnTo>
                  <a:lnTo>
                    <a:pt x="5" y="81"/>
                  </a:lnTo>
                  <a:lnTo>
                    <a:pt x="3" y="79"/>
                  </a:lnTo>
                  <a:lnTo>
                    <a:pt x="2" y="78"/>
                  </a:lnTo>
                  <a:lnTo>
                    <a:pt x="1" y="75"/>
                  </a:lnTo>
                  <a:lnTo>
                    <a:pt x="1" y="74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7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3" y="65"/>
                  </a:lnTo>
                  <a:lnTo>
                    <a:pt x="7" y="65"/>
                  </a:lnTo>
                  <a:lnTo>
                    <a:pt x="9" y="66"/>
                  </a:lnTo>
                  <a:lnTo>
                    <a:pt x="11" y="66"/>
                  </a:lnTo>
                  <a:lnTo>
                    <a:pt x="15" y="66"/>
                  </a:lnTo>
                  <a:lnTo>
                    <a:pt x="18" y="67"/>
                  </a:lnTo>
                  <a:lnTo>
                    <a:pt x="19" y="67"/>
                  </a:lnTo>
                  <a:lnTo>
                    <a:pt x="22" y="66"/>
                  </a:lnTo>
                  <a:lnTo>
                    <a:pt x="27" y="65"/>
                  </a:lnTo>
                  <a:lnTo>
                    <a:pt x="34" y="63"/>
                  </a:lnTo>
                  <a:lnTo>
                    <a:pt x="40" y="62"/>
                  </a:lnTo>
                  <a:lnTo>
                    <a:pt x="45" y="61"/>
                  </a:lnTo>
                  <a:lnTo>
                    <a:pt x="48" y="60"/>
                  </a:lnTo>
                  <a:lnTo>
                    <a:pt x="54" y="56"/>
                  </a:lnTo>
                  <a:lnTo>
                    <a:pt x="63" y="48"/>
                  </a:lnTo>
                  <a:lnTo>
                    <a:pt x="72" y="40"/>
                  </a:lnTo>
                  <a:lnTo>
                    <a:pt x="78" y="34"/>
                  </a:lnTo>
                  <a:lnTo>
                    <a:pt x="83" y="30"/>
                  </a:lnTo>
                  <a:lnTo>
                    <a:pt x="91" y="25"/>
                  </a:lnTo>
                  <a:lnTo>
                    <a:pt x="95" y="22"/>
                  </a:lnTo>
                  <a:lnTo>
                    <a:pt x="97" y="20"/>
                  </a:lnTo>
                  <a:lnTo>
                    <a:pt x="98" y="18"/>
                  </a:lnTo>
                  <a:lnTo>
                    <a:pt x="98" y="18"/>
                  </a:lnTo>
                  <a:lnTo>
                    <a:pt x="98" y="18"/>
                  </a:lnTo>
                  <a:lnTo>
                    <a:pt x="98" y="17"/>
                  </a:lnTo>
                  <a:lnTo>
                    <a:pt x="95" y="17"/>
                  </a:lnTo>
                  <a:lnTo>
                    <a:pt x="92" y="17"/>
                  </a:lnTo>
                  <a:lnTo>
                    <a:pt x="89" y="18"/>
                  </a:lnTo>
                  <a:lnTo>
                    <a:pt x="85" y="18"/>
                  </a:lnTo>
                  <a:lnTo>
                    <a:pt x="77" y="21"/>
                  </a:lnTo>
                  <a:lnTo>
                    <a:pt x="71" y="22"/>
                  </a:lnTo>
                  <a:lnTo>
                    <a:pt x="70" y="23"/>
                  </a:lnTo>
                  <a:lnTo>
                    <a:pt x="68" y="25"/>
                  </a:lnTo>
                  <a:lnTo>
                    <a:pt x="67" y="25"/>
                  </a:lnTo>
                  <a:lnTo>
                    <a:pt x="65" y="25"/>
                  </a:lnTo>
                  <a:lnTo>
                    <a:pt x="63" y="25"/>
                  </a:lnTo>
                  <a:lnTo>
                    <a:pt x="61" y="24"/>
                  </a:lnTo>
                  <a:lnTo>
                    <a:pt x="59" y="23"/>
                  </a:lnTo>
                  <a:lnTo>
                    <a:pt x="58" y="22"/>
                  </a:lnTo>
                  <a:lnTo>
                    <a:pt x="56" y="21"/>
                  </a:lnTo>
                  <a:lnTo>
                    <a:pt x="55" y="18"/>
                  </a:lnTo>
                  <a:lnTo>
                    <a:pt x="54" y="16"/>
                  </a:lnTo>
                  <a:lnTo>
                    <a:pt x="52" y="12"/>
                  </a:lnTo>
                  <a:lnTo>
                    <a:pt x="51" y="10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6" name="íšḻïḍê"/>
            <p:cNvSpPr/>
            <p:nvPr/>
          </p:nvSpPr>
          <p:spPr bwMode="auto">
            <a:xfrm>
              <a:off x="3379788" y="2897188"/>
              <a:ext cx="41275" cy="84138"/>
            </a:xfrm>
            <a:custGeom>
              <a:avLst/>
              <a:gdLst>
                <a:gd name="T0" fmla="*/ 16 w 26"/>
                <a:gd name="T1" fmla="*/ 0 h 53"/>
                <a:gd name="T2" fmla="*/ 15 w 26"/>
                <a:gd name="T3" fmla="*/ 3 h 53"/>
                <a:gd name="T4" fmla="*/ 14 w 26"/>
                <a:gd name="T5" fmla="*/ 9 h 53"/>
                <a:gd name="T6" fmla="*/ 14 w 26"/>
                <a:gd name="T7" fmla="*/ 15 h 53"/>
                <a:gd name="T8" fmla="*/ 14 w 26"/>
                <a:gd name="T9" fmla="*/ 20 h 53"/>
                <a:gd name="T10" fmla="*/ 16 w 26"/>
                <a:gd name="T11" fmla="*/ 28 h 53"/>
                <a:gd name="T12" fmla="*/ 17 w 26"/>
                <a:gd name="T13" fmla="*/ 32 h 53"/>
                <a:gd name="T14" fmla="*/ 18 w 26"/>
                <a:gd name="T15" fmla="*/ 37 h 53"/>
                <a:gd name="T16" fmla="*/ 20 w 26"/>
                <a:gd name="T17" fmla="*/ 41 h 53"/>
                <a:gd name="T18" fmla="*/ 22 w 26"/>
                <a:gd name="T19" fmla="*/ 45 h 53"/>
                <a:gd name="T20" fmla="*/ 24 w 26"/>
                <a:gd name="T21" fmla="*/ 48 h 53"/>
                <a:gd name="T22" fmla="*/ 25 w 26"/>
                <a:gd name="T23" fmla="*/ 50 h 53"/>
                <a:gd name="T24" fmla="*/ 26 w 26"/>
                <a:gd name="T25" fmla="*/ 52 h 53"/>
                <a:gd name="T26" fmla="*/ 25 w 26"/>
                <a:gd name="T27" fmla="*/ 52 h 53"/>
                <a:gd name="T28" fmla="*/ 25 w 26"/>
                <a:gd name="T29" fmla="*/ 53 h 53"/>
                <a:gd name="T30" fmla="*/ 23 w 26"/>
                <a:gd name="T31" fmla="*/ 53 h 53"/>
                <a:gd name="T32" fmla="*/ 22 w 26"/>
                <a:gd name="T33" fmla="*/ 52 h 53"/>
                <a:gd name="T34" fmla="*/ 17 w 26"/>
                <a:gd name="T35" fmla="*/ 48 h 53"/>
                <a:gd name="T36" fmla="*/ 12 w 26"/>
                <a:gd name="T37" fmla="*/ 44 h 53"/>
                <a:gd name="T38" fmla="*/ 9 w 26"/>
                <a:gd name="T39" fmla="*/ 42 h 53"/>
                <a:gd name="T40" fmla="*/ 6 w 26"/>
                <a:gd name="T41" fmla="*/ 40 h 53"/>
                <a:gd name="T42" fmla="*/ 3 w 26"/>
                <a:gd name="T43" fmla="*/ 40 h 53"/>
                <a:gd name="T44" fmla="*/ 2 w 26"/>
                <a:gd name="T45" fmla="*/ 38 h 53"/>
                <a:gd name="T46" fmla="*/ 1 w 26"/>
                <a:gd name="T47" fmla="*/ 37 h 53"/>
                <a:gd name="T48" fmla="*/ 0 w 26"/>
                <a:gd name="T49" fmla="*/ 36 h 53"/>
                <a:gd name="T50" fmla="*/ 0 w 26"/>
                <a:gd name="T51" fmla="*/ 36 h 53"/>
                <a:gd name="T52" fmla="*/ 0 w 26"/>
                <a:gd name="T53" fmla="*/ 34 h 53"/>
                <a:gd name="T54" fmla="*/ 0 w 26"/>
                <a:gd name="T55" fmla="*/ 30 h 53"/>
                <a:gd name="T56" fmla="*/ 0 w 26"/>
                <a:gd name="T57" fmla="*/ 24 h 53"/>
                <a:gd name="T58" fmla="*/ 1 w 26"/>
                <a:gd name="T59" fmla="*/ 21 h 53"/>
                <a:gd name="T60" fmla="*/ 2 w 26"/>
                <a:gd name="T61" fmla="*/ 19 h 53"/>
                <a:gd name="T62" fmla="*/ 2 w 26"/>
                <a:gd name="T63" fmla="*/ 16 h 53"/>
                <a:gd name="T64" fmla="*/ 3 w 26"/>
                <a:gd name="T65" fmla="*/ 15 h 53"/>
                <a:gd name="T66" fmla="*/ 4 w 26"/>
                <a:gd name="T67" fmla="*/ 12 h 53"/>
                <a:gd name="T68" fmla="*/ 5 w 26"/>
                <a:gd name="T69" fmla="*/ 9 h 53"/>
                <a:gd name="T70" fmla="*/ 5 w 26"/>
                <a:gd name="T71" fmla="*/ 6 h 53"/>
                <a:gd name="T72" fmla="*/ 6 w 26"/>
                <a:gd name="T73" fmla="*/ 4 h 53"/>
                <a:gd name="T74" fmla="*/ 6 w 26"/>
                <a:gd name="T75" fmla="*/ 3 h 53"/>
                <a:gd name="T76" fmla="*/ 6 w 26"/>
                <a:gd name="T77" fmla="*/ 2 h 53"/>
                <a:gd name="T78" fmla="*/ 7 w 26"/>
                <a:gd name="T79" fmla="*/ 1 h 53"/>
                <a:gd name="T80" fmla="*/ 8 w 26"/>
                <a:gd name="T81" fmla="*/ 0 h 53"/>
                <a:gd name="T82" fmla="*/ 13 w 26"/>
                <a:gd name="T83" fmla="*/ 0 h 53"/>
                <a:gd name="T84" fmla="*/ 16 w 26"/>
                <a:gd name="T8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" h="53">
                  <a:moveTo>
                    <a:pt x="16" y="0"/>
                  </a:moveTo>
                  <a:lnTo>
                    <a:pt x="15" y="3"/>
                  </a:lnTo>
                  <a:lnTo>
                    <a:pt x="14" y="9"/>
                  </a:lnTo>
                  <a:lnTo>
                    <a:pt x="14" y="15"/>
                  </a:lnTo>
                  <a:lnTo>
                    <a:pt x="14" y="20"/>
                  </a:lnTo>
                  <a:lnTo>
                    <a:pt x="16" y="28"/>
                  </a:lnTo>
                  <a:lnTo>
                    <a:pt x="17" y="32"/>
                  </a:lnTo>
                  <a:lnTo>
                    <a:pt x="18" y="37"/>
                  </a:lnTo>
                  <a:lnTo>
                    <a:pt x="20" y="41"/>
                  </a:lnTo>
                  <a:lnTo>
                    <a:pt x="22" y="45"/>
                  </a:lnTo>
                  <a:lnTo>
                    <a:pt x="24" y="48"/>
                  </a:lnTo>
                  <a:lnTo>
                    <a:pt x="25" y="50"/>
                  </a:lnTo>
                  <a:lnTo>
                    <a:pt x="26" y="52"/>
                  </a:lnTo>
                  <a:lnTo>
                    <a:pt x="25" y="52"/>
                  </a:lnTo>
                  <a:lnTo>
                    <a:pt x="25" y="53"/>
                  </a:lnTo>
                  <a:lnTo>
                    <a:pt x="23" y="53"/>
                  </a:lnTo>
                  <a:lnTo>
                    <a:pt x="22" y="52"/>
                  </a:lnTo>
                  <a:lnTo>
                    <a:pt x="17" y="48"/>
                  </a:lnTo>
                  <a:lnTo>
                    <a:pt x="12" y="44"/>
                  </a:lnTo>
                  <a:lnTo>
                    <a:pt x="9" y="42"/>
                  </a:lnTo>
                  <a:lnTo>
                    <a:pt x="6" y="40"/>
                  </a:lnTo>
                  <a:lnTo>
                    <a:pt x="3" y="40"/>
                  </a:lnTo>
                  <a:lnTo>
                    <a:pt x="2" y="38"/>
                  </a:lnTo>
                  <a:lnTo>
                    <a:pt x="1" y="37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0" y="30"/>
                  </a:lnTo>
                  <a:lnTo>
                    <a:pt x="0" y="24"/>
                  </a:lnTo>
                  <a:lnTo>
                    <a:pt x="1" y="21"/>
                  </a:lnTo>
                  <a:lnTo>
                    <a:pt x="2" y="19"/>
                  </a:lnTo>
                  <a:lnTo>
                    <a:pt x="2" y="16"/>
                  </a:lnTo>
                  <a:lnTo>
                    <a:pt x="3" y="15"/>
                  </a:lnTo>
                  <a:lnTo>
                    <a:pt x="4" y="12"/>
                  </a:lnTo>
                  <a:lnTo>
                    <a:pt x="5" y="9"/>
                  </a:lnTo>
                  <a:lnTo>
                    <a:pt x="5" y="6"/>
                  </a:lnTo>
                  <a:lnTo>
                    <a:pt x="6" y="4"/>
                  </a:lnTo>
                  <a:lnTo>
                    <a:pt x="6" y="3"/>
                  </a:lnTo>
                  <a:lnTo>
                    <a:pt x="6" y="2"/>
                  </a:lnTo>
                  <a:lnTo>
                    <a:pt x="7" y="1"/>
                  </a:lnTo>
                  <a:lnTo>
                    <a:pt x="8" y="0"/>
                  </a:lnTo>
                  <a:lnTo>
                    <a:pt x="13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7" name="íṥļídé"/>
            <p:cNvSpPr/>
            <p:nvPr/>
          </p:nvSpPr>
          <p:spPr bwMode="auto">
            <a:xfrm>
              <a:off x="3241676" y="2805113"/>
              <a:ext cx="220663" cy="111125"/>
            </a:xfrm>
            <a:custGeom>
              <a:avLst/>
              <a:gdLst>
                <a:gd name="T0" fmla="*/ 121 w 139"/>
                <a:gd name="T1" fmla="*/ 7 h 70"/>
                <a:gd name="T2" fmla="*/ 121 w 139"/>
                <a:gd name="T3" fmla="*/ 4 h 70"/>
                <a:gd name="T4" fmla="*/ 124 w 139"/>
                <a:gd name="T5" fmla="*/ 2 h 70"/>
                <a:gd name="T6" fmla="*/ 130 w 139"/>
                <a:gd name="T7" fmla="*/ 0 h 70"/>
                <a:gd name="T8" fmla="*/ 134 w 139"/>
                <a:gd name="T9" fmla="*/ 4 h 70"/>
                <a:gd name="T10" fmla="*/ 139 w 139"/>
                <a:gd name="T11" fmla="*/ 12 h 70"/>
                <a:gd name="T12" fmla="*/ 137 w 139"/>
                <a:gd name="T13" fmla="*/ 18 h 70"/>
                <a:gd name="T14" fmla="*/ 125 w 139"/>
                <a:gd name="T15" fmla="*/ 31 h 70"/>
                <a:gd name="T16" fmla="*/ 122 w 139"/>
                <a:gd name="T17" fmla="*/ 37 h 70"/>
                <a:gd name="T18" fmla="*/ 124 w 139"/>
                <a:gd name="T19" fmla="*/ 38 h 70"/>
                <a:gd name="T20" fmla="*/ 124 w 139"/>
                <a:gd name="T21" fmla="*/ 37 h 70"/>
                <a:gd name="T22" fmla="*/ 129 w 139"/>
                <a:gd name="T23" fmla="*/ 37 h 70"/>
                <a:gd name="T24" fmla="*/ 133 w 139"/>
                <a:gd name="T25" fmla="*/ 38 h 70"/>
                <a:gd name="T26" fmla="*/ 135 w 139"/>
                <a:gd name="T27" fmla="*/ 41 h 70"/>
                <a:gd name="T28" fmla="*/ 133 w 139"/>
                <a:gd name="T29" fmla="*/ 46 h 70"/>
                <a:gd name="T30" fmla="*/ 129 w 139"/>
                <a:gd name="T31" fmla="*/ 50 h 70"/>
                <a:gd name="T32" fmla="*/ 127 w 139"/>
                <a:gd name="T33" fmla="*/ 50 h 70"/>
                <a:gd name="T34" fmla="*/ 119 w 139"/>
                <a:gd name="T35" fmla="*/ 45 h 70"/>
                <a:gd name="T36" fmla="*/ 113 w 139"/>
                <a:gd name="T37" fmla="*/ 45 h 70"/>
                <a:gd name="T38" fmla="*/ 99 w 139"/>
                <a:gd name="T39" fmla="*/ 53 h 70"/>
                <a:gd name="T40" fmla="*/ 84 w 139"/>
                <a:gd name="T41" fmla="*/ 61 h 70"/>
                <a:gd name="T42" fmla="*/ 70 w 139"/>
                <a:gd name="T43" fmla="*/ 66 h 70"/>
                <a:gd name="T44" fmla="*/ 47 w 139"/>
                <a:gd name="T45" fmla="*/ 69 h 70"/>
                <a:gd name="T46" fmla="*/ 31 w 139"/>
                <a:gd name="T47" fmla="*/ 69 h 70"/>
                <a:gd name="T48" fmla="*/ 14 w 139"/>
                <a:gd name="T49" fmla="*/ 69 h 70"/>
                <a:gd name="T50" fmla="*/ 0 w 139"/>
                <a:gd name="T51" fmla="*/ 67 h 70"/>
                <a:gd name="T52" fmla="*/ 0 w 139"/>
                <a:gd name="T53" fmla="*/ 66 h 70"/>
                <a:gd name="T54" fmla="*/ 4 w 139"/>
                <a:gd name="T55" fmla="*/ 64 h 70"/>
                <a:gd name="T56" fmla="*/ 16 w 139"/>
                <a:gd name="T57" fmla="*/ 62 h 70"/>
                <a:gd name="T58" fmla="*/ 37 w 139"/>
                <a:gd name="T59" fmla="*/ 59 h 70"/>
                <a:gd name="T60" fmla="*/ 49 w 139"/>
                <a:gd name="T61" fmla="*/ 58 h 70"/>
                <a:gd name="T62" fmla="*/ 65 w 139"/>
                <a:gd name="T63" fmla="*/ 54 h 70"/>
                <a:gd name="T64" fmla="*/ 83 w 139"/>
                <a:gd name="T65" fmla="*/ 49 h 70"/>
                <a:gd name="T66" fmla="*/ 87 w 139"/>
                <a:gd name="T67" fmla="*/ 47 h 70"/>
                <a:gd name="T68" fmla="*/ 89 w 139"/>
                <a:gd name="T69" fmla="*/ 43 h 70"/>
                <a:gd name="T70" fmla="*/ 87 w 139"/>
                <a:gd name="T71" fmla="*/ 42 h 70"/>
                <a:gd name="T72" fmla="*/ 75 w 139"/>
                <a:gd name="T73" fmla="*/ 43 h 70"/>
                <a:gd name="T74" fmla="*/ 68 w 139"/>
                <a:gd name="T75" fmla="*/ 40 h 70"/>
                <a:gd name="T76" fmla="*/ 65 w 139"/>
                <a:gd name="T77" fmla="*/ 35 h 70"/>
                <a:gd name="T78" fmla="*/ 65 w 139"/>
                <a:gd name="T79" fmla="*/ 32 h 70"/>
                <a:gd name="T80" fmla="*/ 67 w 139"/>
                <a:gd name="T81" fmla="*/ 29 h 70"/>
                <a:gd name="T82" fmla="*/ 78 w 139"/>
                <a:gd name="T83" fmla="*/ 30 h 70"/>
                <a:gd name="T84" fmla="*/ 94 w 139"/>
                <a:gd name="T85" fmla="*/ 32 h 70"/>
                <a:gd name="T86" fmla="*/ 103 w 139"/>
                <a:gd name="T87" fmla="*/ 33 h 70"/>
                <a:gd name="T88" fmla="*/ 106 w 139"/>
                <a:gd name="T89" fmla="*/ 31 h 70"/>
                <a:gd name="T90" fmla="*/ 118 w 139"/>
                <a:gd name="T91" fmla="*/ 1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9" h="70">
                  <a:moveTo>
                    <a:pt x="121" y="10"/>
                  </a:moveTo>
                  <a:lnTo>
                    <a:pt x="121" y="9"/>
                  </a:lnTo>
                  <a:lnTo>
                    <a:pt x="121" y="7"/>
                  </a:lnTo>
                  <a:lnTo>
                    <a:pt x="121" y="6"/>
                  </a:lnTo>
                  <a:lnTo>
                    <a:pt x="121" y="5"/>
                  </a:lnTo>
                  <a:lnTo>
                    <a:pt x="121" y="4"/>
                  </a:lnTo>
                  <a:lnTo>
                    <a:pt x="122" y="3"/>
                  </a:lnTo>
                  <a:lnTo>
                    <a:pt x="122" y="2"/>
                  </a:lnTo>
                  <a:lnTo>
                    <a:pt x="124" y="2"/>
                  </a:lnTo>
                  <a:lnTo>
                    <a:pt x="125" y="2"/>
                  </a:lnTo>
                  <a:lnTo>
                    <a:pt x="128" y="1"/>
                  </a:lnTo>
                  <a:lnTo>
                    <a:pt x="130" y="0"/>
                  </a:lnTo>
                  <a:lnTo>
                    <a:pt x="131" y="1"/>
                  </a:lnTo>
                  <a:lnTo>
                    <a:pt x="133" y="2"/>
                  </a:lnTo>
                  <a:lnTo>
                    <a:pt x="134" y="4"/>
                  </a:lnTo>
                  <a:lnTo>
                    <a:pt x="137" y="7"/>
                  </a:lnTo>
                  <a:lnTo>
                    <a:pt x="138" y="10"/>
                  </a:lnTo>
                  <a:lnTo>
                    <a:pt x="139" y="12"/>
                  </a:lnTo>
                  <a:lnTo>
                    <a:pt x="139" y="14"/>
                  </a:lnTo>
                  <a:lnTo>
                    <a:pt x="138" y="15"/>
                  </a:lnTo>
                  <a:lnTo>
                    <a:pt x="137" y="18"/>
                  </a:lnTo>
                  <a:lnTo>
                    <a:pt x="133" y="22"/>
                  </a:lnTo>
                  <a:lnTo>
                    <a:pt x="128" y="29"/>
                  </a:lnTo>
                  <a:lnTo>
                    <a:pt x="125" y="31"/>
                  </a:lnTo>
                  <a:lnTo>
                    <a:pt x="124" y="34"/>
                  </a:lnTo>
                  <a:lnTo>
                    <a:pt x="123" y="36"/>
                  </a:lnTo>
                  <a:lnTo>
                    <a:pt x="122" y="37"/>
                  </a:lnTo>
                  <a:lnTo>
                    <a:pt x="123" y="38"/>
                  </a:lnTo>
                  <a:lnTo>
                    <a:pt x="123" y="38"/>
                  </a:lnTo>
                  <a:lnTo>
                    <a:pt x="124" y="38"/>
                  </a:lnTo>
                  <a:lnTo>
                    <a:pt x="124" y="38"/>
                  </a:lnTo>
                  <a:lnTo>
                    <a:pt x="124" y="37"/>
                  </a:lnTo>
                  <a:lnTo>
                    <a:pt x="124" y="37"/>
                  </a:lnTo>
                  <a:lnTo>
                    <a:pt x="125" y="37"/>
                  </a:lnTo>
                  <a:lnTo>
                    <a:pt x="125" y="37"/>
                  </a:lnTo>
                  <a:lnTo>
                    <a:pt x="129" y="37"/>
                  </a:lnTo>
                  <a:lnTo>
                    <a:pt x="131" y="38"/>
                  </a:lnTo>
                  <a:lnTo>
                    <a:pt x="133" y="38"/>
                  </a:lnTo>
                  <a:lnTo>
                    <a:pt x="133" y="38"/>
                  </a:lnTo>
                  <a:lnTo>
                    <a:pt x="134" y="38"/>
                  </a:lnTo>
                  <a:lnTo>
                    <a:pt x="135" y="38"/>
                  </a:lnTo>
                  <a:lnTo>
                    <a:pt x="135" y="41"/>
                  </a:lnTo>
                  <a:lnTo>
                    <a:pt x="135" y="42"/>
                  </a:lnTo>
                  <a:lnTo>
                    <a:pt x="134" y="45"/>
                  </a:lnTo>
                  <a:lnTo>
                    <a:pt x="133" y="46"/>
                  </a:lnTo>
                  <a:lnTo>
                    <a:pt x="132" y="48"/>
                  </a:lnTo>
                  <a:lnTo>
                    <a:pt x="130" y="49"/>
                  </a:lnTo>
                  <a:lnTo>
                    <a:pt x="129" y="50"/>
                  </a:lnTo>
                  <a:lnTo>
                    <a:pt x="129" y="50"/>
                  </a:lnTo>
                  <a:lnTo>
                    <a:pt x="128" y="50"/>
                  </a:lnTo>
                  <a:lnTo>
                    <a:pt x="127" y="50"/>
                  </a:lnTo>
                  <a:lnTo>
                    <a:pt x="125" y="48"/>
                  </a:lnTo>
                  <a:lnTo>
                    <a:pt x="121" y="46"/>
                  </a:lnTo>
                  <a:lnTo>
                    <a:pt x="119" y="45"/>
                  </a:lnTo>
                  <a:lnTo>
                    <a:pt x="117" y="45"/>
                  </a:lnTo>
                  <a:lnTo>
                    <a:pt x="115" y="45"/>
                  </a:lnTo>
                  <a:lnTo>
                    <a:pt x="113" y="45"/>
                  </a:lnTo>
                  <a:lnTo>
                    <a:pt x="109" y="48"/>
                  </a:lnTo>
                  <a:lnTo>
                    <a:pt x="104" y="51"/>
                  </a:lnTo>
                  <a:lnTo>
                    <a:pt x="99" y="53"/>
                  </a:lnTo>
                  <a:lnTo>
                    <a:pt x="95" y="54"/>
                  </a:lnTo>
                  <a:lnTo>
                    <a:pt x="89" y="58"/>
                  </a:lnTo>
                  <a:lnTo>
                    <a:pt x="84" y="61"/>
                  </a:lnTo>
                  <a:lnTo>
                    <a:pt x="78" y="63"/>
                  </a:lnTo>
                  <a:lnTo>
                    <a:pt x="75" y="64"/>
                  </a:lnTo>
                  <a:lnTo>
                    <a:pt x="70" y="66"/>
                  </a:lnTo>
                  <a:lnTo>
                    <a:pt x="62" y="66"/>
                  </a:lnTo>
                  <a:lnTo>
                    <a:pt x="53" y="68"/>
                  </a:lnTo>
                  <a:lnTo>
                    <a:pt x="47" y="69"/>
                  </a:lnTo>
                  <a:lnTo>
                    <a:pt x="41" y="70"/>
                  </a:lnTo>
                  <a:lnTo>
                    <a:pt x="36" y="70"/>
                  </a:lnTo>
                  <a:lnTo>
                    <a:pt x="31" y="69"/>
                  </a:lnTo>
                  <a:lnTo>
                    <a:pt x="27" y="69"/>
                  </a:lnTo>
                  <a:lnTo>
                    <a:pt x="21" y="69"/>
                  </a:lnTo>
                  <a:lnTo>
                    <a:pt x="14" y="69"/>
                  </a:lnTo>
                  <a:lnTo>
                    <a:pt x="7" y="68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4" y="64"/>
                  </a:lnTo>
                  <a:lnTo>
                    <a:pt x="6" y="63"/>
                  </a:lnTo>
                  <a:lnTo>
                    <a:pt x="9" y="63"/>
                  </a:lnTo>
                  <a:lnTo>
                    <a:pt x="16" y="62"/>
                  </a:lnTo>
                  <a:lnTo>
                    <a:pt x="23" y="61"/>
                  </a:lnTo>
                  <a:lnTo>
                    <a:pt x="31" y="60"/>
                  </a:lnTo>
                  <a:lnTo>
                    <a:pt x="37" y="59"/>
                  </a:lnTo>
                  <a:lnTo>
                    <a:pt x="43" y="59"/>
                  </a:lnTo>
                  <a:lnTo>
                    <a:pt x="46" y="59"/>
                  </a:lnTo>
                  <a:lnTo>
                    <a:pt x="49" y="58"/>
                  </a:lnTo>
                  <a:lnTo>
                    <a:pt x="52" y="58"/>
                  </a:lnTo>
                  <a:lnTo>
                    <a:pt x="54" y="58"/>
                  </a:lnTo>
                  <a:lnTo>
                    <a:pt x="65" y="54"/>
                  </a:lnTo>
                  <a:lnTo>
                    <a:pt x="75" y="51"/>
                  </a:lnTo>
                  <a:lnTo>
                    <a:pt x="80" y="50"/>
                  </a:lnTo>
                  <a:lnTo>
                    <a:pt x="83" y="49"/>
                  </a:lnTo>
                  <a:lnTo>
                    <a:pt x="85" y="49"/>
                  </a:lnTo>
                  <a:lnTo>
                    <a:pt x="86" y="47"/>
                  </a:lnTo>
                  <a:lnTo>
                    <a:pt x="87" y="47"/>
                  </a:lnTo>
                  <a:lnTo>
                    <a:pt x="88" y="46"/>
                  </a:lnTo>
                  <a:lnTo>
                    <a:pt x="89" y="44"/>
                  </a:lnTo>
                  <a:lnTo>
                    <a:pt x="89" y="43"/>
                  </a:lnTo>
                  <a:lnTo>
                    <a:pt x="89" y="42"/>
                  </a:lnTo>
                  <a:lnTo>
                    <a:pt x="89" y="42"/>
                  </a:lnTo>
                  <a:lnTo>
                    <a:pt x="87" y="42"/>
                  </a:lnTo>
                  <a:lnTo>
                    <a:pt x="84" y="43"/>
                  </a:lnTo>
                  <a:lnTo>
                    <a:pt x="80" y="43"/>
                  </a:lnTo>
                  <a:lnTo>
                    <a:pt x="75" y="43"/>
                  </a:lnTo>
                  <a:lnTo>
                    <a:pt x="72" y="42"/>
                  </a:lnTo>
                  <a:lnTo>
                    <a:pt x="70" y="42"/>
                  </a:lnTo>
                  <a:lnTo>
                    <a:pt x="68" y="40"/>
                  </a:lnTo>
                  <a:lnTo>
                    <a:pt x="65" y="38"/>
                  </a:lnTo>
                  <a:lnTo>
                    <a:pt x="65" y="36"/>
                  </a:lnTo>
                  <a:lnTo>
                    <a:pt x="65" y="35"/>
                  </a:lnTo>
                  <a:lnTo>
                    <a:pt x="65" y="34"/>
                  </a:lnTo>
                  <a:lnTo>
                    <a:pt x="65" y="33"/>
                  </a:lnTo>
                  <a:lnTo>
                    <a:pt x="65" y="32"/>
                  </a:lnTo>
                  <a:lnTo>
                    <a:pt x="65" y="30"/>
                  </a:lnTo>
                  <a:lnTo>
                    <a:pt x="66" y="30"/>
                  </a:lnTo>
                  <a:lnTo>
                    <a:pt x="67" y="29"/>
                  </a:lnTo>
                  <a:lnTo>
                    <a:pt x="70" y="29"/>
                  </a:lnTo>
                  <a:lnTo>
                    <a:pt x="73" y="30"/>
                  </a:lnTo>
                  <a:lnTo>
                    <a:pt x="78" y="30"/>
                  </a:lnTo>
                  <a:lnTo>
                    <a:pt x="85" y="31"/>
                  </a:lnTo>
                  <a:lnTo>
                    <a:pt x="90" y="32"/>
                  </a:lnTo>
                  <a:lnTo>
                    <a:pt x="94" y="32"/>
                  </a:lnTo>
                  <a:lnTo>
                    <a:pt x="97" y="33"/>
                  </a:lnTo>
                  <a:lnTo>
                    <a:pt x="101" y="33"/>
                  </a:lnTo>
                  <a:lnTo>
                    <a:pt x="103" y="33"/>
                  </a:lnTo>
                  <a:lnTo>
                    <a:pt x="105" y="32"/>
                  </a:lnTo>
                  <a:lnTo>
                    <a:pt x="105" y="32"/>
                  </a:lnTo>
                  <a:lnTo>
                    <a:pt x="106" y="31"/>
                  </a:lnTo>
                  <a:lnTo>
                    <a:pt x="109" y="28"/>
                  </a:lnTo>
                  <a:lnTo>
                    <a:pt x="114" y="21"/>
                  </a:lnTo>
                  <a:lnTo>
                    <a:pt x="118" y="14"/>
                  </a:lnTo>
                  <a:lnTo>
                    <a:pt x="121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8" name="îṩḻiḑè"/>
            <p:cNvSpPr/>
            <p:nvPr/>
          </p:nvSpPr>
          <p:spPr bwMode="auto">
            <a:xfrm>
              <a:off x="3446463" y="3074988"/>
              <a:ext cx="247650" cy="138113"/>
            </a:xfrm>
            <a:custGeom>
              <a:avLst/>
              <a:gdLst>
                <a:gd name="T0" fmla="*/ 107 w 156"/>
                <a:gd name="T1" fmla="*/ 43 h 87"/>
                <a:gd name="T2" fmla="*/ 105 w 156"/>
                <a:gd name="T3" fmla="*/ 49 h 87"/>
                <a:gd name="T4" fmla="*/ 101 w 156"/>
                <a:gd name="T5" fmla="*/ 28 h 87"/>
                <a:gd name="T6" fmla="*/ 109 w 156"/>
                <a:gd name="T7" fmla="*/ 32 h 87"/>
                <a:gd name="T8" fmla="*/ 104 w 156"/>
                <a:gd name="T9" fmla="*/ 35 h 87"/>
                <a:gd name="T10" fmla="*/ 98 w 156"/>
                <a:gd name="T11" fmla="*/ 18 h 87"/>
                <a:gd name="T12" fmla="*/ 105 w 156"/>
                <a:gd name="T13" fmla="*/ 20 h 87"/>
                <a:gd name="T14" fmla="*/ 99 w 156"/>
                <a:gd name="T15" fmla="*/ 22 h 87"/>
                <a:gd name="T16" fmla="*/ 97 w 156"/>
                <a:gd name="T17" fmla="*/ 25 h 87"/>
                <a:gd name="T18" fmla="*/ 89 w 156"/>
                <a:gd name="T19" fmla="*/ 28 h 87"/>
                <a:gd name="T20" fmla="*/ 90 w 156"/>
                <a:gd name="T21" fmla="*/ 36 h 87"/>
                <a:gd name="T22" fmla="*/ 80 w 156"/>
                <a:gd name="T23" fmla="*/ 37 h 87"/>
                <a:gd name="T24" fmla="*/ 78 w 156"/>
                <a:gd name="T25" fmla="*/ 41 h 87"/>
                <a:gd name="T26" fmla="*/ 93 w 156"/>
                <a:gd name="T27" fmla="*/ 48 h 87"/>
                <a:gd name="T28" fmla="*/ 85 w 156"/>
                <a:gd name="T29" fmla="*/ 52 h 87"/>
                <a:gd name="T30" fmla="*/ 95 w 156"/>
                <a:gd name="T31" fmla="*/ 53 h 87"/>
                <a:gd name="T32" fmla="*/ 110 w 156"/>
                <a:gd name="T33" fmla="*/ 55 h 87"/>
                <a:gd name="T34" fmla="*/ 119 w 156"/>
                <a:gd name="T35" fmla="*/ 49 h 87"/>
                <a:gd name="T36" fmla="*/ 128 w 156"/>
                <a:gd name="T37" fmla="*/ 62 h 87"/>
                <a:gd name="T38" fmla="*/ 92 w 156"/>
                <a:gd name="T39" fmla="*/ 59 h 87"/>
                <a:gd name="T40" fmla="*/ 74 w 156"/>
                <a:gd name="T41" fmla="*/ 49 h 87"/>
                <a:gd name="T42" fmla="*/ 53 w 156"/>
                <a:gd name="T43" fmla="*/ 33 h 87"/>
                <a:gd name="T44" fmla="*/ 60 w 156"/>
                <a:gd name="T45" fmla="*/ 45 h 87"/>
                <a:gd name="T46" fmla="*/ 73 w 156"/>
                <a:gd name="T47" fmla="*/ 61 h 87"/>
                <a:gd name="T48" fmla="*/ 52 w 156"/>
                <a:gd name="T49" fmla="*/ 53 h 87"/>
                <a:gd name="T50" fmla="*/ 32 w 156"/>
                <a:gd name="T51" fmla="*/ 45 h 87"/>
                <a:gd name="T52" fmla="*/ 11 w 156"/>
                <a:gd name="T53" fmla="*/ 29 h 87"/>
                <a:gd name="T54" fmla="*/ 9 w 156"/>
                <a:gd name="T55" fmla="*/ 41 h 87"/>
                <a:gd name="T56" fmla="*/ 35 w 156"/>
                <a:gd name="T57" fmla="*/ 60 h 87"/>
                <a:gd name="T58" fmla="*/ 25 w 156"/>
                <a:gd name="T59" fmla="*/ 69 h 87"/>
                <a:gd name="T60" fmla="*/ 6 w 156"/>
                <a:gd name="T61" fmla="*/ 69 h 87"/>
                <a:gd name="T62" fmla="*/ 0 w 156"/>
                <a:gd name="T63" fmla="*/ 66 h 87"/>
                <a:gd name="T64" fmla="*/ 5 w 156"/>
                <a:gd name="T65" fmla="*/ 86 h 87"/>
                <a:gd name="T66" fmla="*/ 37 w 156"/>
                <a:gd name="T67" fmla="*/ 73 h 87"/>
                <a:gd name="T68" fmla="*/ 51 w 156"/>
                <a:gd name="T69" fmla="*/ 71 h 87"/>
                <a:gd name="T70" fmla="*/ 44 w 156"/>
                <a:gd name="T71" fmla="*/ 75 h 87"/>
                <a:gd name="T72" fmla="*/ 61 w 156"/>
                <a:gd name="T73" fmla="*/ 86 h 87"/>
                <a:gd name="T74" fmla="*/ 64 w 156"/>
                <a:gd name="T75" fmla="*/ 72 h 87"/>
                <a:gd name="T76" fmla="*/ 53 w 156"/>
                <a:gd name="T77" fmla="*/ 61 h 87"/>
                <a:gd name="T78" fmla="*/ 75 w 156"/>
                <a:gd name="T79" fmla="*/ 67 h 87"/>
                <a:gd name="T80" fmla="*/ 95 w 156"/>
                <a:gd name="T81" fmla="*/ 76 h 87"/>
                <a:gd name="T82" fmla="*/ 94 w 156"/>
                <a:gd name="T83" fmla="*/ 65 h 87"/>
                <a:gd name="T84" fmla="*/ 117 w 156"/>
                <a:gd name="T85" fmla="*/ 67 h 87"/>
                <a:gd name="T86" fmla="*/ 143 w 156"/>
                <a:gd name="T87" fmla="*/ 67 h 87"/>
                <a:gd name="T88" fmla="*/ 132 w 156"/>
                <a:gd name="T89" fmla="*/ 51 h 87"/>
                <a:gd name="T90" fmla="*/ 118 w 156"/>
                <a:gd name="T91" fmla="*/ 41 h 87"/>
                <a:gd name="T92" fmla="*/ 120 w 156"/>
                <a:gd name="T93" fmla="*/ 32 h 87"/>
                <a:gd name="T94" fmla="*/ 145 w 156"/>
                <a:gd name="T95" fmla="*/ 39 h 87"/>
                <a:gd name="T96" fmla="*/ 155 w 156"/>
                <a:gd name="T97" fmla="*/ 37 h 87"/>
                <a:gd name="T98" fmla="*/ 150 w 156"/>
                <a:gd name="T99" fmla="*/ 23 h 87"/>
                <a:gd name="T100" fmla="*/ 137 w 156"/>
                <a:gd name="T101" fmla="*/ 29 h 87"/>
                <a:gd name="T102" fmla="*/ 112 w 156"/>
                <a:gd name="T103" fmla="*/ 21 h 87"/>
                <a:gd name="T104" fmla="*/ 105 w 156"/>
                <a:gd name="T105" fmla="*/ 11 h 87"/>
                <a:gd name="T106" fmla="*/ 105 w 156"/>
                <a:gd name="T107" fmla="*/ 1 h 87"/>
                <a:gd name="T108" fmla="*/ 93 w 156"/>
                <a:gd name="T109" fmla="*/ 13 h 87"/>
                <a:gd name="T110" fmla="*/ 78 w 156"/>
                <a:gd name="T111" fmla="*/ 24 h 87"/>
                <a:gd name="T112" fmla="*/ 79 w 156"/>
                <a:gd name="T113" fmla="*/ 6 h 87"/>
                <a:gd name="T114" fmla="*/ 68 w 156"/>
                <a:gd name="T115" fmla="*/ 22 h 87"/>
                <a:gd name="T116" fmla="*/ 67 w 156"/>
                <a:gd name="T117" fmla="*/ 28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6" h="87">
                  <a:moveTo>
                    <a:pt x="96" y="49"/>
                  </a:moveTo>
                  <a:lnTo>
                    <a:pt x="97" y="47"/>
                  </a:lnTo>
                  <a:lnTo>
                    <a:pt x="97" y="45"/>
                  </a:lnTo>
                  <a:lnTo>
                    <a:pt x="97" y="45"/>
                  </a:lnTo>
                  <a:lnTo>
                    <a:pt x="98" y="44"/>
                  </a:lnTo>
                  <a:lnTo>
                    <a:pt x="99" y="44"/>
                  </a:lnTo>
                  <a:lnTo>
                    <a:pt x="100" y="44"/>
                  </a:lnTo>
                  <a:lnTo>
                    <a:pt x="104" y="44"/>
                  </a:lnTo>
                  <a:lnTo>
                    <a:pt x="107" y="43"/>
                  </a:lnTo>
                  <a:lnTo>
                    <a:pt x="108" y="44"/>
                  </a:lnTo>
                  <a:lnTo>
                    <a:pt x="109" y="45"/>
                  </a:lnTo>
                  <a:lnTo>
                    <a:pt x="109" y="46"/>
                  </a:lnTo>
                  <a:lnTo>
                    <a:pt x="109" y="47"/>
                  </a:lnTo>
                  <a:lnTo>
                    <a:pt x="109" y="48"/>
                  </a:lnTo>
                  <a:lnTo>
                    <a:pt x="109" y="48"/>
                  </a:lnTo>
                  <a:lnTo>
                    <a:pt x="108" y="49"/>
                  </a:lnTo>
                  <a:lnTo>
                    <a:pt x="105" y="49"/>
                  </a:lnTo>
                  <a:lnTo>
                    <a:pt x="105" y="49"/>
                  </a:lnTo>
                  <a:lnTo>
                    <a:pt x="104" y="50"/>
                  </a:lnTo>
                  <a:lnTo>
                    <a:pt x="102" y="50"/>
                  </a:lnTo>
                  <a:lnTo>
                    <a:pt x="101" y="50"/>
                  </a:lnTo>
                  <a:lnTo>
                    <a:pt x="97" y="49"/>
                  </a:lnTo>
                  <a:lnTo>
                    <a:pt x="96" y="49"/>
                  </a:lnTo>
                  <a:lnTo>
                    <a:pt x="96" y="49"/>
                  </a:lnTo>
                  <a:close/>
                  <a:moveTo>
                    <a:pt x="101" y="32"/>
                  </a:moveTo>
                  <a:lnTo>
                    <a:pt x="100" y="30"/>
                  </a:lnTo>
                  <a:lnTo>
                    <a:pt x="101" y="28"/>
                  </a:lnTo>
                  <a:lnTo>
                    <a:pt x="101" y="28"/>
                  </a:lnTo>
                  <a:lnTo>
                    <a:pt x="101" y="27"/>
                  </a:lnTo>
                  <a:lnTo>
                    <a:pt x="102" y="27"/>
                  </a:lnTo>
                  <a:lnTo>
                    <a:pt x="104" y="28"/>
                  </a:lnTo>
                  <a:lnTo>
                    <a:pt x="106" y="29"/>
                  </a:lnTo>
                  <a:lnTo>
                    <a:pt x="108" y="31"/>
                  </a:lnTo>
                  <a:lnTo>
                    <a:pt x="108" y="31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109" y="33"/>
                  </a:lnTo>
                  <a:lnTo>
                    <a:pt x="109" y="35"/>
                  </a:lnTo>
                  <a:lnTo>
                    <a:pt x="109" y="36"/>
                  </a:lnTo>
                  <a:lnTo>
                    <a:pt x="108" y="37"/>
                  </a:lnTo>
                  <a:lnTo>
                    <a:pt x="108" y="37"/>
                  </a:lnTo>
                  <a:lnTo>
                    <a:pt x="108" y="36"/>
                  </a:lnTo>
                  <a:lnTo>
                    <a:pt x="107" y="36"/>
                  </a:lnTo>
                  <a:lnTo>
                    <a:pt x="105" y="35"/>
                  </a:lnTo>
                  <a:lnTo>
                    <a:pt x="104" y="35"/>
                  </a:lnTo>
                  <a:lnTo>
                    <a:pt x="102" y="33"/>
                  </a:lnTo>
                  <a:lnTo>
                    <a:pt x="101" y="32"/>
                  </a:lnTo>
                  <a:lnTo>
                    <a:pt x="101" y="32"/>
                  </a:lnTo>
                  <a:close/>
                  <a:moveTo>
                    <a:pt x="99" y="21"/>
                  </a:moveTo>
                  <a:lnTo>
                    <a:pt x="98" y="21"/>
                  </a:lnTo>
                  <a:lnTo>
                    <a:pt x="98" y="20"/>
                  </a:lnTo>
                  <a:lnTo>
                    <a:pt x="97" y="20"/>
                  </a:lnTo>
                  <a:lnTo>
                    <a:pt x="97" y="19"/>
                  </a:lnTo>
                  <a:lnTo>
                    <a:pt x="98" y="18"/>
                  </a:lnTo>
                  <a:lnTo>
                    <a:pt x="99" y="17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2" y="16"/>
                  </a:lnTo>
                  <a:lnTo>
                    <a:pt x="102" y="16"/>
                  </a:lnTo>
                  <a:lnTo>
                    <a:pt x="103" y="16"/>
                  </a:lnTo>
                  <a:lnTo>
                    <a:pt x="104" y="18"/>
                  </a:lnTo>
                  <a:lnTo>
                    <a:pt x="105" y="20"/>
                  </a:lnTo>
                  <a:lnTo>
                    <a:pt x="105" y="21"/>
                  </a:lnTo>
                  <a:lnTo>
                    <a:pt x="105" y="21"/>
                  </a:lnTo>
                  <a:lnTo>
                    <a:pt x="105" y="22"/>
                  </a:lnTo>
                  <a:lnTo>
                    <a:pt x="105" y="23"/>
                  </a:lnTo>
                  <a:lnTo>
                    <a:pt x="105" y="24"/>
                  </a:lnTo>
                  <a:lnTo>
                    <a:pt x="103" y="24"/>
                  </a:lnTo>
                  <a:lnTo>
                    <a:pt x="102" y="24"/>
                  </a:lnTo>
                  <a:lnTo>
                    <a:pt x="101" y="24"/>
                  </a:lnTo>
                  <a:lnTo>
                    <a:pt x="99" y="22"/>
                  </a:lnTo>
                  <a:lnTo>
                    <a:pt x="99" y="21"/>
                  </a:lnTo>
                  <a:lnTo>
                    <a:pt x="99" y="21"/>
                  </a:lnTo>
                  <a:close/>
                  <a:moveTo>
                    <a:pt x="89" y="29"/>
                  </a:moveTo>
                  <a:lnTo>
                    <a:pt x="92" y="29"/>
                  </a:lnTo>
                  <a:lnTo>
                    <a:pt x="96" y="29"/>
                  </a:lnTo>
                  <a:lnTo>
                    <a:pt x="97" y="28"/>
                  </a:lnTo>
                  <a:lnTo>
                    <a:pt x="97" y="28"/>
                  </a:lnTo>
                  <a:lnTo>
                    <a:pt x="97" y="27"/>
                  </a:lnTo>
                  <a:lnTo>
                    <a:pt x="97" y="25"/>
                  </a:lnTo>
                  <a:lnTo>
                    <a:pt x="97" y="24"/>
                  </a:lnTo>
                  <a:lnTo>
                    <a:pt x="97" y="24"/>
                  </a:lnTo>
                  <a:lnTo>
                    <a:pt x="96" y="23"/>
                  </a:lnTo>
                  <a:lnTo>
                    <a:pt x="94" y="23"/>
                  </a:lnTo>
                  <a:lnTo>
                    <a:pt x="93" y="24"/>
                  </a:lnTo>
                  <a:lnTo>
                    <a:pt x="91" y="24"/>
                  </a:lnTo>
                  <a:lnTo>
                    <a:pt x="91" y="26"/>
                  </a:lnTo>
                  <a:lnTo>
                    <a:pt x="90" y="27"/>
                  </a:lnTo>
                  <a:lnTo>
                    <a:pt x="89" y="28"/>
                  </a:lnTo>
                  <a:lnTo>
                    <a:pt x="89" y="29"/>
                  </a:lnTo>
                  <a:lnTo>
                    <a:pt x="89" y="29"/>
                  </a:lnTo>
                  <a:close/>
                  <a:moveTo>
                    <a:pt x="85" y="31"/>
                  </a:moveTo>
                  <a:lnTo>
                    <a:pt x="86" y="32"/>
                  </a:lnTo>
                  <a:lnTo>
                    <a:pt x="88" y="32"/>
                  </a:lnTo>
                  <a:lnTo>
                    <a:pt x="89" y="32"/>
                  </a:lnTo>
                  <a:lnTo>
                    <a:pt x="89" y="33"/>
                  </a:lnTo>
                  <a:lnTo>
                    <a:pt x="90" y="35"/>
                  </a:lnTo>
                  <a:lnTo>
                    <a:pt x="90" y="36"/>
                  </a:lnTo>
                  <a:lnTo>
                    <a:pt x="91" y="37"/>
                  </a:lnTo>
                  <a:lnTo>
                    <a:pt x="91" y="37"/>
                  </a:lnTo>
                  <a:lnTo>
                    <a:pt x="90" y="38"/>
                  </a:lnTo>
                  <a:lnTo>
                    <a:pt x="89" y="39"/>
                  </a:lnTo>
                  <a:lnTo>
                    <a:pt x="88" y="39"/>
                  </a:lnTo>
                  <a:lnTo>
                    <a:pt x="87" y="39"/>
                  </a:lnTo>
                  <a:lnTo>
                    <a:pt x="84" y="38"/>
                  </a:lnTo>
                  <a:lnTo>
                    <a:pt x="81" y="37"/>
                  </a:lnTo>
                  <a:lnTo>
                    <a:pt x="80" y="37"/>
                  </a:lnTo>
                  <a:lnTo>
                    <a:pt x="79" y="37"/>
                  </a:lnTo>
                  <a:lnTo>
                    <a:pt x="78" y="37"/>
                  </a:lnTo>
                  <a:lnTo>
                    <a:pt x="77" y="37"/>
                  </a:lnTo>
                  <a:lnTo>
                    <a:pt x="77" y="37"/>
                  </a:lnTo>
                  <a:lnTo>
                    <a:pt x="77" y="38"/>
                  </a:lnTo>
                  <a:lnTo>
                    <a:pt x="77" y="38"/>
                  </a:lnTo>
                  <a:lnTo>
                    <a:pt x="77" y="39"/>
                  </a:lnTo>
                  <a:lnTo>
                    <a:pt x="77" y="40"/>
                  </a:lnTo>
                  <a:lnTo>
                    <a:pt x="78" y="41"/>
                  </a:lnTo>
                  <a:lnTo>
                    <a:pt x="79" y="41"/>
                  </a:lnTo>
                  <a:lnTo>
                    <a:pt x="81" y="41"/>
                  </a:lnTo>
                  <a:lnTo>
                    <a:pt x="84" y="42"/>
                  </a:lnTo>
                  <a:lnTo>
                    <a:pt x="89" y="44"/>
                  </a:lnTo>
                  <a:lnTo>
                    <a:pt x="91" y="45"/>
                  </a:lnTo>
                  <a:lnTo>
                    <a:pt x="92" y="46"/>
                  </a:lnTo>
                  <a:lnTo>
                    <a:pt x="93" y="47"/>
                  </a:lnTo>
                  <a:lnTo>
                    <a:pt x="93" y="48"/>
                  </a:lnTo>
                  <a:lnTo>
                    <a:pt x="93" y="48"/>
                  </a:lnTo>
                  <a:lnTo>
                    <a:pt x="93" y="49"/>
                  </a:lnTo>
                  <a:lnTo>
                    <a:pt x="92" y="49"/>
                  </a:lnTo>
                  <a:lnTo>
                    <a:pt x="91" y="49"/>
                  </a:lnTo>
                  <a:lnTo>
                    <a:pt x="89" y="49"/>
                  </a:lnTo>
                  <a:lnTo>
                    <a:pt x="88" y="49"/>
                  </a:lnTo>
                  <a:lnTo>
                    <a:pt x="87" y="49"/>
                  </a:lnTo>
                  <a:lnTo>
                    <a:pt x="86" y="50"/>
                  </a:lnTo>
                  <a:lnTo>
                    <a:pt x="85" y="51"/>
                  </a:lnTo>
                  <a:lnTo>
                    <a:pt x="85" y="52"/>
                  </a:lnTo>
                  <a:lnTo>
                    <a:pt x="84" y="52"/>
                  </a:lnTo>
                  <a:lnTo>
                    <a:pt x="84" y="52"/>
                  </a:lnTo>
                  <a:lnTo>
                    <a:pt x="85" y="53"/>
                  </a:lnTo>
                  <a:lnTo>
                    <a:pt x="85" y="53"/>
                  </a:lnTo>
                  <a:lnTo>
                    <a:pt x="86" y="53"/>
                  </a:lnTo>
                  <a:lnTo>
                    <a:pt x="88" y="53"/>
                  </a:lnTo>
                  <a:lnTo>
                    <a:pt x="91" y="53"/>
                  </a:lnTo>
                  <a:lnTo>
                    <a:pt x="94" y="53"/>
                  </a:lnTo>
                  <a:lnTo>
                    <a:pt x="95" y="53"/>
                  </a:lnTo>
                  <a:lnTo>
                    <a:pt x="97" y="53"/>
                  </a:lnTo>
                  <a:lnTo>
                    <a:pt x="97" y="54"/>
                  </a:lnTo>
                  <a:lnTo>
                    <a:pt x="100" y="55"/>
                  </a:lnTo>
                  <a:lnTo>
                    <a:pt x="101" y="56"/>
                  </a:lnTo>
                  <a:lnTo>
                    <a:pt x="104" y="56"/>
                  </a:lnTo>
                  <a:lnTo>
                    <a:pt x="106" y="56"/>
                  </a:lnTo>
                  <a:lnTo>
                    <a:pt x="108" y="56"/>
                  </a:lnTo>
                  <a:lnTo>
                    <a:pt x="109" y="55"/>
                  </a:lnTo>
                  <a:lnTo>
                    <a:pt x="110" y="55"/>
                  </a:lnTo>
                  <a:lnTo>
                    <a:pt x="111" y="54"/>
                  </a:lnTo>
                  <a:lnTo>
                    <a:pt x="112" y="53"/>
                  </a:lnTo>
                  <a:lnTo>
                    <a:pt x="112" y="52"/>
                  </a:lnTo>
                  <a:lnTo>
                    <a:pt x="113" y="49"/>
                  </a:lnTo>
                  <a:lnTo>
                    <a:pt x="113" y="47"/>
                  </a:lnTo>
                  <a:lnTo>
                    <a:pt x="115" y="46"/>
                  </a:lnTo>
                  <a:lnTo>
                    <a:pt x="116" y="46"/>
                  </a:lnTo>
                  <a:lnTo>
                    <a:pt x="117" y="47"/>
                  </a:lnTo>
                  <a:lnTo>
                    <a:pt x="119" y="49"/>
                  </a:lnTo>
                  <a:lnTo>
                    <a:pt x="121" y="51"/>
                  </a:lnTo>
                  <a:lnTo>
                    <a:pt x="123" y="53"/>
                  </a:lnTo>
                  <a:lnTo>
                    <a:pt x="126" y="55"/>
                  </a:lnTo>
                  <a:lnTo>
                    <a:pt x="129" y="57"/>
                  </a:lnTo>
                  <a:lnTo>
                    <a:pt x="130" y="60"/>
                  </a:lnTo>
                  <a:lnTo>
                    <a:pt x="130" y="61"/>
                  </a:lnTo>
                  <a:lnTo>
                    <a:pt x="129" y="61"/>
                  </a:lnTo>
                  <a:lnTo>
                    <a:pt x="129" y="61"/>
                  </a:lnTo>
                  <a:lnTo>
                    <a:pt x="128" y="62"/>
                  </a:lnTo>
                  <a:lnTo>
                    <a:pt x="125" y="62"/>
                  </a:lnTo>
                  <a:lnTo>
                    <a:pt x="122" y="61"/>
                  </a:lnTo>
                  <a:lnTo>
                    <a:pt x="119" y="61"/>
                  </a:lnTo>
                  <a:lnTo>
                    <a:pt x="114" y="61"/>
                  </a:lnTo>
                  <a:lnTo>
                    <a:pt x="109" y="61"/>
                  </a:lnTo>
                  <a:lnTo>
                    <a:pt x="105" y="61"/>
                  </a:lnTo>
                  <a:lnTo>
                    <a:pt x="100" y="60"/>
                  </a:lnTo>
                  <a:lnTo>
                    <a:pt x="95" y="59"/>
                  </a:lnTo>
                  <a:lnTo>
                    <a:pt x="92" y="59"/>
                  </a:lnTo>
                  <a:lnTo>
                    <a:pt x="89" y="59"/>
                  </a:lnTo>
                  <a:lnTo>
                    <a:pt x="89" y="59"/>
                  </a:lnTo>
                  <a:lnTo>
                    <a:pt x="88" y="59"/>
                  </a:lnTo>
                  <a:lnTo>
                    <a:pt x="87" y="59"/>
                  </a:lnTo>
                  <a:lnTo>
                    <a:pt x="86" y="58"/>
                  </a:lnTo>
                  <a:lnTo>
                    <a:pt x="84" y="57"/>
                  </a:lnTo>
                  <a:lnTo>
                    <a:pt x="81" y="53"/>
                  </a:lnTo>
                  <a:lnTo>
                    <a:pt x="77" y="51"/>
                  </a:lnTo>
                  <a:lnTo>
                    <a:pt x="74" y="49"/>
                  </a:lnTo>
                  <a:lnTo>
                    <a:pt x="72" y="48"/>
                  </a:lnTo>
                  <a:lnTo>
                    <a:pt x="69" y="46"/>
                  </a:lnTo>
                  <a:lnTo>
                    <a:pt x="65" y="44"/>
                  </a:lnTo>
                  <a:lnTo>
                    <a:pt x="63" y="42"/>
                  </a:lnTo>
                  <a:lnTo>
                    <a:pt x="60" y="39"/>
                  </a:lnTo>
                  <a:lnTo>
                    <a:pt x="57" y="36"/>
                  </a:lnTo>
                  <a:lnTo>
                    <a:pt x="56" y="35"/>
                  </a:lnTo>
                  <a:lnTo>
                    <a:pt x="54" y="33"/>
                  </a:lnTo>
                  <a:lnTo>
                    <a:pt x="53" y="33"/>
                  </a:lnTo>
                  <a:lnTo>
                    <a:pt x="52" y="33"/>
                  </a:lnTo>
                  <a:lnTo>
                    <a:pt x="50" y="33"/>
                  </a:lnTo>
                  <a:lnTo>
                    <a:pt x="50" y="35"/>
                  </a:lnTo>
                  <a:lnTo>
                    <a:pt x="50" y="36"/>
                  </a:lnTo>
                  <a:lnTo>
                    <a:pt x="50" y="37"/>
                  </a:lnTo>
                  <a:lnTo>
                    <a:pt x="53" y="39"/>
                  </a:lnTo>
                  <a:lnTo>
                    <a:pt x="56" y="41"/>
                  </a:lnTo>
                  <a:lnTo>
                    <a:pt x="57" y="42"/>
                  </a:lnTo>
                  <a:lnTo>
                    <a:pt x="60" y="45"/>
                  </a:lnTo>
                  <a:lnTo>
                    <a:pt x="63" y="49"/>
                  </a:lnTo>
                  <a:lnTo>
                    <a:pt x="66" y="51"/>
                  </a:lnTo>
                  <a:lnTo>
                    <a:pt x="73" y="56"/>
                  </a:lnTo>
                  <a:lnTo>
                    <a:pt x="77" y="58"/>
                  </a:lnTo>
                  <a:lnTo>
                    <a:pt x="77" y="59"/>
                  </a:lnTo>
                  <a:lnTo>
                    <a:pt x="77" y="59"/>
                  </a:lnTo>
                  <a:lnTo>
                    <a:pt x="77" y="60"/>
                  </a:lnTo>
                  <a:lnTo>
                    <a:pt x="74" y="61"/>
                  </a:lnTo>
                  <a:lnTo>
                    <a:pt x="73" y="61"/>
                  </a:lnTo>
                  <a:lnTo>
                    <a:pt x="70" y="61"/>
                  </a:lnTo>
                  <a:lnTo>
                    <a:pt x="68" y="61"/>
                  </a:lnTo>
                  <a:lnTo>
                    <a:pt x="65" y="60"/>
                  </a:lnTo>
                  <a:lnTo>
                    <a:pt x="61" y="59"/>
                  </a:lnTo>
                  <a:lnTo>
                    <a:pt x="58" y="58"/>
                  </a:lnTo>
                  <a:lnTo>
                    <a:pt x="57" y="57"/>
                  </a:lnTo>
                  <a:lnTo>
                    <a:pt x="54" y="55"/>
                  </a:lnTo>
                  <a:lnTo>
                    <a:pt x="53" y="54"/>
                  </a:lnTo>
                  <a:lnTo>
                    <a:pt x="52" y="53"/>
                  </a:lnTo>
                  <a:lnTo>
                    <a:pt x="51" y="53"/>
                  </a:lnTo>
                  <a:lnTo>
                    <a:pt x="49" y="53"/>
                  </a:lnTo>
                  <a:lnTo>
                    <a:pt x="47" y="53"/>
                  </a:lnTo>
                  <a:lnTo>
                    <a:pt x="45" y="53"/>
                  </a:lnTo>
                  <a:lnTo>
                    <a:pt x="43" y="52"/>
                  </a:lnTo>
                  <a:lnTo>
                    <a:pt x="40" y="50"/>
                  </a:lnTo>
                  <a:lnTo>
                    <a:pt x="38" y="49"/>
                  </a:lnTo>
                  <a:lnTo>
                    <a:pt x="35" y="47"/>
                  </a:lnTo>
                  <a:lnTo>
                    <a:pt x="32" y="45"/>
                  </a:lnTo>
                  <a:lnTo>
                    <a:pt x="29" y="44"/>
                  </a:lnTo>
                  <a:lnTo>
                    <a:pt x="25" y="42"/>
                  </a:lnTo>
                  <a:lnTo>
                    <a:pt x="24" y="42"/>
                  </a:lnTo>
                  <a:lnTo>
                    <a:pt x="21" y="41"/>
                  </a:lnTo>
                  <a:lnTo>
                    <a:pt x="17" y="38"/>
                  </a:lnTo>
                  <a:lnTo>
                    <a:pt x="15" y="35"/>
                  </a:lnTo>
                  <a:lnTo>
                    <a:pt x="13" y="32"/>
                  </a:lnTo>
                  <a:lnTo>
                    <a:pt x="12" y="31"/>
                  </a:lnTo>
                  <a:lnTo>
                    <a:pt x="11" y="29"/>
                  </a:lnTo>
                  <a:lnTo>
                    <a:pt x="9" y="28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6" y="28"/>
                  </a:lnTo>
                  <a:lnTo>
                    <a:pt x="4" y="29"/>
                  </a:lnTo>
                  <a:lnTo>
                    <a:pt x="4" y="31"/>
                  </a:lnTo>
                  <a:lnTo>
                    <a:pt x="6" y="35"/>
                  </a:lnTo>
                  <a:lnTo>
                    <a:pt x="8" y="39"/>
                  </a:lnTo>
                  <a:lnTo>
                    <a:pt x="9" y="41"/>
                  </a:lnTo>
                  <a:lnTo>
                    <a:pt x="10" y="42"/>
                  </a:lnTo>
                  <a:lnTo>
                    <a:pt x="12" y="44"/>
                  </a:lnTo>
                  <a:lnTo>
                    <a:pt x="13" y="45"/>
                  </a:lnTo>
                  <a:lnTo>
                    <a:pt x="17" y="47"/>
                  </a:lnTo>
                  <a:lnTo>
                    <a:pt x="20" y="49"/>
                  </a:lnTo>
                  <a:lnTo>
                    <a:pt x="26" y="53"/>
                  </a:lnTo>
                  <a:lnTo>
                    <a:pt x="32" y="57"/>
                  </a:lnTo>
                  <a:lnTo>
                    <a:pt x="33" y="58"/>
                  </a:lnTo>
                  <a:lnTo>
                    <a:pt x="35" y="60"/>
                  </a:lnTo>
                  <a:lnTo>
                    <a:pt x="36" y="61"/>
                  </a:lnTo>
                  <a:lnTo>
                    <a:pt x="36" y="62"/>
                  </a:lnTo>
                  <a:lnTo>
                    <a:pt x="35" y="62"/>
                  </a:lnTo>
                  <a:lnTo>
                    <a:pt x="35" y="63"/>
                  </a:lnTo>
                  <a:lnTo>
                    <a:pt x="34" y="64"/>
                  </a:lnTo>
                  <a:lnTo>
                    <a:pt x="33" y="65"/>
                  </a:lnTo>
                  <a:lnTo>
                    <a:pt x="31" y="66"/>
                  </a:lnTo>
                  <a:lnTo>
                    <a:pt x="29" y="68"/>
                  </a:lnTo>
                  <a:lnTo>
                    <a:pt x="25" y="69"/>
                  </a:lnTo>
                  <a:lnTo>
                    <a:pt x="22" y="72"/>
                  </a:lnTo>
                  <a:lnTo>
                    <a:pt x="18" y="73"/>
                  </a:lnTo>
                  <a:lnTo>
                    <a:pt x="14" y="73"/>
                  </a:lnTo>
                  <a:lnTo>
                    <a:pt x="12" y="74"/>
                  </a:lnTo>
                  <a:lnTo>
                    <a:pt x="10" y="74"/>
                  </a:lnTo>
                  <a:lnTo>
                    <a:pt x="9" y="74"/>
                  </a:lnTo>
                  <a:lnTo>
                    <a:pt x="8" y="73"/>
                  </a:lnTo>
                  <a:lnTo>
                    <a:pt x="8" y="72"/>
                  </a:lnTo>
                  <a:lnTo>
                    <a:pt x="6" y="69"/>
                  </a:lnTo>
                  <a:lnTo>
                    <a:pt x="4" y="66"/>
                  </a:lnTo>
                  <a:lnTo>
                    <a:pt x="3" y="62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1" y="61"/>
                  </a:lnTo>
                  <a:lnTo>
                    <a:pt x="0" y="61"/>
                  </a:lnTo>
                  <a:lnTo>
                    <a:pt x="0" y="63"/>
                  </a:lnTo>
                  <a:lnTo>
                    <a:pt x="0" y="65"/>
                  </a:lnTo>
                  <a:lnTo>
                    <a:pt x="0" y="66"/>
                  </a:lnTo>
                  <a:lnTo>
                    <a:pt x="0" y="69"/>
                  </a:lnTo>
                  <a:lnTo>
                    <a:pt x="2" y="73"/>
                  </a:lnTo>
                  <a:lnTo>
                    <a:pt x="2" y="77"/>
                  </a:lnTo>
                  <a:lnTo>
                    <a:pt x="3" y="81"/>
                  </a:lnTo>
                  <a:lnTo>
                    <a:pt x="3" y="85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4" y="86"/>
                  </a:lnTo>
                  <a:lnTo>
                    <a:pt x="5" y="86"/>
                  </a:lnTo>
                  <a:lnTo>
                    <a:pt x="7" y="87"/>
                  </a:lnTo>
                  <a:lnTo>
                    <a:pt x="9" y="87"/>
                  </a:lnTo>
                  <a:lnTo>
                    <a:pt x="13" y="87"/>
                  </a:lnTo>
                  <a:lnTo>
                    <a:pt x="16" y="86"/>
                  </a:lnTo>
                  <a:lnTo>
                    <a:pt x="19" y="85"/>
                  </a:lnTo>
                  <a:lnTo>
                    <a:pt x="25" y="81"/>
                  </a:lnTo>
                  <a:lnTo>
                    <a:pt x="30" y="78"/>
                  </a:lnTo>
                  <a:lnTo>
                    <a:pt x="34" y="76"/>
                  </a:lnTo>
                  <a:lnTo>
                    <a:pt x="37" y="73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4" y="69"/>
                  </a:lnTo>
                  <a:lnTo>
                    <a:pt x="45" y="68"/>
                  </a:lnTo>
                  <a:lnTo>
                    <a:pt x="46" y="68"/>
                  </a:lnTo>
                  <a:lnTo>
                    <a:pt x="47" y="68"/>
                  </a:lnTo>
                  <a:lnTo>
                    <a:pt x="48" y="69"/>
                  </a:lnTo>
                  <a:lnTo>
                    <a:pt x="49" y="69"/>
                  </a:lnTo>
                  <a:lnTo>
                    <a:pt x="51" y="71"/>
                  </a:lnTo>
                  <a:lnTo>
                    <a:pt x="52" y="72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1" y="74"/>
                  </a:lnTo>
                  <a:lnTo>
                    <a:pt x="49" y="74"/>
                  </a:lnTo>
                  <a:lnTo>
                    <a:pt x="47" y="74"/>
                  </a:lnTo>
                  <a:lnTo>
                    <a:pt x="45" y="74"/>
                  </a:lnTo>
                  <a:lnTo>
                    <a:pt x="44" y="75"/>
                  </a:lnTo>
                  <a:lnTo>
                    <a:pt x="43" y="75"/>
                  </a:lnTo>
                  <a:lnTo>
                    <a:pt x="43" y="75"/>
                  </a:lnTo>
                  <a:lnTo>
                    <a:pt x="43" y="76"/>
                  </a:lnTo>
                  <a:lnTo>
                    <a:pt x="44" y="77"/>
                  </a:lnTo>
                  <a:lnTo>
                    <a:pt x="47" y="77"/>
                  </a:lnTo>
                  <a:lnTo>
                    <a:pt x="50" y="80"/>
                  </a:lnTo>
                  <a:lnTo>
                    <a:pt x="55" y="82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1" y="86"/>
                  </a:lnTo>
                  <a:lnTo>
                    <a:pt x="63" y="85"/>
                  </a:lnTo>
                  <a:lnTo>
                    <a:pt x="64" y="85"/>
                  </a:lnTo>
                  <a:lnTo>
                    <a:pt x="65" y="83"/>
                  </a:lnTo>
                  <a:lnTo>
                    <a:pt x="65" y="81"/>
                  </a:lnTo>
                  <a:lnTo>
                    <a:pt x="65" y="79"/>
                  </a:lnTo>
                  <a:lnTo>
                    <a:pt x="65" y="77"/>
                  </a:lnTo>
                  <a:lnTo>
                    <a:pt x="65" y="74"/>
                  </a:lnTo>
                  <a:lnTo>
                    <a:pt x="64" y="72"/>
                  </a:lnTo>
                  <a:lnTo>
                    <a:pt x="62" y="70"/>
                  </a:lnTo>
                  <a:lnTo>
                    <a:pt x="61" y="69"/>
                  </a:lnTo>
                  <a:lnTo>
                    <a:pt x="61" y="69"/>
                  </a:lnTo>
                  <a:lnTo>
                    <a:pt x="59" y="68"/>
                  </a:lnTo>
                  <a:lnTo>
                    <a:pt x="57" y="67"/>
                  </a:lnTo>
                  <a:lnTo>
                    <a:pt x="56" y="65"/>
                  </a:lnTo>
                  <a:lnTo>
                    <a:pt x="54" y="62"/>
                  </a:lnTo>
                  <a:lnTo>
                    <a:pt x="54" y="62"/>
                  </a:lnTo>
                  <a:lnTo>
                    <a:pt x="53" y="61"/>
                  </a:lnTo>
                  <a:lnTo>
                    <a:pt x="54" y="61"/>
                  </a:lnTo>
                  <a:lnTo>
                    <a:pt x="54" y="61"/>
                  </a:lnTo>
                  <a:lnTo>
                    <a:pt x="55" y="61"/>
                  </a:lnTo>
                  <a:lnTo>
                    <a:pt x="57" y="61"/>
                  </a:lnTo>
                  <a:lnTo>
                    <a:pt x="61" y="62"/>
                  </a:lnTo>
                  <a:lnTo>
                    <a:pt x="65" y="63"/>
                  </a:lnTo>
                  <a:lnTo>
                    <a:pt x="69" y="65"/>
                  </a:lnTo>
                  <a:lnTo>
                    <a:pt x="73" y="66"/>
                  </a:lnTo>
                  <a:lnTo>
                    <a:pt x="75" y="67"/>
                  </a:lnTo>
                  <a:lnTo>
                    <a:pt x="77" y="69"/>
                  </a:lnTo>
                  <a:lnTo>
                    <a:pt x="80" y="70"/>
                  </a:lnTo>
                  <a:lnTo>
                    <a:pt x="82" y="73"/>
                  </a:lnTo>
                  <a:lnTo>
                    <a:pt x="85" y="75"/>
                  </a:lnTo>
                  <a:lnTo>
                    <a:pt x="87" y="76"/>
                  </a:lnTo>
                  <a:lnTo>
                    <a:pt x="89" y="77"/>
                  </a:lnTo>
                  <a:lnTo>
                    <a:pt x="90" y="77"/>
                  </a:lnTo>
                  <a:lnTo>
                    <a:pt x="93" y="77"/>
                  </a:lnTo>
                  <a:lnTo>
                    <a:pt x="95" y="76"/>
                  </a:lnTo>
                  <a:lnTo>
                    <a:pt x="95" y="76"/>
                  </a:lnTo>
                  <a:lnTo>
                    <a:pt x="95" y="75"/>
                  </a:lnTo>
                  <a:lnTo>
                    <a:pt x="95" y="73"/>
                  </a:lnTo>
                  <a:lnTo>
                    <a:pt x="95" y="72"/>
                  </a:lnTo>
                  <a:lnTo>
                    <a:pt x="94" y="70"/>
                  </a:lnTo>
                  <a:lnTo>
                    <a:pt x="94" y="69"/>
                  </a:lnTo>
                  <a:lnTo>
                    <a:pt x="93" y="68"/>
                  </a:lnTo>
                  <a:lnTo>
                    <a:pt x="94" y="66"/>
                  </a:lnTo>
                  <a:lnTo>
                    <a:pt x="94" y="65"/>
                  </a:lnTo>
                  <a:lnTo>
                    <a:pt x="95" y="65"/>
                  </a:lnTo>
                  <a:lnTo>
                    <a:pt x="96" y="64"/>
                  </a:lnTo>
                  <a:lnTo>
                    <a:pt x="97" y="64"/>
                  </a:lnTo>
                  <a:lnTo>
                    <a:pt x="101" y="65"/>
                  </a:lnTo>
                  <a:lnTo>
                    <a:pt x="105" y="65"/>
                  </a:lnTo>
                  <a:lnTo>
                    <a:pt x="109" y="65"/>
                  </a:lnTo>
                  <a:lnTo>
                    <a:pt x="112" y="65"/>
                  </a:lnTo>
                  <a:lnTo>
                    <a:pt x="114" y="66"/>
                  </a:lnTo>
                  <a:lnTo>
                    <a:pt x="117" y="67"/>
                  </a:lnTo>
                  <a:lnTo>
                    <a:pt x="123" y="69"/>
                  </a:lnTo>
                  <a:lnTo>
                    <a:pt x="128" y="71"/>
                  </a:lnTo>
                  <a:lnTo>
                    <a:pt x="130" y="72"/>
                  </a:lnTo>
                  <a:lnTo>
                    <a:pt x="132" y="72"/>
                  </a:lnTo>
                  <a:lnTo>
                    <a:pt x="135" y="72"/>
                  </a:lnTo>
                  <a:lnTo>
                    <a:pt x="137" y="72"/>
                  </a:lnTo>
                  <a:lnTo>
                    <a:pt x="140" y="70"/>
                  </a:lnTo>
                  <a:lnTo>
                    <a:pt x="141" y="69"/>
                  </a:lnTo>
                  <a:lnTo>
                    <a:pt x="143" y="67"/>
                  </a:lnTo>
                  <a:lnTo>
                    <a:pt x="144" y="65"/>
                  </a:lnTo>
                  <a:lnTo>
                    <a:pt x="144" y="64"/>
                  </a:lnTo>
                  <a:lnTo>
                    <a:pt x="145" y="61"/>
                  </a:lnTo>
                  <a:lnTo>
                    <a:pt x="144" y="60"/>
                  </a:lnTo>
                  <a:lnTo>
                    <a:pt x="144" y="59"/>
                  </a:lnTo>
                  <a:lnTo>
                    <a:pt x="143" y="58"/>
                  </a:lnTo>
                  <a:lnTo>
                    <a:pt x="141" y="57"/>
                  </a:lnTo>
                  <a:lnTo>
                    <a:pt x="137" y="55"/>
                  </a:lnTo>
                  <a:lnTo>
                    <a:pt x="132" y="51"/>
                  </a:lnTo>
                  <a:lnTo>
                    <a:pt x="126" y="48"/>
                  </a:lnTo>
                  <a:lnTo>
                    <a:pt x="123" y="46"/>
                  </a:lnTo>
                  <a:lnTo>
                    <a:pt x="122" y="46"/>
                  </a:lnTo>
                  <a:lnTo>
                    <a:pt x="121" y="45"/>
                  </a:lnTo>
                  <a:lnTo>
                    <a:pt x="121" y="45"/>
                  </a:lnTo>
                  <a:lnTo>
                    <a:pt x="120" y="44"/>
                  </a:lnTo>
                  <a:lnTo>
                    <a:pt x="119" y="43"/>
                  </a:lnTo>
                  <a:lnTo>
                    <a:pt x="119" y="42"/>
                  </a:lnTo>
                  <a:lnTo>
                    <a:pt x="118" y="41"/>
                  </a:lnTo>
                  <a:lnTo>
                    <a:pt x="119" y="41"/>
                  </a:lnTo>
                  <a:lnTo>
                    <a:pt x="119" y="39"/>
                  </a:lnTo>
                  <a:lnTo>
                    <a:pt x="118" y="37"/>
                  </a:lnTo>
                  <a:lnTo>
                    <a:pt x="118" y="37"/>
                  </a:lnTo>
                  <a:lnTo>
                    <a:pt x="118" y="36"/>
                  </a:lnTo>
                  <a:lnTo>
                    <a:pt x="118" y="35"/>
                  </a:lnTo>
                  <a:lnTo>
                    <a:pt x="119" y="33"/>
                  </a:lnTo>
                  <a:lnTo>
                    <a:pt x="119" y="32"/>
                  </a:lnTo>
                  <a:lnTo>
                    <a:pt x="120" y="32"/>
                  </a:lnTo>
                  <a:lnTo>
                    <a:pt x="121" y="32"/>
                  </a:lnTo>
                  <a:lnTo>
                    <a:pt x="122" y="32"/>
                  </a:lnTo>
                  <a:lnTo>
                    <a:pt x="125" y="32"/>
                  </a:lnTo>
                  <a:lnTo>
                    <a:pt x="127" y="32"/>
                  </a:lnTo>
                  <a:lnTo>
                    <a:pt x="130" y="34"/>
                  </a:lnTo>
                  <a:lnTo>
                    <a:pt x="135" y="35"/>
                  </a:lnTo>
                  <a:lnTo>
                    <a:pt x="140" y="37"/>
                  </a:lnTo>
                  <a:lnTo>
                    <a:pt x="143" y="38"/>
                  </a:lnTo>
                  <a:lnTo>
                    <a:pt x="145" y="39"/>
                  </a:lnTo>
                  <a:lnTo>
                    <a:pt x="147" y="40"/>
                  </a:lnTo>
                  <a:lnTo>
                    <a:pt x="148" y="40"/>
                  </a:lnTo>
                  <a:lnTo>
                    <a:pt x="149" y="39"/>
                  </a:lnTo>
                  <a:lnTo>
                    <a:pt x="151" y="38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4" y="37"/>
                  </a:lnTo>
                  <a:lnTo>
                    <a:pt x="154" y="37"/>
                  </a:lnTo>
                  <a:lnTo>
                    <a:pt x="155" y="37"/>
                  </a:lnTo>
                  <a:lnTo>
                    <a:pt x="156" y="33"/>
                  </a:lnTo>
                  <a:lnTo>
                    <a:pt x="156" y="29"/>
                  </a:lnTo>
                  <a:lnTo>
                    <a:pt x="156" y="27"/>
                  </a:lnTo>
                  <a:lnTo>
                    <a:pt x="155" y="24"/>
                  </a:lnTo>
                  <a:lnTo>
                    <a:pt x="154" y="24"/>
                  </a:lnTo>
                  <a:lnTo>
                    <a:pt x="153" y="23"/>
                  </a:lnTo>
                  <a:lnTo>
                    <a:pt x="153" y="22"/>
                  </a:lnTo>
                  <a:lnTo>
                    <a:pt x="151" y="22"/>
                  </a:lnTo>
                  <a:lnTo>
                    <a:pt x="150" y="23"/>
                  </a:lnTo>
                  <a:lnTo>
                    <a:pt x="150" y="23"/>
                  </a:lnTo>
                  <a:lnTo>
                    <a:pt x="150" y="24"/>
                  </a:lnTo>
                  <a:lnTo>
                    <a:pt x="149" y="24"/>
                  </a:lnTo>
                  <a:lnTo>
                    <a:pt x="147" y="25"/>
                  </a:lnTo>
                  <a:lnTo>
                    <a:pt x="143" y="28"/>
                  </a:lnTo>
                  <a:lnTo>
                    <a:pt x="142" y="28"/>
                  </a:lnTo>
                  <a:lnTo>
                    <a:pt x="141" y="28"/>
                  </a:lnTo>
                  <a:lnTo>
                    <a:pt x="138" y="28"/>
                  </a:lnTo>
                  <a:lnTo>
                    <a:pt x="137" y="29"/>
                  </a:lnTo>
                  <a:lnTo>
                    <a:pt x="132" y="28"/>
                  </a:lnTo>
                  <a:lnTo>
                    <a:pt x="127" y="28"/>
                  </a:lnTo>
                  <a:lnTo>
                    <a:pt x="118" y="27"/>
                  </a:lnTo>
                  <a:lnTo>
                    <a:pt x="114" y="26"/>
                  </a:lnTo>
                  <a:lnTo>
                    <a:pt x="113" y="25"/>
                  </a:lnTo>
                  <a:lnTo>
                    <a:pt x="113" y="25"/>
                  </a:lnTo>
                  <a:lnTo>
                    <a:pt x="113" y="24"/>
                  </a:lnTo>
                  <a:lnTo>
                    <a:pt x="112" y="24"/>
                  </a:lnTo>
                  <a:lnTo>
                    <a:pt x="112" y="21"/>
                  </a:lnTo>
                  <a:lnTo>
                    <a:pt x="110" y="20"/>
                  </a:lnTo>
                  <a:lnTo>
                    <a:pt x="109" y="18"/>
                  </a:lnTo>
                  <a:lnTo>
                    <a:pt x="108" y="16"/>
                  </a:lnTo>
                  <a:lnTo>
                    <a:pt x="106" y="15"/>
                  </a:lnTo>
                  <a:lnTo>
                    <a:pt x="105" y="14"/>
                  </a:lnTo>
                  <a:lnTo>
                    <a:pt x="105" y="14"/>
                  </a:lnTo>
                  <a:lnTo>
                    <a:pt x="105" y="12"/>
                  </a:lnTo>
                  <a:lnTo>
                    <a:pt x="105" y="12"/>
                  </a:lnTo>
                  <a:lnTo>
                    <a:pt x="105" y="11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6" y="6"/>
                  </a:lnTo>
                  <a:lnTo>
                    <a:pt x="106" y="5"/>
                  </a:lnTo>
                  <a:lnTo>
                    <a:pt x="106" y="4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5" y="1"/>
                  </a:lnTo>
                  <a:lnTo>
                    <a:pt x="105" y="0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2" y="1"/>
                  </a:lnTo>
                  <a:lnTo>
                    <a:pt x="101" y="2"/>
                  </a:lnTo>
                  <a:lnTo>
                    <a:pt x="101" y="3"/>
                  </a:lnTo>
                  <a:lnTo>
                    <a:pt x="100" y="4"/>
                  </a:lnTo>
                  <a:lnTo>
                    <a:pt x="97" y="8"/>
                  </a:lnTo>
                  <a:lnTo>
                    <a:pt x="93" y="13"/>
                  </a:lnTo>
                  <a:lnTo>
                    <a:pt x="89" y="18"/>
                  </a:lnTo>
                  <a:lnTo>
                    <a:pt x="86" y="22"/>
                  </a:lnTo>
                  <a:lnTo>
                    <a:pt x="84" y="24"/>
                  </a:lnTo>
                  <a:lnTo>
                    <a:pt x="83" y="24"/>
                  </a:lnTo>
                  <a:lnTo>
                    <a:pt x="81" y="25"/>
                  </a:lnTo>
                  <a:lnTo>
                    <a:pt x="80" y="25"/>
                  </a:lnTo>
                  <a:lnTo>
                    <a:pt x="79" y="25"/>
                  </a:lnTo>
                  <a:lnTo>
                    <a:pt x="78" y="25"/>
                  </a:lnTo>
                  <a:lnTo>
                    <a:pt x="78" y="24"/>
                  </a:lnTo>
                  <a:lnTo>
                    <a:pt x="78" y="24"/>
                  </a:lnTo>
                  <a:lnTo>
                    <a:pt x="80" y="19"/>
                  </a:lnTo>
                  <a:lnTo>
                    <a:pt x="81" y="14"/>
                  </a:lnTo>
                  <a:lnTo>
                    <a:pt x="82" y="13"/>
                  </a:lnTo>
                  <a:lnTo>
                    <a:pt x="82" y="11"/>
                  </a:lnTo>
                  <a:lnTo>
                    <a:pt x="81" y="9"/>
                  </a:lnTo>
                  <a:lnTo>
                    <a:pt x="80" y="7"/>
                  </a:lnTo>
                  <a:lnTo>
                    <a:pt x="80" y="7"/>
                  </a:lnTo>
                  <a:lnTo>
                    <a:pt x="79" y="6"/>
                  </a:lnTo>
                  <a:lnTo>
                    <a:pt x="78" y="7"/>
                  </a:lnTo>
                  <a:lnTo>
                    <a:pt x="78" y="7"/>
                  </a:lnTo>
                  <a:lnTo>
                    <a:pt x="77" y="9"/>
                  </a:lnTo>
                  <a:lnTo>
                    <a:pt x="76" y="12"/>
                  </a:lnTo>
                  <a:lnTo>
                    <a:pt x="74" y="16"/>
                  </a:lnTo>
                  <a:lnTo>
                    <a:pt x="73" y="18"/>
                  </a:lnTo>
                  <a:lnTo>
                    <a:pt x="71" y="20"/>
                  </a:lnTo>
                  <a:lnTo>
                    <a:pt x="69" y="21"/>
                  </a:lnTo>
                  <a:lnTo>
                    <a:pt x="68" y="22"/>
                  </a:lnTo>
                  <a:lnTo>
                    <a:pt x="67" y="23"/>
                  </a:lnTo>
                  <a:lnTo>
                    <a:pt x="65" y="24"/>
                  </a:lnTo>
                  <a:lnTo>
                    <a:pt x="65" y="25"/>
                  </a:lnTo>
                  <a:lnTo>
                    <a:pt x="64" y="26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64" y="28"/>
                  </a:lnTo>
                  <a:lnTo>
                    <a:pt x="65" y="28"/>
                  </a:lnTo>
                  <a:lnTo>
                    <a:pt x="67" y="28"/>
                  </a:lnTo>
                  <a:lnTo>
                    <a:pt x="71" y="29"/>
                  </a:lnTo>
                  <a:lnTo>
                    <a:pt x="76" y="30"/>
                  </a:lnTo>
                  <a:lnTo>
                    <a:pt x="81" y="31"/>
                  </a:lnTo>
                  <a:lnTo>
                    <a:pt x="85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9" name="îśľiḓè"/>
            <p:cNvSpPr/>
            <p:nvPr/>
          </p:nvSpPr>
          <p:spPr bwMode="auto">
            <a:xfrm>
              <a:off x="2492376" y="3494088"/>
              <a:ext cx="1190625" cy="766763"/>
            </a:xfrm>
            <a:custGeom>
              <a:avLst/>
              <a:gdLst>
                <a:gd name="T0" fmla="*/ 238 w 750"/>
                <a:gd name="T1" fmla="*/ 410 h 483"/>
                <a:gd name="T2" fmla="*/ 260 w 750"/>
                <a:gd name="T3" fmla="*/ 439 h 483"/>
                <a:gd name="T4" fmla="*/ 256 w 750"/>
                <a:gd name="T5" fmla="*/ 482 h 483"/>
                <a:gd name="T6" fmla="*/ 230 w 750"/>
                <a:gd name="T7" fmla="*/ 454 h 483"/>
                <a:gd name="T8" fmla="*/ 255 w 750"/>
                <a:gd name="T9" fmla="*/ 473 h 483"/>
                <a:gd name="T10" fmla="*/ 249 w 750"/>
                <a:gd name="T11" fmla="*/ 443 h 483"/>
                <a:gd name="T12" fmla="*/ 234 w 750"/>
                <a:gd name="T13" fmla="*/ 401 h 483"/>
                <a:gd name="T14" fmla="*/ 260 w 750"/>
                <a:gd name="T15" fmla="*/ 397 h 483"/>
                <a:gd name="T16" fmla="*/ 28 w 750"/>
                <a:gd name="T17" fmla="*/ 433 h 483"/>
                <a:gd name="T18" fmla="*/ 13 w 750"/>
                <a:gd name="T19" fmla="*/ 428 h 483"/>
                <a:gd name="T20" fmla="*/ 0 w 750"/>
                <a:gd name="T21" fmla="*/ 419 h 483"/>
                <a:gd name="T22" fmla="*/ 37 w 750"/>
                <a:gd name="T23" fmla="*/ 447 h 483"/>
                <a:gd name="T24" fmla="*/ 123 w 750"/>
                <a:gd name="T25" fmla="*/ 381 h 483"/>
                <a:gd name="T26" fmla="*/ 160 w 750"/>
                <a:gd name="T27" fmla="*/ 436 h 483"/>
                <a:gd name="T28" fmla="*/ 224 w 750"/>
                <a:gd name="T29" fmla="*/ 423 h 483"/>
                <a:gd name="T30" fmla="*/ 193 w 750"/>
                <a:gd name="T31" fmla="*/ 391 h 483"/>
                <a:gd name="T32" fmla="*/ 216 w 750"/>
                <a:gd name="T33" fmla="*/ 409 h 483"/>
                <a:gd name="T34" fmla="*/ 278 w 750"/>
                <a:gd name="T35" fmla="*/ 482 h 483"/>
                <a:gd name="T36" fmla="*/ 351 w 750"/>
                <a:gd name="T37" fmla="*/ 426 h 483"/>
                <a:gd name="T38" fmla="*/ 437 w 750"/>
                <a:gd name="T39" fmla="*/ 430 h 483"/>
                <a:gd name="T40" fmla="*/ 411 w 750"/>
                <a:gd name="T41" fmla="*/ 359 h 483"/>
                <a:gd name="T42" fmla="*/ 388 w 750"/>
                <a:gd name="T43" fmla="*/ 381 h 483"/>
                <a:gd name="T44" fmla="*/ 423 w 750"/>
                <a:gd name="T45" fmla="*/ 447 h 483"/>
                <a:gd name="T46" fmla="*/ 405 w 750"/>
                <a:gd name="T47" fmla="*/ 417 h 483"/>
                <a:gd name="T48" fmla="*/ 401 w 750"/>
                <a:gd name="T49" fmla="*/ 366 h 483"/>
                <a:gd name="T50" fmla="*/ 427 w 750"/>
                <a:gd name="T51" fmla="*/ 408 h 483"/>
                <a:gd name="T52" fmla="*/ 448 w 750"/>
                <a:gd name="T53" fmla="*/ 334 h 483"/>
                <a:gd name="T54" fmla="*/ 498 w 750"/>
                <a:gd name="T55" fmla="*/ 301 h 483"/>
                <a:gd name="T56" fmla="*/ 551 w 750"/>
                <a:gd name="T57" fmla="*/ 375 h 483"/>
                <a:gd name="T58" fmla="*/ 583 w 750"/>
                <a:gd name="T59" fmla="*/ 330 h 483"/>
                <a:gd name="T60" fmla="*/ 544 w 750"/>
                <a:gd name="T61" fmla="*/ 279 h 483"/>
                <a:gd name="T62" fmla="*/ 565 w 750"/>
                <a:gd name="T63" fmla="*/ 265 h 483"/>
                <a:gd name="T64" fmla="*/ 537 w 750"/>
                <a:gd name="T65" fmla="*/ 269 h 483"/>
                <a:gd name="T66" fmla="*/ 572 w 750"/>
                <a:gd name="T67" fmla="*/ 333 h 483"/>
                <a:gd name="T68" fmla="*/ 602 w 750"/>
                <a:gd name="T69" fmla="*/ 327 h 483"/>
                <a:gd name="T70" fmla="*/ 589 w 750"/>
                <a:gd name="T71" fmla="*/ 271 h 483"/>
                <a:gd name="T72" fmla="*/ 650 w 750"/>
                <a:gd name="T73" fmla="*/ 233 h 483"/>
                <a:gd name="T74" fmla="*/ 668 w 750"/>
                <a:gd name="T75" fmla="*/ 220 h 483"/>
                <a:gd name="T76" fmla="*/ 613 w 750"/>
                <a:gd name="T77" fmla="*/ 169 h 483"/>
                <a:gd name="T78" fmla="*/ 644 w 750"/>
                <a:gd name="T79" fmla="*/ 157 h 483"/>
                <a:gd name="T80" fmla="*/ 690 w 750"/>
                <a:gd name="T81" fmla="*/ 213 h 483"/>
                <a:gd name="T82" fmla="*/ 658 w 750"/>
                <a:gd name="T83" fmla="*/ 175 h 483"/>
                <a:gd name="T84" fmla="*/ 620 w 750"/>
                <a:gd name="T85" fmla="*/ 169 h 483"/>
                <a:gd name="T86" fmla="*/ 664 w 750"/>
                <a:gd name="T87" fmla="*/ 208 h 483"/>
                <a:gd name="T88" fmla="*/ 710 w 750"/>
                <a:gd name="T89" fmla="*/ 149 h 483"/>
                <a:gd name="T90" fmla="*/ 697 w 750"/>
                <a:gd name="T91" fmla="*/ 143 h 483"/>
                <a:gd name="T92" fmla="*/ 641 w 750"/>
                <a:gd name="T93" fmla="*/ 104 h 483"/>
                <a:gd name="T94" fmla="*/ 692 w 750"/>
                <a:gd name="T95" fmla="*/ 96 h 483"/>
                <a:gd name="T96" fmla="*/ 709 w 750"/>
                <a:gd name="T97" fmla="*/ 135 h 483"/>
                <a:gd name="T98" fmla="*/ 650 w 750"/>
                <a:gd name="T99" fmla="*/ 108 h 483"/>
                <a:gd name="T100" fmla="*/ 667 w 750"/>
                <a:gd name="T101" fmla="*/ 97 h 483"/>
                <a:gd name="T102" fmla="*/ 718 w 750"/>
                <a:gd name="T103" fmla="*/ 126 h 483"/>
                <a:gd name="T104" fmla="*/ 706 w 750"/>
                <a:gd name="T105" fmla="*/ 61 h 483"/>
                <a:gd name="T106" fmla="*/ 732 w 750"/>
                <a:gd name="T107" fmla="*/ 81 h 483"/>
                <a:gd name="T108" fmla="*/ 669 w 750"/>
                <a:gd name="T109" fmla="*/ 73 h 483"/>
                <a:gd name="T110" fmla="*/ 673 w 750"/>
                <a:gd name="T111" fmla="*/ 53 h 483"/>
                <a:gd name="T112" fmla="*/ 654 w 750"/>
                <a:gd name="T113" fmla="*/ 62 h 483"/>
                <a:gd name="T114" fmla="*/ 698 w 750"/>
                <a:gd name="T115" fmla="*/ 91 h 483"/>
                <a:gd name="T116" fmla="*/ 741 w 750"/>
                <a:gd name="T117" fmla="*/ 77 h 483"/>
                <a:gd name="T118" fmla="*/ 662 w 750"/>
                <a:gd name="T119" fmla="*/ 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50" h="483">
                  <a:moveTo>
                    <a:pt x="265" y="417"/>
                  </a:moveTo>
                  <a:lnTo>
                    <a:pt x="258" y="417"/>
                  </a:lnTo>
                  <a:lnTo>
                    <a:pt x="258" y="414"/>
                  </a:lnTo>
                  <a:lnTo>
                    <a:pt x="257" y="411"/>
                  </a:lnTo>
                  <a:lnTo>
                    <a:pt x="257" y="408"/>
                  </a:lnTo>
                  <a:lnTo>
                    <a:pt x="256" y="405"/>
                  </a:lnTo>
                  <a:lnTo>
                    <a:pt x="255" y="404"/>
                  </a:lnTo>
                  <a:lnTo>
                    <a:pt x="253" y="403"/>
                  </a:lnTo>
                  <a:lnTo>
                    <a:pt x="251" y="401"/>
                  </a:lnTo>
                  <a:lnTo>
                    <a:pt x="249" y="401"/>
                  </a:lnTo>
                  <a:lnTo>
                    <a:pt x="246" y="401"/>
                  </a:lnTo>
                  <a:lnTo>
                    <a:pt x="244" y="402"/>
                  </a:lnTo>
                  <a:lnTo>
                    <a:pt x="241" y="404"/>
                  </a:lnTo>
                  <a:lnTo>
                    <a:pt x="241" y="405"/>
                  </a:lnTo>
                  <a:lnTo>
                    <a:pt x="239" y="408"/>
                  </a:lnTo>
                  <a:lnTo>
                    <a:pt x="238" y="410"/>
                  </a:lnTo>
                  <a:lnTo>
                    <a:pt x="238" y="414"/>
                  </a:lnTo>
                  <a:lnTo>
                    <a:pt x="238" y="417"/>
                  </a:lnTo>
                  <a:lnTo>
                    <a:pt x="238" y="420"/>
                  </a:lnTo>
                  <a:lnTo>
                    <a:pt x="238" y="421"/>
                  </a:lnTo>
                  <a:lnTo>
                    <a:pt x="238" y="423"/>
                  </a:lnTo>
                  <a:lnTo>
                    <a:pt x="239" y="425"/>
                  </a:lnTo>
                  <a:lnTo>
                    <a:pt x="240" y="426"/>
                  </a:lnTo>
                  <a:lnTo>
                    <a:pt x="241" y="428"/>
                  </a:lnTo>
                  <a:lnTo>
                    <a:pt x="242" y="429"/>
                  </a:lnTo>
                  <a:lnTo>
                    <a:pt x="244" y="430"/>
                  </a:lnTo>
                  <a:lnTo>
                    <a:pt x="245" y="431"/>
                  </a:lnTo>
                  <a:lnTo>
                    <a:pt x="249" y="433"/>
                  </a:lnTo>
                  <a:lnTo>
                    <a:pt x="251" y="434"/>
                  </a:lnTo>
                  <a:lnTo>
                    <a:pt x="253" y="434"/>
                  </a:lnTo>
                  <a:lnTo>
                    <a:pt x="257" y="437"/>
                  </a:lnTo>
                  <a:lnTo>
                    <a:pt x="260" y="439"/>
                  </a:lnTo>
                  <a:lnTo>
                    <a:pt x="262" y="442"/>
                  </a:lnTo>
                  <a:lnTo>
                    <a:pt x="264" y="444"/>
                  </a:lnTo>
                  <a:lnTo>
                    <a:pt x="265" y="447"/>
                  </a:lnTo>
                  <a:lnTo>
                    <a:pt x="266" y="450"/>
                  </a:lnTo>
                  <a:lnTo>
                    <a:pt x="267" y="454"/>
                  </a:lnTo>
                  <a:lnTo>
                    <a:pt x="267" y="458"/>
                  </a:lnTo>
                  <a:lnTo>
                    <a:pt x="266" y="463"/>
                  </a:lnTo>
                  <a:lnTo>
                    <a:pt x="265" y="469"/>
                  </a:lnTo>
                  <a:lnTo>
                    <a:pt x="265" y="471"/>
                  </a:lnTo>
                  <a:lnTo>
                    <a:pt x="264" y="473"/>
                  </a:lnTo>
                  <a:lnTo>
                    <a:pt x="263" y="475"/>
                  </a:lnTo>
                  <a:lnTo>
                    <a:pt x="261" y="477"/>
                  </a:lnTo>
                  <a:lnTo>
                    <a:pt x="261" y="478"/>
                  </a:lnTo>
                  <a:lnTo>
                    <a:pt x="259" y="479"/>
                  </a:lnTo>
                  <a:lnTo>
                    <a:pt x="257" y="481"/>
                  </a:lnTo>
                  <a:lnTo>
                    <a:pt x="256" y="482"/>
                  </a:lnTo>
                  <a:lnTo>
                    <a:pt x="254" y="482"/>
                  </a:lnTo>
                  <a:lnTo>
                    <a:pt x="253" y="483"/>
                  </a:lnTo>
                  <a:lnTo>
                    <a:pt x="250" y="483"/>
                  </a:lnTo>
                  <a:lnTo>
                    <a:pt x="248" y="483"/>
                  </a:lnTo>
                  <a:lnTo>
                    <a:pt x="245" y="483"/>
                  </a:lnTo>
                  <a:lnTo>
                    <a:pt x="242" y="482"/>
                  </a:lnTo>
                  <a:lnTo>
                    <a:pt x="240" y="482"/>
                  </a:lnTo>
                  <a:lnTo>
                    <a:pt x="237" y="481"/>
                  </a:lnTo>
                  <a:lnTo>
                    <a:pt x="236" y="478"/>
                  </a:lnTo>
                  <a:lnTo>
                    <a:pt x="234" y="476"/>
                  </a:lnTo>
                  <a:lnTo>
                    <a:pt x="232" y="474"/>
                  </a:lnTo>
                  <a:lnTo>
                    <a:pt x="231" y="470"/>
                  </a:lnTo>
                  <a:lnTo>
                    <a:pt x="231" y="468"/>
                  </a:lnTo>
                  <a:lnTo>
                    <a:pt x="230" y="464"/>
                  </a:lnTo>
                  <a:lnTo>
                    <a:pt x="230" y="459"/>
                  </a:lnTo>
                  <a:lnTo>
                    <a:pt x="230" y="454"/>
                  </a:lnTo>
                  <a:lnTo>
                    <a:pt x="236" y="454"/>
                  </a:lnTo>
                  <a:lnTo>
                    <a:pt x="236" y="459"/>
                  </a:lnTo>
                  <a:lnTo>
                    <a:pt x="236" y="464"/>
                  </a:lnTo>
                  <a:lnTo>
                    <a:pt x="237" y="467"/>
                  </a:lnTo>
                  <a:lnTo>
                    <a:pt x="239" y="470"/>
                  </a:lnTo>
                  <a:lnTo>
                    <a:pt x="240" y="471"/>
                  </a:lnTo>
                  <a:lnTo>
                    <a:pt x="241" y="473"/>
                  </a:lnTo>
                  <a:lnTo>
                    <a:pt x="241" y="474"/>
                  </a:lnTo>
                  <a:lnTo>
                    <a:pt x="243" y="474"/>
                  </a:lnTo>
                  <a:lnTo>
                    <a:pt x="244" y="474"/>
                  </a:lnTo>
                  <a:lnTo>
                    <a:pt x="245" y="475"/>
                  </a:lnTo>
                  <a:lnTo>
                    <a:pt x="247" y="475"/>
                  </a:lnTo>
                  <a:lnTo>
                    <a:pt x="249" y="475"/>
                  </a:lnTo>
                  <a:lnTo>
                    <a:pt x="251" y="475"/>
                  </a:lnTo>
                  <a:lnTo>
                    <a:pt x="253" y="474"/>
                  </a:lnTo>
                  <a:lnTo>
                    <a:pt x="255" y="473"/>
                  </a:lnTo>
                  <a:lnTo>
                    <a:pt x="257" y="471"/>
                  </a:lnTo>
                  <a:lnTo>
                    <a:pt x="258" y="469"/>
                  </a:lnTo>
                  <a:lnTo>
                    <a:pt x="259" y="466"/>
                  </a:lnTo>
                  <a:lnTo>
                    <a:pt x="260" y="463"/>
                  </a:lnTo>
                  <a:lnTo>
                    <a:pt x="260" y="460"/>
                  </a:lnTo>
                  <a:lnTo>
                    <a:pt x="260" y="457"/>
                  </a:lnTo>
                  <a:lnTo>
                    <a:pt x="259" y="454"/>
                  </a:lnTo>
                  <a:lnTo>
                    <a:pt x="258" y="453"/>
                  </a:lnTo>
                  <a:lnTo>
                    <a:pt x="257" y="450"/>
                  </a:lnTo>
                  <a:lnTo>
                    <a:pt x="257" y="449"/>
                  </a:lnTo>
                  <a:lnTo>
                    <a:pt x="255" y="447"/>
                  </a:lnTo>
                  <a:lnTo>
                    <a:pt x="253" y="446"/>
                  </a:lnTo>
                  <a:lnTo>
                    <a:pt x="251" y="445"/>
                  </a:lnTo>
                  <a:lnTo>
                    <a:pt x="251" y="445"/>
                  </a:lnTo>
                  <a:lnTo>
                    <a:pt x="250" y="444"/>
                  </a:lnTo>
                  <a:lnTo>
                    <a:pt x="249" y="443"/>
                  </a:lnTo>
                  <a:lnTo>
                    <a:pt x="246" y="442"/>
                  </a:lnTo>
                  <a:lnTo>
                    <a:pt x="241" y="439"/>
                  </a:lnTo>
                  <a:lnTo>
                    <a:pt x="238" y="437"/>
                  </a:lnTo>
                  <a:lnTo>
                    <a:pt x="236" y="436"/>
                  </a:lnTo>
                  <a:lnTo>
                    <a:pt x="234" y="434"/>
                  </a:lnTo>
                  <a:lnTo>
                    <a:pt x="233" y="432"/>
                  </a:lnTo>
                  <a:lnTo>
                    <a:pt x="232" y="430"/>
                  </a:lnTo>
                  <a:lnTo>
                    <a:pt x="232" y="427"/>
                  </a:lnTo>
                  <a:lnTo>
                    <a:pt x="231" y="424"/>
                  </a:lnTo>
                  <a:lnTo>
                    <a:pt x="231" y="421"/>
                  </a:lnTo>
                  <a:lnTo>
                    <a:pt x="231" y="417"/>
                  </a:lnTo>
                  <a:lnTo>
                    <a:pt x="231" y="412"/>
                  </a:lnTo>
                  <a:lnTo>
                    <a:pt x="232" y="407"/>
                  </a:lnTo>
                  <a:lnTo>
                    <a:pt x="232" y="405"/>
                  </a:lnTo>
                  <a:lnTo>
                    <a:pt x="233" y="403"/>
                  </a:lnTo>
                  <a:lnTo>
                    <a:pt x="234" y="401"/>
                  </a:lnTo>
                  <a:lnTo>
                    <a:pt x="235" y="399"/>
                  </a:lnTo>
                  <a:lnTo>
                    <a:pt x="236" y="397"/>
                  </a:lnTo>
                  <a:lnTo>
                    <a:pt x="237" y="397"/>
                  </a:lnTo>
                  <a:lnTo>
                    <a:pt x="239" y="395"/>
                  </a:lnTo>
                  <a:lnTo>
                    <a:pt x="241" y="394"/>
                  </a:lnTo>
                  <a:lnTo>
                    <a:pt x="242" y="393"/>
                  </a:lnTo>
                  <a:lnTo>
                    <a:pt x="244" y="393"/>
                  </a:lnTo>
                  <a:lnTo>
                    <a:pt x="245" y="393"/>
                  </a:lnTo>
                  <a:lnTo>
                    <a:pt x="248" y="393"/>
                  </a:lnTo>
                  <a:lnTo>
                    <a:pt x="249" y="393"/>
                  </a:lnTo>
                  <a:lnTo>
                    <a:pt x="252" y="393"/>
                  </a:lnTo>
                  <a:lnTo>
                    <a:pt x="253" y="393"/>
                  </a:lnTo>
                  <a:lnTo>
                    <a:pt x="256" y="394"/>
                  </a:lnTo>
                  <a:lnTo>
                    <a:pt x="257" y="395"/>
                  </a:lnTo>
                  <a:lnTo>
                    <a:pt x="258" y="396"/>
                  </a:lnTo>
                  <a:lnTo>
                    <a:pt x="260" y="397"/>
                  </a:lnTo>
                  <a:lnTo>
                    <a:pt x="261" y="399"/>
                  </a:lnTo>
                  <a:lnTo>
                    <a:pt x="262" y="401"/>
                  </a:lnTo>
                  <a:lnTo>
                    <a:pt x="263" y="403"/>
                  </a:lnTo>
                  <a:lnTo>
                    <a:pt x="264" y="405"/>
                  </a:lnTo>
                  <a:lnTo>
                    <a:pt x="264" y="407"/>
                  </a:lnTo>
                  <a:lnTo>
                    <a:pt x="265" y="412"/>
                  </a:lnTo>
                  <a:lnTo>
                    <a:pt x="265" y="417"/>
                  </a:lnTo>
                  <a:lnTo>
                    <a:pt x="265" y="417"/>
                  </a:lnTo>
                  <a:close/>
                  <a:moveTo>
                    <a:pt x="16" y="438"/>
                  </a:moveTo>
                  <a:lnTo>
                    <a:pt x="18" y="438"/>
                  </a:lnTo>
                  <a:lnTo>
                    <a:pt x="20" y="438"/>
                  </a:lnTo>
                  <a:lnTo>
                    <a:pt x="21" y="437"/>
                  </a:lnTo>
                  <a:lnTo>
                    <a:pt x="23" y="436"/>
                  </a:lnTo>
                  <a:lnTo>
                    <a:pt x="24" y="435"/>
                  </a:lnTo>
                  <a:lnTo>
                    <a:pt x="27" y="434"/>
                  </a:lnTo>
                  <a:lnTo>
                    <a:pt x="28" y="433"/>
                  </a:lnTo>
                  <a:lnTo>
                    <a:pt x="29" y="431"/>
                  </a:lnTo>
                  <a:lnTo>
                    <a:pt x="30" y="430"/>
                  </a:lnTo>
                  <a:lnTo>
                    <a:pt x="32" y="428"/>
                  </a:lnTo>
                  <a:lnTo>
                    <a:pt x="32" y="425"/>
                  </a:lnTo>
                  <a:lnTo>
                    <a:pt x="34" y="423"/>
                  </a:lnTo>
                  <a:lnTo>
                    <a:pt x="58" y="358"/>
                  </a:lnTo>
                  <a:lnTo>
                    <a:pt x="51" y="355"/>
                  </a:lnTo>
                  <a:lnTo>
                    <a:pt x="27" y="420"/>
                  </a:lnTo>
                  <a:lnTo>
                    <a:pt x="25" y="423"/>
                  </a:lnTo>
                  <a:lnTo>
                    <a:pt x="24" y="425"/>
                  </a:lnTo>
                  <a:lnTo>
                    <a:pt x="23" y="426"/>
                  </a:lnTo>
                  <a:lnTo>
                    <a:pt x="20" y="428"/>
                  </a:lnTo>
                  <a:lnTo>
                    <a:pt x="19" y="429"/>
                  </a:lnTo>
                  <a:lnTo>
                    <a:pt x="17" y="429"/>
                  </a:lnTo>
                  <a:lnTo>
                    <a:pt x="15" y="429"/>
                  </a:lnTo>
                  <a:lnTo>
                    <a:pt x="13" y="428"/>
                  </a:lnTo>
                  <a:lnTo>
                    <a:pt x="12" y="427"/>
                  </a:lnTo>
                  <a:lnTo>
                    <a:pt x="10" y="425"/>
                  </a:lnTo>
                  <a:lnTo>
                    <a:pt x="9" y="424"/>
                  </a:lnTo>
                  <a:lnTo>
                    <a:pt x="8" y="421"/>
                  </a:lnTo>
                  <a:lnTo>
                    <a:pt x="8" y="419"/>
                  </a:lnTo>
                  <a:lnTo>
                    <a:pt x="8" y="417"/>
                  </a:lnTo>
                  <a:lnTo>
                    <a:pt x="8" y="414"/>
                  </a:lnTo>
                  <a:lnTo>
                    <a:pt x="8" y="411"/>
                  </a:lnTo>
                  <a:lnTo>
                    <a:pt x="33" y="346"/>
                  </a:lnTo>
                  <a:lnTo>
                    <a:pt x="26" y="342"/>
                  </a:lnTo>
                  <a:lnTo>
                    <a:pt x="2" y="407"/>
                  </a:lnTo>
                  <a:lnTo>
                    <a:pt x="1" y="410"/>
                  </a:lnTo>
                  <a:lnTo>
                    <a:pt x="0" y="412"/>
                  </a:lnTo>
                  <a:lnTo>
                    <a:pt x="0" y="414"/>
                  </a:lnTo>
                  <a:lnTo>
                    <a:pt x="0" y="417"/>
                  </a:lnTo>
                  <a:lnTo>
                    <a:pt x="0" y="419"/>
                  </a:lnTo>
                  <a:lnTo>
                    <a:pt x="0" y="421"/>
                  </a:lnTo>
                  <a:lnTo>
                    <a:pt x="0" y="423"/>
                  </a:lnTo>
                  <a:lnTo>
                    <a:pt x="1" y="425"/>
                  </a:lnTo>
                  <a:lnTo>
                    <a:pt x="3" y="428"/>
                  </a:lnTo>
                  <a:lnTo>
                    <a:pt x="4" y="430"/>
                  </a:lnTo>
                  <a:lnTo>
                    <a:pt x="5" y="432"/>
                  </a:lnTo>
                  <a:lnTo>
                    <a:pt x="7" y="434"/>
                  </a:lnTo>
                  <a:lnTo>
                    <a:pt x="8" y="435"/>
                  </a:lnTo>
                  <a:lnTo>
                    <a:pt x="11" y="436"/>
                  </a:lnTo>
                  <a:lnTo>
                    <a:pt x="14" y="438"/>
                  </a:lnTo>
                  <a:lnTo>
                    <a:pt x="16" y="438"/>
                  </a:lnTo>
                  <a:lnTo>
                    <a:pt x="16" y="438"/>
                  </a:lnTo>
                  <a:close/>
                  <a:moveTo>
                    <a:pt x="68" y="458"/>
                  </a:moveTo>
                  <a:lnTo>
                    <a:pt x="68" y="373"/>
                  </a:lnTo>
                  <a:lnTo>
                    <a:pt x="44" y="450"/>
                  </a:lnTo>
                  <a:lnTo>
                    <a:pt x="37" y="447"/>
                  </a:lnTo>
                  <a:lnTo>
                    <a:pt x="64" y="361"/>
                  </a:lnTo>
                  <a:lnTo>
                    <a:pt x="75" y="365"/>
                  </a:lnTo>
                  <a:lnTo>
                    <a:pt x="74" y="435"/>
                  </a:lnTo>
                  <a:lnTo>
                    <a:pt x="91" y="370"/>
                  </a:lnTo>
                  <a:lnTo>
                    <a:pt x="98" y="373"/>
                  </a:lnTo>
                  <a:lnTo>
                    <a:pt x="75" y="460"/>
                  </a:lnTo>
                  <a:lnTo>
                    <a:pt x="68" y="458"/>
                  </a:lnTo>
                  <a:lnTo>
                    <a:pt x="68" y="458"/>
                  </a:lnTo>
                  <a:close/>
                  <a:moveTo>
                    <a:pt x="92" y="466"/>
                  </a:moveTo>
                  <a:lnTo>
                    <a:pt x="111" y="377"/>
                  </a:lnTo>
                  <a:lnTo>
                    <a:pt x="104" y="375"/>
                  </a:lnTo>
                  <a:lnTo>
                    <a:pt x="84" y="463"/>
                  </a:lnTo>
                  <a:lnTo>
                    <a:pt x="92" y="466"/>
                  </a:lnTo>
                  <a:lnTo>
                    <a:pt x="92" y="466"/>
                  </a:lnTo>
                  <a:close/>
                  <a:moveTo>
                    <a:pt x="124" y="454"/>
                  </a:moveTo>
                  <a:lnTo>
                    <a:pt x="123" y="381"/>
                  </a:lnTo>
                  <a:lnTo>
                    <a:pt x="116" y="378"/>
                  </a:lnTo>
                  <a:lnTo>
                    <a:pt x="117" y="471"/>
                  </a:lnTo>
                  <a:lnTo>
                    <a:pt x="124" y="474"/>
                  </a:lnTo>
                  <a:lnTo>
                    <a:pt x="152" y="386"/>
                  </a:lnTo>
                  <a:lnTo>
                    <a:pt x="144" y="385"/>
                  </a:lnTo>
                  <a:lnTo>
                    <a:pt x="124" y="454"/>
                  </a:lnTo>
                  <a:lnTo>
                    <a:pt x="124" y="454"/>
                  </a:lnTo>
                  <a:close/>
                  <a:moveTo>
                    <a:pt x="146" y="477"/>
                  </a:moveTo>
                  <a:lnTo>
                    <a:pt x="157" y="387"/>
                  </a:lnTo>
                  <a:lnTo>
                    <a:pt x="187" y="392"/>
                  </a:lnTo>
                  <a:lnTo>
                    <a:pt x="186" y="401"/>
                  </a:lnTo>
                  <a:lnTo>
                    <a:pt x="164" y="397"/>
                  </a:lnTo>
                  <a:lnTo>
                    <a:pt x="160" y="426"/>
                  </a:lnTo>
                  <a:lnTo>
                    <a:pt x="177" y="429"/>
                  </a:lnTo>
                  <a:lnTo>
                    <a:pt x="176" y="438"/>
                  </a:lnTo>
                  <a:lnTo>
                    <a:pt x="160" y="436"/>
                  </a:lnTo>
                  <a:lnTo>
                    <a:pt x="155" y="469"/>
                  </a:lnTo>
                  <a:lnTo>
                    <a:pt x="179" y="472"/>
                  </a:lnTo>
                  <a:lnTo>
                    <a:pt x="177" y="481"/>
                  </a:lnTo>
                  <a:lnTo>
                    <a:pt x="146" y="477"/>
                  </a:lnTo>
                  <a:lnTo>
                    <a:pt x="146" y="477"/>
                  </a:lnTo>
                  <a:close/>
                  <a:moveTo>
                    <a:pt x="224" y="483"/>
                  </a:moveTo>
                  <a:lnTo>
                    <a:pt x="214" y="438"/>
                  </a:lnTo>
                  <a:lnTo>
                    <a:pt x="216" y="438"/>
                  </a:lnTo>
                  <a:lnTo>
                    <a:pt x="216" y="437"/>
                  </a:lnTo>
                  <a:lnTo>
                    <a:pt x="217" y="436"/>
                  </a:lnTo>
                  <a:lnTo>
                    <a:pt x="219" y="434"/>
                  </a:lnTo>
                  <a:lnTo>
                    <a:pt x="220" y="432"/>
                  </a:lnTo>
                  <a:lnTo>
                    <a:pt x="222" y="430"/>
                  </a:lnTo>
                  <a:lnTo>
                    <a:pt x="223" y="426"/>
                  </a:lnTo>
                  <a:lnTo>
                    <a:pt x="224" y="423"/>
                  </a:lnTo>
                  <a:lnTo>
                    <a:pt x="224" y="423"/>
                  </a:lnTo>
                  <a:lnTo>
                    <a:pt x="224" y="422"/>
                  </a:lnTo>
                  <a:lnTo>
                    <a:pt x="225" y="420"/>
                  </a:lnTo>
                  <a:lnTo>
                    <a:pt x="225" y="414"/>
                  </a:lnTo>
                  <a:lnTo>
                    <a:pt x="225" y="410"/>
                  </a:lnTo>
                  <a:lnTo>
                    <a:pt x="224" y="407"/>
                  </a:lnTo>
                  <a:lnTo>
                    <a:pt x="223" y="403"/>
                  </a:lnTo>
                  <a:lnTo>
                    <a:pt x="221" y="400"/>
                  </a:lnTo>
                  <a:lnTo>
                    <a:pt x="220" y="398"/>
                  </a:lnTo>
                  <a:lnTo>
                    <a:pt x="220" y="397"/>
                  </a:lnTo>
                  <a:lnTo>
                    <a:pt x="218" y="395"/>
                  </a:lnTo>
                  <a:lnTo>
                    <a:pt x="216" y="394"/>
                  </a:lnTo>
                  <a:lnTo>
                    <a:pt x="215" y="393"/>
                  </a:lnTo>
                  <a:lnTo>
                    <a:pt x="213" y="393"/>
                  </a:lnTo>
                  <a:lnTo>
                    <a:pt x="211" y="392"/>
                  </a:lnTo>
                  <a:lnTo>
                    <a:pt x="209" y="392"/>
                  </a:lnTo>
                  <a:lnTo>
                    <a:pt x="193" y="391"/>
                  </a:lnTo>
                  <a:lnTo>
                    <a:pt x="189" y="482"/>
                  </a:lnTo>
                  <a:lnTo>
                    <a:pt x="197" y="482"/>
                  </a:lnTo>
                  <a:lnTo>
                    <a:pt x="199" y="439"/>
                  </a:lnTo>
                  <a:lnTo>
                    <a:pt x="206" y="440"/>
                  </a:lnTo>
                  <a:lnTo>
                    <a:pt x="216" y="483"/>
                  </a:lnTo>
                  <a:lnTo>
                    <a:pt x="224" y="483"/>
                  </a:lnTo>
                  <a:lnTo>
                    <a:pt x="224" y="483"/>
                  </a:lnTo>
                  <a:close/>
                  <a:moveTo>
                    <a:pt x="199" y="430"/>
                  </a:moveTo>
                  <a:lnTo>
                    <a:pt x="200" y="401"/>
                  </a:lnTo>
                  <a:lnTo>
                    <a:pt x="208" y="401"/>
                  </a:lnTo>
                  <a:lnTo>
                    <a:pt x="209" y="401"/>
                  </a:lnTo>
                  <a:lnTo>
                    <a:pt x="212" y="402"/>
                  </a:lnTo>
                  <a:lnTo>
                    <a:pt x="213" y="403"/>
                  </a:lnTo>
                  <a:lnTo>
                    <a:pt x="214" y="405"/>
                  </a:lnTo>
                  <a:lnTo>
                    <a:pt x="216" y="407"/>
                  </a:lnTo>
                  <a:lnTo>
                    <a:pt x="216" y="409"/>
                  </a:lnTo>
                  <a:lnTo>
                    <a:pt x="216" y="412"/>
                  </a:lnTo>
                  <a:lnTo>
                    <a:pt x="216" y="415"/>
                  </a:lnTo>
                  <a:lnTo>
                    <a:pt x="216" y="418"/>
                  </a:lnTo>
                  <a:lnTo>
                    <a:pt x="216" y="421"/>
                  </a:lnTo>
                  <a:lnTo>
                    <a:pt x="214" y="425"/>
                  </a:lnTo>
                  <a:lnTo>
                    <a:pt x="213" y="427"/>
                  </a:lnTo>
                  <a:lnTo>
                    <a:pt x="212" y="429"/>
                  </a:lnTo>
                  <a:lnTo>
                    <a:pt x="210" y="430"/>
                  </a:lnTo>
                  <a:lnTo>
                    <a:pt x="208" y="430"/>
                  </a:lnTo>
                  <a:lnTo>
                    <a:pt x="206" y="430"/>
                  </a:lnTo>
                  <a:lnTo>
                    <a:pt x="199" y="430"/>
                  </a:lnTo>
                  <a:lnTo>
                    <a:pt x="199" y="430"/>
                  </a:lnTo>
                  <a:close/>
                  <a:moveTo>
                    <a:pt x="285" y="481"/>
                  </a:moveTo>
                  <a:lnTo>
                    <a:pt x="278" y="390"/>
                  </a:lnTo>
                  <a:lnTo>
                    <a:pt x="270" y="391"/>
                  </a:lnTo>
                  <a:lnTo>
                    <a:pt x="278" y="482"/>
                  </a:lnTo>
                  <a:lnTo>
                    <a:pt x="285" y="481"/>
                  </a:lnTo>
                  <a:lnTo>
                    <a:pt x="285" y="481"/>
                  </a:lnTo>
                  <a:close/>
                  <a:moveTo>
                    <a:pt x="282" y="398"/>
                  </a:moveTo>
                  <a:lnTo>
                    <a:pt x="282" y="389"/>
                  </a:lnTo>
                  <a:lnTo>
                    <a:pt x="318" y="385"/>
                  </a:lnTo>
                  <a:lnTo>
                    <a:pt x="319" y="393"/>
                  </a:lnTo>
                  <a:lnTo>
                    <a:pt x="305" y="395"/>
                  </a:lnTo>
                  <a:lnTo>
                    <a:pt x="314" y="477"/>
                  </a:lnTo>
                  <a:lnTo>
                    <a:pt x="307" y="478"/>
                  </a:lnTo>
                  <a:lnTo>
                    <a:pt x="297" y="397"/>
                  </a:lnTo>
                  <a:lnTo>
                    <a:pt x="282" y="398"/>
                  </a:lnTo>
                  <a:lnTo>
                    <a:pt x="282" y="398"/>
                  </a:lnTo>
                  <a:close/>
                  <a:moveTo>
                    <a:pt x="344" y="428"/>
                  </a:moveTo>
                  <a:lnTo>
                    <a:pt x="353" y="470"/>
                  </a:lnTo>
                  <a:lnTo>
                    <a:pt x="361" y="468"/>
                  </a:lnTo>
                  <a:lnTo>
                    <a:pt x="351" y="426"/>
                  </a:lnTo>
                  <a:lnTo>
                    <a:pt x="357" y="374"/>
                  </a:lnTo>
                  <a:lnTo>
                    <a:pt x="350" y="377"/>
                  </a:lnTo>
                  <a:lnTo>
                    <a:pt x="345" y="416"/>
                  </a:lnTo>
                  <a:lnTo>
                    <a:pt x="329" y="381"/>
                  </a:lnTo>
                  <a:lnTo>
                    <a:pt x="322" y="384"/>
                  </a:lnTo>
                  <a:lnTo>
                    <a:pt x="344" y="428"/>
                  </a:lnTo>
                  <a:lnTo>
                    <a:pt x="344" y="428"/>
                  </a:lnTo>
                  <a:close/>
                  <a:moveTo>
                    <a:pt x="427" y="446"/>
                  </a:moveTo>
                  <a:lnTo>
                    <a:pt x="429" y="445"/>
                  </a:lnTo>
                  <a:lnTo>
                    <a:pt x="431" y="443"/>
                  </a:lnTo>
                  <a:lnTo>
                    <a:pt x="433" y="442"/>
                  </a:lnTo>
                  <a:lnTo>
                    <a:pt x="434" y="440"/>
                  </a:lnTo>
                  <a:lnTo>
                    <a:pt x="436" y="438"/>
                  </a:lnTo>
                  <a:lnTo>
                    <a:pt x="437" y="436"/>
                  </a:lnTo>
                  <a:lnTo>
                    <a:pt x="437" y="433"/>
                  </a:lnTo>
                  <a:lnTo>
                    <a:pt x="437" y="430"/>
                  </a:lnTo>
                  <a:lnTo>
                    <a:pt x="438" y="427"/>
                  </a:lnTo>
                  <a:lnTo>
                    <a:pt x="437" y="423"/>
                  </a:lnTo>
                  <a:lnTo>
                    <a:pt x="437" y="419"/>
                  </a:lnTo>
                  <a:lnTo>
                    <a:pt x="436" y="414"/>
                  </a:lnTo>
                  <a:lnTo>
                    <a:pt x="433" y="403"/>
                  </a:lnTo>
                  <a:lnTo>
                    <a:pt x="431" y="393"/>
                  </a:lnTo>
                  <a:lnTo>
                    <a:pt x="429" y="388"/>
                  </a:lnTo>
                  <a:lnTo>
                    <a:pt x="427" y="383"/>
                  </a:lnTo>
                  <a:lnTo>
                    <a:pt x="425" y="379"/>
                  </a:lnTo>
                  <a:lnTo>
                    <a:pt x="423" y="374"/>
                  </a:lnTo>
                  <a:lnTo>
                    <a:pt x="421" y="370"/>
                  </a:lnTo>
                  <a:lnTo>
                    <a:pt x="419" y="367"/>
                  </a:lnTo>
                  <a:lnTo>
                    <a:pt x="417" y="364"/>
                  </a:lnTo>
                  <a:lnTo>
                    <a:pt x="415" y="362"/>
                  </a:lnTo>
                  <a:lnTo>
                    <a:pt x="413" y="360"/>
                  </a:lnTo>
                  <a:lnTo>
                    <a:pt x="411" y="359"/>
                  </a:lnTo>
                  <a:lnTo>
                    <a:pt x="409" y="358"/>
                  </a:lnTo>
                  <a:lnTo>
                    <a:pt x="407" y="357"/>
                  </a:lnTo>
                  <a:lnTo>
                    <a:pt x="405" y="357"/>
                  </a:lnTo>
                  <a:lnTo>
                    <a:pt x="403" y="357"/>
                  </a:lnTo>
                  <a:lnTo>
                    <a:pt x="401" y="357"/>
                  </a:lnTo>
                  <a:lnTo>
                    <a:pt x="398" y="358"/>
                  </a:lnTo>
                  <a:lnTo>
                    <a:pt x="396" y="360"/>
                  </a:lnTo>
                  <a:lnTo>
                    <a:pt x="394" y="361"/>
                  </a:lnTo>
                  <a:lnTo>
                    <a:pt x="393" y="362"/>
                  </a:lnTo>
                  <a:lnTo>
                    <a:pt x="391" y="364"/>
                  </a:lnTo>
                  <a:lnTo>
                    <a:pt x="390" y="366"/>
                  </a:lnTo>
                  <a:lnTo>
                    <a:pt x="389" y="369"/>
                  </a:lnTo>
                  <a:lnTo>
                    <a:pt x="388" y="371"/>
                  </a:lnTo>
                  <a:lnTo>
                    <a:pt x="388" y="374"/>
                  </a:lnTo>
                  <a:lnTo>
                    <a:pt x="388" y="377"/>
                  </a:lnTo>
                  <a:lnTo>
                    <a:pt x="388" y="381"/>
                  </a:lnTo>
                  <a:lnTo>
                    <a:pt x="389" y="385"/>
                  </a:lnTo>
                  <a:lnTo>
                    <a:pt x="389" y="389"/>
                  </a:lnTo>
                  <a:lnTo>
                    <a:pt x="392" y="399"/>
                  </a:lnTo>
                  <a:lnTo>
                    <a:pt x="395" y="409"/>
                  </a:lnTo>
                  <a:lnTo>
                    <a:pt x="398" y="419"/>
                  </a:lnTo>
                  <a:lnTo>
                    <a:pt x="402" y="429"/>
                  </a:lnTo>
                  <a:lnTo>
                    <a:pt x="405" y="433"/>
                  </a:lnTo>
                  <a:lnTo>
                    <a:pt x="407" y="437"/>
                  </a:lnTo>
                  <a:lnTo>
                    <a:pt x="409" y="440"/>
                  </a:lnTo>
                  <a:lnTo>
                    <a:pt x="410" y="442"/>
                  </a:lnTo>
                  <a:lnTo>
                    <a:pt x="413" y="444"/>
                  </a:lnTo>
                  <a:lnTo>
                    <a:pt x="414" y="446"/>
                  </a:lnTo>
                  <a:lnTo>
                    <a:pt x="416" y="446"/>
                  </a:lnTo>
                  <a:lnTo>
                    <a:pt x="418" y="447"/>
                  </a:lnTo>
                  <a:lnTo>
                    <a:pt x="421" y="447"/>
                  </a:lnTo>
                  <a:lnTo>
                    <a:pt x="423" y="447"/>
                  </a:lnTo>
                  <a:lnTo>
                    <a:pt x="425" y="446"/>
                  </a:lnTo>
                  <a:lnTo>
                    <a:pt x="427" y="446"/>
                  </a:lnTo>
                  <a:lnTo>
                    <a:pt x="427" y="446"/>
                  </a:lnTo>
                  <a:close/>
                  <a:moveTo>
                    <a:pt x="425" y="438"/>
                  </a:moveTo>
                  <a:lnTo>
                    <a:pt x="422" y="438"/>
                  </a:lnTo>
                  <a:lnTo>
                    <a:pt x="421" y="438"/>
                  </a:lnTo>
                  <a:lnTo>
                    <a:pt x="419" y="438"/>
                  </a:lnTo>
                  <a:lnTo>
                    <a:pt x="417" y="438"/>
                  </a:lnTo>
                  <a:lnTo>
                    <a:pt x="417" y="437"/>
                  </a:lnTo>
                  <a:lnTo>
                    <a:pt x="416" y="436"/>
                  </a:lnTo>
                  <a:lnTo>
                    <a:pt x="414" y="434"/>
                  </a:lnTo>
                  <a:lnTo>
                    <a:pt x="413" y="432"/>
                  </a:lnTo>
                  <a:lnTo>
                    <a:pt x="411" y="430"/>
                  </a:lnTo>
                  <a:lnTo>
                    <a:pt x="410" y="427"/>
                  </a:lnTo>
                  <a:lnTo>
                    <a:pt x="408" y="423"/>
                  </a:lnTo>
                  <a:lnTo>
                    <a:pt x="405" y="417"/>
                  </a:lnTo>
                  <a:lnTo>
                    <a:pt x="404" y="411"/>
                  </a:lnTo>
                  <a:lnTo>
                    <a:pt x="401" y="405"/>
                  </a:lnTo>
                  <a:lnTo>
                    <a:pt x="400" y="401"/>
                  </a:lnTo>
                  <a:lnTo>
                    <a:pt x="398" y="395"/>
                  </a:lnTo>
                  <a:lnTo>
                    <a:pt x="397" y="389"/>
                  </a:lnTo>
                  <a:lnTo>
                    <a:pt x="396" y="386"/>
                  </a:lnTo>
                  <a:lnTo>
                    <a:pt x="396" y="382"/>
                  </a:lnTo>
                  <a:lnTo>
                    <a:pt x="395" y="380"/>
                  </a:lnTo>
                  <a:lnTo>
                    <a:pt x="395" y="377"/>
                  </a:lnTo>
                  <a:lnTo>
                    <a:pt x="396" y="375"/>
                  </a:lnTo>
                  <a:lnTo>
                    <a:pt x="396" y="373"/>
                  </a:lnTo>
                  <a:lnTo>
                    <a:pt x="396" y="372"/>
                  </a:lnTo>
                  <a:lnTo>
                    <a:pt x="397" y="370"/>
                  </a:lnTo>
                  <a:lnTo>
                    <a:pt x="397" y="369"/>
                  </a:lnTo>
                  <a:lnTo>
                    <a:pt x="399" y="368"/>
                  </a:lnTo>
                  <a:lnTo>
                    <a:pt x="401" y="366"/>
                  </a:lnTo>
                  <a:lnTo>
                    <a:pt x="403" y="365"/>
                  </a:lnTo>
                  <a:lnTo>
                    <a:pt x="405" y="365"/>
                  </a:lnTo>
                  <a:lnTo>
                    <a:pt x="407" y="366"/>
                  </a:lnTo>
                  <a:lnTo>
                    <a:pt x="408" y="367"/>
                  </a:lnTo>
                  <a:lnTo>
                    <a:pt x="409" y="368"/>
                  </a:lnTo>
                  <a:lnTo>
                    <a:pt x="410" y="369"/>
                  </a:lnTo>
                  <a:lnTo>
                    <a:pt x="412" y="370"/>
                  </a:lnTo>
                  <a:lnTo>
                    <a:pt x="413" y="372"/>
                  </a:lnTo>
                  <a:lnTo>
                    <a:pt x="414" y="374"/>
                  </a:lnTo>
                  <a:lnTo>
                    <a:pt x="416" y="377"/>
                  </a:lnTo>
                  <a:lnTo>
                    <a:pt x="417" y="381"/>
                  </a:lnTo>
                  <a:lnTo>
                    <a:pt x="420" y="385"/>
                  </a:lnTo>
                  <a:lnTo>
                    <a:pt x="421" y="391"/>
                  </a:lnTo>
                  <a:lnTo>
                    <a:pt x="423" y="396"/>
                  </a:lnTo>
                  <a:lnTo>
                    <a:pt x="425" y="401"/>
                  </a:lnTo>
                  <a:lnTo>
                    <a:pt x="427" y="408"/>
                  </a:lnTo>
                  <a:lnTo>
                    <a:pt x="429" y="414"/>
                  </a:lnTo>
                  <a:lnTo>
                    <a:pt x="429" y="418"/>
                  </a:lnTo>
                  <a:lnTo>
                    <a:pt x="430" y="421"/>
                  </a:lnTo>
                  <a:lnTo>
                    <a:pt x="430" y="425"/>
                  </a:lnTo>
                  <a:lnTo>
                    <a:pt x="430" y="427"/>
                  </a:lnTo>
                  <a:lnTo>
                    <a:pt x="430" y="429"/>
                  </a:lnTo>
                  <a:lnTo>
                    <a:pt x="430" y="431"/>
                  </a:lnTo>
                  <a:lnTo>
                    <a:pt x="429" y="433"/>
                  </a:lnTo>
                  <a:lnTo>
                    <a:pt x="429" y="434"/>
                  </a:lnTo>
                  <a:lnTo>
                    <a:pt x="429" y="435"/>
                  </a:lnTo>
                  <a:lnTo>
                    <a:pt x="427" y="437"/>
                  </a:lnTo>
                  <a:lnTo>
                    <a:pt x="425" y="438"/>
                  </a:lnTo>
                  <a:lnTo>
                    <a:pt x="425" y="438"/>
                  </a:lnTo>
                  <a:close/>
                  <a:moveTo>
                    <a:pt x="454" y="434"/>
                  </a:moveTo>
                  <a:lnTo>
                    <a:pt x="421" y="349"/>
                  </a:lnTo>
                  <a:lnTo>
                    <a:pt x="448" y="334"/>
                  </a:lnTo>
                  <a:lnTo>
                    <a:pt x="452" y="343"/>
                  </a:lnTo>
                  <a:lnTo>
                    <a:pt x="431" y="353"/>
                  </a:lnTo>
                  <a:lnTo>
                    <a:pt x="441" y="377"/>
                  </a:lnTo>
                  <a:lnTo>
                    <a:pt x="459" y="367"/>
                  </a:lnTo>
                  <a:lnTo>
                    <a:pt x="462" y="375"/>
                  </a:lnTo>
                  <a:lnTo>
                    <a:pt x="444" y="385"/>
                  </a:lnTo>
                  <a:lnTo>
                    <a:pt x="461" y="430"/>
                  </a:lnTo>
                  <a:lnTo>
                    <a:pt x="454" y="434"/>
                  </a:lnTo>
                  <a:lnTo>
                    <a:pt x="454" y="434"/>
                  </a:lnTo>
                  <a:close/>
                  <a:moveTo>
                    <a:pt x="471" y="330"/>
                  </a:moveTo>
                  <a:lnTo>
                    <a:pt x="484" y="321"/>
                  </a:lnTo>
                  <a:lnTo>
                    <a:pt x="526" y="392"/>
                  </a:lnTo>
                  <a:lnTo>
                    <a:pt x="533" y="388"/>
                  </a:lnTo>
                  <a:lnTo>
                    <a:pt x="490" y="317"/>
                  </a:lnTo>
                  <a:lnTo>
                    <a:pt x="503" y="308"/>
                  </a:lnTo>
                  <a:lnTo>
                    <a:pt x="498" y="301"/>
                  </a:lnTo>
                  <a:lnTo>
                    <a:pt x="466" y="323"/>
                  </a:lnTo>
                  <a:lnTo>
                    <a:pt x="471" y="330"/>
                  </a:lnTo>
                  <a:lnTo>
                    <a:pt x="471" y="330"/>
                  </a:lnTo>
                  <a:close/>
                  <a:moveTo>
                    <a:pt x="551" y="375"/>
                  </a:moveTo>
                  <a:lnTo>
                    <a:pt x="503" y="297"/>
                  </a:lnTo>
                  <a:lnTo>
                    <a:pt x="527" y="277"/>
                  </a:lnTo>
                  <a:lnTo>
                    <a:pt x="532" y="284"/>
                  </a:lnTo>
                  <a:lnTo>
                    <a:pt x="514" y="299"/>
                  </a:lnTo>
                  <a:lnTo>
                    <a:pt x="529" y="324"/>
                  </a:lnTo>
                  <a:lnTo>
                    <a:pt x="542" y="312"/>
                  </a:lnTo>
                  <a:lnTo>
                    <a:pt x="547" y="319"/>
                  </a:lnTo>
                  <a:lnTo>
                    <a:pt x="533" y="331"/>
                  </a:lnTo>
                  <a:lnTo>
                    <a:pt x="553" y="363"/>
                  </a:lnTo>
                  <a:lnTo>
                    <a:pt x="572" y="346"/>
                  </a:lnTo>
                  <a:lnTo>
                    <a:pt x="576" y="353"/>
                  </a:lnTo>
                  <a:lnTo>
                    <a:pt x="551" y="375"/>
                  </a:lnTo>
                  <a:lnTo>
                    <a:pt x="551" y="375"/>
                  </a:lnTo>
                  <a:close/>
                  <a:moveTo>
                    <a:pt x="588" y="306"/>
                  </a:moveTo>
                  <a:lnTo>
                    <a:pt x="591" y="311"/>
                  </a:lnTo>
                  <a:lnTo>
                    <a:pt x="593" y="315"/>
                  </a:lnTo>
                  <a:lnTo>
                    <a:pt x="595" y="319"/>
                  </a:lnTo>
                  <a:lnTo>
                    <a:pt x="595" y="321"/>
                  </a:lnTo>
                  <a:lnTo>
                    <a:pt x="595" y="324"/>
                  </a:lnTo>
                  <a:lnTo>
                    <a:pt x="595" y="326"/>
                  </a:lnTo>
                  <a:lnTo>
                    <a:pt x="594" y="328"/>
                  </a:lnTo>
                  <a:lnTo>
                    <a:pt x="593" y="329"/>
                  </a:lnTo>
                  <a:lnTo>
                    <a:pt x="590" y="330"/>
                  </a:lnTo>
                  <a:lnTo>
                    <a:pt x="589" y="332"/>
                  </a:lnTo>
                  <a:lnTo>
                    <a:pt x="588" y="332"/>
                  </a:lnTo>
                  <a:lnTo>
                    <a:pt x="586" y="332"/>
                  </a:lnTo>
                  <a:lnTo>
                    <a:pt x="585" y="331"/>
                  </a:lnTo>
                  <a:lnTo>
                    <a:pt x="583" y="330"/>
                  </a:lnTo>
                  <a:lnTo>
                    <a:pt x="581" y="330"/>
                  </a:lnTo>
                  <a:lnTo>
                    <a:pt x="580" y="329"/>
                  </a:lnTo>
                  <a:lnTo>
                    <a:pt x="577" y="327"/>
                  </a:lnTo>
                  <a:lnTo>
                    <a:pt x="575" y="325"/>
                  </a:lnTo>
                  <a:lnTo>
                    <a:pt x="573" y="322"/>
                  </a:lnTo>
                  <a:lnTo>
                    <a:pt x="569" y="317"/>
                  </a:lnTo>
                  <a:lnTo>
                    <a:pt x="565" y="313"/>
                  </a:lnTo>
                  <a:lnTo>
                    <a:pt x="561" y="309"/>
                  </a:lnTo>
                  <a:lnTo>
                    <a:pt x="557" y="304"/>
                  </a:lnTo>
                  <a:lnTo>
                    <a:pt x="553" y="298"/>
                  </a:lnTo>
                  <a:lnTo>
                    <a:pt x="550" y="293"/>
                  </a:lnTo>
                  <a:lnTo>
                    <a:pt x="548" y="289"/>
                  </a:lnTo>
                  <a:lnTo>
                    <a:pt x="546" y="286"/>
                  </a:lnTo>
                  <a:lnTo>
                    <a:pt x="545" y="283"/>
                  </a:lnTo>
                  <a:lnTo>
                    <a:pt x="545" y="281"/>
                  </a:lnTo>
                  <a:lnTo>
                    <a:pt x="544" y="279"/>
                  </a:lnTo>
                  <a:lnTo>
                    <a:pt x="544" y="277"/>
                  </a:lnTo>
                  <a:lnTo>
                    <a:pt x="544" y="275"/>
                  </a:lnTo>
                  <a:lnTo>
                    <a:pt x="544" y="274"/>
                  </a:lnTo>
                  <a:lnTo>
                    <a:pt x="544" y="273"/>
                  </a:lnTo>
                  <a:lnTo>
                    <a:pt x="545" y="270"/>
                  </a:lnTo>
                  <a:lnTo>
                    <a:pt x="546" y="269"/>
                  </a:lnTo>
                  <a:lnTo>
                    <a:pt x="548" y="268"/>
                  </a:lnTo>
                  <a:lnTo>
                    <a:pt x="549" y="266"/>
                  </a:lnTo>
                  <a:lnTo>
                    <a:pt x="551" y="265"/>
                  </a:lnTo>
                  <a:lnTo>
                    <a:pt x="553" y="266"/>
                  </a:lnTo>
                  <a:lnTo>
                    <a:pt x="555" y="267"/>
                  </a:lnTo>
                  <a:lnTo>
                    <a:pt x="557" y="269"/>
                  </a:lnTo>
                  <a:lnTo>
                    <a:pt x="561" y="271"/>
                  </a:lnTo>
                  <a:lnTo>
                    <a:pt x="564" y="275"/>
                  </a:lnTo>
                  <a:lnTo>
                    <a:pt x="569" y="269"/>
                  </a:lnTo>
                  <a:lnTo>
                    <a:pt x="565" y="265"/>
                  </a:lnTo>
                  <a:lnTo>
                    <a:pt x="562" y="261"/>
                  </a:lnTo>
                  <a:lnTo>
                    <a:pt x="560" y="260"/>
                  </a:lnTo>
                  <a:lnTo>
                    <a:pt x="558" y="259"/>
                  </a:lnTo>
                  <a:lnTo>
                    <a:pt x="557" y="258"/>
                  </a:lnTo>
                  <a:lnTo>
                    <a:pt x="555" y="257"/>
                  </a:lnTo>
                  <a:lnTo>
                    <a:pt x="553" y="257"/>
                  </a:lnTo>
                  <a:lnTo>
                    <a:pt x="551" y="257"/>
                  </a:lnTo>
                  <a:lnTo>
                    <a:pt x="549" y="257"/>
                  </a:lnTo>
                  <a:lnTo>
                    <a:pt x="548" y="258"/>
                  </a:lnTo>
                  <a:lnTo>
                    <a:pt x="546" y="258"/>
                  </a:lnTo>
                  <a:lnTo>
                    <a:pt x="545" y="260"/>
                  </a:lnTo>
                  <a:lnTo>
                    <a:pt x="543" y="261"/>
                  </a:lnTo>
                  <a:lnTo>
                    <a:pt x="541" y="262"/>
                  </a:lnTo>
                  <a:lnTo>
                    <a:pt x="540" y="264"/>
                  </a:lnTo>
                  <a:lnTo>
                    <a:pt x="538" y="266"/>
                  </a:lnTo>
                  <a:lnTo>
                    <a:pt x="537" y="269"/>
                  </a:lnTo>
                  <a:lnTo>
                    <a:pt x="537" y="271"/>
                  </a:lnTo>
                  <a:lnTo>
                    <a:pt x="537" y="273"/>
                  </a:lnTo>
                  <a:lnTo>
                    <a:pt x="536" y="276"/>
                  </a:lnTo>
                  <a:lnTo>
                    <a:pt x="536" y="278"/>
                  </a:lnTo>
                  <a:lnTo>
                    <a:pt x="537" y="281"/>
                  </a:lnTo>
                  <a:lnTo>
                    <a:pt x="537" y="284"/>
                  </a:lnTo>
                  <a:lnTo>
                    <a:pt x="539" y="288"/>
                  </a:lnTo>
                  <a:lnTo>
                    <a:pt x="541" y="292"/>
                  </a:lnTo>
                  <a:lnTo>
                    <a:pt x="544" y="297"/>
                  </a:lnTo>
                  <a:lnTo>
                    <a:pt x="546" y="301"/>
                  </a:lnTo>
                  <a:lnTo>
                    <a:pt x="549" y="305"/>
                  </a:lnTo>
                  <a:lnTo>
                    <a:pt x="552" y="310"/>
                  </a:lnTo>
                  <a:lnTo>
                    <a:pt x="555" y="314"/>
                  </a:lnTo>
                  <a:lnTo>
                    <a:pt x="562" y="322"/>
                  </a:lnTo>
                  <a:lnTo>
                    <a:pt x="569" y="329"/>
                  </a:lnTo>
                  <a:lnTo>
                    <a:pt x="572" y="333"/>
                  </a:lnTo>
                  <a:lnTo>
                    <a:pt x="575" y="336"/>
                  </a:lnTo>
                  <a:lnTo>
                    <a:pt x="578" y="338"/>
                  </a:lnTo>
                  <a:lnTo>
                    <a:pt x="581" y="339"/>
                  </a:lnTo>
                  <a:lnTo>
                    <a:pt x="583" y="340"/>
                  </a:lnTo>
                  <a:lnTo>
                    <a:pt x="585" y="341"/>
                  </a:lnTo>
                  <a:lnTo>
                    <a:pt x="587" y="341"/>
                  </a:lnTo>
                  <a:lnTo>
                    <a:pt x="589" y="340"/>
                  </a:lnTo>
                  <a:lnTo>
                    <a:pt x="592" y="340"/>
                  </a:lnTo>
                  <a:lnTo>
                    <a:pt x="593" y="338"/>
                  </a:lnTo>
                  <a:lnTo>
                    <a:pt x="596" y="337"/>
                  </a:lnTo>
                  <a:lnTo>
                    <a:pt x="597" y="336"/>
                  </a:lnTo>
                  <a:lnTo>
                    <a:pt x="599" y="334"/>
                  </a:lnTo>
                  <a:lnTo>
                    <a:pt x="600" y="333"/>
                  </a:lnTo>
                  <a:lnTo>
                    <a:pt x="601" y="330"/>
                  </a:lnTo>
                  <a:lnTo>
                    <a:pt x="601" y="329"/>
                  </a:lnTo>
                  <a:lnTo>
                    <a:pt x="602" y="327"/>
                  </a:lnTo>
                  <a:lnTo>
                    <a:pt x="603" y="325"/>
                  </a:lnTo>
                  <a:lnTo>
                    <a:pt x="603" y="322"/>
                  </a:lnTo>
                  <a:lnTo>
                    <a:pt x="603" y="321"/>
                  </a:lnTo>
                  <a:lnTo>
                    <a:pt x="602" y="318"/>
                  </a:lnTo>
                  <a:lnTo>
                    <a:pt x="601" y="316"/>
                  </a:lnTo>
                  <a:lnTo>
                    <a:pt x="601" y="313"/>
                  </a:lnTo>
                  <a:lnTo>
                    <a:pt x="600" y="311"/>
                  </a:lnTo>
                  <a:lnTo>
                    <a:pt x="597" y="306"/>
                  </a:lnTo>
                  <a:lnTo>
                    <a:pt x="593" y="301"/>
                  </a:lnTo>
                  <a:lnTo>
                    <a:pt x="588" y="306"/>
                  </a:lnTo>
                  <a:lnTo>
                    <a:pt x="588" y="306"/>
                  </a:lnTo>
                  <a:close/>
                  <a:moveTo>
                    <a:pt x="642" y="284"/>
                  </a:moveTo>
                  <a:lnTo>
                    <a:pt x="579" y="218"/>
                  </a:lnTo>
                  <a:lnTo>
                    <a:pt x="573" y="225"/>
                  </a:lnTo>
                  <a:lnTo>
                    <a:pt x="603" y="253"/>
                  </a:lnTo>
                  <a:lnTo>
                    <a:pt x="589" y="271"/>
                  </a:lnTo>
                  <a:lnTo>
                    <a:pt x="560" y="241"/>
                  </a:lnTo>
                  <a:lnTo>
                    <a:pt x="555" y="248"/>
                  </a:lnTo>
                  <a:lnTo>
                    <a:pt x="617" y="313"/>
                  </a:lnTo>
                  <a:lnTo>
                    <a:pt x="622" y="307"/>
                  </a:lnTo>
                  <a:lnTo>
                    <a:pt x="594" y="277"/>
                  </a:lnTo>
                  <a:lnTo>
                    <a:pt x="609" y="260"/>
                  </a:lnTo>
                  <a:lnTo>
                    <a:pt x="637" y="290"/>
                  </a:lnTo>
                  <a:lnTo>
                    <a:pt x="642" y="284"/>
                  </a:lnTo>
                  <a:lnTo>
                    <a:pt x="642" y="284"/>
                  </a:lnTo>
                  <a:close/>
                  <a:moveTo>
                    <a:pt x="668" y="249"/>
                  </a:moveTo>
                  <a:lnTo>
                    <a:pt x="596" y="215"/>
                  </a:lnTo>
                  <a:lnTo>
                    <a:pt x="654" y="268"/>
                  </a:lnTo>
                  <a:lnTo>
                    <a:pt x="650" y="274"/>
                  </a:lnTo>
                  <a:lnTo>
                    <a:pt x="582" y="213"/>
                  </a:lnTo>
                  <a:lnTo>
                    <a:pt x="589" y="202"/>
                  </a:lnTo>
                  <a:lnTo>
                    <a:pt x="650" y="233"/>
                  </a:lnTo>
                  <a:lnTo>
                    <a:pt x="600" y="188"/>
                  </a:lnTo>
                  <a:lnTo>
                    <a:pt x="604" y="181"/>
                  </a:lnTo>
                  <a:lnTo>
                    <a:pt x="673" y="241"/>
                  </a:lnTo>
                  <a:lnTo>
                    <a:pt x="668" y="249"/>
                  </a:lnTo>
                  <a:lnTo>
                    <a:pt x="668" y="249"/>
                  </a:lnTo>
                  <a:close/>
                  <a:moveTo>
                    <a:pt x="690" y="213"/>
                  </a:moveTo>
                  <a:lnTo>
                    <a:pt x="689" y="215"/>
                  </a:lnTo>
                  <a:lnTo>
                    <a:pt x="687" y="217"/>
                  </a:lnTo>
                  <a:lnTo>
                    <a:pt x="686" y="219"/>
                  </a:lnTo>
                  <a:lnTo>
                    <a:pt x="683" y="220"/>
                  </a:lnTo>
                  <a:lnTo>
                    <a:pt x="682" y="221"/>
                  </a:lnTo>
                  <a:lnTo>
                    <a:pt x="679" y="221"/>
                  </a:lnTo>
                  <a:lnTo>
                    <a:pt x="678" y="222"/>
                  </a:lnTo>
                  <a:lnTo>
                    <a:pt x="675" y="222"/>
                  </a:lnTo>
                  <a:lnTo>
                    <a:pt x="672" y="221"/>
                  </a:lnTo>
                  <a:lnTo>
                    <a:pt x="668" y="220"/>
                  </a:lnTo>
                  <a:lnTo>
                    <a:pt x="665" y="218"/>
                  </a:lnTo>
                  <a:lnTo>
                    <a:pt x="660" y="216"/>
                  </a:lnTo>
                  <a:lnTo>
                    <a:pt x="650" y="210"/>
                  </a:lnTo>
                  <a:lnTo>
                    <a:pt x="642" y="205"/>
                  </a:lnTo>
                  <a:lnTo>
                    <a:pt x="638" y="202"/>
                  </a:lnTo>
                  <a:lnTo>
                    <a:pt x="634" y="199"/>
                  </a:lnTo>
                  <a:lnTo>
                    <a:pt x="630" y="195"/>
                  </a:lnTo>
                  <a:lnTo>
                    <a:pt x="626" y="192"/>
                  </a:lnTo>
                  <a:lnTo>
                    <a:pt x="622" y="189"/>
                  </a:lnTo>
                  <a:lnTo>
                    <a:pt x="619" y="185"/>
                  </a:lnTo>
                  <a:lnTo>
                    <a:pt x="617" y="182"/>
                  </a:lnTo>
                  <a:lnTo>
                    <a:pt x="615" y="179"/>
                  </a:lnTo>
                  <a:lnTo>
                    <a:pt x="614" y="177"/>
                  </a:lnTo>
                  <a:lnTo>
                    <a:pt x="613" y="174"/>
                  </a:lnTo>
                  <a:lnTo>
                    <a:pt x="613" y="172"/>
                  </a:lnTo>
                  <a:lnTo>
                    <a:pt x="613" y="169"/>
                  </a:lnTo>
                  <a:lnTo>
                    <a:pt x="613" y="167"/>
                  </a:lnTo>
                  <a:lnTo>
                    <a:pt x="613" y="165"/>
                  </a:lnTo>
                  <a:lnTo>
                    <a:pt x="614" y="162"/>
                  </a:lnTo>
                  <a:lnTo>
                    <a:pt x="615" y="160"/>
                  </a:lnTo>
                  <a:lnTo>
                    <a:pt x="616" y="157"/>
                  </a:lnTo>
                  <a:lnTo>
                    <a:pt x="618" y="156"/>
                  </a:lnTo>
                  <a:lnTo>
                    <a:pt x="620" y="153"/>
                  </a:lnTo>
                  <a:lnTo>
                    <a:pt x="622" y="153"/>
                  </a:lnTo>
                  <a:lnTo>
                    <a:pt x="623" y="151"/>
                  </a:lnTo>
                  <a:lnTo>
                    <a:pt x="626" y="151"/>
                  </a:lnTo>
                  <a:lnTo>
                    <a:pt x="627" y="151"/>
                  </a:lnTo>
                  <a:lnTo>
                    <a:pt x="630" y="151"/>
                  </a:lnTo>
                  <a:lnTo>
                    <a:pt x="633" y="151"/>
                  </a:lnTo>
                  <a:lnTo>
                    <a:pt x="637" y="153"/>
                  </a:lnTo>
                  <a:lnTo>
                    <a:pt x="640" y="154"/>
                  </a:lnTo>
                  <a:lnTo>
                    <a:pt x="644" y="157"/>
                  </a:lnTo>
                  <a:lnTo>
                    <a:pt x="654" y="161"/>
                  </a:lnTo>
                  <a:lnTo>
                    <a:pt x="662" y="167"/>
                  </a:lnTo>
                  <a:lnTo>
                    <a:pt x="670" y="173"/>
                  </a:lnTo>
                  <a:lnTo>
                    <a:pt x="678" y="181"/>
                  </a:lnTo>
                  <a:lnTo>
                    <a:pt x="682" y="184"/>
                  </a:lnTo>
                  <a:lnTo>
                    <a:pt x="686" y="188"/>
                  </a:lnTo>
                  <a:lnTo>
                    <a:pt x="688" y="190"/>
                  </a:lnTo>
                  <a:lnTo>
                    <a:pt x="690" y="193"/>
                  </a:lnTo>
                  <a:lnTo>
                    <a:pt x="691" y="196"/>
                  </a:lnTo>
                  <a:lnTo>
                    <a:pt x="692" y="198"/>
                  </a:lnTo>
                  <a:lnTo>
                    <a:pt x="692" y="201"/>
                  </a:lnTo>
                  <a:lnTo>
                    <a:pt x="692" y="203"/>
                  </a:lnTo>
                  <a:lnTo>
                    <a:pt x="692" y="205"/>
                  </a:lnTo>
                  <a:lnTo>
                    <a:pt x="692" y="208"/>
                  </a:lnTo>
                  <a:lnTo>
                    <a:pt x="691" y="210"/>
                  </a:lnTo>
                  <a:lnTo>
                    <a:pt x="690" y="213"/>
                  </a:lnTo>
                  <a:lnTo>
                    <a:pt x="690" y="213"/>
                  </a:lnTo>
                  <a:close/>
                  <a:moveTo>
                    <a:pt x="684" y="209"/>
                  </a:moveTo>
                  <a:lnTo>
                    <a:pt x="685" y="206"/>
                  </a:lnTo>
                  <a:lnTo>
                    <a:pt x="685" y="204"/>
                  </a:lnTo>
                  <a:lnTo>
                    <a:pt x="685" y="202"/>
                  </a:lnTo>
                  <a:lnTo>
                    <a:pt x="685" y="201"/>
                  </a:lnTo>
                  <a:lnTo>
                    <a:pt x="684" y="199"/>
                  </a:lnTo>
                  <a:lnTo>
                    <a:pt x="683" y="197"/>
                  </a:lnTo>
                  <a:lnTo>
                    <a:pt x="682" y="196"/>
                  </a:lnTo>
                  <a:lnTo>
                    <a:pt x="681" y="193"/>
                  </a:lnTo>
                  <a:lnTo>
                    <a:pt x="679" y="192"/>
                  </a:lnTo>
                  <a:lnTo>
                    <a:pt x="678" y="189"/>
                  </a:lnTo>
                  <a:lnTo>
                    <a:pt x="674" y="186"/>
                  </a:lnTo>
                  <a:lnTo>
                    <a:pt x="668" y="182"/>
                  </a:lnTo>
                  <a:lnTo>
                    <a:pt x="662" y="178"/>
                  </a:lnTo>
                  <a:lnTo>
                    <a:pt x="658" y="175"/>
                  </a:lnTo>
                  <a:lnTo>
                    <a:pt x="654" y="171"/>
                  </a:lnTo>
                  <a:lnTo>
                    <a:pt x="648" y="168"/>
                  </a:lnTo>
                  <a:lnTo>
                    <a:pt x="642" y="164"/>
                  </a:lnTo>
                  <a:lnTo>
                    <a:pt x="638" y="162"/>
                  </a:lnTo>
                  <a:lnTo>
                    <a:pt x="636" y="161"/>
                  </a:lnTo>
                  <a:lnTo>
                    <a:pt x="634" y="160"/>
                  </a:lnTo>
                  <a:lnTo>
                    <a:pt x="632" y="160"/>
                  </a:lnTo>
                  <a:lnTo>
                    <a:pt x="630" y="159"/>
                  </a:lnTo>
                  <a:lnTo>
                    <a:pt x="628" y="159"/>
                  </a:lnTo>
                  <a:lnTo>
                    <a:pt x="627" y="160"/>
                  </a:lnTo>
                  <a:lnTo>
                    <a:pt x="626" y="160"/>
                  </a:lnTo>
                  <a:lnTo>
                    <a:pt x="625" y="161"/>
                  </a:lnTo>
                  <a:lnTo>
                    <a:pt x="623" y="162"/>
                  </a:lnTo>
                  <a:lnTo>
                    <a:pt x="622" y="164"/>
                  </a:lnTo>
                  <a:lnTo>
                    <a:pt x="620" y="166"/>
                  </a:lnTo>
                  <a:lnTo>
                    <a:pt x="620" y="169"/>
                  </a:lnTo>
                  <a:lnTo>
                    <a:pt x="620" y="170"/>
                  </a:lnTo>
                  <a:lnTo>
                    <a:pt x="620" y="172"/>
                  </a:lnTo>
                  <a:lnTo>
                    <a:pt x="621" y="173"/>
                  </a:lnTo>
                  <a:lnTo>
                    <a:pt x="622" y="175"/>
                  </a:lnTo>
                  <a:lnTo>
                    <a:pt x="622" y="177"/>
                  </a:lnTo>
                  <a:lnTo>
                    <a:pt x="624" y="178"/>
                  </a:lnTo>
                  <a:lnTo>
                    <a:pt x="626" y="181"/>
                  </a:lnTo>
                  <a:lnTo>
                    <a:pt x="627" y="183"/>
                  </a:lnTo>
                  <a:lnTo>
                    <a:pt x="631" y="186"/>
                  </a:lnTo>
                  <a:lnTo>
                    <a:pt x="636" y="189"/>
                  </a:lnTo>
                  <a:lnTo>
                    <a:pt x="642" y="194"/>
                  </a:lnTo>
                  <a:lnTo>
                    <a:pt x="646" y="197"/>
                  </a:lnTo>
                  <a:lnTo>
                    <a:pt x="650" y="201"/>
                  </a:lnTo>
                  <a:lnTo>
                    <a:pt x="655" y="204"/>
                  </a:lnTo>
                  <a:lnTo>
                    <a:pt x="660" y="206"/>
                  </a:lnTo>
                  <a:lnTo>
                    <a:pt x="664" y="208"/>
                  </a:lnTo>
                  <a:lnTo>
                    <a:pt x="666" y="209"/>
                  </a:lnTo>
                  <a:lnTo>
                    <a:pt x="670" y="211"/>
                  </a:lnTo>
                  <a:lnTo>
                    <a:pt x="673" y="213"/>
                  </a:lnTo>
                  <a:lnTo>
                    <a:pt x="675" y="213"/>
                  </a:lnTo>
                  <a:lnTo>
                    <a:pt x="677" y="213"/>
                  </a:lnTo>
                  <a:lnTo>
                    <a:pt x="678" y="213"/>
                  </a:lnTo>
                  <a:lnTo>
                    <a:pt x="679" y="213"/>
                  </a:lnTo>
                  <a:lnTo>
                    <a:pt x="681" y="212"/>
                  </a:lnTo>
                  <a:lnTo>
                    <a:pt x="682" y="210"/>
                  </a:lnTo>
                  <a:lnTo>
                    <a:pt x="684" y="209"/>
                  </a:lnTo>
                  <a:lnTo>
                    <a:pt x="684" y="209"/>
                  </a:lnTo>
                  <a:close/>
                  <a:moveTo>
                    <a:pt x="630" y="130"/>
                  </a:moveTo>
                  <a:lnTo>
                    <a:pt x="626" y="137"/>
                  </a:lnTo>
                  <a:lnTo>
                    <a:pt x="705" y="183"/>
                  </a:lnTo>
                  <a:lnTo>
                    <a:pt x="718" y="153"/>
                  </a:lnTo>
                  <a:lnTo>
                    <a:pt x="710" y="149"/>
                  </a:lnTo>
                  <a:lnTo>
                    <a:pt x="701" y="171"/>
                  </a:lnTo>
                  <a:lnTo>
                    <a:pt x="630" y="130"/>
                  </a:lnTo>
                  <a:lnTo>
                    <a:pt x="630" y="130"/>
                  </a:lnTo>
                  <a:close/>
                  <a:moveTo>
                    <a:pt x="726" y="133"/>
                  </a:moveTo>
                  <a:lnTo>
                    <a:pt x="725" y="135"/>
                  </a:lnTo>
                  <a:lnTo>
                    <a:pt x="723" y="137"/>
                  </a:lnTo>
                  <a:lnTo>
                    <a:pt x="722" y="139"/>
                  </a:lnTo>
                  <a:lnTo>
                    <a:pt x="720" y="141"/>
                  </a:lnTo>
                  <a:lnTo>
                    <a:pt x="718" y="141"/>
                  </a:lnTo>
                  <a:lnTo>
                    <a:pt x="715" y="142"/>
                  </a:lnTo>
                  <a:lnTo>
                    <a:pt x="713" y="143"/>
                  </a:lnTo>
                  <a:lnTo>
                    <a:pt x="710" y="144"/>
                  </a:lnTo>
                  <a:lnTo>
                    <a:pt x="707" y="144"/>
                  </a:lnTo>
                  <a:lnTo>
                    <a:pt x="704" y="144"/>
                  </a:lnTo>
                  <a:lnTo>
                    <a:pt x="701" y="143"/>
                  </a:lnTo>
                  <a:lnTo>
                    <a:pt x="697" y="143"/>
                  </a:lnTo>
                  <a:lnTo>
                    <a:pt x="692" y="141"/>
                  </a:lnTo>
                  <a:lnTo>
                    <a:pt x="688" y="141"/>
                  </a:lnTo>
                  <a:lnTo>
                    <a:pt x="684" y="139"/>
                  </a:lnTo>
                  <a:lnTo>
                    <a:pt x="679" y="137"/>
                  </a:lnTo>
                  <a:lnTo>
                    <a:pt x="670" y="133"/>
                  </a:lnTo>
                  <a:lnTo>
                    <a:pt x="661" y="129"/>
                  </a:lnTo>
                  <a:lnTo>
                    <a:pt x="656" y="126"/>
                  </a:lnTo>
                  <a:lnTo>
                    <a:pt x="652" y="124"/>
                  </a:lnTo>
                  <a:lnTo>
                    <a:pt x="649" y="121"/>
                  </a:lnTo>
                  <a:lnTo>
                    <a:pt x="647" y="119"/>
                  </a:lnTo>
                  <a:lnTo>
                    <a:pt x="646" y="117"/>
                  </a:lnTo>
                  <a:lnTo>
                    <a:pt x="644" y="114"/>
                  </a:lnTo>
                  <a:lnTo>
                    <a:pt x="642" y="112"/>
                  </a:lnTo>
                  <a:lnTo>
                    <a:pt x="642" y="109"/>
                  </a:lnTo>
                  <a:lnTo>
                    <a:pt x="641" y="106"/>
                  </a:lnTo>
                  <a:lnTo>
                    <a:pt x="641" y="104"/>
                  </a:lnTo>
                  <a:lnTo>
                    <a:pt x="641" y="101"/>
                  </a:lnTo>
                  <a:lnTo>
                    <a:pt x="642" y="98"/>
                  </a:lnTo>
                  <a:lnTo>
                    <a:pt x="642" y="96"/>
                  </a:lnTo>
                  <a:lnTo>
                    <a:pt x="644" y="93"/>
                  </a:lnTo>
                  <a:lnTo>
                    <a:pt x="646" y="92"/>
                  </a:lnTo>
                  <a:lnTo>
                    <a:pt x="647" y="90"/>
                  </a:lnTo>
                  <a:lnTo>
                    <a:pt x="650" y="89"/>
                  </a:lnTo>
                  <a:lnTo>
                    <a:pt x="651" y="88"/>
                  </a:lnTo>
                  <a:lnTo>
                    <a:pt x="654" y="88"/>
                  </a:lnTo>
                  <a:lnTo>
                    <a:pt x="657" y="87"/>
                  </a:lnTo>
                  <a:lnTo>
                    <a:pt x="659" y="87"/>
                  </a:lnTo>
                  <a:lnTo>
                    <a:pt x="663" y="87"/>
                  </a:lnTo>
                  <a:lnTo>
                    <a:pt x="667" y="88"/>
                  </a:lnTo>
                  <a:lnTo>
                    <a:pt x="672" y="89"/>
                  </a:lnTo>
                  <a:lnTo>
                    <a:pt x="682" y="92"/>
                  </a:lnTo>
                  <a:lnTo>
                    <a:pt x="692" y="96"/>
                  </a:lnTo>
                  <a:lnTo>
                    <a:pt x="701" y="100"/>
                  </a:lnTo>
                  <a:lnTo>
                    <a:pt x="709" y="104"/>
                  </a:lnTo>
                  <a:lnTo>
                    <a:pt x="712" y="105"/>
                  </a:lnTo>
                  <a:lnTo>
                    <a:pt x="715" y="108"/>
                  </a:lnTo>
                  <a:lnTo>
                    <a:pt x="718" y="110"/>
                  </a:lnTo>
                  <a:lnTo>
                    <a:pt x="720" y="112"/>
                  </a:lnTo>
                  <a:lnTo>
                    <a:pt x="722" y="114"/>
                  </a:lnTo>
                  <a:lnTo>
                    <a:pt x="723" y="117"/>
                  </a:lnTo>
                  <a:lnTo>
                    <a:pt x="724" y="119"/>
                  </a:lnTo>
                  <a:lnTo>
                    <a:pt x="726" y="122"/>
                  </a:lnTo>
                  <a:lnTo>
                    <a:pt x="726" y="125"/>
                  </a:lnTo>
                  <a:lnTo>
                    <a:pt x="726" y="127"/>
                  </a:lnTo>
                  <a:lnTo>
                    <a:pt x="726" y="130"/>
                  </a:lnTo>
                  <a:lnTo>
                    <a:pt x="726" y="133"/>
                  </a:lnTo>
                  <a:lnTo>
                    <a:pt x="726" y="133"/>
                  </a:lnTo>
                  <a:close/>
                  <a:moveTo>
                    <a:pt x="709" y="135"/>
                  </a:moveTo>
                  <a:lnTo>
                    <a:pt x="707" y="135"/>
                  </a:lnTo>
                  <a:lnTo>
                    <a:pt x="705" y="135"/>
                  </a:lnTo>
                  <a:lnTo>
                    <a:pt x="702" y="135"/>
                  </a:lnTo>
                  <a:lnTo>
                    <a:pt x="700" y="134"/>
                  </a:lnTo>
                  <a:lnTo>
                    <a:pt x="696" y="134"/>
                  </a:lnTo>
                  <a:lnTo>
                    <a:pt x="691" y="133"/>
                  </a:lnTo>
                  <a:lnTo>
                    <a:pt x="686" y="131"/>
                  </a:lnTo>
                  <a:lnTo>
                    <a:pt x="682" y="129"/>
                  </a:lnTo>
                  <a:lnTo>
                    <a:pt x="677" y="127"/>
                  </a:lnTo>
                  <a:lnTo>
                    <a:pt x="670" y="125"/>
                  </a:lnTo>
                  <a:lnTo>
                    <a:pt x="664" y="121"/>
                  </a:lnTo>
                  <a:lnTo>
                    <a:pt x="660" y="119"/>
                  </a:lnTo>
                  <a:lnTo>
                    <a:pt x="655" y="116"/>
                  </a:lnTo>
                  <a:lnTo>
                    <a:pt x="653" y="113"/>
                  </a:lnTo>
                  <a:lnTo>
                    <a:pt x="650" y="110"/>
                  </a:lnTo>
                  <a:lnTo>
                    <a:pt x="650" y="108"/>
                  </a:lnTo>
                  <a:lnTo>
                    <a:pt x="649" y="106"/>
                  </a:lnTo>
                  <a:lnTo>
                    <a:pt x="649" y="105"/>
                  </a:lnTo>
                  <a:lnTo>
                    <a:pt x="649" y="104"/>
                  </a:lnTo>
                  <a:lnTo>
                    <a:pt x="649" y="102"/>
                  </a:lnTo>
                  <a:lnTo>
                    <a:pt x="650" y="101"/>
                  </a:lnTo>
                  <a:lnTo>
                    <a:pt x="650" y="101"/>
                  </a:lnTo>
                  <a:lnTo>
                    <a:pt x="650" y="99"/>
                  </a:lnTo>
                  <a:lnTo>
                    <a:pt x="651" y="98"/>
                  </a:lnTo>
                  <a:lnTo>
                    <a:pt x="653" y="97"/>
                  </a:lnTo>
                  <a:lnTo>
                    <a:pt x="654" y="97"/>
                  </a:lnTo>
                  <a:lnTo>
                    <a:pt x="656" y="96"/>
                  </a:lnTo>
                  <a:lnTo>
                    <a:pt x="658" y="96"/>
                  </a:lnTo>
                  <a:lnTo>
                    <a:pt x="660" y="95"/>
                  </a:lnTo>
                  <a:lnTo>
                    <a:pt x="662" y="95"/>
                  </a:lnTo>
                  <a:lnTo>
                    <a:pt x="664" y="96"/>
                  </a:lnTo>
                  <a:lnTo>
                    <a:pt x="667" y="97"/>
                  </a:lnTo>
                  <a:lnTo>
                    <a:pt x="671" y="97"/>
                  </a:lnTo>
                  <a:lnTo>
                    <a:pt x="678" y="100"/>
                  </a:lnTo>
                  <a:lnTo>
                    <a:pt x="684" y="102"/>
                  </a:lnTo>
                  <a:lnTo>
                    <a:pt x="690" y="104"/>
                  </a:lnTo>
                  <a:lnTo>
                    <a:pt x="694" y="106"/>
                  </a:lnTo>
                  <a:lnTo>
                    <a:pt x="699" y="108"/>
                  </a:lnTo>
                  <a:lnTo>
                    <a:pt x="703" y="110"/>
                  </a:lnTo>
                  <a:lnTo>
                    <a:pt x="706" y="112"/>
                  </a:lnTo>
                  <a:lnTo>
                    <a:pt x="711" y="115"/>
                  </a:lnTo>
                  <a:lnTo>
                    <a:pt x="714" y="117"/>
                  </a:lnTo>
                  <a:lnTo>
                    <a:pt x="715" y="119"/>
                  </a:lnTo>
                  <a:lnTo>
                    <a:pt x="716" y="121"/>
                  </a:lnTo>
                  <a:lnTo>
                    <a:pt x="718" y="121"/>
                  </a:lnTo>
                  <a:lnTo>
                    <a:pt x="718" y="123"/>
                  </a:lnTo>
                  <a:lnTo>
                    <a:pt x="718" y="125"/>
                  </a:lnTo>
                  <a:lnTo>
                    <a:pt x="718" y="126"/>
                  </a:lnTo>
                  <a:lnTo>
                    <a:pt x="719" y="127"/>
                  </a:lnTo>
                  <a:lnTo>
                    <a:pt x="718" y="129"/>
                  </a:lnTo>
                  <a:lnTo>
                    <a:pt x="718" y="129"/>
                  </a:lnTo>
                  <a:lnTo>
                    <a:pt x="718" y="131"/>
                  </a:lnTo>
                  <a:lnTo>
                    <a:pt x="717" y="132"/>
                  </a:lnTo>
                  <a:lnTo>
                    <a:pt x="716" y="133"/>
                  </a:lnTo>
                  <a:lnTo>
                    <a:pt x="714" y="133"/>
                  </a:lnTo>
                  <a:lnTo>
                    <a:pt x="713" y="134"/>
                  </a:lnTo>
                  <a:lnTo>
                    <a:pt x="710" y="135"/>
                  </a:lnTo>
                  <a:lnTo>
                    <a:pt x="709" y="135"/>
                  </a:lnTo>
                  <a:lnTo>
                    <a:pt x="709" y="135"/>
                  </a:lnTo>
                  <a:close/>
                  <a:moveTo>
                    <a:pt x="745" y="59"/>
                  </a:moveTo>
                  <a:lnTo>
                    <a:pt x="701" y="49"/>
                  </a:lnTo>
                  <a:lnTo>
                    <a:pt x="698" y="69"/>
                  </a:lnTo>
                  <a:lnTo>
                    <a:pt x="705" y="71"/>
                  </a:lnTo>
                  <a:lnTo>
                    <a:pt x="706" y="61"/>
                  </a:lnTo>
                  <a:lnTo>
                    <a:pt x="710" y="61"/>
                  </a:lnTo>
                  <a:lnTo>
                    <a:pt x="716" y="62"/>
                  </a:lnTo>
                  <a:lnTo>
                    <a:pt x="721" y="63"/>
                  </a:lnTo>
                  <a:lnTo>
                    <a:pt x="724" y="64"/>
                  </a:lnTo>
                  <a:lnTo>
                    <a:pt x="727" y="65"/>
                  </a:lnTo>
                  <a:lnTo>
                    <a:pt x="730" y="67"/>
                  </a:lnTo>
                  <a:lnTo>
                    <a:pt x="731" y="68"/>
                  </a:lnTo>
                  <a:lnTo>
                    <a:pt x="732" y="69"/>
                  </a:lnTo>
                  <a:lnTo>
                    <a:pt x="733" y="69"/>
                  </a:lnTo>
                  <a:lnTo>
                    <a:pt x="733" y="71"/>
                  </a:lnTo>
                  <a:lnTo>
                    <a:pt x="734" y="72"/>
                  </a:lnTo>
                  <a:lnTo>
                    <a:pt x="734" y="73"/>
                  </a:lnTo>
                  <a:lnTo>
                    <a:pt x="734" y="75"/>
                  </a:lnTo>
                  <a:lnTo>
                    <a:pt x="734" y="77"/>
                  </a:lnTo>
                  <a:lnTo>
                    <a:pt x="733" y="79"/>
                  </a:lnTo>
                  <a:lnTo>
                    <a:pt x="732" y="81"/>
                  </a:lnTo>
                  <a:lnTo>
                    <a:pt x="731" y="82"/>
                  </a:lnTo>
                  <a:lnTo>
                    <a:pt x="730" y="82"/>
                  </a:lnTo>
                  <a:lnTo>
                    <a:pt x="729" y="83"/>
                  </a:lnTo>
                  <a:lnTo>
                    <a:pt x="727" y="84"/>
                  </a:lnTo>
                  <a:lnTo>
                    <a:pt x="724" y="84"/>
                  </a:lnTo>
                  <a:lnTo>
                    <a:pt x="722" y="85"/>
                  </a:lnTo>
                  <a:lnTo>
                    <a:pt x="718" y="85"/>
                  </a:lnTo>
                  <a:lnTo>
                    <a:pt x="714" y="85"/>
                  </a:lnTo>
                  <a:lnTo>
                    <a:pt x="707" y="84"/>
                  </a:lnTo>
                  <a:lnTo>
                    <a:pt x="700" y="83"/>
                  </a:lnTo>
                  <a:lnTo>
                    <a:pt x="692" y="81"/>
                  </a:lnTo>
                  <a:lnTo>
                    <a:pt x="685" y="80"/>
                  </a:lnTo>
                  <a:lnTo>
                    <a:pt x="679" y="77"/>
                  </a:lnTo>
                  <a:lnTo>
                    <a:pt x="674" y="75"/>
                  </a:lnTo>
                  <a:lnTo>
                    <a:pt x="671" y="74"/>
                  </a:lnTo>
                  <a:lnTo>
                    <a:pt x="669" y="73"/>
                  </a:lnTo>
                  <a:lnTo>
                    <a:pt x="667" y="72"/>
                  </a:lnTo>
                  <a:lnTo>
                    <a:pt x="666" y="71"/>
                  </a:lnTo>
                  <a:lnTo>
                    <a:pt x="665" y="69"/>
                  </a:lnTo>
                  <a:lnTo>
                    <a:pt x="664" y="68"/>
                  </a:lnTo>
                  <a:lnTo>
                    <a:pt x="663" y="67"/>
                  </a:lnTo>
                  <a:lnTo>
                    <a:pt x="662" y="65"/>
                  </a:lnTo>
                  <a:lnTo>
                    <a:pt x="662" y="64"/>
                  </a:lnTo>
                  <a:lnTo>
                    <a:pt x="662" y="62"/>
                  </a:lnTo>
                  <a:lnTo>
                    <a:pt x="662" y="61"/>
                  </a:lnTo>
                  <a:lnTo>
                    <a:pt x="662" y="59"/>
                  </a:lnTo>
                  <a:lnTo>
                    <a:pt x="663" y="57"/>
                  </a:lnTo>
                  <a:lnTo>
                    <a:pt x="665" y="56"/>
                  </a:lnTo>
                  <a:lnTo>
                    <a:pt x="666" y="55"/>
                  </a:lnTo>
                  <a:lnTo>
                    <a:pt x="668" y="54"/>
                  </a:lnTo>
                  <a:lnTo>
                    <a:pt x="670" y="53"/>
                  </a:lnTo>
                  <a:lnTo>
                    <a:pt x="673" y="53"/>
                  </a:lnTo>
                  <a:lnTo>
                    <a:pt x="676" y="54"/>
                  </a:lnTo>
                  <a:lnTo>
                    <a:pt x="679" y="54"/>
                  </a:lnTo>
                  <a:lnTo>
                    <a:pt x="681" y="46"/>
                  </a:lnTo>
                  <a:lnTo>
                    <a:pt x="677" y="45"/>
                  </a:lnTo>
                  <a:lnTo>
                    <a:pt x="673" y="45"/>
                  </a:lnTo>
                  <a:lnTo>
                    <a:pt x="669" y="45"/>
                  </a:lnTo>
                  <a:lnTo>
                    <a:pt x="665" y="46"/>
                  </a:lnTo>
                  <a:lnTo>
                    <a:pt x="662" y="47"/>
                  </a:lnTo>
                  <a:lnTo>
                    <a:pt x="661" y="48"/>
                  </a:lnTo>
                  <a:lnTo>
                    <a:pt x="659" y="49"/>
                  </a:lnTo>
                  <a:lnTo>
                    <a:pt x="657" y="51"/>
                  </a:lnTo>
                  <a:lnTo>
                    <a:pt x="655" y="53"/>
                  </a:lnTo>
                  <a:lnTo>
                    <a:pt x="654" y="56"/>
                  </a:lnTo>
                  <a:lnTo>
                    <a:pt x="654" y="57"/>
                  </a:lnTo>
                  <a:lnTo>
                    <a:pt x="654" y="60"/>
                  </a:lnTo>
                  <a:lnTo>
                    <a:pt x="654" y="62"/>
                  </a:lnTo>
                  <a:lnTo>
                    <a:pt x="654" y="65"/>
                  </a:lnTo>
                  <a:lnTo>
                    <a:pt x="654" y="67"/>
                  </a:lnTo>
                  <a:lnTo>
                    <a:pt x="655" y="69"/>
                  </a:lnTo>
                  <a:lnTo>
                    <a:pt x="656" y="72"/>
                  </a:lnTo>
                  <a:lnTo>
                    <a:pt x="657" y="74"/>
                  </a:lnTo>
                  <a:lnTo>
                    <a:pt x="659" y="76"/>
                  </a:lnTo>
                  <a:lnTo>
                    <a:pt x="661" y="77"/>
                  </a:lnTo>
                  <a:lnTo>
                    <a:pt x="663" y="80"/>
                  </a:lnTo>
                  <a:lnTo>
                    <a:pt x="666" y="81"/>
                  </a:lnTo>
                  <a:lnTo>
                    <a:pt x="670" y="83"/>
                  </a:lnTo>
                  <a:lnTo>
                    <a:pt x="674" y="85"/>
                  </a:lnTo>
                  <a:lnTo>
                    <a:pt x="678" y="86"/>
                  </a:lnTo>
                  <a:lnTo>
                    <a:pt x="683" y="88"/>
                  </a:lnTo>
                  <a:lnTo>
                    <a:pt x="689" y="89"/>
                  </a:lnTo>
                  <a:lnTo>
                    <a:pt x="694" y="90"/>
                  </a:lnTo>
                  <a:lnTo>
                    <a:pt x="698" y="91"/>
                  </a:lnTo>
                  <a:lnTo>
                    <a:pt x="703" y="92"/>
                  </a:lnTo>
                  <a:lnTo>
                    <a:pt x="709" y="93"/>
                  </a:lnTo>
                  <a:lnTo>
                    <a:pt x="713" y="93"/>
                  </a:lnTo>
                  <a:lnTo>
                    <a:pt x="718" y="93"/>
                  </a:lnTo>
                  <a:lnTo>
                    <a:pt x="722" y="93"/>
                  </a:lnTo>
                  <a:lnTo>
                    <a:pt x="726" y="93"/>
                  </a:lnTo>
                  <a:lnTo>
                    <a:pt x="729" y="92"/>
                  </a:lnTo>
                  <a:lnTo>
                    <a:pt x="731" y="91"/>
                  </a:lnTo>
                  <a:lnTo>
                    <a:pt x="733" y="90"/>
                  </a:lnTo>
                  <a:lnTo>
                    <a:pt x="735" y="89"/>
                  </a:lnTo>
                  <a:lnTo>
                    <a:pt x="737" y="88"/>
                  </a:lnTo>
                  <a:lnTo>
                    <a:pt x="738" y="86"/>
                  </a:lnTo>
                  <a:lnTo>
                    <a:pt x="739" y="84"/>
                  </a:lnTo>
                  <a:lnTo>
                    <a:pt x="740" y="82"/>
                  </a:lnTo>
                  <a:lnTo>
                    <a:pt x="741" y="79"/>
                  </a:lnTo>
                  <a:lnTo>
                    <a:pt x="741" y="77"/>
                  </a:lnTo>
                  <a:lnTo>
                    <a:pt x="741" y="75"/>
                  </a:lnTo>
                  <a:lnTo>
                    <a:pt x="741" y="73"/>
                  </a:lnTo>
                  <a:lnTo>
                    <a:pt x="741" y="71"/>
                  </a:lnTo>
                  <a:lnTo>
                    <a:pt x="740" y="69"/>
                  </a:lnTo>
                  <a:lnTo>
                    <a:pt x="739" y="68"/>
                  </a:lnTo>
                  <a:lnTo>
                    <a:pt x="738" y="66"/>
                  </a:lnTo>
                  <a:lnTo>
                    <a:pt x="738" y="65"/>
                  </a:lnTo>
                  <a:lnTo>
                    <a:pt x="743" y="66"/>
                  </a:lnTo>
                  <a:lnTo>
                    <a:pt x="745" y="59"/>
                  </a:lnTo>
                  <a:lnTo>
                    <a:pt x="745" y="59"/>
                  </a:lnTo>
                  <a:close/>
                  <a:moveTo>
                    <a:pt x="707" y="32"/>
                  </a:moveTo>
                  <a:lnTo>
                    <a:pt x="748" y="39"/>
                  </a:lnTo>
                  <a:lnTo>
                    <a:pt x="750" y="30"/>
                  </a:lnTo>
                  <a:lnTo>
                    <a:pt x="708" y="23"/>
                  </a:lnTo>
                  <a:lnTo>
                    <a:pt x="663" y="0"/>
                  </a:lnTo>
                  <a:lnTo>
                    <a:pt x="662" y="9"/>
                  </a:lnTo>
                  <a:lnTo>
                    <a:pt x="698" y="26"/>
                  </a:lnTo>
                  <a:lnTo>
                    <a:pt x="658" y="33"/>
                  </a:lnTo>
                  <a:lnTo>
                    <a:pt x="657" y="42"/>
                  </a:lnTo>
                  <a:lnTo>
                    <a:pt x="707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0" name="íṡļîḓé"/>
            <p:cNvSpPr/>
            <p:nvPr/>
          </p:nvSpPr>
          <p:spPr bwMode="auto">
            <a:xfrm>
              <a:off x="2030413" y="3495676"/>
              <a:ext cx="242888" cy="368300"/>
            </a:xfrm>
            <a:custGeom>
              <a:avLst/>
              <a:gdLst>
                <a:gd name="T0" fmla="*/ 85 w 153"/>
                <a:gd name="T1" fmla="*/ 34 h 232"/>
                <a:gd name="T2" fmla="*/ 90 w 153"/>
                <a:gd name="T3" fmla="*/ 26 h 232"/>
                <a:gd name="T4" fmla="*/ 90 w 153"/>
                <a:gd name="T5" fmla="*/ 13 h 232"/>
                <a:gd name="T6" fmla="*/ 86 w 153"/>
                <a:gd name="T7" fmla="*/ 5 h 232"/>
                <a:gd name="T8" fmla="*/ 78 w 153"/>
                <a:gd name="T9" fmla="*/ 0 h 232"/>
                <a:gd name="T10" fmla="*/ 58 w 153"/>
                <a:gd name="T11" fmla="*/ 4 h 232"/>
                <a:gd name="T12" fmla="*/ 38 w 153"/>
                <a:gd name="T13" fmla="*/ 22 h 232"/>
                <a:gd name="T14" fmla="*/ 21 w 153"/>
                <a:gd name="T15" fmla="*/ 38 h 232"/>
                <a:gd name="T16" fmla="*/ 10 w 153"/>
                <a:gd name="T17" fmla="*/ 36 h 232"/>
                <a:gd name="T18" fmla="*/ 7 w 153"/>
                <a:gd name="T19" fmla="*/ 27 h 232"/>
                <a:gd name="T20" fmla="*/ 14 w 153"/>
                <a:gd name="T21" fmla="*/ 18 h 232"/>
                <a:gd name="T22" fmla="*/ 15 w 153"/>
                <a:gd name="T23" fmla="*/ 9 h 232"/>
                <a:gd name="T24" fmla="*/ 3 w 153"/>
                <a:gd name="T25" fmla="*/ 16 h 232"/>
                <a:gd name="T26" fmla="*/ 1 w 153"/>
                <a:gd name="T27" fmla="*/ 31 h 232"/>
                <a:gd name="T28" fmla="*/ 4 w 153"/>
                <a:gd name="T29" fmla="*/ 40 h 232"/>
                <a:gd name="T30" fmla="*/ 14 w 153"/>
                <a:gd name="T31" fmla="*/ 46 h 232"/>
                <a:gd name="T32" fmla="*/ 28 w 153"/>
                <a:gd name="T33" fmla="*/ 45 h 232"/>
                <a:gd name="T34" fmla="*/ 39 w 153"/>
                <a:gd name="T35" fmla="*/ 33 h 232"/>
                <a:gd name="T36" fmla="*/ 62 w 153"/>
                <a:gd name="T37" fmla="*/ 9 h 232"/>
                <a:gd name="T38" fmla="*/ 74 w 153"/>
                <a:gd name="T39" fmla="*/ 7 h 232"/>
                <a:gd name="T40" fmla="*/ 82 w 153"/>
                <a:gd name="T41" fmla="*/ 13 h 232"/>
                <a:gd name="T42" fmla="*/ 83 w 153"/>
                <a:gd name="T43" fmla="*/ 23 h 232"/>
                <a:gd name="T44" fmla="*/ 77 w 153"/>
                <a:gd name="T45" fmla="*/ 29 h 232"/>
                <a:gd name="T46" fmla="*/ 73 w 153"/>
                <a:gd name="T47" fmla="*/ 39 h 232"/>
                <a:gd name="T48" fmla="*/ 9 w 153"/>
                <a:gd name="T49" fmla="*/ 69 h 232"/>
                <a:gd name="T50" fmla="*/ 17 w 153"/>
                <a:gd name="T51" fmla="*/ 60 h 232"/>
                <a:gd name="T52" fmla="*/ 36 w 153"/>
                <a:gd name="T53" fmla="*/ 52 h 232"/>
                <a:gd name="T54" fmla="*/ 71 w 153"/>
                <a:gd name="T55" fmla="*/ 44 h 232"/>
                <a:gd name="T56" fmla="*/ 91 w 153"/>
                <a:gd name="T57" fmla="*/ 47 h 232"/>
                <a:gd name="T58" fmla="*/ 98 w 153"/>
                <a:gd name="T59" fmla="*/ 56 h 232"/>
                <a:gd name="T60" fmla="*/ 98 w 153"/>
                <a:gd name="T61" fmla="*/ 67 h 232"/>
                <a:gd name="T62" fmla="*/ 90 w 153"/>
                <a:gd name="T63" fmla="*/ 76 h 232"/>
                <a:gd name="T64" fmla="*/ 68 w 153"/>
                <a:gd name="T65" fmla="*/ 85 h 232"/>
                <a:gd name="T66" fmla="*/ 42 w 153"/>
                <a:gd name="T67" fmla="*/ 90 h 232"/>
                <a:gd name="T68" fmla="*/ 20 w 153"/>
                <a:gd name="T69" fmla="*/ 91 h 232"/>
                <a:gd name="T70" fmla="*/ 11 w 153"/>
                <a:gd name="T71" fmla="*/ 84 h 232"/>
                <a:gd name="T72" fmla="*/ 16 w 153"/>
                <a:gd name="T73" fmla="*/ 76 h 232"/>
                <a:gd name="T74" fmla="*/ 21 w 153"/>
                <a:gd name="T75" fmla="*/ 82 h 232"/>
                <a:gd name="T76" fmla="*/ 31 w 153"/>
                <a:gd name="T77" fmla="*/ 84 h 232"/>
                <a:gd name="T78" fmla="*/ 62 w 153"/>
                <a:gd name="T79" fmla="*/ 77 h 232"/>
                <a:gd name="T80" fmla="*/ 84 w 153"/>
                <a:gd name="T81" fmla="*/ 70 h 232"/>
                <a:gd name="T82" fmla="*/ 90 w 153"/>
                <a:gd name="T83" fmla="*/ 64 h 232"/>
                <a:gd name="T84" fmla="*/ 89 w 153"/>
                <a:gd name="T85" fmla="*/ 56 h 232"/>
                <a:gd name="T86" fmla="*/ 82 w 153"/>
                <a:gd name="T87" fmla="*/ 52 h 232"/>
                <a:gd name="T88" fmla="*/ 64 w 153"/>
                <a:gd name="T89" fmla="*/ 53 h 232"/>
                <a:gd name="T90" fmla="*/ 32 w 153"/>
                <a:gd name="T91" fmla="*/ 61 h 232"/>
                <a:gd name="T92" fmla="*/ 19 w 153"/>
                <a:gd name="T93" fmla="*/ 68 h 232"/>
                <a:gd name="T94" fmla="*/ 15 w 153"/>
                <a:gd name="T95" fmla="*/ 75 h 232"/>
                <a:gd name="T96" fmla="*/ 26 w 153"/>
                <a:gd name="T97" fmla="*/ 135 h 232"/>
                <a:gd name="T98" fmla="*/ 34 w 153"/>
                <a:gd name="T99" fmla="*/ 140 h 232"/>
                <a:gd name="T100" fmla="*/ 43 w 153"/>
                <a:gd name="T101" fmla="*/ 141 h 232"/>
                <a:gd name="T102" fmla="*/ 44 w 153"/>
                <a:gd name="T103" fmla="*/ 132 h 232"/>
                <a:gd name="T104" fmla="*/ 34 w 153"/>
                <a:gd name="T105" fmla="*/ 130 h 232"/>
                <a:gd name="T106" fmla="*/ 30 w 153"/>
                <a:gd name="T107" fmla="*/ 121 h 232"/>
                <a:gd name="T108" fmla="*/ 36 w 153"/>
                <a:gd name="T109" fmla="*/ 112 h 232"/>
                <a:gd name="T110" fmla="*/ 34 w 153"/>
                <a:gd name="T111" fmla="*/ 103 h 232"/>
                <a:gd name="T112" fmla="*/ 26 w 153"/>
                <a:gd name="T113" fmla="*/ 109 h 232"/>
                <a:gd name="T114" fmla="*/ 22 w 153"/>
                <a:gd name="T115" fmla="*/ 119 h 232"/>
                <a:gd name="T116" fmla="*/ 110 w 153"/>
                <a:gd name="T117" fmla="*/ 122 h 232"/>
                <a:gd name="T118" fmla="*/ 42 w 153"/>
                <a:gd name="T119" fmla="*/ 172 h 232"/>
                <a:gd name="T120" fmla="*/ 73 w 153"/>
                <a:gd name="T121" fmla="*/ 232 h 232"/>
                <a:gd name="T122" fmla="*/ 137 w 153"/>
                <a:gd name="T123" fmla="*/ 163 h 232"/>
                <a:gd name="T124" fmla="*/ 108 w 153"/>
                <a:gd name="T125" fmla="*/ 204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3" h="232">
                  <a:moveTo>
                    <a:pt x="73" y="39"/>
                  </a:moveTo>
                  <a:lnTo>
                    <a:pt x="75" y="38"/>
                  </a:lnTo>
                  <a:lnTo>
                    <a:pt x="78" y="37"/>
                  </a:lnTo>
                  <a:lnTo>
                    <a:pt x="82" y="36"/>
                  </a:lnTo>
                  <a:lnTo>
                    <a:pt x="85" y="34"/>
                  </a:lnTo>
                  <a:lnTo>
                    <a:pt x="86" y="33"/>
                  </a:lnTo>
                  <a:lnTo>
                    <a:pt x="87" y="31"/>
                  </a:lnTo>
                  <a:lnTo>
                    <a:pt x="89" y="29"/>
                  </a:lnTo>
                  <a:lnTo>
                    <a:pt x="90" y="28"/>
                  </a:lnTo>
                  <a:lnTo>
                    <a:pt x="90" y="26"/>
                  </a:lnTo>
                  <a:lnTo>
                    <a:pt x="91" y="24"/>
                  </a:lnTo>
                  <a:lnTo>
                    <a:pt x="91" y="21"/>
                  </a:lnTo>
                  <a:lnTo>
                    <a:pt x="91" y="18"/>
                  </a:lnTo>
                  <a:lnTo>
                    <a:pt x="90" y="16"/>
                  </a:lnTo>
                  <a:lnTo>
                    <a:pt x="90" y="13"/>
                  </a:lnTo>
                  <a:lnTo>
                    <a:pt x="90" y="12"/>
                  </a:lnTo>
                  <a:lnTo>
                    <a:pt x="89" y="9"/>
                  </a:lnTo>
                  <a:lnTo>
                    <a:pt x="87" y="8"/>
                  </a:lnTo>
                  <a:lnTo>
                    <a:pt x="86" y="6"/>
                  </a:lnTo>
                  <a:lnTo>
                    <a:pt x="86" y="5"/>
                  </a:lnTo>
                  <a:lnTo>
                    <a:pt x="84" y="4"/>
                  </a:lnTo>
                  <a:lnTo>
                    <a:pt x="82" y="3"/>
                  </a:lnTo>
                  <a:lnTo>
                    <a:pt x="81" y="2"/>
                  </a:lnTo>
                  <a:lnTo>
                    <a:pt x="80" y="1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69" y="0"/>
                  </a:lnTo>
                  <a:lnTo>
                    <a:pt x="66" y="0"/>
                  </a:lnTo>
                  <a:lnTo>
                    <a:pt x="62" y="1"/>
                  </a:lnTo>
                  <a:lnTo>
                    <a:pt x="58" y="4"/>
                  </a:lnTo>
                  <a:lnTo>
                    <a:pt x="54" y="5"/>
                  </a:lnTo>
                  <a:lnTo>
                    <a:pt x="51" y="8"/>
                  </a:lnTo>
                  <a:lnTo>
                    <a:pt x="49" y="10"/>
                  </a:lnTo>
                  <a:lnTo>
                    <a:pt x="43" y="16"/>
                  </a:lnTo>
                  <a:lnTo>
                    <a:pt x="38" y="22"/>
                  </a:lnTo>
                  <a:lnTo>
                    <a:pt x="32" y="28"/>
                  </a:lnTo>
                  <a:lnTo>
                    <a:pt x="26" y="35"/>
                  </a:lnTo>
                  <a:lnTo>
                    <a:pt x="25" y="36"/>
                  </a:lnTo>
                  <a:lnTo>
                    <a:pt x="23" y="36"/>
                  </a:lnTo>
                  <a:lnTo>
                    <a:pt x="21" y="38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8"/>
                  </a:lnTo>
                  <a:lnTo>
                    <a:pt x="12" y="37"/>
                  </a:lnTo>
                  <a:lnTo>
                    <a:pt x="10" y="36"/>
                  </a:lnTo>
                  <a:lnTo>
                    <a:pt x="10" y="36"/>
                  </a:lnTo>
                  <a:lnTo>
                    <a:pt x="9" y="34"/>
                  </a:lnTo>
                  <a:lnTo>
                    <a:pt x="8" y="32"/>
                  </a:lnTo>
                  <a:lnTo>
                    <a:pt x="7" y="30"/>
                  </a:lnTo>
                  <a:lnTo>
                    <a:pt x="7" y="27"/>
                  </a:lnTo>
                  <a:lnTo>
                    <a:pt x="8" y="24"/>
                  </a:lnTo>
                  <a:lnTo>
                    <a:pt x="9" y="22"/>
                  </a:lnTo>
                  <a:lnTo>
                    <a:pt x="10" y="20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8" y="17"/>
                  </a:lnTo>
                  <a:lnTo>
                    <a:pt x="22" y="16"/>
                  </a:lnTo>
                  <a:lnTo>
                    <a:pt x="21" y="8"/>
                  </a:lnTo>
                  <a:lnTo>
                    <a:pt x="18" y="8"/>
                  </a:lnTo>
                  <a:lnTo>
                    <a:pt x="15" y="9"/>
                  </a:lnTo>
                  <a:lnTo>
                    <a:pt x="12" y="10"/>
                  </a:lnTo>
                  <a:lnTo>
                    <a:pt x="8" y="12"/>
                  </a:lnTo>
                  <a:lnTo>
                    <a:pt x="6" y="13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2" y="19"/>
                  </a:lnTo>
                  <a:lnTo>
                    <a:pt x="1" y="21"/>
                  </a:lnTo>
                  <a:lnTo>
                    <a:pt x="1" y="24"/>
                  </a:lnTo>
                  <a:lnTo>
                    <a:pt x="0" y="28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35"/>
                  </a:lnTo>
                  <a:lnTo>
                    <a:pt x="2" y="37"/>
                  </a:lnTo>
                  <a:lnTo>
                    <a:pt x="3" y="39"/>
                  </a:lnTo>
                  <a:lnTo>
                    <a:pt x="4" y="40"/>
                  </a:lnTo>
                  <a:lnTo>
                    <a:pt x="6" y="42"/>
                  </a:lnTo>
                  <a:lnTo>
                    <a:pt x="6" y="43"/>
                  </a:lnTo>
                  <a:lnTo>
                    <a:pt x="8" y="44"/>
                  </a:lnTo>
                  <a:lnTo>
                    <a:pt x="11" y="46"/>
                  </a:lnTo>
                  <a:lnTo>
                    <a:pt x="14" y="46"/>
                  </a:lnTo>
                  <a:lnTo>
                    <a:pt x="17" y="47"/>
                  </a:lnTo>
                  <a:lnTo>
                    <a:pt x="19" y="47"/>
                  </a:lnTo>
                  <a:lnTo>
                    <a:pt x="22" y="46"/>
                  </a:lnTo>
                  <a:lnTo>
                    <a:pt x="26" y="46"/>
                  </a:lnTo>
                  <a:lnTo>
                    <a:pt x="28" y="45"/>
                  </a:lnTo>
                  <a:lnTo>
                    <a:pt x="30" y="44"/>
                  </a:lnTo>
                  <a:lnTo>
                    <a:pt x="32" y="42"/>
                  </a:lnTo>
                  <a:lnTo>
                    <a:pt x="34" y="40"/>
                  </a:lnTo>
                  <a:lnTo>
                    <a:pt x="36" y="36"/>
                  </a:lnTo>
                  <a:lnTo>
                    <a:pt x="39" y="33"/>
                  </a:lnTo>
                  <a:lnTo>
                    <a:pt x="45" y="25"/>
                  </a:lnTo>
                  <a:lnTo>
                    <a:pt x="52" y="18"/>
                  </a:lnTo>
                  <a:lnTo>
                    <a:pt x="55" y="14"/>
                  </a:lnTo>
                  <a:lnTo>
                    <a:pt x="59" y="12"/>
                  </a:lnTo>
                  <a:lnTo>
                    <a:pt x="62" y="9"/>
                  </a:lnTo>
                  <a:lnTo>
                    <a:pt x="66" y="8"/>
                  </a:lnTo>
                  <a:lnTo>
                    <a:pt x="68" y="7"/>
                  </a:lnTo>
                  <a:lnTo>
                    <a:pt x="70" y="7"/>
                  </a:lnTo>
                  <a:lnTo>
                    <a:pt x="71" y="7"/>
                  </a:lnTo>
                  <a:lnTo>
                    <a:pt x="74" y="7"/>
                  </a:lnTo>
                  <a:lnTo>
                    <a:pt x="75" y="8"/>
                  </a:lnTo>
                  <a:lnTo>
                    <a:pt x="77" y="9"/>
                  </a:lnTo>
                  <a:lnTo>
                    <a:pt x="78" y="10"/>
                  </a:lnTo>
                  <a:lnTo>
                    <a:pt x="80" y="12"/>
                  </a:lnTo>
                  <a:lnTo>
                    <a:pt x="82" y="13"/>
                  </a:lnTo>
                  <a:lnTo>
                    <a:pt x="82" y="15"/>
                  </a:lnTo>
                  <a:lnTo>
                    <a:pt x="83" y="17"/>
                  </a:lnTo>
                  <a:lnTo>
                    <a:pt x="84" y="20"/>
                  </a:lnTo>
                  <a:lnTo>
                    <a:pt x="84" y="21"/>
                  </a:lnTo>
                  <a:lnTo>
                    <a:pt x="83" y="23"/>
                  </a:lnTo>
                  <a:lnTo>
                    <a:pt x="83" y="24"/>
                  </a:lnTo>
                  <a:lnTo>
                    <a:pt x="82" y="25"/>
                  </a:lnTo>
                  <a:lnTo>
                    <a:pt x="81" y="27"/>
                  </a:lnTo>
                  <a:lnTo>
                    <a:pt x="79" y="28"/>
                  </a:lnTo>
                  <a:lnTo>
                    <a:pt x="77" y="29"/>
                  </a:lnTo>
                  <a:lnTo>
                    <a:pt x="75" y="29"/>
                  </a:lnTo>
                  <a:lnTo>
                    <a:pt x="73" y="29"/>
                  </a:lnTo>
                  <a:lnTo>
                    <a:pt x="71" y="30"/>
                  </a:lnTo>
                  <a:lnTo>
                    <a:pt x="73" y="39"/>
                  </a:lnTo>
                  <a:lnTo>
                    <a:pt x="73" y="39"/>
                  </a:lnTo>
                  <a:close/>
                  <a:moveTo>
                    <a:pt x="9" y="78"/>
                  </a:moveTo>
                  <a:lnTo>
                    <a:pt x="8" y="76"/>
                  </a:lnTo>
                  <a:lnTo>
                    <a:pt x="8" y="73"/>
                  </a:lnTo>
                  <a:lnTo>
                    <a:pt x="9" y="72"/>
                  </a:lnTo>
                  <a:lnTo>
                    <a:pt x="9" y="69"/>
                  </a:lnTo>
                  <a:lnTo>
                    <a:pt x="10" y="68"/>
                  </a:lnTo>
                  <a:lnTo>
                    <a:pt x="11" y="66"/>
                  </a:lnTo>
                  <a:lnTo>
                    <a:pt x="13" y="64"/>
                  </a:lnTo>
                  <a:lnTo>
                    <a:pt x="14" y="63"/>
                  </a:lnTo>
                  <a:lnTo>
                    <a:pt x="17" y="60"/>
                  </a:lnTo>
                  <a:lnTo>
                    <a:pt x="20" y="58"/>
                  </a:lnTo>
                  <a:lnTo>
                    <a:pt x="23" y="56"/>
                  </a:lnTo>
                  <a:lnTo>
                    <a:pt x="27" y="55"/>
                  </a:lnTo>
                  <a:lnTo>
                    <a:pt x="31" y="53"/>
                  </a:lnTo>
                  <a:lnTo>
                    <a:pt x="36" y="52"/>
                  </a:lnTo>
                  <a:lnTo>
                    <a:pt x="40" y="50"/>
                  </a:lnTo>
                  <a:lnTo>
                    <a:pt x="45" y="48"/>
                  </a:lnTo>
                  <a:lnTo>
                    <a:pt x="54" y="47"/>
                  </a:lnTo>
                  <a:lnTo>
                    <a:pt x="63" y="45"/>
                  </a:lnTo>
                  <a:lnTo>
                    <a:pt x="71" y="44"/>
                  </a:lnTo>
                  <a:lnTo>
                    <a:pt x="78" y="44"/>
                  </a:lnTo>
                  <a:lnTo>
                    <a:pt x="82" y="44"/>
                  </a:lnTo>
                  <a:lnTo>
                    <a:pt x="86" y="44"/>
                  </a:lnTo>
                  <a:lnTo>
                    <a:pt x="89" y="46"/>
                  </a:lnTo>
                  <a:lnTo>
                    <a:pt x="91" y="47"/>
                  </a:lnTo>
                  <a:lnTo>
                    <a:pt x="94" y="49"/>
                  </a:lnTo>
                  <a:lnTo>
                    <a:pt x="95" y="52"/>
                  </a:lnTo>
                  <a:lnTo>
                    <a:pt x="97" y="52"/>
                  </a:lnTo>
                  <a:lnTo>
                    <a:pt x="97" y="54"/>
                  </a:lnTo>
                  <a:lnTo>
                    <a:pt x="98" y="56"/>
                  </a:lnTo>
                  <a:lnTo>
                    <a:pt x="98" y="57"/>
                  </a:lnTo>
                  <a:lnTo>
                    <a:pt x="98" y="60"/>
                  </a:lnTo>
                  <a:lnTo>
                    <a:pt x="98" y="63"/>
                  </a:lnTo>
                  <a:lnTo>
                    <a:pt x="98" y="64"/>
                  </a:lnTo>
                  <a:lnTo>
                    <a:pt x="98" y="67"/>
                  </a:lnTo>
                  <a:lnTo>
                    <a:pt x="97" y="68"/>
                  </a:lnTo>
                  <a:lnTo>
                    <a:pt x="95" y="70"/>
                  </a:lnTo>
                  <a:lnTo>
                    <a:pt x="94" y="72"/>
                  </a:lnTo>
                  <a:lnTo>
                    <a:pt x="92" y="74"/>
                  </a:lnTo>
                  <a:lnTo>
                    <a:pt x="90" y="76"/>
                  </a:lnTo>
                  <a:lnTo>
                    <a:pt x="86" y="77"/>
                  </a:lnTo>
                  <a:lnTo>
                    <a:pt x="82" y="80"/>
                  </a:lnTo>
                  <a:lnTo>
                    <a:pt x="78" y="81"/>
                  </a:lnTo>
                  <a:lnTo>
                    <a:pt x="73" y="84"/>
                  </a:lnTo>
                  <a:lnTo>
                    <a:pt x="68" y="85"/>
                  </a:lnTo>
                  <a:lnTo>
                    <a:pt x="63" y="87"/>
                  </a:lnTo>
                  <a:lnTo>
                    <a:pt x="58" y="88"/>
                  </a:lnTo>
                  <a:lnTo>
                    <a:pt x="53" y="88"/>
                  </a:lnTo>
                  <a:lnTo>
                    <a:pt x="48" y="90"/>
                  </a:lnTo>
                  <a:lnTo>
                    <a:pt x="42" y="90"/>
                  </a:lnTo>
                  <a:lnTo>
                    <a:pt x="37" y="91"/>
                  </a:lnTo>
                  <a:lnTo>
                    <a:pt x="32" y="92"/>
                  </a:lnTo>
                  <a:lnTo>
                    <a:pt x="26" y="92"/>
                  </a:lnTo>
                  <a:lnTo>
                    <a:pt x="22" y="92"/>
                  </a:lnTo>
                  <a:lnTo>
                    <a:pt x="20" y="91"/>
                  </a:lnTo>
                  <a:lnTo>
                    <a:pt x="18" y="90"/>
                  </a:lnTo>
                  <a:lnTo>
                    <a:pt x="15" y="89"/>
                  </a:lnTo>
                  <a:lnTo>
                    <a:pt x="14" y="88"/>
                  </a:lnTo>
                  <a:lnTo>
                    <a:pt x="12" y="87"/>
                  </a:lnTo>
                  <a:lnTo>
                    <a:pt x="11" y="84"/>
                  </a:lnTo>
                  <a:lnTo>
                    <a:pt x="10" y="83"/>
                  </a:lnTo>
                  <a:lnTo>
                    <a:pt x="10" y="81"/>
                  </a:lnTo>
                  <a:lnTo>
                    <a:pt x="9" y="78"/>
                  </a:lnTo>
                  <a:lnTo>
                    <a:pt x="9" y="78"/>
                  </a:lnTo>
                  <a:close/>
                  <a:moveTo>
                    <a:pt x="16" y="76"/>
                  </a:moveTo>
                  <a:lnTo>
                    <a:pt x="16" y="78"/>
                  </a:lnTo>
                  <a:lnTo>
                    <a:pt x="18" y="80"/>
                  </a:lnTo>
                  <a:lnTo>
                    <a:pt x="18" y="80"/>
                  </a:lnTo>
                  <a:lnTo>
                    <a:pt x="19" y="81"/>
                  </a:lnTo>
                  <a:lnTo>
                    <a:pt x="21" y="82"/>
                  </a:lnTo>
                  <a:lnTo>
                    <a:pt x="22" y="83"/>
                  </a:lnTo>
                  <a:lnTo>
                    <a:pt x="24" y="83"/>
                  </a:lnTo>
                  <a:lnTo>
                    <a:pt x="26" y="84"/>
                  </a:lnTo>
                  <a:lnTo>
                    <a:pt x="28" y="84"/>
                  </a:lnTo>
                  <a:lnTo>
                    <a:pt x="31" y="84"/>
                  </a:lnTo>
                  <a:lnTo>
                    <a:pt x="36" y="83"/>
                  </a:lnTo>
                  <a:lnTo>
                    <a:pt x="43" y="82"/>
                  </a:lnTo>
                  <a:lnTo>
                    <a:pt x="50" y="80"/>
                  </a:lnTo>
                  <a:lnTo>
                    <a:pt x="56" y="80"/>
                  </a:lnTo>
                  <a:lnTo>
                    <a:pt x="62" y="77"/>
                  </a:lnTo>
                  <a:lnTo>
                    <a:pt x="69" y="76"/>
                  </a:lnTo>
                  <a:lnTo>
                    <a:pt x="74" y="74"/>
                  </a:lnTo>
                  <a:lnTo>
                    <a:pt x="79" y="72"/>
                  </a:lnTo>
                  <a:lnTo>
                    <a:pt x="82" y="71"/>
                  </a:lnTo>
                  <a:lnTo>
                    <a:pt x="84" y="70"/>
                  </a:lnTo>
                  <a:lnTo>
                    <a:pt x="86" y="68"/>
                  </a:lnTo>
                  <a:lnTo>
                    <a:pt x="87" y="68"/>
                  </a:lnTo>
                  <a:lnTo>
                    <a:pt x="88" y="66"/>
                  </a:lnTo>
                  <a:lnTo>
                    <a:pt x="90" y="64"/>
                  </a:lnTo>
                  <a:lnTo>
                    <a:pt x="90" y="64"/>
                  </a:lnTo>
                  <a:lnTo>
                    <a:pt x="90" y="63"/>
                  </a:lnTo>
                  <a:lnTo>
                    <a:pt x="91" y="60"/>
                  </a:lnTo>
                  <a:lnTo>
                    <a:pt x="91" y="59"/>
                  </a:lnTo>
                  <a:lnTo>
                    <a:pt x="90" y="57"/>
                  </a:lnTo>
                  <a:lnTo>
                    <a:pt x="89" y="56"/>
                  </a:lnTo>
                  <a:lnTo>
                    <a:pt x="88" y="56"/>
                  </a:lnTo>
                  <a:lnTo>
                    <a:pt x="87" y="55"/>
                  </a:lnTo>
                  <a:lnTo>
                    <a:pt x="86" y="54"/>
                  </a:lnTo>
                  <a:lnTo>
                    <a:pt x="84" y="53"/>
                  </a:lnTo>
                  <a:lnTo>
                    <a:pt x="82" y="52"/>
                  </a:lnTo>
                  <a:lnTo>
                    <a:pt x="80" y="52"/>
                  </a:lnTo>
                  <a:lnTo>
                    <a:pt x="78" y="52"/>
                  </a:lnTo>
                  <a:lnTo>
                    <a:pt x="75" y="52"/>
                  </a:lnTo>
                  <a:lnTo>
                    <a:pt x="70" y="52"/>
                  </a:lnTo>
                  <a:lnTo>
                    <a:pt x="64" y="53"/>
                  </a:lnTo>
                  <a:lnTo>
                    <a:pt x="58" y="55"/>
                  </a:lnTo>
                  <a:lnTo>
                    <a:pt x="50" y="56"/>
                  </a:lnTo>
                  <a:lnTo>
                    <a:pt x="44" y="58"/>
                  </a:lnTo>
                  <a:lnTo>
                    <a:pt x="38" y="60"/>
                  </a:lnTo>
                  <a:lnTo>
                    <a:pt x="32" y="61"/>
                  </a:lnTo>
                  <a:lnTo>
                    <a:pt x="27" y="64"/>
                  </a:lnTo>
                  <a:lnTo>
                    <a:pt x="25" y="64"/>
                  </a:lnTo>
                  <a:lnTo>
                    <a:pt x="22" y="66"/>
                  </a:lnTo>
                  <a:lnTo>
                    <a:pt x="21" y="67"/>
                  </a:lnTo>
                  <a:lnTo>
                    <a:pt x="19" y="68"/>
                  </a:lnTo>
                  <a:lnTo>
                    <a:pt x="18" y="70"/>
                  </a:lnTo>
                  <a:lnTo>
                    <a:pt x="17" y="71"/>
                  </a:lnTo>
                  <a:lnTo>
                    <a:pt x="17" y="72"/>
                  </a:lnTo>
                  <a:lnTo>
                    <a:pt x="16" y="74"/>
                  </a:lnTo>
                  <a:lnTo>
                    <a:pt x="15" y="75"/>
                  </a:lnTo>
                  <a:lnTo>
                    <a:pt x="16" y="76"/>
                  </a:lnTo>
                  <a:lnTo>
                    <a:pt x="16" y="76"/>
                  </a:lnTo>
                  <a:close/>
                  <a:moveTo>
                    <a:pt x="23" y="128"/>
                  </a:moveTo>
                  <a:lnTo>
                    <a:pt x="25" y="132"/>
                  </a:lnTo>
                  <a:lnTo>
                    <a:pt x="26" y="135"/>
                  </a:lnTo>
                  <a:lnTo>
                    <a:pt x="27" y="136"/>
                  </a:lnTo>
                  <a:lnTo>
                    <a:pt x="29" y="137"/>
                  </a:lnTo>
                  <a:lnTo>
                    <a:pt x="30" y="139"/>
                  </a:lnTo>
                  <a:lnTo>
                    <a:pt x="32" y="140"/>
                  </a:lnTo>
                  <a:lnTo>
                    <a:pt x="34" y="140"/>
                  </a:lnTo>
                  <a:lnTo>
                    <a:pt x="35" y="140"/>
                  </a:lnTo>
                  <a:lnTo>
                    <a:pt x="37" y="141"/>
                  </a:lnTo>
                  <a:lnTo>
                    <a:pt x="39" y="141"/>
                  </a:lnTo>
                  <a:lnTo>
                    <a:pt x="41" y="141"/>
                  </a:lnTo>
                  <a:lnTo>
                    <a:pt x="43" y="141"/>
                  </a:lnTo>
                  <a:lnTo>
                    <a:pt x="45" y="140"/>
                  </a:lnTo>
                  <a:lnTo>
                    <a:pt x="47" y="140"/>
                  </a:lnTo>
                  <a:lnTo>
                    <a:pt x="115" y="116"/>
                  </a:lnTo>
                  <a:lnTo>
                    <a:pt x="112" y="108"/>
                  </a:lnTo>
                  <a:lnTo>
                    <a:pt x="44" y="132"/>
                  </a:lnTo>
                  <a:lnTo>
                    <a:pt x="42" y="132"/>
                  </a:lnTo>
                  <a:lnTo>
                    <a:pt x="39" y="132"/>
                  </a:lnTo>
                  <a:lnTo>
                    <a:pt x="38" y="132"/>
                  </a:lnTo>
                  <a:lnTo>
                    <a:pt x="36" y="132"/>
                  </a:lnTo>
                  <a:lnTo>
                    <a:pt x="34" y="130"/>
                  </a:lnTo>
                  <a:lnTo>
                    <a:pt x="32" y="129"/>
                  </a:lnTo>
                  <a:lnTo>
                    <a:pt x="31" y="128"/>
                  </a:lnTo>
                  <a:lnTo>
                    <a:pt x="30" y="125"/>
                  </a:lnTo>
                  <a:lnTo>
                    <a:pt x="30" y="124"/>
                  </a:lnTo>
                  <a:lnTo>
                    <a:pt x="30" y="121"/>
                  </a:lnTo>
                  <a:lnTo>
                    <a:pt x="30" y="119"/>
                  </a:lnTo>
                  <a:lnTo>
                    <a:pt x="31" y="116"/>
                  </a:lnTo>
                  <a:lnTo>
                    <a:pt x="32" y="115"/>
                  </a:lnTo>
                  <a:lnTo>
                    <a:pt x="34" y="112"/>
                  </a:lnTo>
                  <a:lnTo>
                    <a:pt x="36" y="112"/>
                  </a:lnTo>
                  <a:lnTo>
                    <a:pt x="38" y="110"/>
                  </a:lnTo>
                  <a:lnTo>
                    <a:pt x="105" y="88"/>
                  </a:lnTo>
                  <a:lnTo>
                    <a:pt x="103" y="80"/>
                  </a:lnTo>
                  <a:lnTo>
                    <a:pt x="36" y="102"/>
                  </a:lnTo>
                  <a:lnTo>
                    <a:pt x="34" y="103"/>
                  </a:lnTo>
                  <a:lnTo>
                    <a:pt x="32" y="104"/>
                  </a:lnTo>
                  <a:lnTo>
                    <a:pt x="30" y="105"/>
                  </a:lnTo>
                  <a:lnTo>
                    <a:pt x="29" y="107"/>
                  </a:lnTo>
                  <a:lnTo>
                    <a:pt x="27" y="108"/>
                  </a:lnTo>
                  <a:lnTo>
                    <a:pt x="26" y="109"/>
                  </a:lnTo>
                  <a:lnTo>
                    <a:pt x="25" y="112"/>
                  </a:lnTo>
                  <a:lnTo>
                    <a:pt x="24" y="113"/>
                  </a:lnTo>
                  <a:lnTo>
                    <a:pt x="23" y="115"/>
                  </a:lnTo>
                  <a:lnTo>
                    <a:pt x="22" y="117"/>
                  </a:lnTo>
                  <a:lnTo>
                    <a:pt x="22" y="119"/>
                  </a:lnTo>
                  <a:lnTo>
                    <a:pt x="22" y="120"/>
                  </a:lnTo>
                  <a:lnTo>
                    <a:pt x="22" y="124"/>
                  </a:lnTo>
                  <a:lnTo>
                    <a:pt x="23" y="128"/>
                  </a:lnTo>
                  <a:lnTo>
                    <a:pt x="23" y="128"/>
                  </a:lnTo>
                  <a:close/>
                  <a:moveTo>
                    <a:pt x="110" y="122"/>
                  </a:moveTo>
                  <a:lnTo>
                    <a:pt x="116" y="119"/>
                  </a:lnTo>
                  <a:lnTo>
                    <a:pt x="130" y="151"/>
                  </a:lnTo>
                  <a:lnTo>
                    <a:pt x="123" y="153"/>
                  </a:lnTo>
                  <a:lnTo>
                    <a:pt x="118" y="141"/>
                  </a:lnTo>
                  <a:lnTo>
                    <a:pt x="42" y="172"/>
                  </a:lnTo>
                  <a:lnTo>
                    <a:pt x="38" y="164"/>
                  </a:lnTo>
                  <a:lnTo>
                    <a:pt x="114" y="133"/>
                  </a:lnTo>
                  <a:lnTo>
                    <a:pt x="110" y="122"/>
                  </a:lnTo>
                  <a:lnTo>
                    <a:pt x="110" y="122"/>
                  </a:lnTo>
                  <a:close/>
                  <a:moveTo>
                    <a:pt x="73" y="232"/>
                  </a:moveTo>
                  <a:lnTo>
                    <a:pt x="153" y="190"/>
                  </a:lnTo>
                  <a:lnTo>
                    <a:pt x="149" y="183"/>
                  </a:lnTo>
                  <a:lnTo>
                    <a:pt x="115" y="200"/>
                  </a:lnTo>
                  <a:lnTo>
                    <a:pt x="103" y="177"/>
                  </a:lnTo>
                  <a:lnTo>
                    <a:pt x="137" y="163"/>
                  </a:lnTo>
                  <a:lnTo>
                    <a:pt x="133" y="155"/>
                  </a:lnTo>
                  <a:lnTo>
                    <a:pt x="50" y="192"/>
                  </a:lnTo>
                  <a:lnTo>
                    <a:pt x="54" y="200"/>
                  </a:lnTo>
                  <a:lnTo>
                    <a:pt x="95" y="180"/>
                  </a:lnTo>
                  <a:lnTo>
                    <a:pt x="108" y="204"/>
                  </a:lnTo>
                  <a:lnTo>
                    <a:pt x="69" y="225"/>
                  </a:lnTo>
                  <a:lnTo>
                    <a:pt x="73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1" name="iSlïḋê"/>
            <p:cNvSpPr/>
            <p:nvPr/>
          </p:nvSpPr>
          <p:spPr bwMode="auto">
            <a:xfrm>
              <a:off x="2192338" y="3840163"/>
              <a:ext cx="303213" cy="306388"/>
            </a:xfrm>
            <a:custGeom>
              <a:avLst/>
              <a:gdLst>
                <a:gd name="T0" fmla="*/ 20 w 191"/>
                <a:gd name="T1" fmla="*/ 59 h 193"/>
                <a:gd name="T2" fmla="*/ 13 w 191"/>
                <a:gd name="T3" fmla="*/ 60 h 193"/>
                <a:gd name="T4" fmla="*/ 9 w 191"/>
                <a:gd name="T5" fmla="*/ 56 h 193"/>
                <a:gd name="T6" fmla="*/ 8 w 191"/>
                <a:gd name="T7" fmla="*/ 50 h 193"/>
                <a:gd name="T8" fmla="*/ 10 w 191"/>
                <a:gd name="T9" fmla="*/ 45 h 193"/>
                <a:gd name="T10" fmla="*/ 14 w 191"/>
                <a:gd name="T11" fmla="*/ 39 h 193"/>
                <a:gd name="T12" fmla="*/ 24 w 191"/>
                <a:gd name="T13" fmla="*/ 30 h 193"/>
                <a:gd name="T14" fmla="*/ 38 w 191"/>
                <a:gd name="T15" fmla="*/ 19 h 193"/>
                <a:gd name="T16" fmla="*/ 52 w 191"/>
                <a:gd name="T17" fmla="*/ 12 h 193"/>
                <a:gd name="T18" fmla="*/ 60 w 191"/>
                <a:gd name="T19" fmla="*/ 10 h 193"/>
                <a:gd name="T20" fmla="*/ 65 w 191"/>
                <a:gd name="T21" fmla="*/ 10 h 193"/>
                <a:gd name="T22" fmla="*/ 69 w 191"/>
                <a:gd name="T23" fmla="*/ 12 h 193"/>
                <a:gd name="T24" fmla="*/ 71 w 191"/>
                <a:gd name="T25" fmla="*/ 18 h 193"/>
                <a:gd name="T26" fmla="*/ 69 w 191"/>
                <a:gd name="T27" fmla="*/ 24 h 193"/>
                <a:gd name="T28" fmla="*/ 61 w 191"/>
                <a:gd name="T29" fmla="*/ 32 h 193"/>
                <a:gd name="T30" fmla="*/ 69 w 191"/>
                <a:gd name="T31" fmla="*/ 36 h 193"/>
                <a:gd name="T32" fmla="*/ 75 w 191"/>
                <a:gd name="T33" fmla="*/ 31 h 193"/>
                <a:gd name="T34" fmla="*/ 77 w 191"/>
                <a:gd name="T35" fmla="*/ 25 h 193"/>
                <a:gd name="T36" fmla="*/ 79 w 191"/>
                <a:gd name="T37" fmla="*/ 19 h 193"/>
                <a:gd name="T38" fmla="*/ 78 w 191"/>
                <a:gd name="T39" fmla="*/ 13 h 193"/>
                <a:gd name="T40" fmla="*/ 75 w 191"/>
                <a:gd name="T41" fmla="*/ 7 h 193"/>
                <a:gd name="T42" fmla="*/ 71 w 191"/>
                <a:gd name="T43" fmla="*/ 3 h 193"/>
                <a:gd name="T44" fmla="*/ 64 w 191"/>
                <a:gd name="T45" fmla="*/ 0 h 193"/>
                <a:gd name="T46" fmla="*/ 55 w 191"/>
                <a:gd name="T47" fmla="*/ 2 h 193"/>
                <a:gd name="T48" fmla="*/ 42 w 191"/>
                <a:gd name="T49" fmla="*/ 7 h 193"/>
                <a:gd name="T50" fmla="*/ 29 w 191"/>
                <a:gd name="T51" fmla="*/ 16 h 193"/>
                <a:gd name="T52" fmla="*/ 17 w 191"/>
                <a:gd name="T53" fmla="*/ 25 h 193"/>
                <a:gd name="T54" fmla="*/ 8 w 191"/>
                <a:gd name="T55" fmla="*/ 35 h 193"/>
                <a:gd name="T56" fmla="*/ 2 w 191"/>
                <a:gd name="T57" fmla="*/ 43 h 193"/>
                <a:gd name="T58" fmla="*/ 0 w 191"/>
                <a:gd name="T59" fmla="*/ 51 h 193"/>
                <a:gd name="T60" fmla="*/ 2 w 191"/>
                <a:gd name="T61" fmla="*/ 58 h 193"/>
                <a:gd name="T62" fmla="*/ 5 w 191"/>
                <a:gd name="T63" fmla="*/ 64 h 193"/>
                <a:gd name="T64" fmla="*/ 9 w 191"/>
                <a:gd name="T65" fmla="*/ 67 h 193"/>
                <a:gd name="T66" fmla="*/ 14 w 191"/>
                <a:gd name="T67" fmla="*/ 69 h 193"/>
                <a:gd name="T68" fmla="*/ 20 w 191"/>
                <a:gd name="T69" fmla="*/ 68 h 193"/>
                <a:gd name="T70" fmla="*/ 28 w 191"/>
                <a:gd name="T71" fmla="*/ 65 h 193"/>
                <a:gd name="T72" fmla="*/ 29 w 191"/>
                <a:gd name="T73" fmla="*/ 55 h 193"/>
                <a:gd name="T74" fmla="*/ 43 w 191"/>
                <a:gd name="T75" fmla="*/ 107 h 193"/>
                <a:gd name="T76" fmla="*/ 27 w 191"/>
                <a:gd name="T77" fmla="*/ 89 h 193"/>
                <a:gd name="T78" fmla="*/ 97 w 191"/>
                <a:gd name="T79" fmla="*/ 33 h 193"/>
                <a:gd name="T80" fmla="*/ 110 w 191"/>
                <a:gd name="T81" fmla="*/ 47 h 193"/>
                <a:gd name="T82" fmla="*/ 48 w 191"/>
                <a:gd name="T83" fmla="*/ 112 h 193"/>
                <a:gd name="T84" fmla="*/ 124 w 191"/>
                <a:gd name="T85" fmla="*/ 60 h 193"/>
                <a:gd name="T86" fmla="*/ 64 w 191"/>
                <a:gd name="T87" fmla="*/ 127 h 193"/>
                <a:gd name="T88" fmla="*/ 169 w 191"/>
                <a:gd name="T89" fmla="*/ 95 h 193"/>
                <a:gd name="T90" fmla="*/ 149 w 191"/>
                <a:gd name="T91" fmla="*/ 82 h 193"/>
                <a:gd name="T92" fmla="*/ 82 w 191"/>
                <a:gd name="T93" fmla="*/ 143 h 193"/>
                <a:gd name="T94" fmla="*/ 99 w 191"/>
                <a:gd name="T95" fmla="*/ 156 h 193"/>
                <a:gd name="T96" fmla="*/ 145 w 191"/>
                <a:gd name="T97" fmla="*/ 188 h 193"/>
                <a:gd name="T98" fmla="*/ 182 w 191"/>
                <a:gd name="T99" fmla="*/ 105 h 193"/>
                <a:gd name="T100" fmla="*/ 147 w 191"/>
                <a:gd name="T101" fmla="*/ 148 h 193"/>
                <a:gd name="T102" fmla="*/ 153 w 191"/>
                <a:gd name="T103" fmla="*/ 14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91" h="193">
                  <a:moveTo>
                    <a:pt x="29" y="55"/>
                  </a:moveTo>
                  <a:lnTo>
                    <a:pt x="24" y="57"/>
                  </a:lnTo>
                  <a:lnTo>
                    <a:pt x="20" y="59"/>
                  </a:lnTo>
                  <a:lnTo>
                    <a:pt x="17" y="60"/>
                  </a:lnTo>
                  <a:lnTo>
                    <a:pt x="15" y="60"/>
                  </a:lnTo>
                  <a:lnTo>
                    <a:pt x="13" y="60"/>
                  </a:lnTo>
                  <a:lnTo>
                    <a:pt x="12" y="59"/>
                  </a:lnTo>
                  <a:lnTo>
                    <a:pt x="10" y="58"/>
                  </a:lnTo>
                  <a:lnTo>
                    <a:pt x="9" y="56"/>
                  </a:lnTo>
                  <a:lnTo>
                    <a:pt x="8" y="54"/>
                  </a:lnTo>
                  <a:lnTo>
                    <a:pt x="8" y="51"/>
                  </a:lnTo>
                  <a:lnTo>
                    <a:pt x="8" y="50"/>
                  </a:lnTo>
                  <a:lnTo>
                    <a:pt x="8" y="48"/>
                  </a:lnTo>
                  <a:lnTo>
                    <a:pt x="9" y="47"/>
                  </a:lnTo>
                  <a:lnTo>
                    <a:pt x="10" y="45"/>
                  </a:lnTo>
                  <a:lnTo>
                    <a:pt x="11" y="43"/>
                  </a:lnTo>
                  <a:lnTo>
                    <a:pt x="12" y="42"/>
                  </a:lnTo>
                  <a:lnTo>
                    <a:pt x="14" y="39"/>
                  </a:lnTo>
                  <a:lnTo>
                    <a:pt x="16" y="37"/>
                  </a:lnTo>
                  <a:lnTo>
                    <a:pt x="20" y="33"/>
                  </a:lnTo>
                  <a:lnTo>
                    <a:pt x="24" y="30"/>
                  </a:lnTo>
                  <a:lnTo>
                    <a:pt x="28" y="27"/>
                  </a:lnTo>
                  <a:lnTo>
                    <a:pt x="33" y="23"/>
                  </a:lnTo>
                  <a:lnTo>
                    <a:pt x="38" y="19"/>
                  </a:lnTo>
                  <a:lnTo>
                    <a:pt x="43" y="17"/>
                  </a:lnTo>
                  <a:lnTo>
                    <a:pt x="48" y="15"/>
                  </a:lnTo>
                  <a:lnTo>
                    <a:pt x="52" y="12"/>
                  </a:lnTo>
                  <a:lnTo>
                    <a:pt x="56" y="11"/>
                  </a:lnTo>
                  <a:lnTo>
                    <a:pt x="58" y="10"/>
                  </a:lnTo>
                  <a:lnTo>
                    <a:pt x="60" y="10"/>
                  </a:lnTo>
                  <a:lnTo>
                    <a:pt x="61" y="9"/>
                  </a:lnTo>
                  <a:lnTo>
                    <a:pt x="64" y="9"/>
                  </a:lnTo>
                  <a:lnTo>
                    <a:pt x="65" y="10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4"/>
                  </a:lnTo>
                  <a:lnTo>
                    <a:pt x="71" y="16"/>
                  </a:lnTo>
                  <a:lnTo>
                    <a:pt x="71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69" y="24"/>
                  </a:lnTo>
                  <a:lnTo>
                    <a:pt x="68" y="27"/>
                  </a:lnTo>
                  <a:lnTo>
                    <a:pt x="65" y="29"/>
                  </a:lnTo>
                  <a:lnTo>
                    <a:pt x="61" y="32"/>
                  </a:lnTo>
                  <a:lnTo>
                    <a:pt x="65" y="39"/>
                  </a:lnTo>
                  <a:lnTo>
                    <a:pt x="67" y="38"/>
                  </a:lnTo>
                  <a:lnTo>
                    <a:pt x="69" y="36"/>
                  </a:lnTo>
                  <a:lnTo>
                    <a:pt x="71" y="35"/>
                  </a:lnTo>
                  <a:lnTo>
                    <a:pt x="73" y="33"/>
                  </a:lnTo>
                  <a:lnTo>
                    <a:pt x="75" y="31"/>
                  </a:lnTo>
                  <a:lnTo>
                    <a:pt x="76" y="29"/>
                  </a:lnTo>
                  <a:lnTo>
                    <a:pt x="77" y="27"/>
                  </a:lnTo>
                  <a:lnTo>
                    <a:pt x="77" y="25"/>
                  </a:lnTo>
                  <a:lnTo>
                    <a:pt x="78" y="23"/>
                  </a:lnTo>
                  <a:lnTo>
                    <a:pt x="79" y="21"/>
                  </a:lnTo>
                  <a:lnTo>
                    <a:pt x="79" y="19"/>
                  </a:lnTo>
                  <a:lnTo>
                    <a:pt x="79" y="17"/>
                  </a:lnTo>
                  <a:lnTo>
                    <a:pt x="78" y="15"/>
                  </a:lnTo>
                  <a:lnTo>
                    <a:pt x="78" y="13"/>
                  </a:lnTo>
                  <a:lnTo>
                    <a:pt x="77" y="11"/>
                  </a:lnTo>
                  <a:lnTo>
                    <a:pt x="77" y="9"/>
                  </a:lnTo>
                  <a:lnTo>
                    <a:pt x="75" y="7"/>
                  </a:lnTo>
                  <a:lnTo>
                    <a:pt x="74" y="5"/>
                  </a:lnTo>
                  <a:lnTo>
                    <a:pt x="73" y="3"/>
                  </a:lnTo>
                  <a:lnTo>
                    <a:pt x="71" y="3"/>
                  </a:lnTo>
                  <a:lnTo>
                    <a:pt x="69" y="1"/>
                  </a:lnTo>
                  <a:lnTo>
                    <a:pt x="66" y="1"/>
                  </a:lnTo>
                  <a:lnTo>
                    <a:pt x="64" y="0"/>
                  </a:lnTo>
                  <a:lnTo>
                    <a:pt x="61" y="0"/>
                  </a:lnTo>
                  <a:lnTo>
                    <a:pt x="58" y="1"/>
                  </a:lnTo>
                  <a:lnTo>
                    <a:pt x="55" y="2"/>
                  </a:lnTo>
                  <a:lnTo>
                    <a:pt x="51" y="3"/>
                  </a:lnTo>
                  <a:lnTo>
                    <a:pt x="47" y="5"/>
                  </a:lnTo>
                  <a:lnTo>
                    <a:pt x="42" y="7"/>
                  </a:lnTo>
                  <a:lnTo>
                    <a:pt x="38" y="10"/>
                  </a:lnTo>
                  <a:lnTo>
                    <a:pt x="34" y="13"/>
                  </a:lnTo>
                  <a:lnTo>
                    <a:pt x="29" y="16"/>
                  </a:lnTo>
                  <a:lnTo>
                    <a:pt x="24" y="19"/>
                  </a:lnTo>
                  <a:lnTo>
                    <a:pt x="20" y="22"/>
                  </a:lnTo>
                  <a:lnTo>
                    <a:pt x="17" y="25"/>
                  </a:lnTo>
                  <a:lnTo>
                    <a:pt x="13" y="29"/>
                  </a:lnTo>
                  <a:lnTo>
                    <a:pt x="10" y="32"/>
                  </a:lnTo>
                  <a:lnTo>
                    <a:pt x="8" y="35"/>
                  </a:lnTo>
                  <a:lnTo>
                    <a:pt x="5" y="38"/>
                  </a:lnTo>
                  <a:lnTo>
                    <a:pt x="4" y="41"/>
                  </a:lnTo>
                  <a:lnTo>
                    <a:pt x="2" y="43"/>
                  </a:lnTo>
                  <a:lnTo>
                    <a:pt x="1" y="46"/>
                  </a:lnTo>
                  <a:lnTo>
                    <a:pt x="0" y="48"/>
                  </a:lnTo>
                  <a:lnTo>
                    <a:pt x="0" y="51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2" y="58"/>
                  </a:lnTo>
                  <a:lnTo>
                    <a:pt x="3" y="60"/>
                  </a:lnTo>
                  <a:lnTo>
                    <a:pt x="4" y="63"/>
                  </a:lnTo>
                  <a:lnTo>
                    <a:pt x="5" y="64"/>
                  </a:lnTo>
                  <a:lnTo>
                    <a:pt x="6" y="66"/>
                  </a:lnTo>
                  <a:lnTo>
                    <a:pt x="8" y="67"/>
                  </a:lnTo>
                  <a:lnTo>
                    <a:pt x="9" y="67"/>
                  </a:lnTo>
                  <a:lnTo>
                    <a:pt x="11" y="68"/>
                  </a:lnTo>
                  <a:lnTo>
                    <a:pt x="12" y="69"/>
                  </a:lnTo>
                  <a:lnTo>
                    <a:pt x="14" y="69"/>
                  </a:lnTo>
                  <a:lnTo>
                    <a:pt x="16" y="69"/>
                  </a:lnTo>
                  <a:lnTo>
                    <a:pt x="19" y="69"/>
                  </a:lnTo>
                  <a:lnTo>
                    <a:pt x="20" y="68"/>
                  </a:lnTo>
                  <a:lnTo>
                    <a:pt x="23" y="67"/>
                  </a:lnTo>
                  <a:lnTo>
                    <a:pt x="25" y="67"/>
                  </a:lnTo>
                  <a:lnTo>
                    <a:pt x="28" y="65"/>
                  </a:lnTo>
                  <a:lnTo>
                    <a:pt x="30" y="63"/>
                  </a:lnTo>
                  <a:lnTo>
                    <a:pt x="33" y="62"/>
                  </a:lnTo>
                  <a:lnTo>
                    <a:pt x="29" y="55"/>
                  </a:lnTo>
                  <a:lnTo>
                    <a:pt x="29" y="55"/>
                  </a:lnTo>
                  <a:close/>
                  <a:moveTo>
                    <a:pt x="48" y="112"/>
                  </a:moveTo>
                  <a:lnTo>
                    <a:pt x="43" y="107"/>
                  </a:lnTo>
                  <a:lnTo>
                    <a:pt x="78" y="76"/>
                  </a:lnTo>
                  <a:lnTo>
                    <a:pt x="64" y="59"/>
                  </a:lnTo>
                  <a:lnTo>
                    <a:pt x="27" y="89"/>
                  </a:lnTo>
                  <a:lnTo>
                    <a:pt x="21" y="83"/>
                  </a:lnTo>
                  <a:lnTo>
                    <a:pt x="91" y="27"/>
                  </a:lnTo>
                  <a:lnTo>
                    <a:pt x="97" y="33"/>
                  </a:lnTo>
                  <a:lnTo>
                    <a:pt x="70" y="54"/>
                  </a:lnTo>
                  <a:lnTo>
                    <a:pt x="84" y="71"/>
                  </a:lnTo>
                  <a:lnTo>
                    <a:pt x="110" y="47"/>
                  </a:lnTo>
                  <a:lnTo>
                    <a:pt x="116" y="53"/>
                  </a:lnTo>
                  <a:lnTo>
                    <a:pt x="48" y="112"/>
                  </a:lnTo>
                  <a:lnTo>
                    <a:pt x="48" y="112"/>
                  </a:lnTo>
                  <a:close/>
                  <a:moveTo>
                    <a:pt x="64" y="127"/>
                  </a:moveTo>
                  <a:lnTo>
                    <a:pt x="58" y="121"/>
                  </a:lnTo>
                  <a:lnTo>
                    <a:pt x="124" y="60"/>
                  </a:lnTo>
                  <a:lnTo>
                    <a:pt x="130" y="66"/>
                  </a:lnTo>
                  <a:lnTo>
                    <a:pt x="64" y="127"/>
                  </a:lnTo>
                  <a:lnTo>
                    <a:pt x="64" y="127"/>
                  </a:lnTo>
                  <a:close/>
                  <a:moveTo>
                    <a:pt x="99" y="156"/>
                  </a:moveTo>
                  <a:lnTo>
                    <a:pt x="105" y="161"/>
                  </a:lnTo>
                  <a:lnTo>
                    <a:pt x="169" y="95"/>
                  </a:lnTo>
                  <a:lnTo>
                    <a:pt x="163" y="91"/>
                  </a:lnTo>
                  <a:lnTo>
                    <a:pt x="122" y="131"/>
                  </a:lnTo>
                  <a:lnTo>
                    <a:pt x="149" y="82"/>
                  </a:lnTo>
                  <a:lnTo>
                    <a:pt x="139" y="74"/>
                  </a:lnTo>
                  <a:lnTo>
                    <a:pt x="75" y="136"/>
                  </a:lnTo>
                  <a:lnTo>
                    <a:pt x="82" y="143"/>
                  </a:lnTo>
                  <a:lnTo>
                    <a:pt x="137" y="86"/>
                  </a:lnTo>
                  <a:lnTo>
                    <a:pt x="99" y="156"/>
                  </a:lnTo>
                  <a:lnTo>
                    <a:pt x="99" y="156"/>
                  </a:lnTo>
                  <a:close/>
                  <a:moveTo>
                    <a:pt x="147" y="148"/>
                  </a:moveTo>
                  <a:lnTo>
                    <a:pt x="160" y="159"/>
                  </a:lnTo>
                  <a:lnTo>
                    <a:pt x="145" y="188"/>
                  </a:lnTo>
                  <a:lnTo>
                    <a:pt x="153" y="193"/>
                  </a:lnTo>
                  <a:lnTo>
                    <a:pt x="191" y="111"/>
                  </a:lnTo>
                  <a:lnTo>
                    <a:pt x="182" y="105"/>
                  </a:lnTo>
                  <a:lnTo>
                    <a:pt x="115" y="168"/>
                  </a:lnTo>
                  <a:lnTo>
                    <a:pt x="121" y="173"/>
                  </a:lnTo>
                  <a:lnTo>
                    <a:pt x="147" y="148"/>
                  </a:lnTo>
                  <a:lnTo>
                    <a:pt x="147" y="148"/>
                  </a:lnTo>
                  <a:close/>
                  <a:moveTo>
                    <a:pt x="163" y="151"/>
                  </a:moveTo>
                  <a:lnTo>
                    <a:pt x="153" y="143"/>
                  </a:lnTo>
                  <a:lnTo>
                    <a:pt x="178" y="119"/>
                  </a:lnTo>
                  <a:lnTo>
                    <a:pt x="163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2" name="îšľiḋé"/>
            <p:cNvSpPr/>
            <p:nvPr/>
          </p:nvSpPr>
          <p:spPr bwMode="auto">
            <a:xfrm>
              <a:off x="2944813" y="3957638"/>
              <a:ext cx="39688" cy="73025"/>
            </a:xfrm>
            <a:custGeom>
              <a:avLst/>
              <a:gdLst>
                <a:gd name="T0" fmla="*/ 13 w 25"/>
                <a:gd name="T1" fmla="*/ 0 h 46"/>
                <a:gd name="T2" fmla="*/ 20 w 25"/>
                <a:gd name="T3" fmla="*/ 29 h 46"/>
                <a:gd name="T4" fmla="*/ 24 w 25"/>
                <a:gd name="T5" fmla="*/ 28 h 46"/>
                <a:gd name="T6" fmla="*/ 25 w 25"/>
                <a:gd name="T7" fmla="*/ 32 h 46"/>
                <a:gd name="T8" fmla="*/ 21 w 25"/>
                <a:gd name="T9" fmla="*/ 33 h 46"/>
                <a:gd name="T10" fmla="*/ 24 w 25"/>
                <a:gd name="T11" fmla="*/ 45 h 46"/>
                <a:gd name="T12" fmla="*/ 20 w 25"/>
                <a:gd name="T13" fmla="*/ 46 h 46"/>
                <a:gd name="T14" fmla="*/ 17 w 25"/>
                <a:gd name="T15" fmla="*/ 33 h 46"/>
                <a:gd name="T16" fmla="*/ 2 w 25"/>
                <a:gd name="T17" fmla="*/ 37 h 46"/>
                <a:gd name="T18" fmla="*/ 0 w 25"/>
                <a:gd name="T19" fmla="*/ 33 h 46"/>
                <a:gd name="T20" fmla="*/ 11 w 25"/>
                <a:gd name="T21" fmla="*/ 0 h 46"/>
                <a:gd name="T22" fmla="*/ 13 w 25"/>
                <a:gd name="T23" fmla="*/ 0 h 46"/>
                <a:gd name="T24" fmla="*/ 13 w 25"/>
                <a:gd name="T25" fmla="*/ 0 h 46"/>
                <a:gd name="T26" fmla="*/ 16 w 25"/>
                <a:gd name="T27" fmla="*/ 29 h 46"/>
                <a:gd name="T28" fmla="*/ 11 w 25"/>
                <a:gd name="T29" fmla="*/ 7 h 46"/>
                <a:gd name="T30" fmla="*/ 3 w 25"/>
                <a:gd name="T31" fmla="*/ 33 h 46"/>
                <a:gd name="T32" fmla="*/ 16 w 25"/>
                <a:gd name="T33" fmla="*/ 2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46">
                  <a:moveTo>
                    <a:pt x="13" y="0"/>
                  </a:moveTo>
                  <a:lnTo>
                    <a:pt x="20" y="29"/>
                  </a:lnTo>
                  <a:lnTo>
                    <a:pt x="24" y="28"/>
                  </a:lnTo>
                  <a:lnTo>
                    <a:pt x="25" y="32"/>
                  </a:lnTo>
                  <a:lnTo>
                    <a:pt x="21" y="33"/>
                  </a:lnTo>
                  <a:lnTo>
                    <a:pt x="24" y="45"/>
                  </a:lnTo>
                  <a:lnTo>
                    <a:pt x="20" y="46"/>
                  </a:lnTo>
                  <a:lnTo>
                    <a:pt x="17" y="33"/>
                  </a:lnTo>
                  <a:lnTo>
                    <a:pt x="2" y="37"/>
                  </a:lnTo>
                  <a:lnTo>
                    <a:pt x="0" y="33"/>
                  </a:lnTo>
                  <a:lnTo>
                    <a:pt x="11" y="0"/>
                  </a:lnTo>
                  <a:lnTo>
                    <a:pt x="13" y="0"/>
                  </a:lnTo>
                  <a:lnTo>
                    <a:pt x="13" y="0"/>
                  </a:lnTo>
                  <a:close/>
                  <a:moveTo>
                    <a:pt x="16" y="29"/>
                  </a:moveTo>
                  <a:lnTo>
                    <a:pt x="11" y="7"/>
                  </a:lnTo>
                  <a:lnTo>
                    <a:pt x="3" y="33"/>
                  </a:lnTo>
                  <a:lnTo>
                    <a:pt x="16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3" name="îṩliḍè"/>
            <p:cNvSpPr/>
            <p:nvPr/>
          </p:nvSpPr>
          <p:spPr bwMode="auto">
            <a:xfrm>
              <a:off x="2720976" y="3960813"/>
              <a:ext cx="38100" cy="71438"/>
            </a:xfrm>
            <a:custGeom>
              <a:avLst/>
              <a:gdLst>
                <a:gd name="T0" fmla="*/ 16 w 24"/>
                <a:gd name="T1" fmla="*/ 10 h 45"/>
                <a:gd name="T2" fmla="*/ 16 w 24"/>
                <a:gd name="T3" fmla="*/ 8 h 45"/>
                <a:gd name="T4" fmla="*/ 16 w 24"/>
                <a:gd name="T5" fmla="*/ 7 h 45"/>
                <a:gd name="T6" fmla="*/ 16 w 24"/>
                <a:gd name="T7" fmla="*/ 6 h 45"/>
                <a:gd name="T8" fmla="*/ 15 w 24"/>
                <a:gd name="T9" fmla="*/ 5 h 45"/>
                <a:gd name="T10" fmla="*/ 12 w 24"/>
                <a:gd name="T11" fmla="*/ 5 h 45"/>
                <a:gd name="T12" fmla="*/ 9 w 24"/>
                <a:gd name="T13" fmla="*/ 5 h 45"/>
                <a:gd name="T14" fmla="*/ 10 w 24"/>
                <a:gd name="T15" fmla="*/ 3 h 45"/>
                <a:gd name="T16" fmla="*/ 13 w 24"/>
                <a:gd name="T17" fmla="*/ 3 h 45"/>
                <a:gd name="T18" fmla="*/ 17 w 24"/>
                <a:gd name="T19" fmla="*/ 3 h 45"/>
                <a:gd name="T20" fmla="*/ 20 w 24"/>
                <a:gd name="T21" fmla="*/ 2 h 45"/>
                <a:gd name="T22" fmla="*/ 24 w 24"/>
                <a:gd name="T23" fmla="*/ 0 h 45"/>
                <a:gd name="T24" fmla="*/ 14 w 24"/>
                <a:gd name="T25" fmla="*/ 39 h 45"/>
                <a:gd name="T26" fmla="*/ 14 w 24"/>
                <a:gd name="T27" fmla="*/ 39 h 45"/>
                <a:gd name="T28" fmla="*/ 14 w 24"/>
                <a:gd name="T29" fmla="*/ 40 h 45"/>
                <a:gd name="T30" fmla="*/ 14 w 24"/>
                <a:gd name="T31" fmla="*/ 41 h 45"/>
                <a:gd name="T32" fmla="*/ 14 w 24"/>
                <a:gd name="T33" fmla="*/ 42 h 45"/>
                <a:gd name="T34" fmla="*/ 16 w 24"/>
                <a:gd name="T35" fmla="*/ 43 h 45"/>
                <a:gd name="T36" fmla="*/ 18 w 24"/>
                <a:gd name="T37" fmla="*/ 43 h 45"/>
                <a:gd name="T38" fmla="*/ 18 w 24"/>
                <a:gd name="T39" fmla="*/ 45 h 45"/>
                <a:gd name="T40" fmla="*/ 0 w 24"/>
                <a:gd name="T41" fmla="*/ 40 h 45"/>
                <a:gd name="T42" fmla="*/ 1 w 24"/>
                <a:gd name="T43" fmla="*/ 39 h 45"/>
                <a:gd name="T44" fmla="*/ 4 w 24"/>
                <a:gd name="T45" fmla="*/ 39 h 45"/>
                <a:gd name="T46" fmla="*/ 6 w 24"/>
                <a:gd name="T47" fmla="*/ 39 h 45"/>
                <a:gd name="T48" fmla="*/ 7 w 24"/>
                <a:gd name="T49" fmla="*/ 39 h 45"/>
                <a:gd name="T50" fmla="*/ 8 w 24"/>
                <a:gd name="T51" fmla="*/ 39 h 45"/>
                <a:gd name="T52" fmla="*/ 8 w 24"/>
                <a:gd name="T53" fmla="*/ 39 h 45"/>
                <a:gd name="T54" fmla="*/ 8 w 24"/>
                <a:gd name="T55" fmla="*/ 39 h 45"/>
                <a:gd name="T56" fmla="*/ 16 w 24"/>
                <a:gd name="T5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" h="45">
                  <a:moveTo>
                    <a:pt x="16" y="10"/>
                  </a:moveTo>
                  <a:lnTo>
                    <a:pt x="16" y="8"/>
                  </a:lnTo>
                  <a:lnTo>
                    <a:pt x="16" y="7"/>
                  </a:lnTo>
                  <a:lnTo>
                    <a:pt x="16" y="6"/>
                  </a:lnTo>
                  <a:lnTo>
                    <a:pt x="15" y="5"/>
                  </a:lnTo>
                  <a:lnTo>
                    <a:pt x="12" y="5"/>
                  </a:lnTo>
                  <a:lnTo>
                    <a:pt x="9" y="5"/>
                  </a:lnTo>
                  <a:lnTo>
                    <a:pt x="10" y="3"/>
                  </a:lnTo>
                  <a:lnTo>
                    <a:pt x="13" y="3"/>
                  </a:lnTo>
                  <a:lnTo>
                    <a:pt x="17" y="3"/>
                  </a:lnTo>
                  <a:lnTo>
                    <a:pt x="20" y="2"/>
                  </a:lnTo>
                  <a:lnTo>
                    <a:pt x="24" y="0"/>
                  </a:lnTo>
                  <a:lnTo>
                    <a:pt x="14" y="39"/>
                  </a:lnTo>
                  <a:lnTo>
                    <a:pt x="14" y="39"/>
                  </a:lnTo>
                  <a:lnTo>
                    <a:pt x="14" y="40"/>
                  </a:lnTo>
                  <a:lnTo>
                    <a:pt x="14" y="41"/>
                  </a:lnTo>
                  <a:lnTo>
                    <a:pt x="14" y="42"/>
                  </a:lnTo>
                  <a:lnTo>
                    <a:pt x="16" y="43"/>
                  </a:lnTo>
                  <a:lnTo>
                    <a:pt x="18" y="43"/>
                  </a:lnTo>
                  <a:lnTo>
                    <a:pt x="18" y="45"/>
                  </a:lnTo>
                  <a:lnTo>
                    <a:pt x="0" y="40"/>
                  </a:lnTo>
                  <a:lnTo>
                    <a:pt x="1" y="39"/>
                  </a:lnTo>
                  <a:lnTo>
                    <a:pt x="4" y="39"/>
                  </a:lnTo>
                  <a:lnTo>
                    <a:pt x="6" y="39"/>
                  </a:lnTo>
                  <a:lnTo>
                    <a:pt x="7" y="39"/>
                  </a:lnTo>
                  <a:lnTo>
                    <a:pt x="8" y="39"/>
                  </a:lnTo>
                  <a:lnTo>
                    <a:pt x="8" y="39"/>
                  </a:lnTo>
                  <a:lnTo>
                    <a:pt x="8" y="39"/>
                  </a:lnTo>
                  <a:lnTo>
                    <a:pt x="1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4" name="îsḻíḓe"/>
            <p:cNvSpPr/>
            <p:nvPr/>
          </p:nvSpPr>
          <p:spPr bwMode="auto">
            <a:xfrm>
              <a:off x="2797176" y="3963988"/>
              <a:ext cx="36513" cy="71438"/>
            </a:xfrm>
            <a:custGeom>
              <a:avLst/>
              <a:gdLst>
                <a:gd name="T0" fmla="*/ 1 w 23"/>
                <a:gd name="T1" fmla="*/ 45 h 45"/>
                <a:gd name="T2" fmla="*/ 6 w 23"/>
                <a:gd name="T3" fmla="*/ 42 h 45"/>
                <a:gd name="T4" fmla="*/ 10 w 23"/>
                <a:gd name="T5" fmla="*/ 39 h 45"/>
                <a:gd name="T6" fmla="*/ 14 w 23"/>
                <a:gd name="T7" fmla="*/ 33 h 45"/>
                <a:gd name="T8" fmla="*/ 16 w 23"/>
                <a:gd name="T9" fmla="*/ 25 h 45"/>
                <a:gd name="T10" fmla="*/ 12 w 23"/>
                <a:gd name="T11" fmla="*/ 28 h 45"/>
                <a:gd name="T12" fmla="*/ 11 w 23"/>
                <a:gd name="T13" fmla="*/ 29 h 45"/>
                <a:gd name="T14" fmla="*/ 8 w 23"/>
                <a:gd name="T15" fmla="*/ 29 h 45"/>
                <a:gd name="T16" fmla="*/ 5 w 23"/>
                <a:gd name="T17" fmla="*/ 27 h 45"/>
                <a:gd name="T18" fmla="*/ 3 w 23"/>
                <a:gd name="T19" fmla="*/ 24 h 45"/>
                <a:gd name="T20" fmla="*/ 1 w 23"/>
                <a:gd name="T21" fmla="*/ 20 h 45"/>
                <a:gd name="T22" fmla="*/ 0 w 23"/>
                <a:gd name="T23" fmla="*/ 14 h 45"/>
                <a:gd name="T24" fmla="*/ 1 w 23"/>
                <a:gd name="T25" fmla="*/ 9 h 45"/>
                <a:gd name="T26" fmla="*/ 4 w 23"/>
                <a:gd name="T27" fmla="*/ 5 h 45"/>
                <a:gd name="T28" fmla="*/ 5 w 23"/>
                <a:gd name="T29" fmla="*/ 2 h 45"/>
                <a:gd name="T30" fmla="*/ 8 w 23"/>
                <a:gd name="T31" fmla="*/ 1 h 45"/>
                <a:gd name="T32" fmla="*/ 12 w 23"/>
                <a:gd name="T33" fmla="*/ 0 h 45"/>
                <a:gd name="T34" fmla="*/ 14 w 23"/>
                <a:gd name="T35" fmla="*/ 0 h 45"/>
                <a:gd name="T36" fmla="*/ 16 w 23"/>
                <a:gd name="T37" fmla="*/ 1 h 45"/>
                <a:gd name="T38" fmla="*/ 20 w 23"/>
                <a:gd name="T39" fmla="*/ 6 h 45"/>
                <a:gd name="T40" fmla="*/ 23 w 23"/>
                <a:gd name="T41" fmla="*/ 13 h 45"/>
                <a:gd name="T42" fmla="*/ 23 w 23"/>
                <a:gd name="T43" fmla="*/ 21 h 45"/>
                <a:gd name="T44" fmla="*/ 22 w 23"/>
                <a:gd name="T45" fmla="*/ 29 h 45"/>
                <a:gd name="T46" fmla="*/ 20 w 23"/>
                <a:gd name="T47" fmla="*/ 33 h 45"/>
                <a:gd name="T48" fmla="*/ 18 w 23"/>
                <a:gd name="T49" fmla="*/ 37 h 45"/>
                <a:gd name="T50" fmla="*/ 15 w 23"/>
                <a:gd name="T51" fmla="*/ 40 h 45"/>
                <a:gd name="T52" fmla="*/ 11 w 23"/>
                <a:gd name="T53" fmla="*/ 42 h 45"/>
                <a:gd name="T54" fmla="*/ 7 w 23"/>
                <a:gd name="T55" fmla="*/ 45 h 45"/>
                <a:gd name="T56" fmla="*/ 1 w 23"/>
                <a:gd name="T57" fmla="*/ 45 h 45"/>
                <a:gd name="T58" fmla="*/ 16 w 23"/>
                <a:gd name="T59" fmla="*/ 7 h 45"/>
                <a:gd name="T60" fmla="*/ 13 w 23"/>
                <a:gd name="T61" fmla="*/ 4 h 45"/>
                <a:gd name="T62" fmla="*/ 12 w 23"/>
                <a:gd name="T63" fmla="*/ 3 h 45"/>
                <a:gd name="T64" fmla="*/ 9 w 23"/>
                <a:gd name="T65" fmla="*/ 3 h 45"/>
                <a:gd name="T66" fmla="*/ 8 w 23"/>
                <a:gd name="T67" fmla="*/ 4 h 45"/>
                <a:gd name="T68" fmla="*/ 6 w 23"/>
                <a:gd name="T69" fmla="*/ 5 h 45"/>
                <a:gd name="T70" fmla="*/ 5 w 23"/>
                <a:gd name="T71" fmla="*/ 9 h 45"/>
                <a:gd name="T72" fmla="*/ 5 w 23"/>
                <a:gd name="T73" fmla="*/ 13 h 45"/>
                <a:gd name="T74" fmla="*/ 5 w 23"/>
                <a:gd name="T75" fmla="*/ 21 h 45"/>
                <a:gd name="T76" fmla="*/ 7 w 23"/>
                <a:gd name="T77" fmla="*/ 25 h 45"/>
                <a:gd name="T78" fmla="*/ 8 w 23"/>
                <a:gd name="T79" fmla="*/ 25 h 45"/>
                <a:gd name="T80" fmla="*/ 11 w 23"/>
                <a:gd name="T81" fmla="*/ 25 h 45"/>
                <a:gd name="T82" fmla="*/ 15 w 23"/>
                <a:gd name="T83" fmla="*/ 24 h 45"/>
                <a:gd name="T84" fmla="*/ 16 w 23"/>
                <a:gd name="T85" fmla="*/ 23 h 45"/>
                <a:gd name="T86" fmla="*/ 17 w 23"/>
                <a:gd name="T87" fmla="*/ 21 h 45"/>
                <a:gd name="T88" fmla="*/ 18 w 23"/>
                <a:gd name="T89" fmla="*/ 16 h 45"/>
                <a:gd name="T90" fmla="*/ 17 w 23"/>
                <a:gd name="T91" fmla="*/ 11 h 45"/>
                <a:gd name="T92" fmla="*/ 16 w 23"/>
                <a:gd name="T93" fmla="*/ 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3" h="45">
                  <a:moveTo>
                    <a:pt x="1" y="45"/>
                  </a:moveTo>
                  <a:lnTo>
                    <a:pt x="1" y="45"/>
                  </a:lnTo>
                  <a:lnTo>
                    <a:pt x="4" y="44"/>
                  </a:lnTo>
                  <a:lnTo>
                    <a:pt x="6" y="42"/>
                  </a:lnTo>
                  <a:lnTo>
                    <a:pt x="8" y="41"/>
                  </a:lnTo>
                  <a:lnTo>
                    <a:pt x="10" y="39"/>
                  </a:lnTo>
                  <a:lnTo>
                    <a:pt x="12" y="36"/>
                  </a:lnTo>
                  <a:lnTo>
                    <a:pt x="14" y="33"/>
                  </a:lnTo>
                  <a:lnTo>
                    <a:pt x="16" y="29"/>
                  </a:lnTo>
                  <a:lnTo>
                    <a:pt x="16" y="25"/>
                  </a:lnTo>
                  <a:lnTo>
                    <a:pt x="14" y="26"/>
                  </a:lnTo>
                  <a:lnTo>
                    <a:pt x="12" y="28"/>
                  </a:lnTo>
                  <a:lnTo>
                    <a:pt x="12" y="28"/>
                  </a:lnTo>
                  <a:lnTo>
                    <a:pt x="11" y="29"/>
                  </a:lnTo>
                  <a:lnTo>
                    <a:pt x="9" y="29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2"/>
                  </a:lnTo>
                  <a:lnTo>
                    <a:pt x="1" y="20"/>
                  </a:lnTo>
                  <a:lnTo>
                    <a:pt x="0" y="17"/>
                  </a:lnTo>
                  <a:lnTo>
                    <a:pt x="0" y="14"/>
                  </a:lnTo>
                  <a:lnTo>
                    <a:pt x="1" y="12"/>
                  </a:lnTo>
                  <a:lnTo>
                    <a:pt x="1" y="9"/>
                  </a:lnTo>
                  <a:lnTo>
                    <a:pt x="2" y="7"/>
                  </a:lnTo>
                  <a:lnTo>
                    <a:pt x="4" y="5"/>
                  </a:lnTo>
                  <a:lnTo>
                    <a:pt x="4" y="3"/>
                  </a:lnTo>
                  <a:lnTo>
                    <a:pt x="5" y="2"/>
                  </a:lnTo>
                  <a:lnTo>
                    <a:pt x="7" y="1"/>
                  </a:lnTo>
                  <a:lnTo>
                    <a:pt x="8" y="1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6" y="1"/>
                  </a:lnTo>
                  <a:lnTo>
                    <a:pt x="16" y="1"/>
                  </a:lnTo>
                  <a:lnTo>
                    <a:pt x="19" y="4"/>
                  </a:lnTo>
                  <a:lnTo>
                    <a:pt x="20" y="6"/>
                  </a:lnTo>
                  <a:lnTo>
                    <a:pt x="22" y="9"/>
                  </a:lnTo>
                  <a:lnTo>
                    <a:pt x="23" y="13"/>
                  </a:lnTo>
                  <a:lnTo>
                    <a:pt x="23" y="17"/>
                  </a:lnTo>
                  <a:lnTo>
                    <a:pt x="23" y="21"/>
                  </a:lnTo>
                  <a:lnTo>
                    <a:pt x="23" y="25"/>
                  </a:lnTo>
                  <a:lnTo>
                    <a:pt x="22" y="29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19" y="35"/>
                  </a:lnTo>
                  <a:lnTo>
                    <a:pt x="18" y="37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8" y="44"/>
                  </a:lnTo>
                  <a:lnTo>
                    <a:pt x="7" y="45"/>
                  </a:lnTo>
                  <a:lnTo>
                    <a:pt x="4" y="45"/>
                  </a:lnTo>
                  <a:lnTo>
                    <a:pt x="1" y="45"/>
                  </a:lnTo>
                  <a:lnTo>
                    <a:pt x="1" y="45"/>
                  </a:lnTo>
                  <a:close/>
                  <a:moveTo>
                    <a:pt x="16" y="7"/>
                  </a:moveTo>
                  <a:lnTo>
                    <a:pt x="15" y="5"/>
                  </a:lnTo>
                  <a:lnTo>
                    <a:pt x="13" y="4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1" y="3"/>
                  </a:lnTo>
                  <a:lnTo>
                    <a:pt x="9" y="3"/>
                  </a:lnTo>
                  <a:lnTo>
                    <a:pt x="8" y="3"/>
                  </a:lnTo>
                  <a:lnTo>
                    <a:pt x="8" y="4"/>
                  </a:lnTo>
                  <a:lnTo>
                    <a:pt x="7" y="5"/>
                  </a:lnTo>
                  <a:lnTo>
                    <a:pt x="6" y="5"/>
                  </a:lnTo>
                  <a:lnTo>
                    <a:pt x="5" y="7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3"/>
                  </a:lnTo>
                  <a:lnTo>
                    <a:pt x="5" y="17"/>
                  </a:lnTo>
                  <a:lnTo>
                    <a:pt x="5" y="21"/>
                  </a:lnTo>
                  <a:lnTo>
                    <a:pt x="6" y="23"/>
                  </a:lnTo>
                  <a:lnTo>
                    <a:pt x="7" y="25"/>
                  </a:lnTo>
                  <a:lnTo>
                    <a:pt x="8" y="25"/>
                  </a:lnTo>
                  <a:lnTo>
                    <a:pt x="8" y="25"/>
                  </a:lnTo>
                  <a:lnTo>
                    <a:pt x="10" y="25"/>
                  </a:lnTo>
                  <a:lnTo>
                    <a:pt x="11" y="25"/>
                  </a:lnTo>
                  <a:lnTo>
                    <a:pt x="13" y="25"/>
                  </a:lnTo>
                  <a:lnTo>
                    <a:pt x="15" y="24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16" y="22"/>
                  </a:lnTo>
                  <a:lnTo>
                    <a:pt x="17" y="21"/>
                  </a:lnTo>
                  <a:lnTo>
                    <a:pt x="17" y="19"/>
                  </a:lnTo>
                  <a:lnTo>
                    <a:pt x="18" y="16"/>
                  </a:lnTo>
                  <a:lnTo>
                    <a:pt x="17" y="13"/>
                  </a:lnTo>
                  <a:lnTo>
                    <a:pt x="17" y="11"/>
                  </a:lnTo>
                  <a:lnTo>
                    <a:pt x="16" y="9"/>
                  </a:lnTo>
                  <a:lnTo>
                    <a:pt x="16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5" name="í$1îḍê"/>
            <p:cNvSpPr/>
            <p:nvPr/>
          </p:nvSpPr>
          <p:spPr bwMode="auto">
            <a:xfrm>
              <a:off x="2874963" y="3962401"/>
              <a:ext cx="34925" cy="74613"/>
            </a:xfrm>
            <a:custGeom>
              <a:avLst/>
              <a:gdLst>
                <a:gd name="T0" fmla="*/ 0 w 22"/>
                <a:gd name="T1" fmla="*/ 10 h 47"/>
                <a:gd name="T2" fmla="*/ 1 w 22"/>
                <a:gd name="T3" fmla="*/ 6 h 47"/>
                <a:gd name="T4" fmla="*/ 4 w 22"/>
                <a:gd name="T5" fmla="*/ 2 h 47"/>
                <a:gd name="T6" fmla="*/ 8 w 22"/>
                <a:gd name="T7" fmla="*/ 1 h 47"/>
                <a:gd name="T8" fmla="*/ 12 w 22"/>
                <a:gd name="T9" fmla="*/ 1 h 47"/>
                <a:gd name="T10" fmla="*/ 16 w 22"/>
                <a:gd name="T11" fmla="*/ 2 h 47"/>
                <a:gd name="T12" fmla="*/ 18 w 22"/>
                <a:gd name="T13" fmla="*/ 6 h 47"/>
                <a:gd name="T14" fmla="*/ 20 w 22"/>
                <a:gd name="T15" fmla="*/ 10 h 47"/>
                <a:gd name="T16" fmla="*/ 19 w 22"/>
                <a:gd name="T17" fmla="*/ 14 h 47"/>
                <a:gd name="T18" fmla="*/ 16 w 22"/>
                <a:gd name="T19" fmla="*/ 18 h 47"/>
                <a:gd name="T20" fmla="*/ 15 w 22"/>
                <a:gd name="T21" fmla="*/ 22 h 47"/>
                <a:gd name="T22" fmla="*/ 17 w 22"/>
                <a:gd name="T23" fmla="*/ 24 h 47"/>
                <a:gd name="T24" fmla="*/ 20 w 22"/>
                <a:gd name="T25" fmla="*/ 26 h 47"/>
                <a:gd name="T26" fmla="*/ 21 w 22"/>
                <a:gd name="T27" fmla="*/ 29 h 47"/>
                <a:gd name="T28" fmla="*/ 22 w 22"/>
                <a:gd name="T29" fmla="*/ 33 h 47"/>
                <a:gd name="T30" fmla="*/ 21 w 22"/>
                <a:gd name="T31" fmla="*/ 38 h 47"/>
                <a:gd name="T32" fmla="*/ 18 w 22"/>
                <a:gd name="T33" fmla="*/ 42 h 47"/>
                <a:gd name="T34" fmla="*/ 14 w 22"/>
                <a:gd name="T35" fmla="*/ 46 h 47"/>
                <a:gd name="T36" fmla="*/ 10 w 22"/>
                <a:gd name="T37" fmla="*/ 47 h 47"/>
                <a:gd name="T38" fmla="*/ 6 w 22"/>
                <a:gd name="T39" fmla="*/ 47 h 47"/>
                <a:gd name="T40" fmla="*/ 4 w 22"/>
                <a:gd name="T41" fmla="*/ 46 h 47"/>
                <a:gd name="T42" fmla="*/ 1 w 22"/>
                <a:gd name="T43" fmla="*/ 45 h 47"/>
                <a:gd name="T44" fmla="*/ 0 w 22"/>
                <a:gd name="T45" fmla="*/ 42 h 47"/>
                <a:gd name="T46" fmla="*/ 1 w 22"/>
                <a:gd name="T47" fmla="*/ 40 h 47"/>
                <a:gd name="T48" fmla="*/ 4 w 22"/>
                <a:gd name="T49" fmla="*/ 39 h 47"/>
                <a:gd name="T50" fmla="*/ 5 w 22"/>
                <a:gd name="T51" fmla="*/ 40 h 47"/>
                <a:gd name="T52" fmla="*/ 7 w 22"/>
                <a:gd name="T53" fmla="*/ 42 h 47"/>
                <a:gd name="T54" fmla="*/ 9 w 22"/>
                <a:gd name="T55" fmla="*/ 43 h 47"/>
                <a:gd name="T56" fmla="*/ 12 w 22"/>
                <a:gd name="T57" fmla="*/ 42 h 47"/>
                <a:gd name="T58" fmla="*/ 14 w 22"/>
                <a:gd name="T59" fmla="*/ 41 h 47"/>
                <a:gd name="T60" fmla="*/ 16 w 22"/>
                <a:gd name="T61" fmla="*/ 38 h 47"/>
                <a:gd name="T62" fmla="*/ 17 w 22"/>
                <a:gd name="T63" fmla="*/ 36 h 47"/>
                <a:gd name="T64" fmla="*/ 17 w 22"/>
                <a:gd name="T65" fmla="*/ 34 h 47"/>
                <a:gd name="T66" fmla="*/ 17 w 22"/>
                <a:gd name="T67" fmla="*/ 30 h 47"/>
                <a:gd name="T68" fmla="*/ 16 w 22"/>
                <a:gd name="T69" fmla="*/ 28 h 47"/>
                <a:gd name="T70" fmla="*/ 13 w 22"/>
                <a:gd name="T71" fmla="*/ 26 h 47"/>
                <a:gd name="T72" fmla="*/ 9 w 22"/>
                <a:gd name="T73" fmla="*/ 24 h 47"/>
                <a:gd name="T74" fmla="*/ 6 w 22"/>
                <a:gd name="T75" fmla="*/ 22 h 47"/>
                <a:gd name="T76" fmla="*/ 9 w 22"/>
                <a:gd name="T77" fmla="*/ 22 h 47"/>
                <a:gd name="T78" fmla="*/ 12 w 22"/>
                <a:gd name="T79" fmla="*/ 19 h 47"/>
                <a:gd name="T80" fmla="*/ 14 w 22"/>
                <a:gd name="T81" fmla="*/ 16 h 47"/>
                <a:gd name="T82" fmla="*/ 14 w 22"/>
                <a:gd name="T83" fmla="*/ 13 h 47"/>
                <a:gd name="T84" fmla="*/ 14 w 22"/>
                <a:gd name="T85" fmla="*/ 9 h 47"/>
                <a:gd name="T86" fmla="*/ 12 w 22"/>
                <a:gd name="T87" fmla="*/ 6 h 47"/>
                <a:gd name="T88" fmla="*/ 11 w 22"/>
                <a:gd name="T89" fmla="*/ 6 h 47"/>
                <a:gd name="T90" fmla="*/ 8 w 22"/>
                <a:gd name="T91" fmla="*/ 5 h 47"/>
                <a:gd name="T92" fmla="*/ 6 w 22"/>
                <a:gd name="T93" fmla="*/ 6 h 47"/>
                <a:gd name="T94" fmla="*/ 4 w 22"/>
                <a:gd name="T95" fmla="*/ 6 h 47"/>
                <a:gd name="T96" fmla="*/ 3 w 22"/>
                <a:gd name="T97" fmla="*/ 8 h 47"/>
                <a:gd name="T98" fmla="*/ 2 w 22"/>
                <a:gd name="T99" fmla="*/ 1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2" h="47">
                  <a:moveTo>
                    <a:pt x="0" y="11"/>
                  </a:moveTo>
                  <a:lnTo>
                    <a:pt x="0" y="10"/>
                  </a:lnTo>
                  <a:lnTo>
                    <a:pt x="1" y="8"/>
                  </a:lnTo>
                  <a:lnTo>
                    <a:pt x="1" y="6"/>
                  </a:lnTo>
                  <a:lnTo>
                    <a:pt x="3" y="5"/>
                  </a:lnTo>
                  <a:lnTo>
                    <a:pt x="4" y="2"/>
                  </a:lnTo>
                  <a:lnTo>
                    <a:pt x="6" y="2"/>
                  </a:lnTo>
                  <a:lnTo>
                    <a:pt x="8" y="1"/>
                  </a:lnTo>
                  <a:lnTo>
                    <a:pt x="10" y="0"/>
                  </a:lnTo>
                  <a:lnTo>
                    <a:pt x="12" y="1"/>
                  </a:lnTo>
                  <a:lnTo>
                    <a:pt x="14" y="2"/>
                  </a:lnTo>
                  <a:lnTo>
                    <a:pt x="16" y="2"/>
                  </a:lnTo>
                  <a:lnTo>
                    <a:pt x="17" y="4"/>
                  </a:lnTo>
                  <a:lnTo>
                    <a:pt x="18" y="6"/>
                  </a:lnTo>
                  <a:lnTo>
                    <a:pt x="19" y="8"/>
                  </a:lnTo>
                  <a:lnTo>
                    <a:pt x="20" y="10"/>
                  </a:lnTo>
                  <a:lnTo>
                    <a:pt x="20" y="12"/>
                  </a:lnTo>
                  <a:lnTo>
                    <a:pt x="19" y="14"/>
                  </a:lnTo>
                  <a:lnTo>
                    <a:pt x="17" y="17"/>
                  </a:lnTo>
                  <a:lnTo>
                    <a:pt x="16" y="18"/>
                  </a:lnTo>
                  <a:lnTo>
                    <a:pt x="13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7" y="24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0" y="27"/>
                  </a:lnTo>
                  <a:lnTo>
                    <a:pt x="21" y="29"/>
                  </a:lnTo>
                  <a:lnTo>
                    <a:pt x="21" y="30"/>
                  </a:lnTo>
                  <a:lnTo>
                    <a:pt x="22" y="33"/>
                  </a:lnTo>
                  <a:lnTo>
                    <a:pt x="22" y="35"/>
                  </a:lnTo>
                  <a:lnTo>
                    <a:pt x="21" y="38"/>
                  </a:lnTo>
                  <a:lnTo>
                    <a:pt x="20" y="40"/>
                  </a:lnTo>
                  <a:lnTo>
                    <a:pt x="18" y="42"/>
                  </a:lnTo>
                  <a:lnTo>
                    <a:pt x="16" y="44"/>
                  </a:lnTo>
                  <a:lnTo>
                    <a:pt x="14" y="46"/>
                  </a:lnTo>
                  <a:lnTo>
                    <a:pt x="12" y="46"/>
                  </a:lnTo>
                  <a:lnTo>
                    <a:pt x="10" y="47"/>
                  </a:lnTo>
                  <a:lnTo>
                    <a:pt x="7" y="47"/>
                  </a:lnTo>
                  <a:lnTo>
                    <a:pt x="6" y="47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2" y="46"/>
                  </a:lnTo>
                  <a:lnTo>
                    <a:pt x="1" y="45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40"/>
                  </a:lnTo>
                  <a:lnTo>
                    <a:pt x="3" y="39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5" y="40"/>
                  </a:lnTo>
                  <a:lnTo>
                    <a:pt x="6" y="41"/>
                  </a:lnTo>
                  <a:lnTo>
                    <a:pt x="7" y="42"/>
                  </a:lnTo>
                  <a:lnTo>
                    <a:pt x="8" y="43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2" y="42"/>
                  </a:lnTo>
                  <a:lnTo>
                    <a:pt x="13" y="42"/>
                  </a:lnTo>
                  <a:lnTo>
                    <a:pt x="14" y="41"/>
                  </a:lnTo>
                  <a:lnTo>
                    <a:pt x="16" y="40"/>
                  </a:lnTo>
                  <a:lnTo>
                    <a:pt x="16" y="38"/>
                  </a:lnTo>
                  <a:lnTo>
                    <a:pt x="17" y="38"/>
                  </a:lnTo>
                  <a:lnTo>
                    <a:pt x="17" y="36"/>
                  </a:lnTo>
                  <a:lnTo>
                    <a:pt x="17" y="34"/>
                  </a:lnTo>
                  <a:lnTo>
                    <a:pt x="17" y="34"/>
                  </a:lnTo>
                  <a:lnTo>
                    <a:pt x="17" y="32"/>
                  </a:lnTo>
                  <a:lnTo>
                    <a:pt x="17" y="30"/>
                  </a:lnTo>
                  <a:lnTo>
                    <a:pt x="16" y="29"/>
                  </a:lnTo>
                  <a:lnTo>
                    <a:pt x="16" y="28"/>
                  </a:lnTo>
                  <a:lnTo>
                    <a:pt x="15" y="26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9" y="24"/>
                  </a:lnTo>
                  <a:lnTo>
                    <a:pt x="6" y="24"/>
                  </a:lnTo>
                  <a:lnTo>
                    <a:pt x="6" y="22"/>
                  </a:lnTo>
                  <a:lnTo>
                    <a:pt x="8" y="22"/>
                  </a:lnTo>
                  <a:lnTo>
                    <a:pt x="9" y="22"/>
                  </a:lnTo>
                  <a:lnTo>
                    <a:pt x="10" y="21"/>
                  </a:lnTo>
                  <a:lnTo>
                    <a:pt x="12" y="19"/>
                  </a:lnTo>
                  <a:lnTo>
                    <a:pt x="13" y="18"/>
                  </a:lnTo>
                  <a:lnTo>
                    <a:pt x="14" y="16"/>
                  </a:lnTo>
                  <a:lnTo>
                    <a:pt x="14" y="14"/>
                  </a:lnTo>
                  <a:lnTo>
                    <a:pt x="14" y="13"/>
                  </a:lnTo>
                  <a:lnTo>
                    <a:pt x="14" y="10"/>
                  </a:lnTo>
                  <a:lnTo>
                    <a:pt x="14" y="9"/>
                  </a:lnTo>
                  <a:lnTo>
                    <a:pt x="13" y="8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0" y="5"/>
                  </a:lnTo>
                  <a:lnTo>
                    <a:pt x="8" y="5"/>
                  </a:lnTo>
                  <a:lnTo>
                    <a:pt x="7" y="5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7"/>
                  </a:lnTo>
                  <a:lnTo>
                    <a:pt x="3" y="8"/>
                  </a:lnTo>
                  <a:lnTo>
                    <a:pt x="3" y="10"/>
                  </a:lnTo>
                  <a:lnTo>
                    <a:pt x="2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  <p:sp>
        <p:nvSpPr>
          <p:cNvPr id="5" name="矩形 4"/>
          <p:cNvSpPr/>
          <p:nvPr/>
        </p:nvSpPr>
        <p:spPr>
          <a:xfrm>
            <a:off x="1756223" y="3529370"/>
            <a:ext cx="8672567" cy="144655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kumimoji="1" lang="zh-CN" altLang="en-US" sz="4400" b="1" dirty="0">
                <a:solidFill>
                  <a:srgbClr val="013B6D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在此输入研究课题名称</a:t>
            </a:r>
            <a:endParaRPr kumimoji="1" lang="en-US" altLang="zh-CN" sz="4400" b="1" dirty="0">
              <a:solidFill>
                <a:srgbClr val="013B6D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kumimoji="1" lang="zh-CN" altLang="en-US" sz="4400" b="1" dirty="0">
                <a:solidFill>
                  <a:srgbClr val="013B6D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可添加简短副标题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905510" y="3413760"/>
            <a:ext cx="10373995" cy="3810"/>
          </a:xfrm>
          <a:prstGeom prst="line">
            <a:avLst/>
          </a:prstGeom>
          <a:ln>
            <a:solidFill>
              <a:srgbClr val="013B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ChangeAspect="1"/>
          </p:cNvSpPr>
          <p:nvPr/>
        </p:nvSpPr>
        <p:spPr bwMode="auto">
          <a:xfrm>
            <a:off x="0" y="3037205"/>
            <a:ext cx="12200890" cy="1564640"/>
          </a:xfrm>
          <a:custGeom>
            <a:avLst/>
            <a:gdLst>
              <a:gd name="T0" fmla="*/ 0 w 2601"/>
              <a:gd name="T1" fmla="*/ 139 h 306"/>
              <a:gd name="T2" fmla="*/ 647 w 2601"/>
              <a:gd name="T3" fmla="*/ 304 h 306"/>
              <a:gd name="T4" fmla="*/ 1863 w 2601"/>
              <a:gd name="T5" fmla="*/ 11 h 306"/>
              <a:gd name="T6" fmla="*/ 2601 w 2601"/>
              <a:gd name="T7" fmla="*/ 259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01" h="306">
                <a:moveTo>
                  <a:pt x="0" y="139"/>
                </a:moveTo>
                <a:cubicBezTo>
                  <a:pt x="0" y="139"/>
                  <a:pt x="179" y="301"/>
                  <a:pt x="647" y="304"/>
                </a:cubicBezTo>
                <a:cubicBezTo>
                  <a:pt x="1090" y="306"/>
                  <a:pt x="1474" y="0"/>
                  <a:pt x="1863" y="11"/>
                </a:cubicBezTo>
                <a:cubicBezTo>
                  <a:pt x="2253" y="21"/>
                  <a:pt x="2601" y="259"/>
                  <a:pt x="2601" y="259"/>
                </a:cubicBezTo>
              </a:path>
            </a:pathLst>
          </a:custGeom>
          <a:noFill/>
          <a:ln w="22225" cap="flat">
            <a:solidFill>
              <a:srgbClr val="157E9F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/>
          </a:p>
        </p:txBody>
      </p:sp>
      <p:sp>
        <p:nvSpPr>
          <p:cNvPr id="44" name="矩形 30"/>
          <p:cNvSpPr txBox="1">
            <a:spLocks noChangeAspect="1" noChangeArrowheads="1"/>
          </p:cNvSpPr>
          <p:nvPr/>
        </p:nvSpPr>
        <p:spPr bwMode="auto">
          <a:xfrm>
            <a:off x="101573" y="4849802"/>
            <a:ext cx="2915286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dirty="0">
                <a:solidFill>
                  <a:srgbClr val="013B6D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01 研究背景及意义</a:t>
            </a:r>
          </a:p>
        </p:txBody>
      </p:sp>
      <p:sp>
        <p:nvSpPr>
          <p:cNvPr id="45" name="矩形 68"/>
          <p:cNvSpPr txBox="1">
            <a:spLocks noChangeAspect="1" noChangeArrowheads="1"/>
          </p:cNvSpPr>
          <p:nvPr/>
        </p:nvSpPr>
        <p:spPr bwMode="auto">
          <a:xfrm>
            <a:off x="7148428" y="1884340"/>
            <a:ext cx="2953923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dirty="0">
                <a:solidFill>
                  <a:srgbClr val="013B6D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04 研究条件与基础</a:t>
            </a:r>
            <a:endParaRPr lang="zh-CN" altLang="en-US" sz="2400" b="1" dirty="0">
              <a:solidFill>
                <a:srgbClr val="013B6D"/>
              </a:solidFill>
              <a:latin typeface="黑体" panose="02010609060101010101" pitchFamily="49" charset="-122"/>
              <a:ea typeface="黑体" panose="02010609060101010101" pitchFamily="49" charset="-122"/>
              <a:sym typeface="微软雅黑" panose="020B0503020204020204" pitchFamily="34" charset="-122"/>
            </a:endParaRPr>
          </a:p>
        </p:txBody>
      </p:sp>
      <p:sp>
        <p:nvSpPr>
          <p:cNvPr id="46" name="矩形 64"/>
          <p:cNvSpPr txBox="1">
            <a:spLocks noChangeAspect="1" noChangeArrowheads="1"/>
          </p:cNvSpPr>
          <p:nvPr/>
        </p:nvSpPr>
        <p:spPr bwMode="auto">
          <a:xfrm>
            <a:off x="2139315" y="3362325"/>
            <a:ext cx="2988945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dirty="0">
                <a:solidFill>
                  <a:srgbClr val="013B6D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02 国内外研究综述</a:t>
            </a:r>
          </a:p>
        </p:txBody>
      </p:sp>
      <p:sp>
        <p:nvSpPr>
          <p:cNvPr id="47" name="矩形 66"/>
          <p:cNvSpPr txBox="1">
            <a:spLocks noChangeAspect="1" noChangeArrowheads="1"/>
          </p:cNvSpPr>
          <p:nvPr/>
        </p:nvSpPr>
        <p:spPr bwMode="auto">
          <a:xfrm>
            <a:off x="4533265" y="4532630"/>
            <a:ext cx="3146425" cy="46037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dirty="0">
                <a:solidFill>
                  <a:srgbClr val="013B6D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03 研究方案</a:t>
            </a:r>
            <a:endParaRPr lang="zh-CN" altLang="en-US" sz="2400" b="1" dirty="0">
              <a:solidFill>
                <a:srgbClr val="013B6D"/>
              </a:solidFill>
              <a:latin typeface="黑体" panose="02010609060101010101" pitchFamily="49" charset="-122"/>
              <a:ea typeface="黑体" panose="02010609060101010101" pitchFamily="49" charset="-122"/>
              <a:sym typeface="微软雅黑" panose="020B0503020204020204" pitchFamily="34" charset="-122"/>
            </a:endParaRPr>
          </a:p>
        </p:txBody>
      </p:sp>
      <p:sp>
        <p:nvSpPr>
          <p:cNvPr id="51" name="矩形 68"/>
          <p:cNvSpPr txBox="1">
            <a:spLocks noChangeAspect="1" noChangeArrowheads="1"/>
          </p:cNvSpPr>
          <p:nvPr/>
        </p:nvSpPr>
        <p:spPr bwMode="auto">
          <a:xfrm>
            <a:off x="9439910" y="4273550"/>
            <a:ext cx="2653030" cy="83099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dirty="0">
                <a:solidFill>
                  <a:srgbClr val="013B6D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05 章节安排、</a:t>
            </a:r>
            <a:endParaRPr lang="en-US" altLang="zh-CN" sz="2400" b="1" dirty="0">
              <a:solidFill>
                <a:srgbClr val="013B6D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0" algn="ctr">
              <a:buClrTx/>
              <a:buSzTx/>
              <a:buFontTx/>
            </a:pPr>
            <a:r>
              <a:rPr lang="zh-CN" altLang="en-US" sz="2400" b="1" dirty="0">
                <a:solidFill>
                  <a:srgbClr val="013B6D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进度计划</a:t>
            </a:r>
          </a:p>
        </p:txBody>
      </p:sp>
      <p:grpSp>
        <p:nvGrpSpPr>
          <p:cNvPr id="73" name="组合 72"/>
          <p:cNvGrpSpPr>
            <a:grpSpLocks noChangeAspect="1"/>
          </p:cNvGrpSpPr>
          <p:nvPr/>
        </p:nvGrpSpPr>
        <p:grpSpPr>
          <a:xfrm>
            <a:off x="10267950" y="3037205"/>
            <a:ext cx="1000760" cy="1002665"/>
            <a:chOff x="3437020" y="5246272"/>
            <a:chExt cx="863676" cy="865576"/>
          </a:xfrm>
        </p:grpSpPr>
        <p:sp>
          <p:nvSpPr>
            <p:cNvPr id="74" name="椭圆 21"/>
            <p:cNvSpPr>
              <a:spLocks noChangeArrowheads="1"/>
            </p:cNvSpPr>
            <p:nvPr/>
          </p:nvSpPr>
          <p:spPr bwMode="auto">
            <a:xfrm>
              <a:off x="3437020" y="5246272"/>
              <a:ext cx="863676" cy="865576"/>
            </a:xfrm>
            <a:prstGeom prst="ellipse">
              <a:avLst/>
            </a:prstGeom>
            <a:solidFill>
              <a:srgbClr val="013B6D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sp>
          <p:nvSpPr>
            <p:cNvPr id="75" name="Freeform 9"/>
            <p:cNvSpPr>
              <a:spLocks noEditPoints="1"/>
            </p:cNvSpPr>
            <p:nvPr/>
          </p:nvSpPr>
          <p:spPr bwMode="auto">
            <a:xfrm>
              <a:off x="3564624" y="5446833"/>
              <a:ext cx="605440" cy="464249"/>
            </a:xfrm>
            <a:custGeom>
              <a:avLst/>
              <a:gdLst>
                <a:gd name="T0" fmla="*/ 16 w 104"/>
                <a:gd name="T1" fmla="*/ 2 h 79"/>
                <a:gd name="T2" fmla="*/ 27 w 104"/>
                <a:gd name="T3" fmla="*/ 4 h 79"/>
                <a:gd name="T4" fmla="*/ 19 w 104"/>
                <a:gd name="T5" fmla="*/ 48 h 79"/>
                <a:gd name="T6" fmla="*/ 4 w 104"/>
                <a:gd name="T7" fmla="*/ 45 h 79"/>
                <a:gd name="T8" fmla="*/ 16 w 104"/>
                <a:gd name="T9" fmla="*/ 2 h 79"/>
                <a:gd name="T10" fmla="*/ 18 w 104"/>
                <a:gd name="T11" fmla="*/ 65 h 79"/>
                <a:gd name="T12" fmla="*/ 16 w 104"/>
                <a:gd name="T13" fmla="*/ 72 h 79"/>
                <a:gd name="T14" fmla="*/ 101 w 104"/>
                <a:gd name="T15" fmla="*/ 72 h 79"/>
                <a:gd name="T16" fmla="*/ 104 w 104"/>
                <a:gd name="T17" fmla="*/ 72 h 79"/>
                <a:gd name="T18" fmla="*/ 104 w 104"/>
                <a:gd name="T19" fmla="*/ 68 h 79"/>
                <a:gd name="T20" fmla="*/ 104 w 104"/>
                <a:gd name="T21" fmla="*/ 26 h 79"/>
                <a:gd name="T22" fmla="*/ 104 w 104"/>
                <a:gd name="T23" fmla="*/ 24 h 79"/>
                <a:gd name="T24" fmla="*/ 103 w 104"/>
                <a:gd name="T25" fmla="*/ 23 h 79"/>
                <a:gd name="T26" fmla="*/ 90 w 104"/>
                <a:gd name="T27" fmla="*/ 10 h 79"/>
                <a:gd name="T28" fmla="*/ 89 w 104"/>
                <a:gd name="T29" fmla="*/ 9 h 79"/>
                <a:gd name="T30" fmla="*/ 87 w 104"/>
                <a:gd name="T31" fmla="*/ 9 h 79"/>
                <a:gd name="T32" fmla="*/ 31 w 104"/>
                <a:gd name="T33" fmla="*/ 9 h 79"/>
                <a:gd name="T34" fmla="*/ 31 w 104"/>
                <a:gd name="T35" fmla="*/ 17 h 79"/>
                <a:gd name="T36" fmla="*/ 84 w 104"/>
                <a:gd name="T37" fmla="*/ 17 h 79"/>
                <a:gd name="T38" fmla="*/ 83 w 104"/>
                <a:gd name="T39" fmla="*/ 28 h 79"/>
                <a:gd name="T40" fmla="*/ 83 w 104"/>
                <a:gd name="T41" fmla="*/ 30 h 79"/>
                <a:gd name="T42" fmla="*/ 85 w 104"/>
                <a:gd name="T43" fmla="*/ 30 h 79"/>
                <a:gd name="T44" fmla="*/ 97 w 104"/>
                <a:gd name="T45" fmla="*/ 29 h 79"/>
                <a:gd name="T46" fmla="*/ 97 w 104"/>
                <a:gd name="T47" fmla="*/ 65 h 79"/>
                <a:gd name="T48" fmla="*/ 18 w 104"/>
                <a:gd name="T49" fmla="*/ 65 h 79"/>
                <a:gd name="T50" fmla="*/ 95 w 104"/>
                <a:gd name="T51" fmla="*/ 26 h 79"/>
                <a:gd name="T52" fmla="*/ 86 w 104"/>
                <a:gd name="T53" fmla="*/ 26 h 79"/>
                <a:gd name="T54" fmla="*/ 87 w 104"/>
                <a:gd name="T55" fmla="*/ 18 h 79"/>
                <a:gd name="T56" fmla="*/ 95 w 104"/>
                <a:gd name="T57" fmla="*/ 26 h 79"/>
                <a:gd name="T58" fmla="*/ 32 w 104"/>
                <a:gd name="T59" fmla="*/ 43 h 79"/>
                <a:gd name="T60" fmla="*/ 74 w 104"/>
                <a:gd name="T61" fmla="*/ 43 h 79"/>
                <a:gd name="T62" fmla="*/ 74 w 104"/>
                <a:gd name="T63" fmla="*/ 45 h 79"/>
                <a:gd name="T64" fmla="*/ 32 w 104"/>
                <a:gd name="T65" fmla="*/ 45 h 79"/>
                <a:gd name="T66" fmla="*/ 32 w 104"/>
                <a:gd name="T67" fmla="*/ 43 h 79"/>
                <a:gd name="T68" fmla="*/ 32 w 104"/>
                <a:gd name="T69" fmla="*/ 32 h 79"/>
                <a:gd name="T70" fmla="*/ 71 w 104"/>
                <a:gd name="T71" fmla="*/ 32 h 79"/>
                <a:gd name="T72" fmla="*/ 71 w 104"/>
                <a:gd name="T73" fmla="*/ 35 h 79"/>
                <a:gd name="T74" fmla="*/ 32 w 104"/>
                <a:gd name="T75" fmla="*/ 35 h 79"/>
                <a:gd name="T76" fmla="*/ 32 w 104"/>
                <a:gd name="T77" fmla="*/ 32 h 79"/>
                <a:gd name="T78" fmla="*/ 32 w 104"/>
                <a:gd name="T79" fmla="*/ 22 h 79"/>
                <a:gd name="T80" fmla="*/ 71 w 104"/>
                <a:gd name="T81" fmla="*/ 22 h 79"/>
                <a:gd name="T82" fmla="*/ 71 w 104"/>
                <a:gd name="T83" fmla="*/ 25 h 79"/>
                <a:gd name="T84" fmla="*/ 32 w 104"/>
                <a:gd name="T85" fmla="*/ 25 h 79"/>
                <a:gd name="T86" fmla="*/ 32 w 104"/>
                <a:gd name="T87" fmla="*/ 22 h 79"/>
                <a:gd name="T88" fmla="*/ 3 w 104"/>
                <a:gd name="T89" fmla="*/ 66 h 79"/>
                <a:gd name="T90" fmla="*/ 9 w 104"/>
                <a:gd name="T91" fmla="*/ 68 h 79"/>
                <a:gd name="T92" fmla="*/ 9 w 104"/>
                <a:gd name="T93" fmla="*/ 74 h 79"/>
                <a:gd name="T94" fmla="*/ 5 w 104"/>
                <a:gd name="T95" fmla="*/ 79 h 79"/>
                <a:gd name="T96" fmla="*/ 2 w 104"/>
                <a:gd name="T97" fmla="*/ 78 h 79"/>
                <a:gd name="T98" fmla="*/ 0 w 104"/>
                <a:gd name="T99" fmla="*/ 72 h 79"/>
                <a:gd name="T100" fmla="*/ 3 w 104"/>
                <a:gd name="T101" fmla="*/ 66 h 79"/>
                <a:gd name="T102" fmla="*/ 4 w 104"/>
                <a:gd name="T103" fmla="*/ 48 h 79"/>
                <a:gd name="T104" fmla="*/ 2 w 104"/>
                <a:gd name="T105" fmla="*/ 65 h 79"/>
                <a:gd name="T106" fmla="*/ 12 w 104"/>
                <a:gd name="T107" fmla="*/ 67 h 79"/>
                <a:gd name="T108" fmla="*/ 17 w 104"/>
                <a:gd name="T109" fmla="*/ 51 h 79"/>
                <a:gd name="T110" fmla="*/ 4 w 104"/>
                <a:gd name="T111" fmla="*/ 4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4" h="79">
                  <a:moveTo>
                    <a:pt x="16" y="2"/>
                  </a:moveTo>
                  <a:cubicBezTo>
                    <a:pt x="21" y="0"/>
                    <a:pt x="24" y="1"/>
                    <a:pt x="27" y="4"/>
                  </a:cubicBezTo>
                  <a:cubicBezTo>
                    <a:pt x="26" y="20"/>
                    <a:pt x="23" y="35"/>
                    <a:pt x="19" y="48"/>
                  </a:cubicBezTo>
                  <a:cubicBezTo>
                    <a:pt x="14" y="47"/>
                    <a:pt x="9" y="46"/>
                    <a:pt x="4" y="45"/>
                  </a:cubicBezTo>
                  <a:cubicBezTo>
                    <a:pt x="6" y="29"/>
                    <a:pt x="10" y="15"/>
                    <a:pt x="16" y="2"/>
                  </a:cubicBezTo>
                  <a:close/>
                  <a:moveTo>
                    <a:pt x="18" y="65"/>
                  </a:moveTo>
                  <a:cubicBezTo>
                    <a:pt x="16" y="72"/>
                    <a:pt x="16" y="72"/>
                    <a:pt x="16" y="72"/>
                  </a:cubicBezTo>
                  <a:cubicBezTo>
                    <a:pt x="69" y="72"/>
                    <a:pt x="74" y="72"/>
                    <a:pt x="101" y="72"/>
                  </a:cubicBezTo>
                  <a:cubicBezTo>
                    <a:pt x="104" y="72"/>
                    <a:pt x="104" y="72"/>
                    <a:pt x="104" y="72"/>
                  </a:cubicBezTo>
                  <a:cubicBezTo>
                    <a:pt x="104" y="68"/>
                    <a:pt x="104" y="68"/>
                    <a:pt x="104" y="68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1" y="12"/>
                    <a:pt x="31" y="14"/>
                    <a:pt x="31" y="17"/>
                  </a:cubicBezTo>
                  <a:cubicBezTo>
                    <a:pt x="84" y="17"/>
                    <a:pt x="84" y="17"/>
                    <a:pt x="84" y="17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5" y="30"/>
                    <a:pt x="85" y="30"/>
                    <a:pt x="85" y="30"/>
                  </a:cubicBezTo>
                  <a:cubicBezTo>
                    <a:pt x="97" y="29"/>
                    <a:pt x="97" y="29"/>
                    <a:pt x="97" y="29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79" y="65"/>
                    <a:pt x="57" y="65"/>
                    <a:pt x="18" y="65"/>
                  </a:cubicBezTo>
                  <a:close/>
                  <a:moveTo>
                    <a:pt x="95" y="26"/>
                  </a:moveTo>
                  <a:cubicBezTo>
                    <a:pt x="86" y="26"/>
                    <a:pt x="86" y="26"/>
                    <a:pt x="86" y="26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95" y="26"/>
                    <a:pt x="95" y="26"/>
                    <a:pt x="95" y="26"/>
                  </a:cubicBezTo>
                  <a:close/>
                  <a:moveTo>
                    <a:pt x="32" y="43"/>
                  </a:moveTo>
                  <a:cubicBezTo>
                    <a:pt x="74" y="43"/>
                    <a:pt x="74" y="43"/>
                    <a:pt x="74" y="43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2" y="43"/>
                    <a:pt x="32" y="43"/>
                    <a:pt x="32" y="43"/>
                  </a:cubicBezTo>
                  <a:close/>
                  <a:moveTo>
                    <a:pt x="32" y="32"/>
                  </a:moveTo>
                  <a:cubicBezTo>
                    <a:pt x="71" y="32"/>
                    <a:pt x="71" y="32"/>
                    <a:pt x="71" y="32"/>
                  </a:cubicBezTo>
                  <a:cubicBezTo>
                    <a:pt x="71" y="35"/>
                    <a:pt x="71" y="35"/>
                    <a:pt x="71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2"/>
                    <a:pt x="32" y="32"/>
                    <a:pt x="32" y="32"/>
                  </a:cubicBezTo>
                  <a:close/>
                  <a:moveTo>
                    <a:pt x="32" y="22"/>
                  </a:moveTo>
                  <a:cubicBezTo>
                    <a:pt x="71" y="22"/>
                    <a:pt x="71" y="22"/>
                    <a:pt x="71" y="22"/>
                  </a:cubicBezTo>
                  <a:cubicBezTo>
                    <a:pt x="71" y="25"/>
                    <a:pt x="71" y="25"/>
                    <a:pt x="71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2"/>
                    <a:pt x="32" y="22"/>
                    <a:pt x="32" y="22"/>
                  </a:cubicBezTo>
                  <a:close/>
                  <a:moveTo>
                    <a:pt x="3" y="66"/>
                  </a:moveTo>
                  <a:cubicBezTo>
                    <a:pt x="9" y="68"/>
                    <a:pt x="9" y="68"/>
                    <a:pt x="9" y="68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4" y="79"/>
                    <a:pt x="3" y="79"/>
                    <a:pt x="2" y="7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66"/>
                    <a:pt x="3" y="66"/>
                    <a:pt x="3" y="66"/>
                  </a:cubicBezTo>
                  <a:close/>
                  <a:moveTo>
                    <a:pt x="4" y="48"/>
                  </a:moveTo>
                  <a:cubicBezTo>
                    <a:pt x="3" y="53"/>
                    <a:pt x="3" y="59"/>
                    <a:pt x="2" y="65"/>
                  </a:cubicBezTo>
                  <a:cubicBezTo>
                    <a:pt x="5" y="65"/>
                    <a:pt x="9" y="66"/>
                    <a:pt x="12" y="67"/>
                  </a:cubicBezTo>
                  <a:cubicBezTo>
                    <a:pt x="14" y="61"/>
                    <a:pt x="15" y="56"/>
                    <a:pt x="17" y="51"/>
                  </a:cubicBezTo>
                  <a:cubicBezTo>
                    <a:pt x="13" y="50"/>
                    <a:pt x="9" y="49"/>
                    <a:pt x="4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605" name="iṩļídê"/>
          <p:cNvGrpSpPr/>
          <p:nvPr/>
        </p:nvGrpSpPr>
        <p:grpSpPr>
          <a:xfrm>
            <a:off x="698882" y="535687"/>
            <a:ext cx="1440000" cy="1440000"/>
            <a:chOff x="1914526" y="2486026"/>
            <a:chExt cx="1882775" cy="1882775"/>
          </a:xfrm>
          <a:solidFill>
            <a:srgbClr val="013B6D"/>
          </a:solidFill>
        </p:grpSpPr>
        <p:sp>
          <p:nvSpPr>
            <p:cNvPr id="606" name="îśľîḋê"/>
            <p:cNvSpPr/>
            <p:nvPr/>
          </p:nvSpPr>
          <p:spPr bwMode="auto">
            <a:xfrm>
              <a:off x="2457451" y="3409951"/>
              <a:ext cx="795338" cy="371475"/>
            </a:xfrm>
            <a:custGeom>
              <a:avLst/>
              <a:gdLst>
                <a:gd name="T0" fmla="*/ 294 w 501"/>
                <a:gd name="T1" fmla="*/ 65 h 234"/>
                <a:gd name="T2" fmla="*/ 213 w 501"/>
                <a:gd name="T3" fmla="*/ 129 h 234"/>
                <a:gd name="T4" fmla="*/ 224 w 501"/>
                <a:gd name="T5" fmla="*/ 52 h 234"/>
                <a:gd name="T6" fmla="*/ 203 w 501"/>
                <a:gd name="T7" fmla="*/ 53 h 234"/>
                <a:gd name="T8" fmla="*/ 177 w 501"/>
                <a:gd name="T9" fmla="*/ 30 h 234"/>
                <a:gd name="T10" fmla="*/ 204 w 501"/>
                <a:gd name="T11" fmla="*/ 20 h 234"/>
                <a:gd name="T12" fmla="*/ 180 w 501"/>
                <a:gd name="T13" fmla="*/ 16 h 234"/>
                <a:gd name="T14" fmla="*/ 162 w 501"/>
                <a:gd name="T15" fmla="*/ 54 h 234"/>
                <a:gd name="T16" fmla="*/ 162 w 501"/>
                <a:gd name="T17" fmla="*/ 45 h 234"/>
                <a:gd name="T18" fmla="*/ 175 w 501"/>
                <a:gd name="T19" fmla="*/ 76 h 234"/>
                <a:gd name="T20" fmla="*/ 134 w 501"/>
                <a:gd name="T21" fmla="*/ 128 h 234"/>
                <a:gd name="T22" fmla="*/ 97 w 501"/>
                <a:gd name="T23" fmla="*/ 50 h 234"/>
                <a:gd name="T24" fmla="*/ 30 w 501"/>
                <a:gd name="T25" fmla="*/ 79 h 234"/>
                <a:gd name="T26" fmla="*/ 42 w 501"/>
                <a:gd name="T27" fmla="*/ 39 h 234"/>
                <a:gd name="T28" fmla="*/ 50 w 501"/>
                <a:gd name="T29" fmla="*/ 59 h 234"/>
                <a:gd name="T30" fmla="*/ 34 w 501"/>
                <a:gd name="T31" fmla="*/ 50 h 234"/>
                <a:gd name="T32" fmla="*/ 86 w 501"/>
                <a:gd name="T33" fmla="*/ 69 h 234"/>
                <a:gd name="T34" fmla="*/ 96 w 501"/>
                <a:gd name="T35" fmla="*/ 71 h 234"/>
                <a:gd name="T36" fmla="*/ 166 w 501"/>
                <a:gd name="T37" fmla="*/ 126 h 234"/>
                <a:gd name="T38" fmla="*/ 112 w 501"/>
                <a:gd name="T39" fmla="*/ 25 h 234"/>
                <a:gd name="T40" fmla="*/ 118 w 501"/>
                <a:gd name="T41" fmla="*/ 48 h 234"/>
                <a:gd name="T42" fmla="*/ 106 w 501"/>
                <a:gd name="T43" fmla="*/ 30 h 234"/>
                <a:gd name="T44" fmla="*/ 138 w 501"/>
                <a:gd name="T45" fmla="*/ 57 h 234"/>
                <a:gd name="T46" fmla="*/ 96 w 501"/>
                <a:gd name="T47" fmla="*/ 94 h 234"/>
                <a:gd name="T48" fmla="*/ 96 w 501"/>
                <a:gd name="T49" fmla="*/ 122 h 234"/>
                <a:gd name="T50" fmla="*/ 59 w 501"/>
                <a:gd name="T51" fmla="*/ 69 h 234"/>
                <a:gd name="T52" fmla="*/ 59 w 501"/>
                <a:gd name="T53" fmla="*/ 82 h 234"/>
                <a:gd name="T54" fmla="*/ 13 w 501"/>
                <a:gd name="T55" fmla="*/ 66 h 234"/>
                <a:gd name="T56" fmla="*/ 28 w 501"/>
                <a:gd name="T57" fmla="*/ 83 h 234"/>
                <a:gd name="T58" fmla="*/ 19 w 501"/>
                <a:gd name="T59" fmla="*/ 176 h 234"/>
                <a:gd name="T60" fmla="*/ 5 w 501"/>
                <a:gd name="T61" fmla="*/ 221 h 234"/>
                <a:gd name="T62" fmla="*/ 288 w 501"/>
                <a:gd name="T63" fmla="*/ 127 h 234"/>
                <a:gd name="T64" fmla="*/ 277 w 501"/>
                <a:gd name="T65" fmla="*/ 54 h 234"/>
                <a:gd name="T66" fmla="*/ 322 w 501"/>
                <a:gd name="T67" fmla="*/ 233 h 234"/>
                <a:gd name="T68" fmla="*/ 326 w 501"/>
                <a:gd name="T69" fmla="*/ 30 h 234"/>
                <a:gd name="T70" fmla="*/ 298 w 501"/>
                <a:gd name="T71" fmla="*/ 17 h 234"/>
                <a:gd name="T72" fmla="*/ 323 w 501"/>
                <a:gd name="T73" fmla="*/ 18 h 234"/>
                <a:gd name="T74" fmla="*/ 338 w 501"/>
                <a:gd name="T75" fmla="*/ 58 h 234"/>
                <a:gd name="T76" fmla="*/ 339 w 501"/>
                <a:gd name="T77" fmla="*/ 43 h 234"/>
                <a:gd name="T78" fmla="*/ 375 w 501"/>
                <a:gd name="T79" fmla="*/ 83 h 234"/>
                <a:gd name="T80" fmla="*/ 364 w 501"/>
                <a:gd name="T81" fmla="*/ 126 h 234"/>
                <a:gd name="T82" fmla="*/ 377 w 501"/>
                <a:gd name="T83" fmla="*/ 50 h 234"/>
                <a:gd name="T84" fmla="*/ 377 w 501"/>
                <a:gd name="T85" fmla="*/ 50 h 234"/>
                <a:gd name="T86" fmla="*/ 447 w 501"/>
                <a:gd name="T87" fmla="*/ 63 h 234"/>
                <a:gd name="T88" fmla="*/ 452 w 501"/>
                <a:gd name="T89" fmla="*/ 58 h 234"/>
                <a:gd name="T90" fmla="*/ 469 w 501"/>
                <a:gd name="T91" fmla="*/ 52 h 234"/>
                <a:gd name="T92" fmla="*/ 414 w 501"/>
                <a:gd name="T93" fmla="*/ 73 h 234"/>
                <a:gd name="T94" fmla="*/ 407 w 501"/>
                <a:gd name="T95" fmla="*/ 71 h 234"/>
                <a:gd name="T96" fmla="*/ 338 w 501"/>
                <a:gd name="T97" fmla="*/ 124 h 234"/>
                <a:gd name="T98" fmla="*/ 390 w 501"/>
                <a:gd name="T99" fmla="*/ 24 h 234"/>
                <a:gd name="T100" fmla="*/ 382 w 501"/>
                <a:gd name="T101" fmla="*/ 48 h 234"/>
                <a:gd name="T102" fmla="*/ 397 w 501"/>
                <a:gd name="T103" fmla="*/ 34 h 234"/>
                <a:gd name="T104" fmla="*/ 362 w 501"/>
                <a:gd name="T105" fmla="*/ 58 h 234"/>
                <a:gd name="T106" fmla="*/ 447 w 501"/>
                <a:gd name="T107" fmla="*/ 110 h 234"/>
                <a:gd name="T108" fmla="*/ 405 w 501"/>
                <a:gd name="T109" fmla="*/ 122 h 234"/>
                <a:gd name="T110" fmla="*/ 443 w 501"/>
                <a:gd name="T111" fmla="*/ 69 h 234"/>
                <a:gd name="T112" fmla="*/ 442 w 501"/>
                <a:gd name="T113" fmla="*/ 82 h 234"/>
                <a:gd name="T114" fmla="*/ 488 w 501"/>
                <a:gd name="T115" fmla="*/ 66 h 234"/>
                <a:gd name="T116" fmla="*/ 473 w 501"/>
                <a:gd name="T117" fmla="*/ 83 h 234"/>
                <a:gd name="T118" fmla="*/ 483 w 501"/>
                <a:gd name="T119" fmla="*/ 176 h 234"/>
                <a:gd name="T120" fmla="*/ 496 w 501"/>
                <a:gd name="T121" fmla="*/ 221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01" h="234">
                  <a:moveTo>
                    <a:pt x="250" y="76"/>
                  </a:moveTo>
                  <a:lnTo>
                    <a:pt x="294" y="76"/>
                  </a:lnTo>
                  <a:lnTo>
                    <a:pt x="294" y="103"/>
                  </a:lnTo>
                  <a:lnTo>
                    <a:pt x="250" y="103"/>
                  </a:lnTo>
                  <a:lnTo>
                    <a:pt x="207" y="103"/>
                  </a:lnTo>
                  <a:lnTo>
                    <a:pt x="207" y="76"/>
                  </a:lnTo>
                  <a:lnTo>
                    <a:pt x="250" y="76"/>
                  </a:lnTo>
                  <a:lnTo>
                    <a:pt x="250" y="76"/>
                  </a:lnTo>
                  <a:close/>
                  <a:moveTo>
                    <a:pt x="250" y="107"/>
                  </a:moveTo>
                  <a:lnTo>
                    <a:pt x="250" y="107"/>
                  </a:lnTo>
                  <a:lnTo>
                    <a:pt x="294" y="107"/>
                  </a:lnTo>
                  <a:lnTo>
                    <a:pt x="294" y="116"/>
                  </a:lnTo>
                  <a:lnTo>
                    <a:pt x="252" y="116"/>
                  </a:lnTo>
                  <a:lnTo>
                    <a:pt x="249" y="116"/>
                  </a:lnTo>
                  <a:lnTo>
                    <a:pt x="207" y="116"/>
                  </a:lnTo>
                  <a:lnTo>
                    <a:pt x="207" y="107"/>
                  </a:lnTo>
                  <a:lnTo>
                    <a:pt x="250" y="107"/>
                  </a:lnTo>
                  <a:lnTo>
                    <a:pt x="250" y="107"/>
                  </a:lnTo>
                  <a:close/>
                  <a:moveTo>
                    <a:pt x="247" y="65"/>
                  </a:moveTo>
                  <a:lnTo>
                    <a:pt x="254" y="65"/>
                  </a:lnTo>
                  <a:lnTo>
                    <a:pt x="294" y="65"/>
                  </a:lnTo>
                  <a:lnTo>
                    <a:pt x="294" y="74"/>
                  </a:lnTo>
                  <a:lnTo>
                    <a:pt x="250" y="74"/>
                  </a:lnTo>
                  <a:lnTo>
                    <a:pt x="250" y="74"/>
                  </a:lnTo>
                  <a:lnTo>
                    <a:pt x="250" y="74"/>
                  </a:lnTo>
                  <a:lnTo>
                    <a:pt x="250" y="74"/>
                  </a:lnTo>
                  <a:lnTo>
                    <a:pt x="207" y="74"/>
                  </a:lnTo>
                  <a:lnTo>
                    <a:pt x="207" y="65"/>
                  </a:lnTo>
                  <a:lnTo>
                    <a:pt x="247" y="65"/>
                  </a:lnTo>
                  <a:lnTo>
                    <a:pt x="247" y="65"/>
                  </a:lnTo>
                  <a:close/>
                  <a:moveTo>
                    <a:pt x="225" y="118"/>
                  </a:moveTo>
                  <a:lnTo>
                    <a:pt x="224" y="118"/>
                  </a:lnTo>
                  <a:lnTo>
                    <a:pt x="222" y="121"/>
                  </a:lnTo>
                  <a:lnTo>
                    <a:pt x="221" y="122"/>
                  </a:lnTo>
                  <a:lnTo>
                    <a:pt x="220" y="124"/>
                  </a:lnTo>
                  <a:lnTo>
                    <a:pt x="218" y="125"/>
                  </a:lnTo>
                  <a:lnTo>
                    <a:pt x="217" y="126"/>
                  </a:lnTo>
                  <a:lnTo>
                    <a:pt x="214" y="126"/>
                  </a:lnTo>
                  <a:lnTo>
                    <a:pt x="214" y="126"/>
                  </a:lnTo>
                  <a:lnTo>
                    <a:pt x="214" y="127"/>
                  </a:lnTo>
                  <a:lnTo>
                    <a:pt x="214" y="128"/>
                  </a:lnTo>
                  <a:lnTo>
                    <a:pt x="213" y="129"/>
                  </a:lnTo>
                  <a:lnTo>
                    <a:pt x="213" y="130"/>
                  </a:lnTo>
                  <a:lnTo>
                    <a:pt x="212" y="131"/>
                  </a:lnTo>
                  <a:lnTo>
                    <a:pt x="211" y="132"/>
                  </a:lnTo>
                  <a:lnTo>
                    <a:pt x="209" y="133"/>
                  </a:lnTo>
                  <a:lnTo>
                    <a:pt x="208" y="133"/>
                  </a:lnTo>
                  <a:lnTo>
                    <a:pt x="208" y="118"/>
                  </a:lnTo>
                  <a:lnTo>
                    <a:pt x="225" y="118"/>
                  </a:lnTo>
                  <a:lnTo>
                    <a:pt x="225" y="118"/>
                  </a:lnTo>
                  <a:close/>
                  <a:moveTo>
                    <a:pt x="207" y="62"/>
                  </a:moveTo>
                  <a:lnTo>
                    <a:pt x="209" y="62"/>
                  </a:lnTo>
                  <a:lnTo>
                    <a:pt x="212" y="62"/>
                  </a:lnTo>
                  <a:lnTo>
                    <a:pt x="216" y="62"/>
                  </a:lnTo>
                  <a:lnTo>
                    <a:pt x="219" y="61"/>
                  </a:lnTo>
                  <a:lnTo>
                    <a:pt x="221" y="59"/>
                  </a:lnTo>
                  <a:lnTo>
                    <a:pt x="222" y="58"/>
                  </a:lnTo>
                  <a:lnTo>
                    <a:pt x="222" y="58"/>
                  </a:lnTo>
                  <a:lnTo>
                    <a:pt x="223" y="56"/>
                  </a:lnTo>
                  <a:lnTo>
                    <a:pt x="224" y="54"/>
                  </a:lnTo>
                  <a:lnTo>
                    <a:pt x="224" y="54"/>
                  </a:lnTo>
                  <a:lnTo>
                    <a:pt x="224" y="53"/>
                  </a:lnTo>
                  <a:lnTo>
                    <a:pt x="224" y="52"/>
                  </a:lnTo>
                  <a:lnTo>
                    <a:pt x="222" y="49"/>
                  </a:lnTo>
                  <a:lnTo>
                    <a:pt x="220" y="46"/>
                  </a:lnTo>
                  <a:lnTo>
                    <a:pt x="218" y="45"/>
                  </a:lnTo>
                  <a:lnTo>
                    <a:pt x="217" y="45"/>
                  </a:lnTo>
                  <a:lnTo>
                    <a:pt x="215" y="45"/>
                  </a:lnTo>
                  <a:lnTo>
                    <a:pt x="214" y="46"/>
                  </a:lnTo>
                  <a:lnTo>
                    <a:pt x="211" y="49"/>
                  </a:lnTo>
                  <a:lnTo>
                    <a:pt x="209" y="52"/>
                  </a:lnTo>
                  <a:lnTo>
                    <a:pt x="208" y="53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62"/>
                  </a:lnTo>
                  <a:lnTo>
                    <a:pt x="207" y="62"/>
                  </a:lnTo>
                  <a:close/>
                  <a:moveTo>
                    <a:pt x="203" y="53"/>
                  </a:moveTo>
                  <a:lnTo>
                    <a:pt x="179" y="53"/>
                  </a:lnTo>
                  <a:lnTo>
                    <a:pt x="179" y="233"/>
                  </a:lnTo>
                  <a:lnTo>
                    <a:pt x="203" y="233"/>
                  </a:lnTo>
                  <a:lnTo>
                    <a:pt x="203" y="53"/>
                  </a:lnTo>
                  <a:lnTo>
                    <a:pt x="203" y="53"/>
                  </a:lnTo>
                  <a:close/>
                  <a:moveTo>
                    <a:pt x="206" y="30"/>
                  </a:moveTo>
                  <a:lnTo>
                    <a:pt x="206" y="30"/>
                  </a:lnTo>
                  <a:lnTo>
                    <a:pt x="207" y="30"/>
                  </a:lnTo>
                  <a:lnTo>
                    <a:pt x="207" y="30"/>
                  </a:lnTo>
                  <a:lnTo>
                    <a:pt x="207" y="30"/>
                  </a:lnTo>
                  <a:lnTo>
                    <a:pt x="207" y="48"/>
                  </a:lnTo>
                  <a:lnTo>
                    <a:pt x="207" y="49"/>
                  </a:lnTo>
                  <a:lnTo>
                    <a:pt x="207" y="50"/>
                  </a:lnTo>
                  <a:lnTo>
                    <a:pt x="206" y="50"/>
                  </a:lnTo>
                  <a:lnTo>
                    <a:pt x="206" y="50"/>
                  </a:lnTo>
                  <a:lnTo>
                    <a:pt x="177" y="50"/>
                  </a:lnTo>
                  <a:lnTo>
                    <a:pt x="176" y="50"/>
                  </a:lnTo>
                  <a:lnTo>
                    <a:pt x="175" y="50"/>
                  </a:lnTo>
                  <a:lnTo>
                    <a:pt x="175" y="49"/>
                  </a:lnTo>
                  <a:lnTo>
                    <a:pt x="175" y="48"/>
                  </a:lnTo>
                  <a:lnTo>
                    <a:pt x="175" y="30"/>
                  </a:lnTo>
                  <a:lnTo>
                    <a:pt x="175" y="30"/>
                  </a:lnTo>
                  <a:lnTo>
                    <a:pt x="175" y="30"/>
                  </a:lnTo>
                  <a:lnTo>
                    <a:pt x="176" y="30"/>
                  </a:lnTo>
                  <a:lnTo>
                    <a:pt x="177" y="30"/>
                  </a:lnTo>
                  <a:lnTo>
                    <a:pt x="206" y="30"/>
                  </a:lnTo>
                  <a:lnTo>
                    <a:pt x="206" y="30"/>
                  </a:lnTo>
                  <a:close/>
                  <a:moveTo>
                    <a:pt x="190" y="0"/>
                  </a:moveTo>
                  <a:lnTo>
                    <a:pt x="191" y="0"/>
                  </a:lnTo>
                  <a:lnTo>
                    <a:pt x="191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3" y="1"/>
                  </a:lnTo>
                  <a:lnTo>
                    <a:pt x="194" y="1"/>
                  </a:lnTo>
                  <a:lnTo>
                    <a:pt x="195" y="2"/>
                  </a:lnTo>
                  <a:lnTo>
                    <a:pt x="196" y="3"/>
                  </a:lnTo>
                  <a:lnTo>
                    <a:pt x="198" y="5"/>
                  </a:lnTo>
                  <a:lnTo>
                    <a:pt x="198" y="7"/>
                  </a:lnTo>
                  <a:lnTo>
                    <a:pt x="199" y="11"/>
                  </a:lnTo>
                  <a:lnTo>
                    <a:pt x="199" y="13"/>
                  </a:lnTo>
                  <a:lnTo>
                    <a:pt x="201" y="14"/>
                  </a:lnTo>
                  <a:lnTo>
                    <a:pt x="202" y="14"/>
                  </a:lnTo>
                  <a:lnTo>
                    <a:pt x="202" y="16"/>
                  </a:lnTo>
                  <a:lnTo>
                    <a:pt x="203" y="17"/>
                  </a:lnTo>
                  <a:lnTo>
                    <a:pt x="204" y="18"/>
                  </a:lnTo>
                  <a:lnTo>
                    <a:pt x="204" y="20"/>
                  </a:lnTo>
                  <a:lnTo>
                    <a:pt x="203" y="22"/>
                  </a:lnTo>
                  <a:lnTo>
                    <a:pt x="202" y="22"/>
                  </a:lnTo>
                  <a:lnTo>
                    <a:pt x="202" y="25"/>
                  </a:lnTo>
                  <a:lnTo>
                    <a:pt x="202" y="26"/>
                  </a:lnTo>
                  <a:lnTo>
                    <a:pt x="202" y="26"/>
                  </a:lnTo>
                  <a:lnTo>
                    <a:pt x="202" y="26"/>
                  </a:lnTo>
                  <a:lnTo>
                    <a:pt x="202" y="27"/>
                  </a:lnTo>
                  <a:lnTo>
                    <a:pt x="201" y="27"/>
                  </a:lnTo>
                  <a:lnTo>
                    <a:pt x="191" y="27"/>
                  </a:lnTo>
                  <a:lnTo>
                    <a:pt x="182" y="27"/>
                  </a:lnTo>
                  <a:lnTo>
                    <a:pt x="181" y="27"/>
                  </a:lnTo>
                  <a:lnTo>
                    <a:pt x="181" y="26"/>
                  </a:lnTo>
                  <a:lnTo>
                    <a:pt x="181" y="26"/>
                  </a:lnTo>
                  <a:lnTo>
                    <a:pt x="181" y="26"/>
                  </a:lnTo>
                  <a:lnTo>
                    <a:pt x="181" y="25"/>
                  </a:lnTo>
                  <a:lnTo>
                    <a:pt x="180" y="22"/>
                  </a:lnTo>
                  <a:lnTo>
                    <a:pt x="179" y="22"/>
                  </a:lnTo>
                  <a:lnTo>
                    <a:pt x="178" y="20"/>
                  </a:lnTo>
                  <a:lnTo>
                    <a:pt x="178" y="18"/>
                  </a:lnTo>
                  <a:lnTo>
                    <a:pt x="179" y="17"/>
                  </a:lnTo>
                  <a:lnTo>
                    <a:pt x="180" y="16"/>
                  </a:lnTo>
                  <a:lnTo>
                    <a:pt x="181" y="14"/>
                  </a:lnTo>
                  <a:lnTo>
                    <a:pt x="182" y="14"/>
                  </a:lnTo>
                  <a:lnTo>
                    <a:pt x="183" y="13"/>
                  </a:lnTo>
                  <a:lnTo>
                    <a:pt x="183" y="11"/>
                  </a:lnTo>
                  <a:lnTo>
                    <a:pt x="184" y="7"/>
                  </a:lnTo>
                  <a:lnTo>
                    <a:pt x="186" y="5"/>
                  </a:lnTo>
                  <a:lnTo>
                    <a:pt x="186" y="3"/>
                  </a:lnTo>
                  <a:lnTo>
                    <a:pt x="187" y="2"/>
                  </a:lnTo>
                  <a:lnTo>
                    <a:pt x="188" y="1"/>
                  </a:lnTo>
                  <a:lnTo>
                    <a:pt x="190" y="1"/>
                  </a:lnTo>
                  <a:lnTo>
                    <a:pt x="190" y="0"/>
                  </a:lnTo>
                  <a:lnTo>
                    <a:pt x="190" y="0"/>
                  </a:lnTo>
                  <a:close/>
                  <a:moveTo>
                    <a:pt x="174" y="52"/>
                  </a:moveTo>
                  <a:lnTo>
                    <a:pt x="174" y="62"/>
                  </a:lnTo>
                  <a:lnTo>
                    <a:pt x="168" y="62"/>
                  </a:lnTo>
                  <a:lnTo>
                    <a:pt x="166" y="62"/>
                  </a:lnTo>
                  <a:lnTo>
                    <a:pt x="166" y="61"/>
                  </a:lnTo>
                  <a:lnTo>
                    <a:pt x="164" y="59"/>
                  </a:lnTo>
                  <a:lnTo>
                    <a:pt x="163" y="58"/>
                  </a:lnTo>
                  <a:lnTo>
                    <a:pt x="162" y="55"/>
                  </a:lnTo>
                  <a:lnTo>
                    <a:pt x="162" y="54"/>
                  </a:lnTo>
                  <a:lnTo>
                    <a:pt x="161" y="53"/>
                  </a:lnTo>
                  <a:lnTo>
                    <a:pt x="159" y="51"/>
                  </a:lnTo>
                  <a:lnTo>
                    <a:pt x="158" y="50"/>
                  </a:lnTo>
                  <a:lnTo>
                    <a:pt x="156" y="47"/>
                  </a:lnTo>
                  <a:lnTo>
                    <a:pt x="156" y="46"/>
                  </a:lnTo>
                  <a:lnTo>
                    <a:pt x="156" y="46"/>
                  </a:lnTo>
                  <a:lnTo>
                    <a:pt x="156" y="45"/>
                  </a:lnTo>
                  <a:lnTo>
                    <a:pt x="157" y="44"/>
                  </a:lnTo>
                  <a:lnTo>
                    <a:pt x="158" y="42"/>
                  </a:lnTo>
                  <a:lnTo>
                    <a:pt x="159" y="42"/>
                  </a:lnTo>
                  <a:lnTo>
                    <a:pt x="160" y="42"/>
                  </a:lnTo>
                  <a:lnTo>
                    <a:pt x="161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3"/>
                  </a:lnTo>
                  <a:lnTo>
                    <a:pt x="161" y="44"/>
                  </a:lnTo>
                  <a:lnTo>
                    <a:pt x="162" y="45"/>
                  </a:lnTo>
                  <a:lnTo>
                    <a:pt x="162" y="46"/>
                  </a:lnTo>
                  <a:lnTo>
                    <a:pt x="163" y="46"/>
                  </a:lnTo>
                  <a:lnTo>
                    <a:pt x="164" y="46"/>
                  </a:lnTo>
                  <a:lnTo>
                    <a:pt x="166" y="47"/>
                  </a:lnTo>
                  <a:lnTo>
                    <a:pt x="169" y="48"/>
                  </a:lnTo>
                  <a:lnTo>
                    <a:pt x="170" y="50"/>
                  </a:lnTo>
                  <a:lnTo>
                    <a:pt x="171" y="51"/>
                  </a:lnTo>
                  <a:lnTo>
                    <a:pt x="173" y="52"/>
                  </a:lnTo>
                  <a:lnTo>
                    <a:pt x="174" y="52"/>
                  </a:lnTo>
                  <a:lnTo>
                    <a:pt x="174" y="52"/>
                  </a:lnTo>
                  <a:close/>
                  <a:moveTo>
                    <a:pt x="175" y="65"/>
                  </a:moveTo>
                  <a:lnTo>
                    <a:pt x="168" y="65"/>
                  </a:lnTo>
                  <a:lnTo>
                    <a:pt x="168" y="74"/>
                  </a:lnTo>
                  <a:lnTo>
                    <a:pt x="175" y="74"/>
                  </a:lnTo>
                  <a:lnTo>
                    <a:pt x="175" y="65"/>
                  </a:lnTo>
                  <a:lnTo>
                    <a:pt x="175" y="65"/>
                  </a:lnTo>
                  <a:close/>
                  <a:moveTo>
                    <a:pt x="175" y="76"/>
                  </a:moveTo>
                  <a:lnTo>
                    <a:pt x="126" y="76"/>
                  </a:lnTo>
                  <a:lnTo>
                    <a:pt x="126" y="83"/>
                  </a:lnTo>
                  <a:lnTo>
                    <a:pt x="175" y="83"/>
                  </a:lnTo>
                  <a:lnTo>
                    <a:pt x="175" y="76"/>
                  </a:lnTo>
                  <a:lnTo>
                    <a:pt x="175" y="76"/>
                  </a:lnTo>
                  <a:close/>
                  <a:moveTo>
                    <a:pt x="175" y="86"/>
                  </a:moveTo>
                  <a:lnTo>
                    <a:pt x="126" y="86"/>
                  </a:lnTo>
                  <a:lnTo>
                    <a:pt x="126" y="107"/>
                  </a:lnTo>
                  <a:lnTo>
                    <a:pt x="175" y="107"/>
                  </a:lnTo>
                  <a:lnTo>
                    <a:pt x="175" y="86"/>
                  </a:lnTo>
                  <a:lnTo>
                    <a:pt x="175" y="86"/>
                  </a:lnTo>
                  <a:close/>
                  <a:moveTo>
                    <a:pt x="175" y="110"/>
                  </a:moveTo>
                  <a:lnTo>
                    <a:pt x="126" y="110"/>
                  </a:lnTo>
                  <a:lnTo>
                    <a:pt x="126" y="117"/>
                  </a:lnTo>
                  <a:lnTo>
                    <a:pt x="175" y="117"/>
                  </a:lnTo>
                  <a:lnTo>
                    <a:pt x="175" y="110"/>
                  </a:lnTo>
                  <a:lnTo>
                    <a:pt x="175" y="110"/>
                  </a:lnTo>
                  <a:close/>
                  <a:moveTo>
                    <a:pt x="140" y="121"/>
                  </a:moveTo>
                  <a:lnTo>
                    <a:pt x="141" y="121"/>
                  </a:lnTo>
                  <a:lnTo>
                    <a:pt x="140" y="122"/>
                  </a:lnTo>
                  <a:lnTo>
                    <a:pt x="139" y="122"/>
                  </a:lnTo>
                  <a:lnTo>
                    <a:pt x="138" y="124"/>
                  </a:lnTo>
                  <a:lnTo>
                    <a:pt x="137" y="126"/>
                  </a:lnTo>
                  <a:lnTo>
                    <a:pt x="135" y="126"/>
                  </a:lnTo>
                  <a:lnTo>
                    <a:pt x="134" y="128"/>
                  </a:lnTo>
                  <a:lnTo>
                    <a:pt x="132" y="128"/>
                  </a:lnTo>
                  <a:lnTo>
                    <a:pt x="130" y="129"/>
                  </a:lnTo>
                  <a:lnTo>
                    <a:pt x="130" y="130"/>
                  </a:lnTo>
                  <a:lnTo>
                    <a:pt x="129" y="132"/>
                  </a:lnTo>
                  <a:lnTo>
                    <a:pt x="128" y="134"/>
                  </a:lnTo>
                  <a:lnTo>
                    <a:pt x="127" y="134"/>
                  </a:lnTo>
                  <a:lnTo>
                    <a:pt x="126" y="134"/>
                  </a:lnTo>
                  <a:lnTo>
                    <a:pt x="126" y="134"/>
                  </a:lnTo>
                  <a:lnTo>
                    <a:pt x="126" y="134"/>
                  </a:lnTo>
                  <a:lnTo>
                    <a:pt x="126" y="121"/>
                  </a:lnTo>
                  <a:lnTo>
                    <a:pt x="140" y="121"/>
                  </a:lnTo>
                  <a:lnTo>
                    <a:pt x="140" y="121"/>
                  </a:lnTo>
                  <a:close/>
                  <a:moveTo>
                    <a:pt x="122" y="73"/>
                  </a:moveTo>
                  <a:lnTo>
                    <a:pt x="100" y="73"/>
                  </a:lnTo>
                  <a:lnTo>
                    <a:pt x="100" y="233"/>
                  </a:lnTo>
                  <a:lnTo>
                    <a:pt x="122" y="233"/>
                  </a:lnTo>
                  <a:lnTo>
                    <a:pt x="122" y="73"/>
                  </a:lnTo>
                  <a:lnTo>
                    <a:pt x="122" y="73"/>
                  </a:lnTo>
                  <a:close/>
                  <a:moveTo>
                    <a:pt x="124" y="50"/>
                  </a:moveTo>
                  <a:lnTo>
                    <a:pt x="98" y="50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96" y="51"/>
                  </a:lnTo>
                  <a:lnTo>
                    <a:pt x="96" y="51"/>
                  </a:lnTo>
                  <a:lnTo>
                    <a:pt x="96" y="67"/>
                  </a:lnTo>
                  <a:lnTo>
                    <a:pt x="96" y="68"/>
                  </a:lnTo>
                  <a:lnTo>
                    <a:pt x="97" y="68"/>
                  </a:lnTo>
                  <a:lnTo>
                    <a:pt x="97" y="68"/>
                  </a:lnTo>
                  <a:lnTo>
                    <a:pt x="98" y="69"/>
                  </a:lnTo>
                  <a:lnTo>
                    <a:pt x="124" y="69"/>
                  </a:lnTo>
                  <a:lnTo>
                    <a:pt x="125" y="68"/>
                  </a:lnTo>
                  <a:lnTo>
                    <a:pt x="125" y="68"/>
                  </a:lnTo>
                  <a:lnTo>
                    <a:pt x="125" y="68"/>
                  </a:lnTo>
                  <a:lnTo>
                    <a:pt x="125" y="67"/>
                  </a:lnTo>
                  <a:lnTo>
                    <a:pt x="125" y="51"/>
                  </a:lnTo>
                  <a:lnTo>
                    <a:pt x="125" y="51"/>
                  </a:lnTo>
                  <a:lnTo>
                    <a:pt x="125" y="50"/>
                  </a:lnTo>
                  <a:lnTo>
                    <a:pt x="125" y="50"/>
                  </a:lnTo>
                  <a:lnTo>
                    <a:pt x="124" y="50"/>
                  </a:lnTo>
                  <a:lnTo>
                    <a:pt x="124" y="50"/>
                  </a:lnTo>
                  <a:close/>
                  <a:moveTo>
                    <a:pt x="52" y="79"/>
                  </a:moveTo>
                  <a:lnTo>
                    <a:pt x="30" y="79"/>
                  </a:lnTo>
                  <a:lnTo>
                    <a:pt x="30" y="232"/>
                  </a:lnTo>
                  <a:lnTo>
                    <a:pt x="51" y="232"/>
                  </a:lnTo>
                  <a:lnTo>
                    <a:pt x="51" y="88"/>
                  </a:lnTo>
                  <a:lnTo>
                    <a:pt x="52" y="88"/>
                  </a:lnTo>
                  <a:lnTo>
                    <a:pt x="52" y="79"/>
                  </a:lnTo>
                  <a:lnTo>
                    <a:pt x="52" y="79"/>
                  </a:lnTo>
                  <a:close/>
                  <a:moveTo>
                    <a:pt x="54" y="63"/>
                  </a:moveTo>
                  <a:lnTo>
                    <a:pt x="30" y="63"/>
                  </a:lnTo>
                  <a:lnTo>
                    <a:pt x="29" y="63"/>
                  </a:lnTo>
                  <a:lnTo>
                    <a:pt x="29" y="64"/>
                  </a:lnTo>
                  <a:lnTo>
                    <a:pt x="29" y="76"/>
                  </a:lnTo>
                  <a:lnTo>
                    <a:pt x="29" y="77"/>
                  </a:lnTo>
                  <a:lnTo>
                    <a:pt x="30" y="78"/>
                  </a:lnTo>
                  <a:lnTo>
                    <a:pt x="54" y="78"/>
                  </a:lnTo>
                  <a:lnTo>
                    <a:pt x="54" y="77"/>
                  </a:lnTo>
                  <a:lnTo>
                    <a:pt x="54" y="76"/>
                  </a:lnTo>
                  <a:lnTo>
                    <a:pt x="54" y="64"/>
                  </a:lnTo>
                  <a:lnTo>
                    <a:pt x="54" y="63"/>
                  </a:lnTo>
                  <a:lnTo>
                    <a:pt x="54" y="63"/>
                  </a:lnTo>
                  <a:lnTo>
                    <a:pt x="54" y="63"/>
                  </a:lnTo>
                  <a:close/>
                  <a:moveTo>
                    <a:pt x="42" y="39"/>
                  </a:moveTo>
                  <a:lnTo>
                    <a:pt x="42" y="39"/>
                  </a:lnTo>
                  <a:lnTo>
                    <a:pt x="43" y="39"/>
                  </a:lnTo>
                  <a:lnTo>
                    <a:pt x="45" y="40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47" y="45"/>
                  </a:lnTo>
                  <a:lnTo>
                    <a:pt x="48" y="47"/>
                  </a:lnTo>
                  <a:lnTo>
                    <a:pt x="49" y="49"/>
                  </a:lnTo>
                  <a:lnTo>
                    <a:pt x="50" y="50"/>
                  </a:lnTo>
                  <a:lnTo>
                    <a:pt x="50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1" y="53"/>
                  </a:lnTo>
                  <a:lnTo>
                    <a:pt x="51" y="54"/>
                  </a:lnTo>
                  <a:lnTo>
                    <a:pt x="51" y="55"/>
                  </a:lnTo>
                  <a:lnTo>
                    <a:pt x="50" y="56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8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1"/>
                  </a:lnTo>
                  <a:lnTo>
                    <a:pt x="50" y="61"/>
                  </a:lnTo>
                  <a:lnTo>
                    <a:pt x="42" y="61"/>
                  </a:lnTo>
                  <a:lnTo>
                    <a:pt x="42" y="61"/>
                  </a:lnTo>
                  <a:lnTo>
                    <a:pt x="42" y="61"/>
                  </a:lnTo>
                  <a:lnTo>
                    <a:pt x="34" y="61"/>
                  </a:lnTo>
                  <a:lnTo>
                    <a:pt x="34" y="61"/>
                  </a:lnTo>
                  <a:lnTo>
                    <a:pt x="34" y="59"/>
                  </a:lnTo>
                  <a:lnTo>
                    <a:pt x="34" y="59"/>
                  </a:lnTo>
                  <a:lnTo>
                    <a:pt x="34" y="58"/>
                  </a:lnTo>
                  <a:lnTo>
                    <a:pt x="34" y="58"/>
                  </a:lnTo>
                  <a:lnTo>
                    <a:pt x="34" y="58"/>
                  </a:lnTo>
                  <a:lnTo>
                    <a:pt x="34" y="57"/>
                  </a:lnTo>
                  <a:lnTo>
                    <a:pt x="34" y="56"/>
                  </a:lnTo>
                  <a:lnTo>
                    <a:pt x="33" y="55"/>
                  </a:lnTo>
                  <a:lnTo>
                    <a:pt x="32" y="54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49"/>
                  </a:lnTo>
                  <a:lnTo>
                    <a:pt x="35" y="47"/>
                  </a:lnTo>
                  <a:lnTo>
                    <a:pt x="36" y="45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39" y="40"/>
                  </a:lnTo>
                  <a:lnTo>
                    <a:pt x="40" y="39"/>
                  </a:lnTo>
                  <a:lnTo>
                    <a:pt x="41" y="39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42" y="39"/>
                  </a:lnTo>
                  <a:close/>
                  <a:moveTo>
                    <a:pt x="96" y="74"/>
                  </a:moveTo>
                  <a:lnTo>
                    <a:pt x="92" y="74"/>
                  </a:lnTo>
                  <a:lnTo>
                    <a:pt x="90" y="74"/>
                  </a:lnTo>
                  <a:lnTo>
                    <a:pt x="90" y="74"/>
                  </a:lnTo>
                  <a:lnTo>
                    <a:pt x="89" y="74"/>
                  </a:lnTo>
                  <a:lnTo>
                    <a:pt x="88" y="73"/>
                  </a:lnTo>
                  <a:lnTo>
                    <a:pt x="86" y="71"/>
                  </a:lnTo>
                  <a:lnTo>
                    <a:pt x="86" y="69"/>
                  </a:lnTo>
                  <a:lnTo>
                    <a:pt x="83" y="65"/>
                  </a:lnTo>
                  <a:lnTo>
                    <a:pt x="81" y="61"/>
                  </a:lnTo>
                  <a:lnTo>
                    <a:pt x="81" y="59"/>
                  </a:lnTo>
                  <a:lnTo>
                    <a:pt x="82" y="59"/>
                  </a:lnTo>
                  <a:lnTo>
                    <a:pt x="82" y="58"/>
                  </a:lnTo>
                  <a:lnTo>
                    <a:pt x="82" y="58"/>
                  </a:lnTo>
                  <a:lnTo>
                    <a:pt x="84" y="57"/>
                  </a:lnTo>
                  <a:lnTo>
                    <a:pt x="84" y="57"/>
                  </a:lnTo>
                  <a:lnTo>
                    <a:pt x="86" y="56"/>
                  </a:lnTo>
                  <a:lnTo>
                    <a:pt x="86" y="56"/>
                  </a:lnTo>
                  <a:lnTo>
                    <a:pt x="86" y="57"/>
                  </a:lnTo>
                  <a:lnTo>
                    <a:pt x="87" y="57"/>
                  </a:lnTo>
                  <a:lnTo>
                    <a:pt x="86" y="58"/>
                  </a:lnTo>
                  <a:lnTo>
                    <a:pt x="86" y="59"/>
                  </a:lnTo>
                  <a:lnTo>
                    <a:pt x="90" y="62"/>
                  </a:lnTo>
                  <a:lnTo>
                    <a:pt x="94" y="65"/>
                  </a:lnTo>
                  <a:lnTo>
                    <a:pt x="94" y="67"/>
                  </a:lnTo>
                  <a:lnTo>
                    <a:pt x="95" y="70"/>
                  </a:lnTo>
                  <a:lnTo>
                    <a:pt x="95" y="71"/>
                  </a:lnTo>
                  <a:lnTo>
                    <a:pt x="95" y="71"/>
                  </a:lnTo>
                  <a:lnTo>
                    <a:pt x="96" y="71"/>
                  </a:lnTo>
                  <a:lnTo>
                    <a:pt x="96" y="74"/>
                  </a:lnTo>
                  <a:lnTo>
                    <a:pt x="96" y="74"/>
                  </a:lnTo>
                  <a:close/>
                  <a:moveTo>
                    <a:pt x="96" y="76"/>
                  </a:moveTo>
                  <a:lnTo>
                    <a:pt x="91" y="76"/>
                  </a:lnTo>
                  <a:lnTo>
                    <a:pt x="91" y="83"/>
                  </a:lnTo>
                  <a:lnTo>
                    <a:pt x="96" y="83"/>
                  </a:lnTo>
                  <a:lnTo>
                    <a:pt x="96" y="76"/>
                  </a:lnTo>
                  <a:lnTo>
                    <a:pt x="96" y="76"/>
                  </a:lnTo>
                  <a:close/>
                  <a:moveTo>
                    <a:pt x="96" y="84"/>
                  </a:moveTo>
                  <a:lnTo>
                    <a:pt x="54" y="84"/>
                  </a:lnTo>
                  <a:lnTo>
                    <a:pt x="54" y="92"/>
                  </a:lnTo>
                  <a:lnTo>
                    <a:pt x="96" y="92"/>
                  </a:lnTo>
                  <a:lnTo>
                    <a:pt x="96" y="84"/>
                  </a:lnTo>
                  <a:lnTo>
                    <a:pt x="96" y="84"/>
                  </a:lnTo>
                  <a:close/>
                  <a:moveTo>
                    <a:pt x="162" y="121"/>
                  </a:moveTo>
                  <a:lnTo>
                    <a:pt x="161" y="121"/>
                  </a:lnTo>
                  <a:lnTo>
                    <a:pt x="162" y="122"/>
                  </a:lnTo>
                  <a:lnTo>
                    <a:pt x="162" y="122"/>
                  </a:lnTo>
                  <a:lnTo>
                    <a:pt x="163" y="124"/>
                  </a:lnTo>
                  <a:lnTo>
                    <a:pt x="164" y="126"/>
                  </a:lnTo>
                  <a:lnTo>
                    <a:pt x="166" y="126"/>
                  </a:lnTo>
                  <a:lnTo>
                    <a:pt x="167" y="128"/>
                  </a:lnTo>
                  <a:lnTo>
                    <a:pt x="169" y="128"/>
                  </a:lnTo>
                  <a:lnTo>
                    <a:pt x="170" y="129"/>
                  </a:lnTo>
                  <a:lnTo>
                    <a:pt x="171" y="130"/>
                  </a:lnTo>
                  <a:lnTo>
                    <a:pt x="172" y="132"/>
                  </a:lnTo>
                  <a:lnTo>
                    <a:pt x="173" y="134"/>
                  </a:lnTo>
                  <a:lnTo>
                    <a:pt x="174" y="134"/>
                  </a:lnTo>
                  <a:lnTo>
                    <a:pt x="174" y="134"/>
                  </a:lnTo>
                  <a:lnTo>
                    <a:pt x="175" y="134"/>
                  </a:lnTo>
                  <a:lnTo>
                    <a:pt x="175" y="134"/>
                  </a:lnTo>
                  <a:lnTo>
                    <a:pt x="175" y="121"/>
                  </a:lnTo>
                  <a:lnTo>
                    <a:pt x="162" y="121"/>
                  </a:lnTo>
                  <a:lnTo>
                    <a:pt x="162" y="121"/>
                  </a:lnTo>
                  <a:close/>
                  <a:moveTo>
                    <a:pt x="110" y="25"/>
                  </a:moveTo>
                  <a:lnTo>
                    <a:pt x="110" y="25"/>
                  </a:lnTo>
                  <a:lnTo>
                    <a:pt x="110" y="25"/>
                  </a:lnTo>
                  <a:lnTo>
                    <a:pt x="110" y="24"/>
                  </a:lnTo>
                  <a:lnTo>
                    <a:pt x="110" y="24"/>
                  </a:lnTo>
                  <a:lnTo>
                    <a:pt x="111" y="24"/>
                  </a:lnTo>
                  <a:lnTo>
                    <a:pt x="111" y="24"/>
                  </a:lnTo>
                  <a:lnTo>
                    <a:pt x="112" y="25"/>
                  </a:lnTo>
                  <a:lnTo>
                    <a:pt x="114" y="25"/>
                  </a:lnTo>
                  <a:lnTo>
                    <a:pt x="114" y="26"/>
                  </a:lnTo>
                  <a:lnTo>
                    <a:pt x="115" y="27"/>
                  </a:lnTo>
                  <a:lnTo>
                    <a:pt x="116" y="29"/>
                  </a:lnTo>
                  <a:lnTo>
                    <a:pt x="117" y="31"/>
                  </a:lnTo>
                  <a:lnTo>
                    <a:pt x="117" y="34"/>
                  </a:lnTo>
                  <a:lnTo>
                    <a:pt x="118" y="35"/>
                  </a:lnTo>
                  <a:lnTo>
                    <a:pt x="118" y="36"/>
                  </a:lnTo>
                  <a:lnTo>
                    <a:pt x="119" y="37"/>
                  </a:lnTo>
                  <a:lnTo>
                    <a:pt x="121" y="38"/>
                  </a:lnTo>
                  <a:lnTo>
                    <a:pt x="121" y="4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22" y="44"/>
                  </a:lnTo>
                  <a:lnTo>
                    <a:pt x="121" y="45"/>
                  </a:lnTo>
                  <a:lnTo>
                    <a:pt x="120" y="46"/>
                  </a:lnTo>
                  <a:lnTo>
                    <a:pt x="120" y="47"/>
                  </a:lnTo>
                  <a:lnTo>
                    <a:pt x="120" y="47"/>
                  </a:lnTo>
                  <a:lnTo>
                    <a:pt x="119" y="48"/>
                  </a:lnTo>
                  <a:lnTo>
                    <a:pt x="119" y="48"/>
                  </a:lnTo>
                  <a:lnTo>
                    <a:pt x="118" y="48"/>
                  </a:lnTo>
                  <a:lnTo>
                    <a:pt x="111" y="48"/>
                  </a:lnTo>
                  <a:lnTo>
                    <a:pt x="111" y="48"/>
                  </a:lnTo>
                  <a:lnTo>
                    <a:pt x="110" y="48"/>
                  </a:lnTo>
                  <a:lnTo>
                    <a:pt x="103" y="48"/>
                  </a:lnTo>
                  <a:lnTo>
                    <a:pt x="102" y="48"/>
                  </a:lnTo>
                  <a:lnTo>
                    <a:pt x="102" y="48"/>
                  </a:lnTo>
                  <a:lnTo>
                    <a:pt x="102" y="48"/>
                  </a:lnTo>
                  <a:lnTo>
                    <a:pt x="102" y="47"/>
                  </a:lnTo>
                  <a:lnTo>
                    <a:pt x="102" y="46"/>
                  </a:lnTo>
                  <a:lnTo>
                    <a:pt x="101" y="46"/>
                  </a:lnTo>
                  <a:lnTo>
                    <a:pt x="100" y="44"/>
                  </a:lnTo>
                  <a:lnTo>
                    <a:pt x="99" y="43"/>
                  </a:lnTo>
                  <a:lnTo>
                    <a:pt x="100" y="42"/>
                  </a:lnTo>
                  <a:lnTo>
                    <a:pt x="100" y="40"/>
                  </a:lnTo>
                  <a:lnTo>
                    <a:pt x="101" y="38"/>
                  </a:lnTo>
                  <a:lnTo>
                    <a:pt x="102" y="38"/>
                  </a:lnTo>
                  <a:lnTo>
                    <a:pt x="103" y="37"/>
                  </a:lnTo>
                  <a:lnTo>
                    <a:pt x="104" y="35"/>
                  </a:lnTo>
                  <a:lnTo>
                    <a:pt x="104" y="34"/>
                  </a:lnTo>
                  <a:lnTo>
                    <a:pt x="105" y="31"/>
                  </a:lnTo>
                  <a:lnTo>
                    <a:pt x="106" y="30"/>
                  </a:lnTo>
                  <a:lnTo>
                    <a:pt x="106" y="27"/>
                  </a:lnTo>
                  <a:lnTo>
                    <a:pt x="107" y="26"/>
                  </a:lnTo>
                  <a:lnTo>
                    <a:pt x="108" y="26"/>
                  </a:lnTo>
                  <a:lnTo>
                    <a:pt x="110" y="25"/>
                  </a:lnTo>
                  <a:lnTo>
                    <a:pt x="110" y="25"/>
                  </a:lnTo>
                  <a:lnTo>
                    <a:pt x="110" y="25"/>
                  </a:lnTo>
                  <a:close/>
                  <a:moveTo>
                    <a:pt x="126" y="74"/>
                  </a:moveTo>
                  <a:lnTo>
                    <a:pt x="130" y="74"/>
                  </a:lnTo>
                  <a:lnTo>
                    <a:pt x="131" y="74"/>
                  </a:lnTo>
                  <a:lnTo>
                    <a:pt x="132" y="74"/>
                  </a:lnTo>
                  <a:lnTo>
                    <a:pt x="134" y="74"/>
                  </a:lnTo>
                  <a:lnTo>
                    <a:pt x="134" y="73"/>
                  </a:lnTo>
                  <a:lnTo>
                    <a:pt x="135" y="71"/>
                  </a:lnTo>
                  <a:lnTo>
                    <a:pt x="136" y="69"/>
                  </a:lnTo>
                  <a:lnTo>
                    <a:pt x="138" y="65"/>
                  </a:lnTo>
                  <a:lnTo>
                    <a:pt x="141" y="61"/>
                  </a:lnTo>
                  <a:lnTo>
                    <a:pt x="141" y="59"/>
                  </a:lnTo>
                  <a:lnTo>
                    <a:pt x="140" y="59"/>
                  </a:lnTo>
                  <a:lnTo>
                    <a:pt x="139" y="58"/>
                  </a:lnTo>
                  <a:lnTo>
                    <a:pt x="139" y="58"/>
                  </a:lnTo>
                  <a:lnTo>
                    <a:pt x="138" y="57"/>
                  </a:lnTo>
                  <a:lnTo>
                    <a:pt x="138" y="57"/>
                  </a:lnTo>
                  <a:lnTo>
                    <a:pt x="136" y="56"/>
                  </a:lnTo>
                  <a:lnTo>
                    <a:pt x="136" y="56"/>
                  </a:lnTo>
                  <a:lnTo>
                    <a:pt x="135" y="57"/>
                  </a:lnTo>
                  <a:lnTo>
                    <a:pt x="135" y="57"/>
                  </a:lnTo>
                  <a:lnTo>
                    <a:pt x="135" y="58"/>
                  </a:lnTo>
                  <a:lnTo>
                    <a:pt x="136" y="59"/>
                  </a:lnTo>
                  <a:lnTo>
                    <a:pt x="132" y="62"/>
                  </a:lnTo>
                  <a:lnTo>
                    <a:pt x="128" y="65"/>
                  </a:lnTo>
                  <a:lnTo>
                    <a:pt x="127" y="67"/>
                  </a:lnTo>
                  <a:lnTo>
                    <a:pt x="127" y="70"/>
                  </a:lnTo>
                  <a:lnTo>
                    <a:pt x="126" y="71"/>
                  </a:lnTo>
                  <a:lnTo>
                    <a:pt x="126" y="71"/>
                  </a:lnTo>
                  <a:lnTo>
                    <a:pt x="126" y="71"/>
                  </a:lnTo>
                  <a:lnTo>
                    <a:pt x="126" y="74"/>
                  </a:lnTo>
                  <a:lnTo>
                    <a:pt x="126" y="74"/>
                  </a:lnTo>
                  <a:close/>
                  <a:moveTo>
                    <a:pt x="96" y="94"/>
                  </a:moveTo>
                  <a:lnTo>
                    <a:pt x="54" y="94"/>
                  </a:lnTo>
                  <a:lnTo>
                    <a:pt x="54" y="110"/>
                  </a:lnTo>
                  <a:lnTo>
                    <a:pt x="96" y="110"/>
                  </a:lnTo>
                  <a:lnTo>
                    <a:pt x="96" y="94"/>
                  </a:lnTo>
                  <a:lnTo>
                    <a:pt x="96" y="94"/>
                  </a:lnTo>
                  <a:close/>
                  <a:moveTo>
                    <a:pt x="96" y="113"/>
                  </a:moveTo>
                  <a:lnTo>
                    <a:pt x="54" y="113"/>
                  </a:lnTo>
                  <a:lnTo>
                    <a:pt x="54" y="120"/>
                  </a:lnTo>
                  <a:lnTo>
                    <a:pt x="96" y="120"/>
                  </a:lnTo>
                  <a:lnTo>
                    <a:pt x="96" y="113"/>
                  </a:lnTo>
                  <a:lnTo>
                    <a:pt x="96" y="113"/>
                  </a:lnTo>
                  <a:close/>
                  <a:moveTo>
                    <a:pt x="96" y="134"/>
                  </a:moveTo>
                  <a:lnTo>
                    <a:pt x="94" y="133"/>
                  </a:lnTo>
                  <a:lnTo>
                    <a:pt x="93" y="131"/>
                  </a:lnTo>
                  <a:lnTo>
                    <a:pt x="90" y="130"/>
                  </a:lnTo>
                  <a:lnTo>
                    <a:pt x="87" y="128"/>
                  </a:lnTo>
                  <a:lnTo>
                    <a:pt x="86" y="126"/>
                  </a:lnTo>
                  <a:lnTo>
                    <a:pt x="85" y="126"/>
                  </a:lnTo>
                  <a:lnTo>
                    <a:pt x="84" y="124"/>
                  </a:lnTo>
                  <a:lnTo>
                    <a:pt x="83" y="123"/>
                  </a:lnTo>
                  <a:lnTo>
                    <a:pt x="82" y="122"/>
                  </a:lnTo>
                  <a:lnTo>
                    <a:pt x="82" y="122"/>
                  </a:lnTo>
                  <a:lnTo>
                    <a:pt x="82" y="122"/>
                  </a:lnTo>
                  <a:lnTo>
                    <a:pt x="82" y="122"/>
                  </a:lnTo>
                  <a:lnTo>
                    <a:pt x="96" y="122"/>
                  </a:lnTo>
                  <a:lnTo>
                    <a:pt x="96" y="134"/>
                  </a:lnTo>
                  <a:lnTo>
                    <a:pt x="96" y="134"/>
                  </a:lnTo>
                  <a:close/>
                  <a:moveTo>
                    <a:pt x="55" y="134"/>
                  </a:moveTo>
                  <a:lnTo>
                    <a:pt x="56" y="134"/>
                  </a:lnTo>
                  <a:lnTo>
                    <a:pt x="58" y="131"/>
                  </a:lnTo>
                  <a:lnTo>
                    <a:pt x="61" y="130"/>
                  </a:lnTo>
                  <a:lnTo>
                    <a:pt x="63" y="128"/>
                  </a:lnTo>
                  <a:lnTo>
                    <a:pt x="65" y="126"/>
                  </a:lnTo>
                  <a:lnTo>
                    <a:pt x="66" y="126"/>
                  </a:lnTo>
                  <a:lnTo>
                    <a:pt x="67" y="124"/>
                  </a:lnTo>
                  <a:lnTo>
                    <a:pt x="67" y="123"/>
                  </a:lnTo>
                  <a:lnTo>
                    <a:pt x="68" y="122"/>
                  </a:lnTo>
                  <a:lnTo>
                    <a:pt x="68" y="122"/>
                  </a:lnTo>
                  <a:lnTo>
                    <a:pt x="55" y="122"/>
                  </a:lnTo>
                  <a:lnTo>
                    <a:pt x="55" y="134"/>
                  </a:lnTo>
                  <a:lnTo>
                    <a:pt x="55" y="134"/>
                  </a:lnTo>
                  <a:close/>
                  <a:moveTo>
                    <a:pt x="54" y="79"/>
                  </a:moveTo>
                  <a:lnTo>
                    <a:pt x="57" y="79"/>
                  </a:lnTo>
                  <a:lnTo>
                    <a:pt x="57" y="70"/>
                  </a:lnTo>
                  <a:lnTo>
                    <a:pt x="58" y="69"/>
                  </a:lnTo>
                  <a:lnTo>
                    <a:pt x="59" y="69"/>
                  </a:lnTo>
                  <a:lnTo>
                    <a:pt x="60" y="69"/>
                  </a:lnTo>
                  <a:lnTo>
                    <a:pt x="61" y="69"/>
                  </a:lnTo>
                  <a:lnTo>
                    <a:pt x="62" y="70"/>
                  </a:lnTo>
                  <a:lnTo>
                    <a:pt x="63" y="70"/>
                  </a:lnTo>
                  <a:lnTo>
                    <a:pt x="63" y="71"/>
                  </a:lnTo>
                  <a:lnTo>
                    <a:pt x="63" y="72"/>
                  </a:lnTo>
                  <a:lnTo>
                    <a:pt x="63" y="73"/>
                  </a:lnTo>
                  <a:lnTo>
                    <a:pt x="63" y="73"/>
                  </a:lnTo>
                  <a:lnTo>
                    <a:pt x="65" y="74"/>
                  </a:lnTo>
                  <a:lnTo>
                    <a:pt x="66" y="74"/>
                  </a:lnTo>
                  <a:lnTo>
                    <a:pt x="66" y="75"/>
                  </a:lnTo>
                  <a:lnTo>
                    <a:pt x="66" y="76"/>
                  </a:lnTo>
                  <a:lnTo>
                    <a:pt x="66" y="77"/>
                  </a:lnTo>
                  <a:lnTo>
                    <a:pt x="66" y="78"/>
                  </a:lnTo>
                  <a:lnTo>
                    <a:pt x="66" y="78"/>
                  </a:lnTo>
                  <a:lnTo>
                    <a:pt x="66" y="78"/>
                  </a:lnTo>
                  <a:lnTo>
                    <a:pt x="65" y="79"/>
                  </a:lnTo>
                  <a:lnTo>
                    <a:pt x="63" y="81"/>
                  </a:lnTo>
                  <a:lnTo>
                    <a:pt x="62" y="82"/>
                  </a:lnTo>
                  <a:lnTo>
                    <a:pt x="60" y="82"/>
                  </a:lnTo>
                  <a:lnTo>
                    <a:pt x="59" y="82"/>
                  </a:lnTo>
                  <a:lnTo>
                    <a:pt x="56" y="82"/>
                  </a:lnTo>
                  <a:lnTo>
                    <a:pt x="54" y="82"/>
                  </a:lnTo>
                  <a:lnTo>
                    <a:pt x="54" y="79"/>
                  </a:lnTo>
                  <a:lnTo>
                    <a:pt x="54" y="79"/>
                  </a:lnTo>
                  <a:close/>
                  <a:moveTo>
                    <a:pt x="28" y="83"/>
                  </a:moveTo>
                  <a:lnTo>
                    <a:pt x="24" y="83"/>
                  </a:lnTo>
                  <a:lnTo>
                    <a:pt x="22" y="83"/>
                  </a:lnTo>
                  <a:lnTo>
                    <a:pt x="21" y="82"/>
                  </a:lnTo>
                  <a:lnTo>
                    <a:pt x="21" y="82"/>
                  </a:lnTo>
                  <a:lnTo>
                    <a:pt x="19" y="82"/>
                  </a:lnTo>
                  <a:lnTo>
                    <a:pt x="18" y="79"/>
                  </a:lnTo>
                  <a:lnTo>
                    <a:pt x="18" y="77"/>
                  </a:lnTo>
                  <a:lnTo>
                    <a:pt x="17" y="75"/>
                  </a:lnTo>
                  <a:lnTo>
                    <a:pt x="16" y="74"/>
                  </a:lnTo>
                  <a:lnTo>
                    <a:pt x="15" y="73"/>
                  </a:lnTo>
                  <a:lnTo>
                    <a:pt x="15" y="72"/>
                  </a:lnTo>
                  <a:lnTo>
                    <a:pt x="14" y="71"/>
                  </a:lnTo>
                  <a:lnTo>
                    <a:pt x="14" y="70"/>
                  </a:lnTo>
                  <a:lnTo>
                    <a:pt x="13" y="70"/>
                  </a:lnTo>
                  <a:lnTo>
                    <a:pt x="13" y="68"/>
                  </a:lnTo>
                  <a:lnTo>
                    <a:pt x="13" y="66"/>
                  </a:lnTo>
                  <a:lnTo>
                    <a:pt x="14" y="65"/>
                  </a:lnTo>
                  <a:lnTo>
                    <a:pt x="14" y="65"/>
                  </a:lnTo>
                  <a:lnTo>
                    <a:pt x="15" y="65"/>
                  </a:lnTo>
                  <a:lnTo>
                    <a:pt x="15" y="64"/>
                  </a:lnTo>
                  <a:lnTo>
                    <a:pt x="16" y="64"/>
                  </a:lnTo>
                  <a:lnTo>
                    <a:pt x="17" y="65"/>
                  </a:lnTo>
                  <a:lnTo>
                    <a:pt x="17" y="65"/>
                  </a:lnTo>
                  <a:lnTo>
                    <a:pt x="17" y="66"/>
                  </a:lnTo>
                  <a:lnTo>
                    <a:pt x="17" y="67"/>
                  </a:lnTo>
                  <a:lnTo>
                    <a:pt x="19" y="68"/>
                  </a:lnTo>
                  <a:lnTo>
                    <a:pt x="22" y="70"/>
                  </a:lnTo>
                  <a:lnTo>
                    <a:pt x="22" y="70"/>
                  </a:lnTo>
                  <a:lnTo>
                    <a:pt x="24" y="71"/>
                  </a:lnTo>
                  <a:lnTo>
                    <a:pt x="25" y="72"/>
                  </a:lnTo>
                  <a:lnTo>
                    <a:pt x="26" y="74"/>
                  </a:lnTo>
                  <a:lnTo>
                    <a:pt x="26" y="76"/>
                  </a:lnTo>
                  <a:lnTo>
                    <a:pt x="26" y="78"/>
                  </a:lnTo>
                  <a:lnTo>
                    <a:pt x="26" y="79"/>
                  </a:lnTo>
                  <a:lnTo>
                    <a:pt x="26" y="79"/>
                  </a:lnTo>
                  <a:lnTo>
                    <a:pt x="28" y="79"/>
                  </a:lnTo>
                  <a:lnTo>
                    <a:pt x="28" y="83"/>
                  </a:lnTo>
                  <a:lnTo>
                    <a:pt x="28" y="83"/>
                  </a:lnTo>
                  <a:close/>
                  <a:moveTo>
                    <a:pt x="27" y="113"/>
                  </a:moveTo>
                  <a:lnTo>
                    <a:pt x="22" y="113"/>
                  </a:lnTo>
                  <a:lnTo>
                    <a:pt x="22" y="120"/>
                  </a:lnTo>
                  <a:lnTo>
                    <a:pt x="27" y="120"/>
                  </a:lnTo>
                  <a:lnTo>
                    <a:pt x="27" y="113"/>
                  </a:lnTo>
                  <a:lnTo>
                    <a:pt x="27" y="113"/>
                  </a:lnTo>
                  <a:close/>
                  <a:moveTo>
                    <a:pt x="28" y="84"/>
                  </a:moveTo>
                  <a:lnTo>
                    <a:pt x="22" y="84"/>
                  </a:lnTo>
                  <a:lnTo>
                    <a:pt x="22" y="92"/>
                  </a:lnTo>
                  <a:lnTo>
                    <a:pt x="28" y="92"/>
                  </a:lnTo>
                  <a:lnTo>
                    <a:pt x="28" y="84"/>
                  </a:lnTo>
                  <a:lnTo>
                    <a:pt x="28" y="84"/>
                  </a:lnTo>
                  <a:close/>
                  <a:moveTo>
                    <a:pt x="26" y="166"/>
                  </a:moveTo>
                  <a:lnTo>
                    <a:pt x="26" y="166"/>
                  </a:lnTo>
                  <a:lnTo>
                    <a:pt x="24" y="167"/>
                  </a:lnTo>
                  <a:lnTo>
                    <a:pt x="22" y="169"/>
                  </a:lnTo>
                  <a:lnTo>
                    <a:pt x="22" y="170"/>
                  </a:lnTo>
                  <a:lnTo>
                    <a:pt x="21" y="171"/>
                  </a:lnTo>
                  <a:lnTo>
                    <a:pt x="20" y="172"/>
                  </a:lnTo>
                  <a:lnTo>
                    <a:pt x="19" y="176"/>
                  </a:lnTo>
                  <a:lnTo>
                    <a:pt x="19" y="178"/>
                  </a:lnTo>
                  <a:lnTo>
                    <a:pt x="17" y="179"/>
                  </a:lnTo>
                  <a:lnTo>
                    <a:pt x="15" y="180"/>
                  </a:lnTo>
                  <a:lnTo>
                    <a:pt x="14" y="182"/>
                  </a:lnTo>
                  <a:lnTo>
                    <a:pt x="12" y="183"/>
                  </a:lnTo>
                  <a:lnTo>
                    <a:pt x="11" y="186"/>
                  </a:lnTo>
                  <a:lnTo>
                    <a:pt x="10" y="188"/>
                  </a:lnTo>
                  <a:lnTo>
                    <a:pt x="10" y="190"/>
                  </a:lnTo>
                  <a:lnTo>
                    <a:pt x="10" y="193"/>
                  </a:lnTo>
                  <a:lnTo>
                    <a:pt x="10" y="198"/>
                  </a:lnTo>
                  <a:lnTo>
                    <a:pt x="11" y="200"/>
                  </a:lnTo>
                  <a:lnTo>
                    <a:pt x="10" y="202"/>
                  </a:lnTo>
                  <a:lnTo>
                    <a:pt x="8" y="203"/>
                  </a:lnTo>
                  <a:lnTo>
                    <a:pt x="6" y="206"/>
                  </a:lnTo>
                  <a:lnTo>
                    <a:pt x="5" y="209"/>
                  </a:lnTo>
                  <a:lnTo>
                    <a:pt x="4" y="210"/>
                  </a:lnTo>
                  <a:lnTo>
                    <a:pt x="4" y="212"/>
                  </a:lnTo>
                  <a:lnTo>
                    <a:pt x="4" y="214"/>
                  </a:lnTo>
                  <a:lnTo>
                    <a:pt x="4" y="217"/>
                  </a:lnTo>
                  <a:lnTo>
                    <a:pt x="4" y="219"/>
                  </a:lnTo>
                  <a:lnTo>
                    <a:pt x="5" y="221"/>
                  </a:lnTo>
                  <a:lnTo>
                    <a:pt x="6" y="222"/>
                  </a:lnTo>
                  <a:lnTo>
                    <a:pt x="6" y="222"/>
                  </a:lnTo>
                  <a:lnTo>
                    <a:pt x="26" y="222"/>
                  </a:lnTo>
                  <a:lnTo>
                    <a:pt x="26" y="166"/>
                  </a:lnTo>
                  <a:lnTo>
                    <a:pt x="26" y="166"/>
                  </a:lnTo>
                  <a:close/>
                  <a:moveTo>
                    <a:pt x="27" y="226"/>
                  </a:moveTo>
                  <a:lnTo>
                    <a:pt x="0" y="226"/>
                  </a:lnTo>
                  <a:lnTo>
                    <a:pt x="0" y="234"/>
                  </a:lnTo>
                  <a:lnTo>
                    <a:pt x="27" y="234"/>
                  </a:lnTo>
                  <a:lnTo>
                    <a:pt x="27" y="226"/>
                  </a:lnTo>
                  <a:lnTo>
                    <a:pt x="27" y="226"/>
                  </a:lnTo>
                  <a:close/>
                  <a:moveTo>
                    <a:pt x="277" y="118"/>
                  </a:moveTo>
                  <a:lnTo>
                    <a:pt x="277" y="118"/>
                  </a:lnTo>
                  <a:lnTo>
                    <a:pt x="279" y="121"/>
                  </a:lnTo>
                  <a:lnTo>
                    <a:pt x="280" y="122"/>
                  </a:lnTo>
                  <a:lnTo>
                    <a:pt x="281" y="124"/>
                  </a:lnTo>
                  <a:lnTo>
                    <a:pt x="283" y="125"/>
                  </a:lnTo>
                  <a:lnTo>
                    <a:pt x="284" y="126"/>
                  </a:lnTo>
                  <a:lnTo>
                    <a:pt x="287" y="126"/>
                  </a:lnTo>
                  <a:lnTo>
                    <a:pt x="287" y="126"/>
                  </a:lnTo>
                  <a:lnTo>
                    <a:pt x="288" y="127"/>
                  </a:lnTo>
                  <a:lnTo>
                    <a:pt x="288" y="128"/>
                  </a:lnTo>
                  <a:lnTo>
                    <a:pt x="288" y="129"/>
                  </a:lnTo>
                  <a:lnTo>
                    <a:pt x="288" y="130"/>
                  </a:lnTo>
                  <a:lnTo>
                    <a:pt x="289" y="131"/>
                  </a:lnTo>
                  <a:lnTo>
                    <a:pt x="290" y="132"/>
                  </a:lnTo>
                  <a:lnTo>
                    <a:pt x="292" y="133"/>
                  </a:lnTo>
                  <a:lnTo>
                    <a:pt x="293" y="133"/>
                  </a:lnTo>
                  <a:lnTo>
                    <a:pt x="293" y="118"/>
                  </a:lnTo>
                  <a:lnTo>
                    <a:pt x="277" y="118"/>
                  </a:lnTo>
                  <a:lnTo>
                    <a:pt x="277" y="118"/>
                  </a:lnTo>
                  <a:close/>
                  <a:moveTo>
                    <a:pt x="294" y="62"/>
                  </a:moveTo>
                  <a:lnTo>
                    <a:pt x="292" y="62"/>
                  </a:lnTo>
                  <a:lnTo>
                    <a:pt x="289" y="62"/>
                  </a:lnTo>
                  <a:lnTo>
                    <a:pt x="285" y="62"/>
                  </a:lnTo>
                  <a:lnTo>
                    <a:pt x="282" y="61"/>
                  </a:lnTo>
                  <a:lnTo>
                    <a:pt x="280" y="59"/>
                  </a:lnTo>
                  <a:lnTo>
                    <a:pt x="279" y="58"/>
                  </a:lnTo>
                  <a:lnTo>
                    <a:pt x="279" y="58"/>
                  </a:lnTo>
                  <a:lnTo>
                    <a:pt x="278" y="56"/>
                  </a:lnTo>
                  <a:lnTo>
                    <a:pt x="277" y="54"/>
                  </a:lnTo>
                  <a:lnTo>
                    <a:pt x="277" y="54"/>
                  </a:lnTo>
                  <a:lnTo>
                    <a:pt x="277" y="53"/>
                  </a:lnTo>
                  <a:lnTo>
                    <a:pt x="277" y="52"/>
                  </a:lnTo>
                  <a:lnTo>
                    <a:pt x="279" y="49"/>
                  </a:lnTo>
                  <a:lnTo>
                    <a:pt x="281" y="46"/>
                  </a:lnTo>
                  <a:lnTo>
                    <a:pt x="283" y="45"/>
                  </a:lnTo>
                  <a:lnTo>
                    <a:pt x="284" y="45"/>
                  </a:lnTo>
                  <a:lnTo>
                    <a:pt x="286" y="45"/>
                  </a:lnTo>
                  <a:lnTo>
                    <a:pt x="287" y="46"/>
                  </a:lnTo>
                  <a:lnTo>
                    <a:pt x="290" y="49"/>
                  </a:lnTo>
                  <a:lnTo>
                    <a:pt x="292" y="52"/>
                  </a:lnTo>
                  <a:lnTo>
                    <a:pt x="294" y="53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62"/>
                  </a:lnTo>
                  <a:lnTo>
                    <a:pt x="294" y="62"/>
                  </a:lnTo>
                  <a:close/>
                  <a:moveTo>
                    <a:pt x="298" y="53"/>
                  </a:moveTo>
                  <a:lnTo>
                    <a:pt x="322" y="53"/>
                  </a:lnTo>
                  <a:lnTo>
                    <a:pt x="322" y="233"/>
                  </a:lnTo>
                  <a:lnTo>
                    <a:pt x="298" y="233"/>
                  </a:lnTo>
                  <a:lnTo>
                    <a:pt x="298" y="53"/>
                  </a:lnTo>
                  <a:lnTo>
                    <a:pt x="298" y="53"/>
                  </a:lnTo>
                  <a:close/>
                  <a:moveTo>
                    <a:pt x="295" y="30"/>
                  </a:moveTo>
                  <a:lnTo>
                    <a:pt x="295" y="30"/>
                  </a:lnTo>
                  <a:lnTo>
                    <a:pt x="294" y="30"/>
                  </a:lnTo>
                  <a:lnTo>
                    <a:pt x="294" y="30"/>
                  </a:lnTo>
                  <a:lnTo>
                    <a:pt x="294" y="30"/>
                  </a:lnTo>
                  <a:lnTo>
                    <a:pt x="294" y="48"/>
                  </a:lnTo>
                  <a:lnTo>
                    <a:pt x="294" y="49"/>
                  </a:lnTo>
                  <a:lnTo>
                    <a:pt x="294" y="50"/>
                  </a:lnTo>
                  <a:lnTo>
                    <a:pt x="295" y="50"/>
                  </a:lnTo>
                  <a:lnTo>
                    <a:pt x="295" y="50"/>
                  </a:lnTo>
                  <a:lnTo>
                    <a:pt x="325" y="50"/>
                  </a:lnTo>
                  <a:lnTo>
                    <a:pt x="325" y="50"/>
                  </a:lnTo>
                  <a:lnTo>
                    <a:pt x="326" y="50"/>
                  </a:lnTo>
                  <a:lnTo>
                    <a:pt x="326" y="49"/>
                  </a:lnTo>
                  <a:lnTo>
                    <a:pt x="326" y="48"/>
                  </a:lnTo>
                  <a:lnTo>
                    <a:pt x="326" y="30"/>
                  </a:lnTo>
                  <a:lnTo>
                    <a:pt x="326" y="30"/>
                  </a:lnTo>
                  <a:lnTo>
                    <a:pt x="326" y="30"/>
                  </a:lnTo>
                  <a:lnTo>
                    <a:pt x="325" y="30"/>
                  </a:lnTo>
                  <a:lnTo>
                    <a:pt x="325" y="30"/>
                  </a:lnTo>
                  <a:lnTo>
                    <a:pt x="295" y="30"/>
                  </a:lnTo>
                  <a:lnTo>
                    <a:pt x="295" y="30"/>
                  </a:lnTo>
                  <a:close/>
                  <a:moveTo>
                    <a:pt x="311" y="0"/>
                  </a:moveTo>
                  <a:lnTo>
                    <a:pt x="310" y="0"/>
                  </a:lnTo>
                  <a:lnTo>
                    <a:pt x="310" y="0"/>
                  </a:lnTo>
                  <a:lnTo>
                    <a:pt x="310" y="0"/>
                  </a:lnTo>
                  <a:lnTo>
                    <a:pt x="309" y="0"/>
                  </a:lnTo>
                  <a:lnTo>
                    <a:pt x="308" y="1"/>
                  </a:lnTo>
                  <a:lnTo>
                    <a:pt x="307" y="1"/>
                  </a:lnTo>
                  <a:lnTo>
                    <a:pt x="306" y="2"/>
                  </a:lnTo>
                  <a:lnTo>
                    <a:pt x="305" y="3"/>
                  </a:lnTo>
                  <a:lnTo>
                    <a:pt x="303" y="5"/>
                  </a:lnTo>
                  <a:lnTo>
                    <a:pt x="303" y="7"/>
                  </a:lnTo>
                  <a:lnTo>
                    <a:pt x="302" y="11"/>
                  </a:lnTo>
                  <a:lnTo>
                    <a:pt x="302" y="13"/>
                  </a:lnTo>
                  <a:lnTo>
                    <a:pt x="300" y="14"/>
                  </a:lnTo>
                  <a:lnTo>
                    <a:pt x="299" y="14"/>
                  </a:lnTo>
                  <a:lnTo>
                    <a:pt x="299" y="16"/>
                  </a:lnTo>
                  <a:lnTo>
                    <a:pt x="298" y="17"/>
                  </a:lnTo>
                  <a:lnTo>
                    <a:pt x="297" y="18"/>
                  </a:lnTo>
                  <a:lnTo>
                    <a:pt x="297" y="20"/>
                  </a:lnTo>
                  <a:lnTo>
                    <a:pt x="298" y="22"/>
                  </a:lnTo>
                  <a:lnTo>
                    <a:pt x="299" y="22"/>
                  </a:lnTo>
                  <a:lnTo>
                    <a:pt x="299" y="25"/>
                  </a:lnTo>
                  <a:lnTo>
                    <a:pt x="299" y="26"/>
                  </a:lnTo>
                  <a:lnTo>
                    <a:pt x="299" y="26"/>
                  </a:lnTo>
                  <a:lnTo>
                    <a:pt x="299" y="26"/>
                  </a:lnTo>
                  <a:lnTo>
                    <a:pt x="299" y="27"/>
                  </a:lnTo>
                  <a:lnTo>
                    <a:pt x="300" y="27"/>
                  </a:lnTo>
                  <a:lnTo>
                    <a:pt x="310" y="27"/>
                  </a:lnTo>
                  <a:lnTo>
                    <a:pt x="319" y="27"/>
                  </a:lnTo>
                  <a:lnTo>
                    <a:pt x="320" y="27"/>
                  </a:lnTo>
                  <a:lnTo>
                    <a:pt x="320" y="26"/>
                  </a:lnTo>
                  <a:lnTo>
                    <a:pt x="321" y="26"/>
                  </a:lnTo>
                  <a:lnTo>
                    <a:pt x="321" y="26"/>
                  </a:lnTo>
                  <a:lnTo>
                    <a:pt x="321" y="25"/>
                  </a:lnTo>
                  <a:lnTo>
                    <a:pt x="321" y="22"/>
                  </a:lnTo>
                  <a:lnTo>
                    <a:pt x="322" y="22"/>
                  </a:lnTo>
                  <a:lnTo>
                    <a:pt x="323" y="20"/>
                  </a:lnTo>
                  <a:lnTo>
                    <a:pt x="323" y="18"/>
                  </a:lnTo>
                  <a:lnTo>
                    <a:pt x="322" y="17"/>
                  </a:lnTo>
                  <a:lnTo>
                    <a:pt x="321" y="16"/>
                  </a:lnTo>
                  <a:lnTo>
                    <a:pt x="320" y="14"/>
                  </a:lnTo>
                  <a:lnTo>
                    <a:pt x="319" y="14"/>
                  </a:lnTo>
                  <a:lnTo>
                    <a:pt x="318" y="13"/>
                  </a:lnTo>
                  <a:lnTo>
                    <a:pt x="318" y="11"/>
                  </a:lnTo>
                  <a:lnTo>
                    <a:pt x="317" y="7"/>
                  </a:lnTo>
                  <a:lnTo>
                    <a:pt x="316" y="5"/>
                  </a:lnTo>
                  <a:lnTo>
                    <a:pt x="315" y="3"/>
                  </a:lnTo>
                  <a:lnTo>
                    <a:pt x="314" y="2"/>
                  </a:lnTo>
                  <a:lnTo>
                    <a:pt x="313" y="1"/>
                  </a:lnTo>
                  <a:lnTo>
                    <a:pt x="312" y="1"/>
                  </a:lnTo>
                  <a:lnTo>
                    <a:pt x="311" y="0"/>
                  </a:lnTo>
                  <a:lnTo>
                    <a:pt x="311" y="0"/>
                  </a:lnTo>
                  <a:close/>
                  <a:moveTo>
                    <a:pt x="327" y="52"/>
                  </a:moveTo>
                  <a:lnTo>
                    <a:pt x="327" y="62"/>
                  </a:lnTo>
                  <a:lnTo>
                    <a:pt x="333" y="62"/>
                  </a:lnTo>
                  <a:lnTo>
                    <a:pt x="335" y="62"/>
                  </a:lnTo>
                  <a:lnTo>
                    <a:pt x="336" y="61"/>
                  </a:lnTo>
                  <a:lnTo>
                    <a:pt x="337" y="59"/>
                  </a:lnTo>
                  <a:lnTo>
                    <a:pt x="338" y="58"/>
                  </a:lnTo>
                  <a:lnTo>
                    <a:pt x="339" y="55"/>
                  </a:lnTo>
                  <a:lnTo>
                    <a:pt x="339" y="54"/>
                  </a:lnTo>
                  <a:lnTo>
                    <a:pt x="340" y="53"/>
                  </a:lnTo>
                  <a:lnTo>
                    <a:pt x="342" y="51"/>
                  </a:lnTo>
                  <a:lnTo>
                    <a:pt x="343" y="50"/>
                  </a:lnTo>
                  <a:lnTo>
                    <a:pt x="345" y="47"/>
                  </a:lnTo>
                  <a:lnTo>
                    <a:pt x="345" y="46"/>
                  </a:lnTo>
                  <a:lnTo>
                    <a:pt x="345" y="46"/>
                  </a:lnTo>
                  <a:lnTo>
                    <a:pt x="345" y="45"/>
                  </a:lnTo>
                  <a:lnTo>
                    <a:pt x="344" y="44"/>
                  </a:lnTo>
                  <a:lnTo>
                    <a:pt x="343" y="42"/>
                  </a:lnTo>
                  <a:lnTo>
                    <a:pt x="342" y="42"/>
                  </a:lnTo>
                  <a:lnTo>
                    <a:pt x="341" y="42"/>
                  </a:lnTo>
                  <a:lnTo>
                    <a:pt x="340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3"/>
                  </a:lnTo>
                  <a:lnTo>
                    <a:pt x="340" y="44"/>
                  </a:lnTo>
                  <a:lnTo>
                    <a:pt x="339" y="45"/>
                  </a:lnTo>
                  <a:lnTo>
                    <a:pt x="339" y="46"/>
                  </a:lnTo>
                  <a:lnTo>
                    <a:pt x="338" y="46"/>
                  </a:lnTo>
                  <a:lnTo>
                    <a:pt x="337" y="46"/>
                  </a:lnTo>
                  <a:lnTo>
                    <a:pt x="335" y="47"/>
                  </a:lnTo>
                  <a:lnTo>
                    <a:pt x="332" y="48"/>
                  </a:lnTo>
                  <a:lnTo>
                    <a:pt x="331" y="50"/>
                  </a:lnTo>
                  <a:lnTo>
                    <a:pt x="330" y="51"/>
                  </a:lnTo>
                  <a:lnTo>
                    <a:pt x="328" y="52"/>
                  </a:lnTo>
                  <a:lnTo>
                    <a:pt x="327" y="52"/>
                  </a:lnTo>
                  <a:lnTo>
                    <a:pt x="327" y="52"/>
                  </a:lnTo>
                  <a:close/>
                  <a:moveTo>
                    <a:pt x="326" y="65"/>
                  </a:moveTo>
                  <a:lnTo>
                    <a:pt x="333" y="65"/>
                  </a:lnTo>
                  <a:lnTo>
                    <a:pt x="333" y="74"/>
                  </a:lnTo>
                  <a:lnTo>
                    <a:pt x="326" y="74"/>
                  </a:lnTo>
                  <a:lnTo>
                    <a:pt x="326" y="65"/>
                  </a:lnTo>
                  <a:lnTo>
                    <a:pt x="326" y="65"/>
                  </a:lnTo>
                  <a:close/>
                  <a:moveTo>
                    <a:pt x="326" y="76"/>
                  </a:moveTo>
                  <a:lnTo>
                    <a:pt x="375" y="76"/>
                  </a:lnTo>
                  <a:lnTo>
                    <a:pt x="375" y="83"/>
                  </a:lnTo>
                  <a:lnTo>
                    <a:pt x="326" y="83"/>
                  </a:lnTo>
                  <a:lnTo>
                    <a:pt x="326" y="76"/>
                  </a:lnTo>
                  <a:lnTo>
                    <a:pt x="326" y="76"/>
                  </a:lnTo>
                  <a:close/>
                  <a:moveTo>
                    <a:pt x="326" y="86"/>
                  </a:moveTo>
                  <a:lnTo>
                    <a:pt x="375" y="86"/>
                  </a:lnTo>
                  <a:lnTo>
                    <a:pt x="375" y="107"/>
                  </a:lnTo>
                  <a:lnTo>
                    <a:pt x="326" y="107"/>
                  </a:lnTo>
                  <a:lnTo>
                    <a:pt x="326" y="86"/>
                  </a:lnTo>
                  <a:lnTo>
                    <a:pt x="326" y="86"/>
                  </a:lnTo>
                  <a:close/>
                  <a:moveTo>
                    <a:pt x="326" y="110"/>
                  </a:moveTo>
                  <a:lnTo>
                    <a:pt x="375" y="110"/>
                  </a:lnTo>
                  <a:lnTo>
                    <a:pt x="375" y="117"/>
                  </a:lnTo>
                  <a:lnTo>
                    <a:pt x="326" y="117"/>
                  </a:lnTo>
                  <a:lnTo>
                    <a:pt x="326" y="110"/>
                  </a:lnTo>
                  <a:lnTo>
                    <a:pt x="326" y="110"/>
                  </a:lnTo>
                  <a:close/>
                  <a:moveTo>
                    <a:pt x="361" y="121"/>
                  </a:moveTo>
                  <a:lnTo>
                    <a:pt x="361" y="121"/>
                  </a:lnTo>
                  <a:lnTo>
                    <a:pt x="361" y="122"/>
                  </a:lnTo>
                  <a:lnTo>
                    <a:pt x="362" y="122"/>
                  </a:lnTo>
                  <a:lnTo>
                    <a:pt x="363" y="124"/>
                  </a:lnTo>
                  <a:lnTo>
                    <a:pt x="364" y="126"/>
                  </a:lnTo>
                  <a:lnTo>
                    <a:pt x="366" y="126"/>
                  </a:lnTo>
                  <a:lnTo>
                    <a:pt x="367" y="128"/>
                  </a:lnTo>
                  <a:lnTo>
                    <a:pt x="369" y="128"/>
                  </a:lnTo>
                  <a:lnTo>
                    <a:pt x="371" y="129"/>
                  </a:lnTo>
                  <a:lnTo>
                    <a:pt x="371" y="130"/>
                  </a:lnTo>
                  <a:lnTo>
                    <a:pt x="372" y="132"/>
                  </a:lnTo>
                  <a:lnTo>
                    <a:pt x="373" y="134"/>
                  </a:lnTo>
                  <a:lnTo>
                    <a:pt x="374" y="134"/>
                  </a:lnTo>
                  <a:lnTo>
                    <a:pt x="375" y="134"/>
                  </a:lnTo>
                  <a:lnTo>
                    <a:pt x="375" y="134"/>
                  </a:lnTo>
                  <a:lnTo>
                    <a:pt x="375" y="134"/>
                  </a:lnTo>
                  <a:lnTo>
                    <a:pt x="375" y="121"/>
                  </a:lnTo>
                  <a:lnTo>
                    <a:pt x="361" y="121"/>
                  </a:lnTo>
                  <a:lnTo>
                    <a:pt x="361" y="121"/>
                  </a:lnTo>
                  <a:close/>
                  <a:moveTo>
                    <a:pt x="379" y="73"/>
                  </a:moveTo>
                  <a:lnTo>
                    <a:pt x="401" y="73"/>
                  </a:lnTo>
                  <a:lnTo>
                    <a:pt x="401" y="233"/>
                  </a:lnTo>
                  <a:lnTo>
                    <a:pt x="379" y="233"/>
                  </a:lnTo>
                  <a:lnTo>
                    <a:pt x="379" y="73"/>
                  </a:lnTo>
                  <a:lnTo>
                    <a:pt x="379" y="73"/>
                  </a:lnTo>
                  <a:close/>
                  <a:moveTo>
                    <a:pt x="377" y="50"/>
                  </a:moveTo>
                  <a:lnTo>
                    <a:pt x="404" y="50"/>
                  </a:lnTo>
                  <a:lnTo>
                    <a:pt x="404" y="50"/>
                  </a:lnTo>
                  <a:lnTo>
                    <a:pt x="404" y="50"/>
                  </a:lnTo>
                  <a:lnTo>
                    <a:pt x="405" y="51"/>
                  </a:lnTo>
                  <a:lnTo>
                    <a:pt x="405" y="51"/>
                  </a:lnTo>
                  <a:lnTo>
                    <a:pt x="405" y="67"/>
                  </a:lnTo>
                  <a:lnTo>
                    <a:pt x="405" y="68"/>
                  </a:lnTo>
                  <a:lnTo>
                    <a:pt x="404" y="68"/>
                  </a:lnTo>
                  <a:lnTo>
                    <a:pt x="404" y="68"/>
                  </a:lnTo>
                  <a:lnTo>
                    <a:pt x="404" y="69"/>
                  </a:lnTo>
                  <a:lnTo>
                    <a:pt x="377" y="69"/>
                  </a:lnTo>
                  <a:lnTo>
                    <a:pt x="377" y="68"/>
                  </a:lnTo>
                  <a:lnTo>
                    <a:pt x="376" y="68"/>
                  </a:lnTo>
                  <a:lnTo>
                    <a:pt x="376" y="68"/>
                  </a:lnTo>
                  <a:lnTo>
                    <a:pt x="376" y="67"/>
                  </a:lnTo>
                  <a:lnTo>
                    <a:pt x="376" y="51"/>
                  </a:lnTo>
                  <a:lnTo>
                    <a:pt x="376" y="51"/>
                  </a:lnTo>
                  <a:lnTo>
                    <a:pt x="376" y="50"/>
                  </a:lnTo>
                  <a:lnTo>
                    <a:pt x="377" y="50"/>
                  </a:lnTo>
                  <a:lnTo>
                    <a:pt x="377" y="50"/>
                  </a:lnTo>
                  <a:lnTo>
                    <a:pt x="377" y="50"/>
                  </a:lnTo>
                  <a:close/>
                  <a:moveTo>
                    <a:pt x="449" y="79"/>
                  </a:moveTo>
                  <a:lnTo>
                    <a:pt x="471" y="79"/>
                  </a:lnTo>
                  <a:lnTo>
                    <a:pt x="471" y="232"/>
                  </a:lnTo>
                  <a:lnTo>
                    <a:pt x="450" y="232"/>
                  </a:lnTo>
                  <a:lnTo>
                    <a:pt x="450" y="88"/>
                  </a:lnTo>
                  <a:lnTo>
                    <a:pt x="449" y="88"/>
                  </a:lnTo>
                  <a:lnTo>
                    <a:pt x="449" y="79"/>
                  </a:lnTo>
                  <a:lnTo>
                    <a:pt x="449" y="79"/>
                  </a:lnTo>
                  <a:close/>
                  <a:moveTo>
                    <a:pt x="447" y="63"/>
                  </a:moveTo>
                  <a:lnTo>
                    <a:pt x="471" y="63"/>
                  </a:lnTo>
                  <a:lnTo>
                    <a:pt x="472" y="63"/>
                  </a:lnTo>
                  <a:lnTo>
                    <a:pt x="473" y="64"/>
                  </a:lnTo>
                  <a:lnTo>
                    <a:pt x="473" y="76"/>
                  </a:lnTo>
                  <a:lnTo>
                    <a:pt x="472" y="77"/>
                  </a:lnTo>
                  <a:lnTo>
                    <a:pt x="471" y="78"/>
                  </a:lnTo>
                  <a:lnTo>
                    <a:pt x="447" y="78"/>
                  </a:lnTo>
                  <a:lnTo>
                    <a:pt x="447" y="77"/>
                  </a:lnTo>
                  <a:lnTo>
                    <a:pt x="447" y="76"/>
                  </a:lnTo>
                  <a:lnTo>
                    <a:pt x="447" y="64"/>
                  </a:lnTo>
                  <a:lnTo>
                    <a:pt x="447" y="63"/>
                  </a:lnTo>
                  <a:lnTo>
                    <a:pt x="447" y="63"/>
                  </a:lnTo>
                  <a:lnTo>
                    <a:pt x="447" y="63"/>
                  </a:lnTo>
                  <a:close/>
                  <a:moveTo>
                    <a:pt x="459" y="39"/>
                  </a:moveTo>
                  <a:lnTo>
                    <a:pt x="459" y="39"/>
                  </a:lnTo>
                  <a:lnTo>
                    <a:pt x="458" y="39"/>
                  </a:lnTo>
                  <a:lnTo>
                    <a:pt x="456" y="40"/>
                  </a:lnTo>
                  <a:lnTo>
                    <a:pt x="455" y="42"/>
                  </a:lnTo>
                  <a:lnTo>
                    <a:pt x="455" y="42"/>
                  </a:lnTo>
                  <a:lnTo>
                    <a:pt x="454" y="45"/>
                  </a:lnTo>
                  <a:lnTo>
                    <a:pt x="453" y="47"/>
                  </a:lnTo>
                  <a:lnTo>
                    <a:pt x="453" y="49"/>
                  </a:lnTo>
                  <a:lnTo>
                    <a:pt x="451" y="50"/>
                  </a:lnTo>
                  <a:lnTo>
                    <a:pt x="451" y="50"/>
                  </a:lnTo>
                  <a:lnTo>
                    <a:pt x="451" y="51"/>
                  </a:lnTo>
                  <a:lnTo>
                    <a:pt x="450" y="52"/>
                  </a:lnTo>
                  <a:lnTo>
                    <a:pt x="450" y="53"/>
                  </a:lnTo>
                  <a:lnTo>
                    <a:pt x="450" y="54"/>
                  </a:lnTo>
                  <a:lnTo>
                    <a:pt x="450" y="55"/>
                  </a:lnTo>
                  <a:lnTo>
                    <a:pt x="451" y="56"/>
                  </a:lnTo>
                  <a:lnTo>
                    <a:pt x="451" y="57"/>
                  </a:lnTo>
                  <a:lnTo>
                    <a:pt x="451" y="58"/>
                  </a:lnTo>
                  <a:lnTo>
                    <a:pt x="452" y="58"/>
                  </a:lnTo>
                  <a:lnTo>
                    <a:pt x="451" y="58"/>
                  </a:lnTo>
                  <a:lnTo>
                    <a:pt x="451" y="59"/>
                  </a:lnTo>
                  <a:lnTo>
                    <a:pt x="451" y="59"/>
                  </a:lnTo>
                  <a:lnTo>
                    <a:pt x="451" y="61"/>
                  </a:lnTo>
                  <a:lnTo>
                    <a:pt x="451" y="61"/>
                  </a:lnTo>
                  <a:lnTo>
                    <a:pt x="459" y="61"/>
                  </a:lnTo>
                  <a:lnTo>
                    <a:pt x="459" y="61"/>
                  </a:lnTo>
                  <a:lnTo>
                    <a:pt x="459" y="61"/>
                  </a:lnTo>
                  <a:lnTo>
                    <a:pt x="467" y="61"/>
                  </a:lnTo>
                  <a:lnTo>
                    <a:pt x="467" y="61"/>
                  </a:lnTo>
                  <a:lnTo>
                    <a:pt x="467" y="59"/>
                  </a:lnTo>
                  <a:lnTo>
                    <a:pt x="467" y="59"/>
                  </a:lnTo>
                  <a:lnTo>
                    <a:pt x="467" y="58"/>
                  </a:lnTo>
                  <a:lnTo>
                    <a:pt x="467" y="58"/>
                  </a:lnTo>
                  <a:lnTo>
                    <a:pt x="467" y="58"/>
                  </a:lnTo>
                  <a:lnTo>
                    <a:pt x="467" y="57"/>
                  </a:lnTo>
                  <a:lnTo>
                    <a:pt x="467" y="56"/>
                  </a:lnTo>
                  <a:lnTo>
                    <a:pt x="469" y="55"/>
                  </a:lnTo>
                  <a:lnTo>
                    <a:pt x="469" y="54"/>
                  </a:lnTo>
                  <a:lnTo>
                    <a:pt x="469" y="53"/>
                  </a:lnTo>
                  <a:lnTo>
                    <a:pt x="469" y="52"/>
                  </a:lnTo>
                  <a:lnTo>
                    <a:pt x="468" y="51"/>
                  </a:lnTo>
                  <a:lnTo>
                    <a:pt x="467" y="50"/>
                  </a:lnTo>
                  <a:lnTo>
                    <a:pt x="467" y="50"/>
                  </a:lnTo>
                  <a:lnTo>
                    <a:pt x="466" y="49"/>
                  </a:lnTo>
                  <a:lnTo>
                    <a:pt x="466" y="47"/>
                  </a:lnTo>
                  <a:lnTo>
                    <a:pt x="465" y="45"/>
                  </a:lnTo>
                  <a:lnTo>
                    <a:pt x="464" y="42"/>
                  </a:lnTo>
                  <a:lnTo>
                    <a:pt x="463" y="42"/>
                  </a:lnTo>
                  <a:lnTo>
                    <a:pt x="463" y="40"/>
                  </a:lnTo>
                  <a:lnTo>
                    <a:pt x="461" y="39"/>
                  </a:lnTo>
                  <a:lnTo>
                    <a:pt x="460" y="39"/>
                  </a:lnTo>
                  <a:lnTo>
                    <a:pt x="459" y="39"/>
                  </a:lnTo>
                  <a:lnTo>
                    <a:pt x="459" y="39"/>
                  </a:lnTo>
                  <a:lnTo>
                    <a:pt x="459" y="39"/>
                  </a:lnTo>
                  <a:lnTo>
                    <a:pt x="459" y="39"/>
                  </a:lnTo>
                  <a:close/>
                  <a:moveTo>
                    <a:pt x="405" y="74"/>
                  </a:moveTo>
                  <a:lnTo>
                    <a:pt x="409" y="74"/>
                  </a:lnTo>
                  <a:lnTo>
                    <a:pt x="411" y="74"/>
                  </a:lnTo>
                  <a:lnTo>
                    <a:pt x="411" y="74"/>
                  </a:lnTo>
                  <a:lnTo>
                    <a:pt x="412" y="74"/>
                  </a:lnTo>
                  <a:lnTo>
                    <a:pt x="414" y="73"/>
                  </a:lnTo>
                  <a:lnTo>
                    <a:pt x="415" y="71"/>
                  </a:lnTo>
                  <a:lnTo>
                    <a:pt x="415" y="69"/>
                  </a:lnTo>
                  <a:lnTo>
                    <a:pt x="418" y="65"/>
                  </a:lnTo>
                  <a:lnTo>
                    <a:pt x="420" y="61"/>
                  </a:lnTo>
                  <a:lnTo>
                    <a:pt x="420" y="59"/>
                  </a:lnTo>
                  <a:lnTo>
                    <a:pt x="419" y="59"/>
                  </a:lnTo>
                  <a:lnTo>
                    <a:pt x="419" y="58"/>
                  </a:lnTo>
                  <a:lnTo>
                    <a:pt x="419" y="58"/>
                  </a:lnTo>
                  <a:lnTo>
                    <a:pt x="418" y="57"/>
                  </a:lnTo>
                  <a:lnTo>
                    <a:pt x="417" y="57"/>
                  </a:lnTo>
                  <a:lnTo>
                    <a:pt x="415" y="56"/>
                  </a:lnTo>
                  <a:lnTo>
                    <a:pt x="415" y="56"/>
                  </a:lnTo>
                  <a:lnTo>
                    <a:pt x="415" y="57"/>
                  </a:lnTo>
                  <a:lnTo>
                    <a:pt x="414" y="57"/>
                  </a:lnTo>
                  <a:lnTo>
                    <a:pt x="415" y="58"/>
                  </a:lnTo>
                  <a:lnTo>
                    <a:pt x="415" y="59"/>
                  </a:lnTo>
                  <a:lnTo>
                    <a:pt x="411" y="62"/>
                  </a:lnTo>
                  <a:lnTo>
                    <a:pt x="407" y="65"/>
                  </a:lnTo>
                  <a:lnTo>
                    <a:pt x="407" y="67"/>
                  </a:lnTo>
                  <a:lnTo>
                    <a:pt x="407" y="70"/>
                  </a:lnTo>
                  <a:lnTo>
                    <a:pt x="407" y="71"/>
                  </a:lnTo>
                  <a:lnTo>
                    <a:pt x="407" y="71"/>
                  </a:lnTo>
                  <a:lnTo>
                    <a:pt x="405" y="71"/>
                  </a:lnTo>
                  <a:lnTo>
                    <a:pt x="405" y="74"/>
                  </a:lnTo>
                  <a:lnTo>
                    <a:pt x="405" y="74"/>
                  </a:lnTo>
                  <a:close/>
                  <a:moveTo>
                    <a:pt x="405" y="76"/>
                  </a:moveTo>
                  <a:lnTo>
                    <a:pt x="410" y="76"/>
                  </a:lnTo>
                  <a:lnTo>
                    <a:pt x="410" y="83"/>
                  </a:lnTo>
                  <a:lnTo>
                    <a:pt x="405" y="83"/>
                  </a:lnTo>
                  <a:lnTo>
                    <a:pt x="405" y="76"/>
                  </a:lnTo>
                  <a:lnTo>
                    <a:pt x="405" y="76"/>
                  </a:lnTo>
                  <a:close/>
                  <a:moveTo>
                    <a:pt x="405" y="84"/>
                  </a:moveTo>
                  <a:lnTo>
                    <a:pt x="447" y="84"/>
                  </a:lnTo>
                  <a:lnTo>
                    <a:pt x="447" y="92"/>
                  </a:lnTo>
                  <a:lnTo>
                    <a:pt x="405" y="92"/>
                  </a:lnTo>
                  <a:lnTo>
                    <a:pt x="405" y="84"/>
                  </a:lnTo>
                  <a:lnTo>
                    <a:pt x="405" y="84"/>
                  </a:lnTo>
                  <a:close/>
                  <a:moveTo>
                    <a:pt x="339" y="121"/>
                  </a:moveTo>
                  <a:lnTo>
                    <a:pt x="340" y="121"/>
                  </a:lnTo>
                  <a:lnTo>
                    <a:pt x="340" y="122"/>
                  </a:lnTo>
                  <a:lnTo>
                    <a:pt x="339" y="122"/>
                  </a:lnTo>
                  <a:lnTo>
                    <a:pt x="338" y="124"/>
                  </a:lnTo>
                  <a:lnTo>
                    <a:pt x="337" y="126"/>
                  </a:lnTo>
                  <a:lnTo>
                    <a:pt x="335" y="126"/>
                  </a:lnTo>
                  <a:lnTo>
                    <a:pt x="334" y="128"/>
                  </a:lnTo>
                  <a:lnTo>
                    <a:pt x="332" y="128"/>
                  </a:lnTo>
                  <a:lnTo>
                    <a:pt x="331" y="129"/>
                  </a:lnTo>
                  <a:lnTo>
                    <a:pt x="330" y="130"/>
                  </a:lnTo>
                  <a:lnTo>
                    <a:pt x="329" y="132"/>
                  </a:lnTo>
                  <a:lnTo>
                    <a:pt x="328" y="134"/>
                  </a:lnTo>
                  <a:lnTo>
                    <a:pt x="327" y="134"/>
                  </a:lnTo>
                  <a:lnTo>
                    <a:pt x="327" y="134"/>
                  </a:lnTo>
                  <a:lnTo>
                    <a:pt x="326" y="134"/>
                  </a:lnTo>
                  <a:lnTo>
                    <a:pt x="326" y="134"/>
                  </a:lnTo>
                  <a:lnTo>
                    <a:pt x="326" y="121"/>
                  </a:lnTo>
                  <a:lnTo>
                    <a:pt x="339" y="121"/>
                  </a:lnTo>
                  <a:lnTo>
                    <a:pt x="339" y="121"/>
                  </a:lnTo>
                  <a:close/>
                  <a:moveTo>
                    <a:pt x="391" y="25"/>
                  </a:moveTo>
                  <a:lnTo>
                    <a:pt x="391" y="25"/>
                  </a:lnTo>
                  <a:lnTo>
                    <a:pt x="391" y="25"/>
                  </a:lnTo>
                  <a:lnTo>
                    <a:pt x="391" y="24"/>
                  </a:lnTo>
                  <a:lnTo>
                    <a:pt x="391" y="24"/>
                  </a:lnTo>
                  <a:lnTo>
                    <a:pt x="390" y="24"/>
                  </a:lnTo>
                  <a:lnTo>
                    <a:pt x="390" y="24"/>
                  </a:lnTo>
                  <a:lnTo>
                    <a:pt x="389" y="25"/>
                  </a:lnTo>
                  <a:lnTo>
                    <a:pt x="388" y="25"/>
                  </a:lnTo>
                  <a:lnTo>
                    <a:pt x="387" y="26"/>
                  </a:lnTo>
                  <a:lnTo>
                    <a:pt x="387" y="27"/>
                  </a:lnTo>
                  <a:lnTo>
                    <a:pt x="385" y="29"/>
                  </a:lnTo>
                  <a:lnTo>
                    <a:pt x="384" y="31"/>
                  </a:lnTo>
                  <a:lnTo>
                    <a:pt x="384" y="34"/>
                  </a:lnTo>
                  <a:lnTo>
                    <a:pt x="384" y="35"/>
                  </a:lnTo>
                  <a:lnTo>
                    <a:pt x="383" y="36"/>
                  </a:lnTo>
                  <a:lnTo>
                    <a:pt x="382" y="37"/>
                  </a:lnTo>
                  <a:lnTo>
                    <a:pt x="380" y="38"/>
                  </a:lnTo>
                  <a:lnTo>
                    <a:pt x="380" y="40"/>
                  </a:lnTo>
                  <a:lnTo>
                    <a:pt x="379" y="42"/>
                  </a:lnTo>
                  <a:lnTo>
                    <a:pt x="379" y="42"/>
                  </a:lnTo>
                  <a:lnTo>
                    <a:pt x="379" y="44"/>
                  </a:lnTo>
                  <a:lnTo>
                    <a:pt x="380" y="45"/>
                  </a:lnTo>
                  <a:lnTo>
                    <a:pt x="381" y="46"/>
                  </a:lnTo>
                  <a:lnTo>
                    <a:pt x="381" y="47"/>
                  </a:lnTo>
                  <a:lnTo>
                    <a:pt x="382" y="47"/>
                  </a:lnTo>
                  <a:lnTo>
                    <a:pt x="382" y="48"/>
                  </a:lnTo>
                  <a:lnTo>
                    <a:pt x="382" y="48"/>
                  </a:lnTo>
                  <a:lnTo>
                    <a:pt x="383" y="48"/>
                  </a:lnTo>
                  <a:lnTo>
                    <a:pt x="390" y="48"/>
                  </a:lnTo>
                  <a:lnTo>
                    <a:pt x="390" y="48"/>
                  </a:lnTo>
                  <a:lnTo>
                    <a:pt x="391" y="48"/>
                  </a:lnTo>
                  <a:lnTo>
                    <a:pt x="398" y="48"/>
                  </a:lnTo>
                  <a:lnTo>
                    <a:pt x="399" y="48"/>
                  </a:lnTo>
                  <a:lnTo>
                    <a:pt x="399" y="48"/>
                  </a:lnTo>
                  <a:lnTo>
                    <a:pt x="399" y="48"/>
                  </a:lnTo>
                  <a:lnTo>
                    <a:pt x="399" y="47"/>
                  </a:lnTo>
                  <a:lnTo>
                    <a:pt x="399" y="46"/>
                  </a:lnTo>
                  <a:lnTo>
                    <a:pt x="401" y="46"/>
                  </a:lnTo>
                  <a:lnTo>
                    <a:pt x="401" y="44"/>
                  </a:lnTo>
                  <a:lnTo>
                    <a:pt x="402" y="43"/>
                  </a:lnTo>
                  <a:lnTo>
                    <a:pt x="401" y="42"/>
                  </a:lnTo>
                  <a:lnTo>
                    <a:pt x="401" y="40"/>
                  </a:lnTo>
                  <a:lnTo>
                    <a:pt x="400" y="38"/>
                  </a:lnTo>
                  <a:lnTo>
                    <a:pt x="399" y="38"/>
                  </a:lnTo>
                  <a:lnTo>
                    <a:pt x="398" y="37"/>
                  </a:lnTo>
                  <a:lnTo>
                    <a:pt x="397" y="35"/>
                  </a:lnTo>
                  <a:lnTo>
                    <a:pt x="397" y="34"/>
                  </a:lnTo>
                  <a:lnTo>
                    <a:pt x="396" y="31"/>
                  </a:lnTo>
                  <a:lnTo>
                    <a:pt x="395" y="30"/>
                  </a:lnTo>
                  <a:lnTo>
                    <a:pt x="395" y="27"/>
                  </a:lnTo>
                  <a:lnTo>
                    <a:pt x="394" y="26"/>
                  </a:lnTo>
                  <a:lnTo>
                    <a:pt x="393" y="26"/>
                  </a:lnTo>
                  <a:lnTo>
                    <a:pt x="392" y="25"/>
                  </a:lnTo>
                  <a:lnTo>
                    <a:pt x="391" y="25"/>
                  </a:lnTo>
                  <a:lnTo>
                    <a:pt x="391" y="25"/>
                  </a:lnTo>
                  <a:close/>
                  <a:moveTo>
                    <a:pt x="375" y="74"/>
                  </a:moveTo>
                  <a:lnTo>
                    <a:pt x="371" y="74"/>
                  </a:lnTo>
                  <a:lnTo>
                    <a:pt x="370" y="74"/>
                  </a:lnTo>
                  <a:lnTo>
                    <a:pt x="369" y="74"/>
                  </a:lnTo>
                  <a:lnTo>
                    <a:pt x="368" y="74"/>
                  </a:lnTo>
                  <a:lnTo>
                    <a:pt x="367" y="73"/>
                  </a:lnTo>
                  <a:lnTo>
                    <a:pt x="366" y="71"/>
                  </a:lnTo>
                  <a:lnTo>
                    <a:pt x="366" y="69"/>
                  </a:lnTo>
                  <a:lnTo>
                    <a:pt x="363" y="65"/>
                  </a:lnTo>
                  <a:lnTo>
                    <a:pt x="360" y="61"/>
                  </a:lnTo>
                  <a:lnTo>
                    <a:pt x="360" y="59"/>
                  </a:lnTo>
                  <a:lnTo>
                    <a:pt x="361" y="59"/>
                  </a:lnTo>
                  <a:lnTo>
                    <a:pt x="362" y="58"/>
                  </a:lnTo>
                  <a:lnTo>
                    <a:pt x="362" y="58"/>
                  </a:lnTo>
                  <a:lnTo>
                    <a:pt x="363" y="57"/>
                  </a:lnTo>
                  <a:lnTo>
                    <a:pt x="364" y="57"/>
                  </a:lnTo>
                  <a:lnTo>
                    <a:pt x="365" y="56"/>
                  </a:lnTo>
                  <a:lnTo>
                    <a:pt x="366" y="56"/>
                  </a:lnTo>
                  <a:lnTo>
                    <a:pt x="366" y="57"/>
                  </a:lnTo>
                  <a:lnTo>
                    <a:pt x="366" y="57"/>
                  </a:lnTo>
                  <a:lnTo>
                    <a:pt x="366" y="58"/>
                  </a:lnTo>
                  <a:lnTo>
                    <a:pt x="366" y="59"/>
                  </a:lnTo>
                  <a:lnTo>
                    <a:pt x="369" y="62"/>
                  </a:lnTo>
                  <a:lnTo>
                    <a:pt x="373" y="65"/>
                  </a:lnTo>
                  <a:lnTo>
                    <a:pt x="374" y="67"/>
                  </a:lnTo>
                  <a:lnTo>
                    <a:pt x="374" y="70"/>
                  </a:lnTo>
                  <a:lnTo>
                    <a:pt x="375" y="71"/>
                  </a:lnTo>
                  <a:lnTo>
                    <a:pt x="375" y="71"/>
                  </a:lnTo>
                  <a:lnTo>
                    <a:pt x="375" y="71"/>
                  </a:lnTo>
                  <a:lnTo>
                    <a:pt x="375" y="74"/>
                  </a:lnTo>
                  <a:lnTo>
                    <a:pt x="375" y="74"/>
                  </a:lnTo>
                  <a:close/>
                  <a:moveTo>
                    <a:pt x="405" y="94"/>
                  </a:moveTo>
                  <a:lnTo>
                    <a:pt x="447" y="94"/>
                  </a:lnTo>
                  <a:lnTo>
                    <a:pt x="447" y="110"/>
                  </a:lnTo>
                  <a:lnTo>
                    <a:pt x="405" y="110"/>
                  </a:lnTo>
                  <a:lnTo>
                    <a:pt x="405" y="94"/>
                  </a:lnTo>
                  <a:lnTo>
                    <a:pt x="405" y="94"/>
                  </a:lnTo>
                  <a:close/>
                  <a:moveTo>
                    <a:pt x="405" y="113"/>
                  </a:moveTo>
                  <a:lnTo>
                    <a:pt x="447" y="113"/>
                  </a:lnTo>
                  <a:lnTo>
                    <a:pt x="447" y="120"/>
                  </a:lnTo>
                  <a:lnTo>
                    <a:pt x="405" y="120"/>
                  </a:lnTo>
                  <a:lnTo>
                    <a:pt x="405" y="113"/>
                  </a:lnTo>
                  <a:lnTo>
                    <a:pt x="405" y="113"/>
                  </a:lnTo>
                  <a:close/>
                  <a:moveTo>
                    <a:pt x="405" y="134"/>
                  </a:moveTo>
                  <a:lnTo>
                    <a:pt x="407" y="133"/>
                  </a:lnTo>
                  <a:lnTo>
                    <a:pt x="409" y="131"/>
                  </a:lnTo>
                  <a:lnTo>
                    <a:pt x="411" y="130"/>
                  </a:lnTo>
                  <a:lnTo>
                    <a:pt x="414" y="128"/>
                  </a:lnTo>
                  <a:lnTo>
                    <a:pt x="415" y="126"/>
                  </a:lnTo>
                  <a:lnTo>
                    <a:pt x="416" y="126"/>
                  </a:lnTo>
                  <a:lnTo>
                    <a:pt x="418" y="124"/>
                  </a:lnTo>
                  <a:lnTo>
                    <a:pt x="418" y="123"/>
                  </a:lnTo>
                  <a:lnTo>
                    <a:pt x="419" y="122"/>
                  </a:lnTo>
                  <a:lnTo>
                    <a:pt x="419" y="122"/>
                  </a:lnTo>
                  <a:lnTo>
                    <a:pt x="405" y="122"/>
                  </a:lnTo>
                  <a:lnTo>
                    <a:pt x="405" y="134"/>
                  </a:lnTo>
                  <a:lnTo>
                    <a:pt x="405" y="134"/>
                  </a:lnTo>
                  <a:close/>
                  <a:moveTo>
                    <a:pt x="446" y="134"/>
                  </a:moveTo>
                  <a:lnTo>
                    <a:pt x="445" y="134"/>
                  </a:lnTo>
                  <a:lnTo>
                    <a:pt x="443" y="131"/>
                  </a:lnTo>
                  <a:lnTo>
                    <a:pt x="440" y="130"/>
                  </a:lnTo>
                  <a:lnTo>
                    <a:pt x="438" y="128"/>
                  </a:lnTo>
                  <a:lnTo>
                    <a:pt x="436" y="126"/>
                  </a:lnTo>
                  <a:lnTo>
                    <a:pt x="435" y="126"/>
                  </a:lnTo>
                  <a:lnTo>
                    <a:pt x="435" y="124"/>
                  </a:lnTo>
                  <a:lnTo>
                    <a:pt x="434" y="123"/>
                  </a:lnTo>
                  <a:lnTo>
                    <a:pt x="433" y="122"/>
                  </a:lnTo>
                  <a:lnTo>
                    <a:pt x="433" y="122"/>
                  </a:lnTo>
                  <a:lnTo>
                    <a:pt x="447" y="122"/>
                  </a:lnTo>
                  <a:lnTo>
                    <a:pt x="446" y="134"/>
                  </a:lnTo>
                  <a:lnTo>
                    <a:pt x="446" y="134"/>
                  </a:lnTo>
                  <a:close/>
                  <a:moveTo>
                    <a:pt x="447" y="79"/>
                  </a:moveTo>
                  <a:lnTo>
                    <a:pt x="444" y="79"/>
                  </a:lnTo>
                  <a:lnTo>
                    <a:pt x="444" y="70"/>
                  </a:lnTo>
                  <a:lnTo>
                    <a:pt x="443" y="69"/>
                  </a:lnTo>
                  <a:lnTo>
                    <a:pt x="443" y="69"/>
                  </a:lnTo>
                  <a:lnTo>
                    <a:pt x="441" y="69"/>
                  </a:lnTo>
                  <a:lnTo>
                    <a:pt x="440" y="69"/>
                  </a:lnTo>
                  <a:lnTo>
                    <a:pt x="439" y="70"/>
                  </a:lnTo>
                  <a:lnTo>
                    <a:pt x="438" y="70"/>
                  </a:lnTo>
                  <a:lnTo>
                    <a:pt x="438" y="71"/>
                  </a:lnTo>
                  <a:lnTo>
                    <a:pt x="438" y="72"/>
                  </a:lnTo>
                  <a:lnTo>
                    <a:pt x="438" y="73"/>
                  </a:lnTo>
                  <a:lnTo>
                    <a:pt x="438" y="73"/>
                  </a:lnTo>
                  <a:lnTo>
                    <a:pt x="436" y="74"/>
                  </a:lnTo>
                  <a:lnTo>
                    <a:pt x="435" y="74"/>
                  </a:lnTo>
                  <a:lnTo>
                    <a:pt x="435" y="75"/>
                  </a:lnTo>
                  <a:lnTo>
                    <a:pt x="435" y="76"/>
                  </a:lnTo>
                  <a:lnTo>
                    <a:pt x="435" y="77"/>
                  </a:lnTo>
                  <a:lnTo>
                    <a:pt x="435" y="78"/>
                  </a:lnTo>
                  <a:lnTo>
                    <a:pt x="435" y="78"/>
                  </a:lnTo>
                  <a:lnTo>
                    <a:pt x="435" y="78"/>
                  </a:lnTo>
                  <a:lnTo>
                    <a:pt x="436" y="79"/>
                  </a:lnTo>
                  <a:lnTo>
                    <a:pt x="438" y="81"/>
                  </a:lnTo>
                  <a:lnTo>
                    <a:pt x="439" y="82"/>
                  </a:lnTo>
                  <a:lnTo>
                    <a:pt x="441" y="82"/>
                  </a:lnTo>
                  <a:lnTo>
                    <a:pt x="442" y="82"/>
                  </a:lnTo>
                  <a:lnTo>
                    <a:pt x="445" y="82"/>
                  </a:lnTo>
                  <a:lnTo>
                    <a:pt x="447" y="82"/>
                  </a:lnTo>
                  <a:lnTo>
                    <a:pt x="447" y="79"/>
                  </a:lnTo>
                  <a:lnTo>
                    <a:pt x="447" y="79"/>
                  </a:lnTo>
                  <a:close/>
                  <a:moveTo>
                    <a:pt x="473" y="83"/>
                  </a:moveTo>
                  <a:lnTo>
                    <a:pt x="478" y="83"/>
                  </a:lnTo>
                  <a:lnTo>
                    <a:pt x="479" y="83"/>
                  </a:lnTo>
                  <a:lnTo>
                    <a:pt x="480" y="82"/>
                  </a:lnTo>
                  <a:lnTo>
                    <a:pt x="481" y="82"/>
                  </a:lnTo>
                  <a:lnTo>
                    <a:pt x="482" y="82"/>
                  </a:lnTo>
                  <a:lnTo>
                    <a:pt x="483" y="79"/>
                  </a:lnTo>
                  <a:lnTo>
                    <a:pt x="483" y="77"/>
                  </a:lnTo>
                  <a:lnTo>
                    <a:pt x="484" y="75"/>
                  </a:lnTo>
                  <a:lnTo>
                    <a:pt x="485" y="74"/>
                  </a:lnTo>
                  <a:lnTo>
                    <a:pt x="486" y="73"/>
                  </a:lnTo>
                  <a:lnTo>
                    <a:pt x="487" y="72"/>
                  </a:lnTo>
                  <a:lnTo>
                    <a:pt x="487" y="71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68"/>
                  </a:lnTo>
                  <a:lnTo>
                    <a:pt x="488" y="66"/>
                  </a:lnTo>
                  <a:lnTo>
                    <a:pt x="487" y="65"/>
                  </a:lnTo>
                  <a:lnTo>
                    <a:pt x="487" y="65"/>
                  </a:lnTo>
                  <a:lnTo>
                    <a:pt x="487" y="65"/>
                  </a:lnTo>
                  <a:lnTo>
                    <a:pt x="486" y="64"/>
                  </a:lnTo>
                  <a:lnTo>
                    <a:pt x="485" y="64"/>
                  </a:lnTo>
                  <a:lnTo>
                    <a:pt x="484" y="65"/>
                  </a:lnTo>
                  <a:lnTo>
                    <a:pt x="484" y="65"/>
                  </a:lnTo>
                  <a:lnTo>
                    <a:pt x="484" y="66"/>
                  </a:lnTo>
                  <a:lnTo>
                    <a:pt x="484" y="67"/>
                  </a:lnTo>
                  <a:lnTo>
                    <a:pt x="483" y="68"/>
                  </a:lnTo>
                  <a:lnTo>
                    <a:pt x="480" y="70"/>
                  </a:lnTo>
                  <a:lnTo>
                    <a:pt x="479" y="70"/>
                  </a:lnTo>
                  <a:lnTo>
                    <a:pt x="477" y="71"/>
                  </a:lnTo>
                  <a:lnTo>
                    <a:pt x="476" y="72"/>
                  </a:lnTo>
                  <a:lnTo>
                    <a:pt x="475" y="74"/>
                  </a:lnTo>
                  <a:lnTo>
                    <a:pt x="475" y="76"/>
                  </a:lnTo>
                  <a:lnTo>
                    <a:pt x="475" y="78"/>
                  </a:lnTo>
                  <a:lnTo>
                    <a:pt x="475" y="79"/>
                  </a:lnTo>
                  <a:lnTo>
                    <a:pt x="475" y="79"/>
                  </a:lnTo>
                  <a:lnTo>
                    <a:pt x="473" y="79"/>
                  </a:lnTo>
                  <a:lnTo>
                    <a:pt x="473" y="83"/>
                  </a:lnTo>
                  <a:lnTo>
                    <a:pt x="473" y="83"/>
                  </a:lnTo>
                  <a:close/>
                  <a:moveTo>
                    <a:pt x="474" y="113"/>
                  </a:moveTo>
                  <a:lnTo>
                    <a:pt x="479" y="113"/>
                  </a:lnTo>
                  <a:lnTo>
                    <a:pt x="479" y="120"/>
                  </a:lnTo>
                  <a:lnTo>
                    <a:pt x="474" y="120"/>
                  </a:lnTo>
                  <a:lnTo>
                    <a:pt x="474" y="113"/>
                  </a:lnTo>
                  <a:lnTo>
                    <a:pt x="474" y="113"/>
                  </a:lnTo>
                  <a:close/>
                  <a:moveTo>
                    <a:pt x="473" y="84"/>
                  </a:moveTo>
                  <a:lnTo>
                    <a:pt x="479" y="84"/>
                  </a:lnTo>
                  <a:lnTo>
                    <a:pt x="479" y="92"/>
                  </a:lnTo>
                  <a:lnTo>
                    <a:pt x="473" y="92"/>
                  </a:lnTo>
                  <a:lnTo>
                    <a:pt x="473" y="84"/>
                  </a:lnTo>
                  <a:lnTo>
                    <a:pt x="473" y="84"/>
                  </a:lnTo>
                  <a:close/>
                  <a:moveTo>
                    <a:pt x="475" y="166"/>
                  </a:moveTo>
                  <a:lnTo>
                    <a:pt x="475" y="166"/>
                  </a:lnTo>
                  <a:lnTo>
                    <a:pt x="477" y="167"/>
                  </a:lnTo>
                  <a:lnTo>
                    <a:pt x="479" y="169"/>
                  </a:lnTo>
                  <a:lnTo>
                    <a:pt x="479" y="170"/>
                  </a:lnTo>
                  <a:lnTo>
                    <a:pt x="480" y="171"/>
                  </a:lnTo>
                  <a:lnTo>
                    <a:pt x="481" y="172"/>
                  </a:lnTo>
                  <a:lnTo>
                    <a:pt x="483" y="176"/>
                  </a:lnTo>
                  <a:lnTo>
                    <a:pt x="483" y="178"/>
                  </a:lnTo>
                  <a:lnTo>
                    <a:pt x="484" y="179"/>
                  </a:lnTo>
                  <a:lnTo>
                    <a:pt x="486" y="180"/>
                  </a:lnTo>
                  <a:lnTo>
                    <a:pt x="487" y="182"/>
                  </a:lnTo>
                  <a:lnTo>
                    <a:pt x="489" y="183"/>
                  </a:lnTo>
                  <a:lnTo>
                    <a:pt x="490" y="186"/>
                  </a:lnTo>
                  <a:lnTo>
                    <a:pt x="491" y="188"/>
                  </a:lnTo>
                  <a:lnTo>
                    <a:pt x="491" y="190"/>
                  </a:lnTo>
                  <a:lnTo>
                    <a:pt x="491" y="193"/>
                  </a:lnTo>
                  <a:lnTo>
                    <a:pt x="491" y="198"/>
                  </a:lnTo>
                  <a:lnTo>
                    <a:pt x="490" y="200"/>
                  </a:lnTo>
                  <a:lnTo>
                    <a:pt x="491" y="202"/>
                  </a:lnTo>
                  <a:lnTo>
                    <a:pt x="493" y="203"/>
                  </a:lnTo>
                  <a:lnTo>
                    <a:pt x="495" y="206"/>
                  </a:lnTo>
                  <a:lnTo>
                    <a:pt x="497" y="209"/>
                  </a:lnTo>
                  <a:lnTo>
                    <a:pt x="497" y="210"/>
                  </a:lnTo>
                  <a:lnTo>
                    <a:pt x="497" y="212"/>
                  </a:lnTo>
                  <a:lnTo>
                    <a:pt x="497" y="214"/>
                  </a:lnTo>
                  <a:lnTo>
                    <a:pt x="497" y="217"/>
                  </a:lnTo>
                  <a:lnTo>
                    <a:pt x="497" y="219"/>
                  </a:lnTo>
                  <a:lnTo>
                    <a:pt x="496" y="221"/>
                  </a:lnTo>
                  <a:lnTo>
                    <a:pt x="496" y="222"/>
                  </a:lnTo>
                  <a:lnTo>
                    <a:pt x="495" y="222"/>
                  </a:lnTo>
                  <a:lnTo>
                    <a:pt x="475" y="222"/>
                  </a:lnTo>
                  <a:lnTo>
                    <a:pt x="475" y="166"/>
                  </a:lnTo>
                  <a:lnTo>
                    <a:pt x="475" y="166"/>
                  </a:lnTo>
                  <a:close/>
                  <a:moveTo>
                    <a:pt x="474" y="226"/>
                  </a:moveTo>
                  <a:lnTo>
                    <a:pt x="501" y="226"/>
                  </a:lnTo>
                  <a:lnTo>
                    <a:pt x="501" y="234"/>
                  </a:lnTo>
                  <a:lnTo>
                    <a:pt x="474" y="234"/>
                  </a:lnTo>
                  <a:lnTo>
                    <a:pt x="474" y="22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07" name="îṣḻïḋé"/>
            <p:cNvSpPr/>
            <p:nvPr/>
          </p:nvSpPr>
          <p:spPr bwMode="auto">
            <a:xfrm>
              <a:off x="1914526" y="2486026"/>
              <a:ext cx="1882775" cy="1882775"/>
            </a:xfrm>
            <a:custGeom>
              <a:avLst/>
              <a:gdLst>
                <a:gd name="T0" fmla="*/ 784 w 1186"/>
                <a:gd name="T1" fmla="*/ 31 h 1186"/>
                <a:gd name="T2" fmla="*/ 982 w 1186"/>
                <a:gd name="T3" fmla="*/ 145 h 1186"/>
                <a:gd name="T4" fmla="*/ 1122 w 1186"/>
                <a:gd name="T5" fmla="*/ 323 h 1186"/>
                <a:gd name="T6" fmla="*/ 1184 w 1186"/>
                <a:gd name="T7" fmla="*/ 548 h 1186"/>
                <a:gd name="T8" fmla="*/ 1171 w 1186"/>
                <a:gd name="T9" fmla="*/ 727 h 1186"/>
                <a:gd name="T10" fmla="*/ 1077 w 1186"/>
                <a:gd name="T11" fmla="*/ 936 h 1186"/>
                <a:gd name="T12" fmla="*/ 913 w 1186"/>
                <a:gd name="T13" fmla="*/ 1093 h 1186"/>
                <a:gd name="T14" fmla="*/ 698 w 1186"/>
                <a:gd name="T15" fmla="*/ 1177 h 1186"/>
                <a:gd name="T16" fmla="*/ 518 w 1186"/>
                <a:gd name="T17" fmla="*/ 1181 h 1186"/>
                <a:gd name="T18" fmla="*/ 298 w 1186"/>
                <a:gd name="T19" fmla="*/ 1108 h 1186"/>
                <a:gd name="T20" fmla="*/ 127 w 1186"/>
                <a:gd name="T21" fmla="*/ 960 h 1186"/>
                <a:gd name="T22" fmla="*/ 23 w 1186"/>
                <a:gd name="T23" fmla="*/ 756 h 1186"/>
                <a:gd name="T24" fmla="*/ 1 w 1186"/>
                <a:gd name="T25" fmla="*/ 578 h 1186"/>
                <a:gd name="T26" fmla="*/ 53 w 1186"/>
                <a:gd name="T27" fmla="*/ 349 h 1186"/>
                <a:gd name="T28" fmla="*/ 184 w 1186"/>
                <a:gd name="T29" fmla="*/ 164 h 1186"/>
                <a:gd name="T30" fmla="*/ 376 w 1186"/>
                <a:gd name="T31" fmla="*/ 42 h 1186"/>
                <a:gd name="T32" fmla="*/ 593 w 1186"/>
                <a:gd name="T33" fmla="*/ 0 h 1186"/>
                <a:gd name="T34" fmla="*/ 491 w 1186"/>
                <a:gd name="T35" fmla="*/ 233 h 1186"/>
                <a:gd name="T36" fmla="*/ 362 w 1186"/>
                <a:gd name="T37" fmla="*/ 299 h 1186"/>
                <a:gd name="T38" fmla="*/ 268 w 1186"/>
                <a:gd name="T39" fmla="*/ 407 h 1186"/>
                <a:gd name="T40" fmla="*/ 222 w 1186"/>
                <a:gd name="T41" fmla="*/ 546 h 1186"/>
                <a:gd name="T42" fmla="*/ 224 w 1186"/>
                <a:gd name="T43" fmla="*/ 660 h 1186"/>
                <a:gd name="T44" fmla="*/ 278 w 1186"/>
                <a:gd name="T45" fmla="*/ 795 h 1186"/>
                <a:gd name="T46" fmla="*/ 392 w 1186"/>
                <a:gd name="T47" fmla="*/ 908 h 1186"/>
                <a:gd name="T48" fmla="*/ 431 w 1186"/>
                <a:gd name="T49" fmla="*/ 916 h 1186"/>
                <a:gd name="T50" fmla="*/ 304 w 1186"/>
                <a:gd name="T51" fmla="*/ 809 h 1186"/>
                <a:gd name="T52" fmla="*/ 244 w 1186"/>
                <a:gd name="T53" fmla="*/ 684 h 1186"/>
                <a:gd name="T54" fmla="*/ 232 w 1186"/>
                <a:gd name="T55" fmla="*/ 575 h 1186"/>
                <a:gd name="T56" fmla="*/ 268 w 1186"/>
                <a:gd name="T57" fmla="*/ 437 h 1186"/>
                <a:gd name="T58" fmla="*/ 351 w 1186"/>
                <a:gd name="T59" fmla="*/ 326 h 1186"/>
                <a:gd name="T60" fmla="*/ 469 w 1186"/>
                <a:gd name="T61" fmla="*/ 254 h 1186"/>
                <a:gd name="T62" fmla="*/ 593 w 1186"/>
                <a:gd name="T63" fmla="*/ 232 h 1186"/>
                <a:gd name="T64" fmla="*/ 717 w 1186"/>
                <a:gd name="T65" fmla="*/ 254 h 1186"/>
                <a:gd name="T66" fmla="*/ 836 w 1186"/>
                <a:gd name="T67" fmla="*/ 326 h 1186"/>
                <a:gd name="T68" fmla="*/ 919 w 1186"/>
                <a:gd name="T69" fmla="*/ 437 h 1186"/>
                <a:gd name="T70" fmla="*/ 954 w 1186"/>
                <a:gd name="T71" fmla="*/ 575 h 1186"/>
                <a:gd name="T72" fmla="*/ 943 w 1186"/>
                <a:gd name="T73" fmla="*/ 684 h 1186"/>
                <a:gd name="T74" fmla="*/ 883 w 1186"/>
                <a:gd name="T75" fmla="*/ 809 h 1186"/>
                <a:gd name="T76" fmla="*/ 756 w 1186"/>
                <a:gd name="T77" fmla="*/ 916 h 1186"/>
                <a:gd name="T78" fmla="*/ 795 w 1186"/>
                <a:gd name="T79" fmla="*/ 909 h 1186"/>
                <a:gd name="T80" fmla="*/ 909 w 1186"/>
                <a:gd name="T81" fmla="*/ 795 h 1186"/>
                <a:gd name="T82" fmla="*/ 961 w 1186"/>
                <a:gd name="T83" fmla="*/ 660 h 1186"/>
                <a:gd name="T84" fmla="*/ 965 w 1186"/>
                <a:gd name="T85" fmla="*/ 546 h 1186"/>
                <a:gd name="T86" fmla="*/ 918 w 1186"/>
                <a:gd name="T87" fmla="*/ 407 h 1186"/>
                <a:gd name="T88" fmla="*/ 825 w 1186"/>
                <a:gd name="T89" fmla="*/ 299 h 1186"/>
                <a:gd name="T90" fmla="*/ 696 w 1186"/>
                <a:gd name="T91" fmla="*/ 233 h 1186"/>
                <a:gd name="T92" fmla="*/ 593 w 1186"/>
                <a:gd name="T93" fmla="*/ 14 h 1186"/>
                <a:gd name="T94" fmla="*/ 408 w 1186"/>
                <a:gd name="T95" fmla="*/ 44 h 1186"/>
                <a:gd name="T96" fmla="*/ 214 w 1186"/>
                <a:gd name="T97" fmla="*/ 155 h 1186"/>
                <a:gd name="T98" fmla="*/ 77 w 1186"/>
                <a:gd name="T99" fmla="*/ 330 h 1186"/>
                <a:gd name="T100" fmla="*/ 15 w 1186"/>
                <a:gd name="T101" fmla="*/ 548 h 1186"/>
                <a:gd name="T102" fmla="*/ 28 w 1186"/>
                <a:gd name="T103" fmla="*/ 724 h 1186"/>
                <a:gd name="T104" fmla="*/ 120 w 1186"/>
                <a:gd name="T105" fmla="*/ 928 h 1186"/>
                <a:gd name="T106" fmla="*/ 281 w 1186"/>
                <a:gd name="T107" fmla="*/ 1081 h 1186"/>
                <a:gd name="T108" fmla="*/ 491 w 1186"/>
                <a:gd name="T109" fmla="*/ 1164 h 1186"/>
                <a:gd name="T110" fmla="*/ 667 w 1186"/>
                <a:gd name="T111" fmla="*/ 1169 h 1186"/>
                <a:gd name="T112" fmla="*/ 882 w 1186"/>
                <a:gd name="T113" fmla="*/ 1096 h 1186"/>
                <a:gd name="T114" fmla="*/ 1050 w 1186"/>
                <a:gd name="T115" fmla="*/ 951 h 1186"/>
                <a:gd name="T116" fmla="*/ 1151 w 1186"/>
                <a:gd name="T117" fmla="*/ 752 h 1186"/>
                <a:gd name="T118" fmla="*/ 1173 w 1186"/>
                <a:gd name="T119" fmla="*/ 578 h 1186"/>
                <a:gd name="T120" fmla="*/ 1122 w 1186"/>
                <a:gd name="T121" fmla="*/ 355 h 1186"/>
                <a:gd name="T122" fmla="*/ 994 w 1186"/>
                <a:gd name="T123" fmla="*/ 174 h 1186"/>
                <a:gd name="T124" fmla="*/ 806 w 1186"/>
                <a:gd name="T125" fmla="*/ 54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86" h="1186">
                  <a:moveTo>
                    <a:pt x="593" y="0"/>
                  </a:moveTo>
                  <a:lnTo>
                    <a:pt x="593" y="0"/>
                  </a:lnTo>
                  <a:lnTo>
                    <a:pt x="593" y="0"/>
                  </a:lnTo>
                  <a:lnTo>
                    <a:pt x="609" y="1"/>
                  </a:lnTo>
                  <a:lnTo>
                    <a:pt x="624" y="1"/>
                  </a:lnTo>
                  <a:lnTo>
                    <a:pt x="639" y="2"/>
                  </a:lnTo>
                  <a:lnTo>
                    <a:pt x="654" y="3"/>
                  </a:lnTo>
                  <a:lnTo>
                    <a:pt x="669" y="5"/>
                  </a:lnTo>
                  <a:lnTo>
                    <a:pt x="684" y="7"/>
                  </a:lnTo>
                  <a:lnTo>
                    <a:pt x="698" y="10"/>
                  </a:lnTo>
                  <a:lnTo>
                    <a:pt x="713" y="13"/>
                  </a:lnTo>
                  <a:lnTo>
                    <a:pt x="727" y="15"/>
                  </a:lnTo>
                  <a:lnTo>
                    <a:pt x="741" y="19"/>
                  </a:lnTo>
                  <a:lnTo>
                    <a:pt x="756" y="23"/>
                  </a:lnTo>
                  <a:lnTo>
                    <a:pt x="769" y="27"/>
                  </a:lnTo>
                  <a:lnTo>
                    <a:pt x="784" y="31"/>
                  </a:lnTo>
                  <a:lnTo>
                    <a:pt x="797" y="36"/>
                  </a:lnTo>
                  <a:lnTo>
                    <a:pt x="811" y="42"/>
                  </a:lnTo>
                  <a:lnTo>
                    <a:pt x="825" y="47"/>
                  </a:lnTo>
                  <a:lnTo>
                    <a:pt x="837" y="53"/>
                  </a:lnTo>
                  <a:lnTo>
                    <a:pt x="850" y="59"/>
                  </a:lnTo>
                  <a:lnTo>
                    <a:pt x="863" y="65"/>
                  </a:lnTo>
                  <a:lnTo>
                    <a:pt x="876" y="72"/>
                  </a:lnTo>
                  <a:lnTo>
                    <a:pt x="889" y="79"/>
                  </a:lnTo>
                  <a:lnTo>
                    <a:pt x="901" y="87"/>
                  </a:lnTo>
                  <a:lnTo>
                    <a:pt x="913" y="94"/>
                  </a:lnTo>
                  <a:lnTo>
                    <a:pt x="925" y="102"/>
                  </a:lnTo>
                  <a:lnTo>
                    <a:pt x="937" y="110"/>
                  </a:lnTo>
                  <a:lnTo>
                    <a:pt x="948" y="119"/>
                  </a:lnTo>
                  <a:lnTo>
                    <a:pt x="959" y="127"/>
                  </a:lnTo>
                  <a:lnTo>
                    <a:pt x="970" y="135"/>
                  </a:lnTo>
                  <a:lnTo>
                    <a:pt x="982" y="145"/>
                  </a:lnTo>
                  <a:lnTo>
                    <a:pt x="992" y="155"/>
                  </a:lnTo>
                  <a:lnTo>
                    <a:pt x="1002" y="164"/>
                  </a:lnTo>
                  <a:lnTo>
                    <a:pt x="1013" y="174"/>
                  </a:lnTo>
                  <a:lnTo>
                    <a:pt x="1022" y="184"/>
                  </a:lnTo>
                  <a:lnTo>
                    <a:pt x="1032" y="195"/>
                  </a:lnTo>
                  <a:lnTo>
                    <a:pt x="1042" y="206"/>
                  </a:lnTo>
                  <a:lnTo>
                    <a:pt x="1050" y="216"/>
                  </a:lnTo>
                  <a:lnTo>
                    <a:pt x="1060" y="227"/>
                  </a:lnTo>
                  <a:lnTo>
                    <a:pt x="1069" y="239"/>
                  </a:lnTo>
                  <a:lnTo>
                    <a:pt x="1077" y="250"/>
                  </a:lnTo>
                  <a:lnTo>
                    <a:pt x="1085" y="262"/>
                  </a:lnTo>
                  <a:lnTo>
                    <a:pt x="1093" y="274"/>
                  </a:lnTo>
                  <a:lnTo>
                    <a:pt x="1101" y="286"/>
                  </a:lnTo>
                  <a:lnTo>
                    <a:pt x="1108" y="298"/>
                  </a:lnTo>
                  <a:lnTo>
                    <a:pt x="1114" y="311"/>
                  </a:lnTo>
                  <a:lnTo>
                    <a:pt x="1122" y="323"/>
                  </a:lnTo>
                  <a:lnTo>
                    <a:pt x="1128" y="336"/>
                  </a:lnTo>
                  <a:lnTo>
                    <a:pt x="1134" y="349"/>
                  </a:lnTo>
                  <a:lnTo>
                    <a:pt x="1140" y="363"/>
                  </a:lnTo>
                  <a:lnTo>
                    <a:pt x="1146" y="376"/>
                  </a:lnTo>
                  <a:lnTo>
                    <a:pt x="1150" y="389"/>
                  </a:lnTo>
                  <a:lnTo>
                    <a:pt x="1155" y="403"/>
                  </a:lnTo>
                  <a:lnTo>
                    <a:pt x="1160" y="417"/>
                  </a:lnTo>
                  <a:lnTo>
                    <a:pt x="1164" y="431"/>
                  </a:lnTo>
                  <a:lnTo>
                    <a:pt x="1167" y="445"/>
                  </a:lnTo>
                  <a:lnTo>
                    <a:pt x="1171" y="460"/>
                  </a:lnTo>
                  <a:lnTo>
                    <a:pt x="1174" y="474"/>
                  </a:lnTo>
                  <a:lnTo>
                    <a:pt x="1177" y="488"/>
                  </a:lnTo>
                  <a:lnTo>
                    <a:pt x="1179" y="503"/>
                  </a:lnTo>
                  <a:lnTo>
                    <a:pt x="1182" y="518"/>
                  </a:lnTo>
                  <a:lnTo>
                    <a:pt x="1183" y="532"/>
                  </a:lnTo>
                  <a:lnTo>
                    <a:pt x="1184" y="548"/>
                  </a:lnTo>
                  <a:lnTo>
                    <a:pt x="1186" y="563"/>
                  </a:lnTo>
                  <a:lnTo>
                    <a:pt x="1186" y="578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608"/>
                  </a:lnTo>
                  <a:lnTo>
                    <a:pt x="1186" y="624"/>
                  </a:lnTo>
                  <a:lnTo>
                    <a:pt x="1184" y="639"/>
                  </a:lnTo>
                  <a:lnTo>
                    <a:pt x="1183" y="654"/>
                  </a:lnTo>
                  <a:lnTo>
                    <a:pt x="1182" y="669"/>
                  </a:lnTo>
                  <a:lnTo>
                    <a:pt x="1179" y="684"/>
                  </a:lnTo>
                  <a:lnTo>
                    <a:pt x="1177" y="698"/>
                  </a:lnTo>
                  <a:lnTo>
                    <a:pt x="1174" y="713"/>
                  </a:lnTo>
                  <a:lnTo>
                    <a:pt x="1171" y="727"/>
                  </a:lnTo>
                  <a:lnTo>
                    <a:pt x="1167" y="741"/>
                  </a:lnTo>
                  <a:lnTo>
                    <a:pt x="1164" y="756"/>
                  </a:lnTo>
                  <a:lnTo>
                    <a:pt x="1160" y="769"/>
                  </a:lnTo>
                  <a:lnTo>
                    <a:pt x="1155" y="784"/>
                  </a:lnTo>
                  <a:lnTo>
                    <a:pt x="1150" y="797"/>
                  </a:lnTo>
                  <a:lnTo>
                    <a:pt x="1146" y="811"/>
                  </a:lnTo>
                  <a:lnTo>
                    <a:pt x="1140" y="824"/>
                  </a:lnTo>
                  <a:lnTo>
                    <a:pt x="1134" y="837"/>
                  </a:lnTo>
                  <a:lnTo>
                    <a:pt x="1128" y="851"/>
                  </a:lnTo>
                  <a:lnTo>
                    <a:pt x="1122" y="864"/>
                  </a:lnTo>
                  <a:lnTo>
                    <a:pt x="1114" y="876"/>
                  </a:lnTo>
                  <a:lnTo>
                    <a:pt x="1108" y="888"/>
                  </a:lnTo>
                  <a:lnTo>
                    <a:pt x="1101" y="900"/>
                  </a:lnTo>
                  <a:lnTo>
                    <a:pt x="1093" y="912"/>
                  </a:lnTo>
                  <a:lnTo>
                    <a:pt x="1085" y="924"/>
                  </a:lnTo>
                  <a:lnTo>
                    <a:pt x="1077" y="936"/>
                  </a:lnTo>
                  <a:lnTo>
                    <a:pt x="1069" y="948"/>
                  </a:lnTo>
                  <a:lnTo>
                    <a:pt x="1060" y="960"/>
                  </a:lnTo>
                  <a:lnTo>
                    <a:pt x="1050" y="970"/>
                  </a:lnTo>
                  <a:lnTo>
                    <a:pt x="1042" y="981"/>
                  </a:lnTo>
                  <a:lnTo>
                    <a:pt x="1032" y="992"/>
                  </a:lnTo>
                  <a:lnTo>
                    <a:pt x="1022" y="1002"/>
                  </a:lnTo>
                  <a:lnTo>
                    <a:pt x="1013" y="1012"/>
                  </a:lnTo>
                  <a:lnTo>
                    <a:pt x="1002" y="1022"/>
                  </a:lnTo>
                  <a:lnTo>
                    <a:pt x="992" y="1032"/>
                  </a:lnTo>
                  <a:lnTo>
                    <a:pt x="982" y="1041"/>
                  </a:lnTo>
                  <a:lnTo>
                    <a:pt x="970" y="1051"/>
                  </a:lnTo>
                  <a:lnTo>
                    <a:pt x="959" y="1060"/>
                  </a:lnTo>
                  <a:lnTo>
                    <a:pt x="948" y="1069"/>
                  </a:lnTo>
                  <a:lnTo>
                    <a:pt x="937" y="1077"/>
                  </a:lnTo>
                  <a:lnTo>
                    <a:pt x="925" y="1085"/>
                  </a:lnTo>
                  <a:lnTo>
                    <a:pt x="913" y="1093"/>
                  </a:lnTo>
                  <a:lnTo>
                    <a:pt x="901" y="1101"/>
                  </a:lnTo>
                  <a:lnTo>
                    <a:pt x="889" y="1108"/>
                  </a:lnTo>
                  <a:lnTo>
                    <a:pt x="876" y="1114"/>
                  </a:lnTo>
                  <a:lnTo>
                    <a:pt x="863" y="1121"/>
                  </a:lnTo>
                  <a:lnTo>
                    <a:pt x="850" y="1128"/>
                  </a:lnTo>
                  <a:lnTo>
                    <a:pt x="837" y="1134"/>
                  </a:lnTo>
                  <a:lnTo>
                    <a:pt x="825" y="1140"/>
                  </a:lnTo>
                  <a:lnTo>
                    <a:pt x="811" y="1145"/>
                  </a:lnTo>
                  <a:lnTo>
                    <a:pt x="797" y="1150"/>
                  </a:lnTo>
                  <a:lnTo>
                    <a:pt x="784" y="1155"/>
                  </a:lnTo>
                  <a:lnTo>
                    <a:pt x="769" y="1160"/>
                  </a:lnTo>
                  <a:lnTo>
                    <a:pt x="756" y="1164"/>
                  </a:lnTo>
                  <a:lnTo>
                    <a:pt x="741" y="1168"/>
                  </a:lnTo>
                  <a:lnTo>
                    <a:pt x="727" y="1171"/>
                  </a:lnTo>
                  <a:lnTo>
                    <a:pt x="713" y="1174"/>
                  </a:lnTo>
                  <a:lnTo>
                    <a:pt x="698" y="1177"/>
                  </a:lnTo>
                  <a:lnTo>
                    <a:pt x="684" y="1179"/>
                  </a:lnTo>
                  <a:lnTo>
                    <a:pt x="669" y="1181"/>
                  </a:lnTo>
                  <a:lnTo>
                    <a:pt x="654" y="1183"/>
                  </a:lnTo>
                  <a:lnTo>
                    <a:pt x="639" y="1185"/>
                  </a:lnTo>
                  <a:lnTo>
                    <a:pt x="624" y="1185"/>
                  </a:lnTo>
                  <a:lnTo>
                    <a:pt x="609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78" y="1186"/>
                  </a:lnTo>
                  <a:lnTo>
                    <a:pt x="563" y="1185"/>
                  </a:lnTo>
                  <a:lnTo>
                    <a:pt x="548" y="1185"/>
                  </a:lnTo>
                  <a:lnTo>
                    <a:pt x="532" y="1183"/>
                  </a:lnTo>
                  <a:lnTo>
                    <a:pt x="518" y="1181"/>
                  </a:lnTo>
                  <a:lnTo>
                    <a:pt x="503" y="1179"/>
                  </a:lnTo>
                  <a:lnTo>
                    <a:pt x="488" y="1177"/>
                  </a:lnTo>
                  <a:lnTo>
                    <a:pt x="474" y="1174"/>
                  </a:lnTo>
                  <a:lnTo>
                    <a:pt x="460" y="1171"/>
                  </a:lnTo>
                  <a:lnTo>
                    <a:pt x="445" y="1168"/>
                  </a:lnTo>
                  <a:lnTo>
                    <a:pt x="431" y="1164"/>
                  </a:lnTo>
                  <a:lnTo>
                    <a:pt x="417" y="1160"/>
                  </a:lnTo>
                  <a:lnTo>
                    <a:pt x="404" y="1155"/>
                  </a:lnTo>
                  <a:lnTo>
                    <a:pt x="389" y="1150"/>
                  </a:lnTo>
                  <a:lnTo>
                    <a:pt x="376" y="1145"/>
                  </a:lnTo>
                  <a:lnTo>
                    <a:pt x="363" y="1140"/>
                  </a:lnTo>
                  <a:lnTo>
                    <a:pt x="349" y="1134"/>
                  </a:lnTo>
                  <a:lnTo>
                    <a:pt x="336" y="1128"/>
                  </a:lnTo>
                  <a:lnTo>
                    <a:pt x="324" y="1121"/>
                  </a:lnTo>
                  <a:lnTo>
                    <a:pt x="311" y="1114"/>
                  </a:lnTo>
                  <a:lnTo>
                    <a:pt x="298" y="1108"/>
                  </a:lnTo>
                  <a:lnTo>
                    <a:pt x="286" y="1101"/>
                  </a:lnTo>
                  <a:lnTo>
                    <a:pt x="274" y="1093"/>
                  </a:lnTo>
                  <a:lnTo>
                    <a:pt x="262" y="1085"/>
                  </a:lnTo>
                  <a:lnTo>
                    <a:pt x="250" y="1077"/>
                  </a:lnTo>
                  <a:lnTo>
                    <a:pt x="239" y="1069"/>
                  </a:lnTo>
                  <a:lnTo>
                    <a:pt x="227" y="1060"/>
                  </a:lnTo>
                  <a:lnTo>
                    <a:pt x="216" y="1051"/>
                  </a:lnTo>
                  <a:lnTo>
                    <a:pt x="205" y="1041"/>
                  </a:lnTo>
                  <a:lnTo>
                    <a:pt x="195" y="1032"/>
                  </a:lnTo>
                  <a:lnTo>
                    <a:pt x="184" y="1022"/>
                  </a:lnTo>
                  <a:lnTo>
                    <a:pt x="174" y="1012"/>
                  </a:lnTo>
                  <a:lnTo>
                    <a:pt x="164" y="1002"/>
                  </a:lnTo>
                  <a:lnTo>
                    <a:pt x="155" y="992"/>
                  </a:lnTo>
                  <a:lnTo>
                    <a:pt x="145" y="981"/>
                  </a:lnTo>
                  <a:lnTo>
                    <a:pt x="135" y="970"/>
                  </a:lnTo>
                  <a:lnTo>
                    <a:pt x="127" y="960"/>
                  </a:lnTo>
                  <a:lnTo>
                    <a:pt x="118" y="948"/>
                  </a:lnTo>
                  <a:lnTo>
                    <a:pt x="110" y="936"/>
                  </a:lnTo>
                  <a:lnTo>
                    <a:pt x="102" y="924"/>
                  </a:lnTo>
                  <a:lnTo>
                    <a:pt x="94" y="912"/>
                  </a:lnTo>
                  <a:lnTo>
                    <a:pt x="87" y="900"/>
                  </a:lnTo>
                  <a:lnTo>
                    <a:pt x="79" y="888"/>
                  </a:lnTo>
                  <a:lnTo>
                    <a:pt x="71" y="876"/>
                  </a:lnTo>
                  <a:lnTo>
                    <a:pt x="65" y="864"/>
                  </a:lnTo>
                  <a:lnTo>
                    <a:pt x="59" y="851"/>
                  </a:lnTo>
                  <a:lnTo>
                    <a:pt x="53" y="837"/>
                  </a:lnTo>
                  <a:lnTo>
                    <a:pt x="47" y="824"/>
                  </a:lnTo>
                  <a:lnTo>
                    <a:pt x="42" y="811"/>
                  </a:lnTo>
                  <a:lnTo>
                    <a:pt x="36" y="797"/>
                  </a:lnTo>
                  <a:lnTo>
                    <a:pt x="31" y="784"/>
                  </a:lnTo>
                  <a:lnTo>
                    <a:pt x="27" y="769"/>
                  </a:lnTo>
                  <a:lnTo>
                    <a:pt x="23" y="756"/>
                  </a:lnTo>
                  <a:lnTo>
                    <a:pt x="19" y="741"/>
                  </a:lnTo>
                  <a:lnTo>
                    <a:pt x="15" y="727"/>
                  </a:lnTo>
                  <a:lnTo>
                    <a:pt x="12" y="713"/>
                  </a:lnTo>
                  <a:lnTo>
                    <a:pt x="10" y="698"/>
                  </a:lnTo>
                  <a:lnTo>
                    <a:pt x="7" y="684"/>
                  </a:lnTo>
                  <a:lnTo>
                    <a:pt x="5" y="669"/>
                  </a:lnTo>
                  <a:lnTo>
                    <a:pt x="3" y="654"/>
                  </a:lnTo>
                  <a:lnTo>
                    <a:pt x="2" y="639"/>
                  </a:lnTo>
                  <a:lnTo>
                    <a:pt x="1" y="624"/>
                  </a:lnTo>
                  <a:lnTo>
                    <a:pt x="1" y="608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1" y="578"/>
                  </a:lnTo>
                  <a:lnTo>
                    <a:pt x="1" y="563"/>
                  </a:lnTo>
                  <a:lnTo>
                    <a:pt x="2" y="548"/>
                  </a:lnTo>
                  <a:lnTo>
                    <a:pt x="3" y="532"/>
                  </a:lnTo>
                  <a:lnTo>
                    <a:pt x="5" y="518"/>
                  </a:lnTo>
                  <a:lnTo>
                    <a:pt x="7" y="503"/>
                  </a:lnTo>
                  <a:lnTo>
                    <a:pt x="10" y="488"/>
                  </a:lnTo>
                  <a:lnTo>
                    <a:pt x="12" y="474"/>
                  </a:lnTo>
                  <a:lnTo>
                    <a:pt x="15" y="460"/>
                  </a:lnTo>
                  <a:lnTo>
                    <a:pt x="19" y="445"/>
                  </a:lnTo>
                  <a:lnTo>
                    <a:pt x="23" y="431"/>
                  </a:lnTo>
                  <a:lnTo>
                    <a:pt x="27" y="417"/>
                  </a:lnTo>
                  <a:lnTo>
                    <a:pt x="31" y="403"/>
                  </a:lnTo>
                  <a:lnTo>
                    <a:pt x="36" y="389"/>
                  </a:lnTo>
                  <a:lnTo>
                    <a:pt x="42" y="376"/>
                  </a:lnTo>
                  <a:lnTo>
                    <a:pt x="47" y="363"/>
                  </a:lnTo>
                  <a:lnTo>
                    <a:pt x="53" y="349"/>
                  </a:lnTo>
                  <a:lnTo>
                    <a:pt x="59" y="336"/>
                  </a:lnTo>
                  <a:lnTo>
                    <a:pt x="65" y="323"/>
                  </a:lnTo>
                  <a:lnTo>
                    <a:pt x="71" y="311"/>
                  </a:lnTo>
                  <a:lnTo>
                    <a:pt x="79" y="298"/>
                  </a:lnTo>
                  <a:lnTo>
                    <a:pt x="87" y="286"/>
                  </a:lnTo>
                  <a:lnTo>
                    <a:pt x="94" y="274"/>
                  </a:lnTo>
                  <a:lnTo>
                    <a:pt x="102" y="262"/>
                  </a:lnTo>
                  <a:lnTo>
                    <a:pt x="110" y="250"/>
                  </a:lnTo>
                  <a:lnTo>
                    <a:pt x="118" y="239"/>
                  </a:lnTo>
                  <a:lnTo>
                    <a:pt x="127" y="227"/>
                  </a:lnTo>
                  <a:lnTo>
                    <a:pt x="135" y="216"/>
                  </a:lnTo>
                  <a:lnTo>
                    <a:pt x="145" y="206"/>
                  </a:lnTo>
                  <a:lnTo>
                    <a:pt x="155" y="195"/>
                  </a:lnTo>
                  <a:lnTo>
                    <a:pt x="164" y="184"/>
                  </a:lnTo>
                  <a:lnTo>
                    <a:pt x="174" y="174"/>
                  </a:lnTo>
                  <a:lnTo>
                    <a:pt x="184" y="164"/>
                  </a:lnTo>
                  <a:lnTo>
                    <a:pt x="195" y="155"/>
                  </a:lnTo>
                  <a:lnTo>
                    <a:pt x="205" y="145"/>
                  </a:lnTo>
                  <a:lnTo>
                    <a:pt x="216" y="135"/>
                  </a:lnTo>
                  <a:lnTo>
                    <a:pt x="227" y="127"/>
                  </a:lnTo>
                  <a:lnTo>
                    <a:pt x="239" y="119"/>
                  </a:lnTo>
                  <a:lnTo>
                    <a:pt x="250" y="110"/>
                  </a:lnTo>
                  <a:lnTo>
                    <a:pt x="262" y="102"/>
                  </a:lnTo>
                  <a:lnTo>
                    <a:pt x="274" y="94"/>
                  </a:lnTo>
                  <a:lnTo>
                    <a:pt x="286" y="87"/>
                  </a:lnTo>
                  <a:lnTo>
                    <a:pt x="298" y="79"/>
                  </a:lnTo>
                  <a:lnTo>
                    <a:pt x="311" y="72"/>
                  </a:lnTo>
                  <a:lnTo>
                    <a:pt x="324" y="65"/>
                  </a:lnTo>
                  <a:lnTo>
                    <a:pt x="336" y="59"/>
                  </a:lnTo>
                  <a:lnTo>
                    <a:pt x="349" y="53"/>
                  </a:lnTo>
                  <a:lnTo>
                    <a:pt x="363" y="47"/>
                  </a:lnTo>
                  <a:lnTo>
                    <a:pt x="376" y="42"/>
                  </a:lnTo>
                  <a:lnTo>
                    <a:pt x="389" y="36"/>
                  </a:lnTo>
                  <a:lnTo>
                    <a:pt x="404" y="31"/>
                  </a:lnTo>
                  <a:lnTo>
                    <a:pt x="417" y="27"/>
                  </a:lnTo>
                  <a:lnTo>
                    <a:pt x="431" y="23"/>
                  </a:lnTo>
                  <a:lnTo>
                    <a:pt x="445" y="19"/>
                  </a:lnTo>
                  <a:lnTo>
                    <a:pt x="460" y="15"/>
                  </a:lnTo>
                  <a:lnTo>
                    <a:pt x="474" y="13"/>
                  </a:lnTo>
                  <a:lnTo>
                    <a:pt x="488" y="10"/>
                  </a:lnTo>
                  <a:lnTo>
                    <a:pt x="503" y="7"/>
                  </a:lnTo>
                  <a:lnTo>
                    <a:pt x="518" y="5"/>
                  </a:lnTo>
                  <a:lnTo>
                    <a:pt x="532" y="3"/>
                  </a:lnTo>
                  <a:lnTo>
                    <a:pt x="548" y="2"/>
                  </a:lnTo>
                  <a:lnTo>
                    <a:pt x="563" y="1"/>
                  </a:lnTo>
                  <a:lnTo>
                    <a:pt x="578" y="1"/>
                  </a:lnTo>
                  <a:lnTo>
                    <a:pt x="593" y="0"/>
                  </a:lnTo>
                  <a:lnTo>
                    <a:pt x="593" y="0"/>
                  </a:lnTo>
                  <a:lnTo>
                    <a:pt x="593" y="0"/>
                  </a:lnTo>
                  <a:lnTo>
                    <a:pt x="593" y="0"/>
                  </a:lnTo>
                  <a:close/>
                  <a:moveTo>
                    <a:pt x="593" y="219"/>
                  </a:moveTo>
                  <a:lnTo>
                    <a:pt x="593" y="219"/>
                  </a:lnTo>
                  <a:lnTo>
                    <a:pt x="593" y="219"/>
                  </a:lnTo>
                  <a:lnTo>
                    <a:pt x="584" y="219"/>
                  </a:lnTo>
                  <a:lnTo>
                    <a:pt x="574" y="219"/>
                  </a:lnTo>
                  <a:lnTo>
                    <a:pt x="564" y="220"/>
                  </a:lnTo>
                  <a:lnTo>
                    <a:pt x="555" y="221"/>
                  </a:lnTo>
                  <a:lnTo>
                    <a:pt x="545" y="222"/>
                  </a:lnTo>
                  <a:lnTo>
                    <a:pt x="536" y="223"/>
                  </a:lnTo>
                  <a:lnTo>
                    <a:pt x="527" y="225"/>
                  </a:lnTo>
                  <a:lnTo>
                    <a:pt x="518" y="227"/>
                  </a:lnTo>
                  <a:lnTo>
                    <a:pt x="508" y="228"/>
                  </a:lnTo>
                  <a:lnTo>
                    <a:pt x="500" y="231"/>
                  </a:lnTo>
                  <a:lnTo>
                    <a:pt x="491" y="233"/>
                  </a:lnTo>
                  <a:lnTo>
                    <a:pt x="482" y="235"/>
                  </a:lnTo>
                  <a:lnTo>
                    <a:pt x="473" y="239"/>
                  </a:lnTo>
                  <a:lnTo>
                    <a:pt x="464" y="242"/>
                  </a:lnTo>
                  <a:lnTo>
                    <a:pt x="456" y="245"/>
                  </a:lnTo>
                  <a:lnTo>
                    <a:pt x="448" y="248"/>
                  </a:lnTo>
                  <a:lnTo>
                    <a:pt x="439" y="251"/>
                  </a:lnTo>
                  <a:lnTo>
                    <a:pt x="431" y="255"/>
                  </a:lnTo>
                  <a:lnTo>
                    <a:pt x="423" y="259"/>
                  </a:lnTo>
                  <a:lnTo>
                    <a:pt x="415" y="264"/>
                  </a:lnTo>
                  <a:lnTo>
                    <a:pt x="407" y="268"/>
                  </a:lnTo>
                  <a:lnTo>
                    <a:pt x="399" y="273"/>
                  </a:lnTo>
                  <a:lnTo>
                    <a:pt x="392" y="278"/>
                  </a:lnTo>
                  <a:lnTo>
                    <a:pt x="384" y="283"/>
                  </a:lnTo>
                  <a:lnTo>
                    <a:pt x="376" y="288"/>
                  </a:lnTo>
                  <a:lnTo>
                    <a:pt x="369" y="293"/>
                  </a:lnTo>
                  <a:lnTo>
                    <a:pt x="362" y="299"/>
                  </a:lnTo>
                  <a:lnTo>
                    <a:pt x="356" y="304"/>
                  </a:lnTo>
                  <a:lnTo>
                    <a:pt x="348" y="310"/>
                  </a:lnTo>
                  <a:lnTo>
                    <a:pt x="341" y="316"/>
                  </a:lnTo>
                  <a:lnTo>
                    <a:pt x="335" y="322"/>
                  </a:lnTo>
                  <a:lnTo>
                    <a:pt x="328" y="328"/>
                  </a:lnTo>
                  <a:lnTo>
                    <a:pt x="322" y="335"/>
                  </a:lnTo>
                  <a:lnTo>
                    <a:pt x="316" y="342"/>
                  </a:lnTo>
                  <a:lnTo>
                    <a:pt x="310" y="348"/>
                  </a:lnTo>
                  <a:lnTo>
                    <a:pt x="304" y="355"/>
                  </a:lnTo>
                  <a:lnTo>
                    <a:pt x="299" y="362"/>
                  </a:lnTo>
                  <a:lnTo>
                    <a:pt x="293" y="369"/>
                  </a:lnTo>
                  <a:lnTo>
                    <a:pt x="288" y="376"/>
                  </a:lnTo>
                  <a:lnTo>
                    <a:pt x="283" y="383"/>
                  </a:lnTo>
                  <a:lnTo>
                    <a:pt x="278" y="391"/>
                  </a:lnTo>
                  <a:lnTo>
                    <a:pt x="273" y="399"/>
                  </a:lnTo>
                  <a:lnTo>
                    <a:pt x="268" y="407"/>
                  </a:lnTo>
                  <a:lnTo>
                    <a:pt x="264" y="415"/>
                  </a:lnTo>
                  <a:lnTo>
                    <a:pt x="260" y="423"/>
                  </a:lnTo>
                  <a:lnTo>
                    <a:pt x="256" y="431"/>
                  </a:lnTo>
                  <a:lnTo>
                    <a:pt x="252" y="439"/>
                  </a:lnTo>
                  <a:lnTo>
                    <a:pt x="248" y="448"/>
                  </a:lnTo>
                  <a:lnTo>
                    <a:pt x="245" y="456"/>
                  </a:lnTo>
                  <a:lnTo>
                    <a:pt x="242" y="464"/>
                  </a:lnTo>
                  <a:lnTo>
                    <a:pt x="239" y="473"/>
                  </a:lnTo>
                  <a:lnTo>
                    <a:pt x="236" y="482"/>
                  </a:lnTo>
                  <a:lnTo>
                    <a:pt x="233" y="491"/>
                  </a:lnTo>
                  <a:lnTo>
                    <a:pt x="231" y="500"/>
                  </a:lnTo>
                  <a:lnTo>
                    <a:pt x="228" y="509"/>
                  </a:lnTo>
                  <a:lnTo>
                    <a:pt x="227" y="518"/>
                  </a:lnTo>
                  <a:lnTo>
                    <a:pt x="224" y="527"/>
                  </a:lnTo>
                  <a:lnTo>
                    <a:pt x="223" y="536"/>
                  </a:lnTo>
                  <a:lnTo>
                    <a:pt x="222" y="546"/>
                  </a:lnTo>
                  <a:lnTo>
                    <a:pt x="221" y="555"/>
                  </a:lnTo>
                  <a:lnTo>
                    <a:pt x="220" y="564"/>
                  </a:lnTo>
                  <a:lnTo>
                    <a:pt x="219" y="574"/>
                  </a:lnTo>
                  <a:lnTo>
                    <a:pt x="219" y="584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603"/>
                  </a:lnTo>
                  <a:lnTo>
                    <a:pt x="219" y="612"/>
                  </a:lnTo>
                  <a:lnTo>
                    <a:pt x="220" y="622"/>
                  </a:lnTo>
                  <a:lnTo>
                    <a:pt x="221" y="632"/>
                  </a:lnTo>
                  <a:lnTo>
                    <a:pt x="222" y="641"/>
                  </a:lnTo>
                  <a:lnTo>
                    <a:pt x="223" y="650"/>
                  </a:lnTo>
                  <a:lnTo>
                    <a:pt x="224" y="660"/>
                  </a:lnTo>
                  <a:lnTo>
                    <a:pt x="227" y="669"/>
                  </a:lnTo>
                  <a:lnTo>
                    <a:pt x="228" y="678"/>
                  </a:lnTo>
                  <a:lnTo>
                    <a:pt x="231" y="687"/>
                  </a:lnTo>
                  <a:lnTo>
                    <a:pt x="233" y="696"/>
                  </a:lnTo>
                  <a:lnTo>
                    <a:pt x="236" y="704"/>
                  </a:lnTo>
                  <a:lnTo>
                    <a:pt x="239" y="713"/>
                  </a:lnTo>
                  <a:lnTo>
                    <a:pt x="242" y="722"/>
                  </a:lnTo>
                  <a:lnTo>
                    <a:pt x="245" y="731"/>
                  </a:lnTo>
                  <a:lnTo>
                    <a:pt x="248" y="739"/>
                  </a:lnTo>
                  <a:lnTo>
                    <a:pt x="252" y="748"/>
                  </a:lnTo>
                  <a:lnTo>
                    <a:pt x="256" y="756"/>
                  </a:lnTo>
                  <a:lnTo>
                    <a:pt x="260" y="764"/>
                  </a:lnTo>
                  <a:lnTo>
                    <a:pt x="264" y="772"/>
                  </a:lnTo>
                  <a:lnTo>
                    <a:pt x="268" y="780"/>
                  </a:lnTo>
                  <a:lnTo>
                    <a:pt x="273" y="788"/>
                  </a:lnTo>
                  <a:lnTo>
                    <a:pt x="278" y="795"/>
                  </a:lnTo>
                  <a:lnTo>
                    <a:pt x="283" y="803"/>
                  </a:lnTo>
                  <a:lnTo>
                    <a:pt x="288" y="810"/>
                  </a:lnTo>
                  <a:lnTo>
                    <a:pt x="293" y="817"/>
                  </a:lnTo>
                  <a:lnTo>
                    <a:pt x="299" y="824"/>
                  </a:lnTo>
                  <a:lnTo>
                    <a:pt x="304" y="832"/>
                  </a:lnTo>
                  <a:lnTo>
                    <a:pt x="310" y="838"/>
                  </a:lnTo>
                  <a:lnTo>
                    <a:pt x="316" y="845"/>
                  </a:lnTo>
                  <a:lnTo>
                    <a:pt x="322" y="852"/>
                  </a:lnTo>
                  <a:lnTo>
                    <a:pt x="328" y="858"/>
                  </a:lnTo>
                  <a:lnTo>
                    <a:pt x="337" y="866"/>
                  </a:lnTo>
                  <a:lnTo>
                    <a:pt x="345" y="874"/>
                  </a:lnTo>
                  <a:lnTo>
                    <a:pt x="354" y="881"/>
                  </a:lnTo>
                  <a:lnTo>
                    <a:pt x="363" y="888"/>
                  </a:lnTo>
                  <a:lnTo>
                    <a:pt x="372" y="896"/>
                  </a:lnTo>
                  <a:lnTo>
                    <a:pt x="382" y="903"/>
                  </a:lnTo>
                  <a:lnTo>
                    <a:pt x="392" y="908"/>
                  </a:lnTo>
                  <a:lnTo>
                    <a:pt x="402" y="915"/>
                  </a:lnTo>
                  <a:lnTo>
                    <a:pt x="412" y="921"/>
                  </a:lnTo>
                  <a:lnTo>
                    <a:pt x="422" y="927"/>
                  </a:lnTo>
                  <a:lnTo>
                    <a:pt x="432" y="932"/>
                  </a:lnTo>
                  <a:lnTo>
                    <a:pt x="444" y="936"/>
                  </a:lnTo>
                  <a:lnTo>
                    <a:pt x="454" y="941"/>
                  </a:lnTo>
                  <a:lnTo>
                    <a:pt x="465" y="945"/>
                  </a:lnTo>
                  <a:lnTo>
                    <a:pt x="476" y="949"/>
                  </a:lnTo>
                  <a:lnTo>
                    <a:pt x="488" y="952"/>
                  </a:lnTo>
                  <a:lnTo>
                    <a:pt x="496" y="941"/>
                  </a:lnTo>
                  <a:lnTo>
                    <a:pt x="484" y="938"/>
                  </a:lnTo>
                  <a:lnTo>
                    <a:pt x="473" y="934"/>
                  </a:lnTo>
                  <a:lnTo>
                    <a:pt x="462" y="930"/>
                  </a:lnTo>
                  <a:lnTo>
                    <a:pt x="452" y="925"/>
                  </a:lnTo>
                  <a:lnTo>
                    <a:pt x="440" y="921"/>
                  </a:lnTo>
                  <a:lnTo>
                    <a:pt x="431" y="916"/>
                  </a:lnTo>
                  <a:lnTo>
                    <a:pt x="420" y="910"/>
                  </a:lnTo>
                  <a:lnTo>
                    <a:pt x="410" y="904"/>
                  </a:lnTo>
                  <a:lnTo>
                    <a:pt x="400" y="899"/>
                  </a:lnTo>
                  <a:lnTo>
                    <a:pt x="391" y="892"/>
                  </a:lnTo>
                  <a:lnTo>
                    <a:pt x="381" y="886"/>
                  </a:lnTo>
                  <a:lnTo>
                    <a:pt x="372" y="879"/>
                  </a:lnTo>
                  <a:lnTo>
                    <a:pt x="364" y="872"/>
                  </a:lnTo>
                  <a:lnTo>
                    <a:pt x="355" y="864"/>
                  </a:lnTo>
                  <a:lnTo>
                    <a:pt x="346" y="856"/>
                  </a:lnTo>
                  <a:lnTo>
                    <a:pt x="338" y="848"/>
                  </a:lnTo>
                  <a:lnTo>
                    <a:pt x="332" y="843"/>
                  </a:lnTo>
                  <a:lnTo>
                    <a:pt x="326" y="836"/>
                  </a:lnTo>
                  <a:lnTo>
                    <a:pt x="320" y="830"/>
                  </a:lnTo>
                  <a:lnTo>
                    <a:pt x="315" y="823"/>
                  </a:lnTo>
                  <a:lnTo>
                    <a:pt x="309" y="816"/>
                  </a:lnTo>
                  <a:lnTo>
                    <a:pt x="304" y="809"/>
                  </a:lnTo>
                  <a:lnTo>
                    <a:pt x="299" y="802"/>
                  </a:lnTo>
                  <a:lnTo>
                    <a:pt x="294" y="795"/>
                  </a:lnTo>
                  <a:lnTo>
                    <a:pt x="289" y="788"/>
                  </a:lnTo>
                  <a:lnTo>
                    <a:pt x="284" y="780"/>
                  </a:lnTo>
                  <a:lnTo>
                    <a:pt x="280" y="773"/>
                  </a:lnTo>
                  <a:lnTo>
                    <a:pt x="276" y="765"/>
                  </a:lnTo>
                  <a:lnTo>
                    <a:pt x="272" y="758"/>
                  </a:lnTo>
                  <a:lnTo>
                    <a:pt x="268" y="750"/>
                  </a:lnTo>
                  <a:lnTo>
                    <a:pt x="264" y="742"/>
                  </a:lnTo>
                  <a:lnTo>
                    <a:pt x="260" y="734"/>
                  </a:lnTo>
                  <a:lnTo>
                    <a:pt x="257" y="726"/>
                  </a:lnTo>
                  <a:lnTo>
                    <a:pt x="254" y="717"/>
                  </a:lnTo>
                  <a:lnTo>
                    <a:pt x="252" y="709"/>
                  </a:lnTo>
                  <a:lnTo>
                    <a:pt x="248" y="700"/>
                  </a:lnTo>
                  <a:lnTo>
                    <a:pt x="246" y="692"/>
                  </a:lnTo>
                  <a:lnTo>
                    <a:pt x="244" y="684"/>
                  </a:lnTo>
                  <a:lnTo>
                    <a:pt x="241" y="675"/>
                  </a:lnTo>
                  <a:lnTo>
                    <a:pt x="240" y="666"/>
                  </a:lnTo>
                  <a:lnTo>
                    <a:pt x="238" y="657"/>
                  </a:lnTo>
                  <a:lnTo>
                    <a:pt x="236" y="648"/>
                  </a:lnTo>
                  <a:lnTo>
                    <a:pt x="235" y="640"/>
                  </a:lnTo>
                  <a:lnTo>
                    <a:pt x="234" y="630"/>
                  </a:lnTo>
                  <a:lnTo>
                    <a:pt x="233" y="621"/>
                  </a:lnTo>
                  <a:lnTo>
                    <a:pt x="232" y="612"/>
                  </a:lnTo>
                  <a:lnTo>
                    <a:pt x="232" y="60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84"/>
                  </a:lnTo>
                  <a:lnTo>
                    <a:pt x="232" y="575"/>
                  </a:lnTo>
                  <a:lnTo>
                    <a:pt x="233" y="565"/>
                  </a:lnTo>
                  <a:lnTo>
                    <a:pt x="234" y="556"/>
                  </a:lnTo>
                  <a:lnTo>
                    <a:pt x="235" y="548"/>
                  </a:lnTo>
                  <a:lnTo>
                    <a:pt x="236" y="538"/>
                  </a:lnTo>
                  <a:lnTo>
                    <a:pt x="238" y="529"/>
                  </a:lnTo>
                  <a:lnTo>
                    <a:pt x="240" y="520"/>
                  </a:lnTo>
                  <a:lnTo>
                    <a:pt x="241" y="512"/>
                  </a:lnTo>
                  <a:lnTo>
                    <a:pt x="244" y="503"/>
                  </a:lnTo>
                  <a:lnTo>
                    <a:pt x="246" y="495"/>
                  </a:lnTo>
                  <a:lnTo>
                    <a:pt x="248" y="486"/>
                  </a:lnTo>
                  <a:lnTo>
                    <a:pt x="252" y="478"/>
                  </a:lnTo>
                  <a:lnTo>
                    <a:pt x="254" y="469"/>
                  </a:lnTo>
                  <a:lnTo>
                    <a:pt x="257" y="461"/>
                  </a:lnTo>
                  <a:lnTo>
                    <a:pt x="260" y="452"/>
                  </a:lnTo>
                  <a:lnTo>
                    <a:pt x="264" y="444"/>
                  </a:lnTo>
                  <a:lnTo>
                    <a:pt x="268" y="437"/>
                  </a:lnTo>
                  <a:lnTo>
                    <a:pt x="272" y="429"/>
                  </a:lnTo>
                  <a:lnTo>
                    <a:pt x="276" y="421"/>
                  </a:lnTo>
                  <a:lnTo>
                    <a:pt x="280" y="413"/>
                  </a:lnTo>
                  <a:lnTo>
                    <a:pt x="284" y="406"/>
                  </a:lnTo>
                  <a:lnTo>
                    <a:pt x="289" y="399"/>
                  </a:lnTo>
                  <a:lnTo>
                    <a:pt x="294" y="391"/>
                  </a:lnTo>
                  <a:lnTo>
                    <a:pt x="299" y="384"/>
                  </a:lnTo>
                  <a:lnTo>
                    <a:pt x="304" y="377"/>
                  </a:lnTo>
                  <a:lnTo>
                    <a:pt x="309" y="371"/>
                  </a:lnTo>
                  <a:lnTo>
                    <a:pt x="315" y="363"/>
                  </a:lnTo>
                  <a:lnTo>
                    <a:pt x="320" y="357"/>
                  </a:lnTo>
                  <a:lnTo>
                    <a:pt x="326" y="351"/>
                  </a:lnTo>
                  <a:lnTo>
                    <a:pt x="332" y="344"/>
                  </a:lnTo>
                  <a:lnTo>
                    <a:pt x="338" y="338"/>
                  </a:lnTo>
                  <a:lnTo>
                    <a:pt x="344" y="331"/>
                  </a:lnTo>
                  <a:lnTo>
                    <a:pt x="351" y="326"/>
                  </a:lnTo>
                  <a:lnTo>
                    <a:pt x="357" y="320"/>
                  </a:lnTo>
                  <a:lnTo>
                    <a:pt x="364" y="315"/>
                  </a:lnTo>
                  <a:lnTo>
                    <a:pt x="370" y="309"/>
                  </a:lnTo>
                  <a:lnTo>
                    <a:pt x="377" y="303"/>
                  </a:lnTo>
                  <a:lnTo>
                    <a:pt x="384" y="299"/>
                  </a:lnTo>
                  <a:lnTo>
                    <a:pt x="392" y="294"/>
                  </a:lnTo>
                  <a:lnTo>
                    <a:pt x="399" y="289"/>
                  </a:lnTo>
                  <a:lnTo>
                    <a:pt x="406" y="284"/>
                  </a:lnTo>
                  <a:lnTo>
                    <a:pt x="413" y="280"/>
                  </a:lnTo>
                  <a:lnTo>
                    <a:pt x="421" y="276"/>
                  </a:lnTo>
                  <a:lnTo>
                    <a:pt x="429" y="271"/>
                  </a:lnTo>
                  <a:lnTo>
                    <a:pt x="437" y="267"/>
                  </a:lnTo>
                  <a:lnTo>
                    <a:pt x="444" y="264"/>
                  </a:lnTo>
                  <a:lnTo>
                    <a:pt x="452" y="260"/>
                  </a:lnTo>
                  <a:lnTo>
                    <a:pt x="461" y="257"/>
                  </a:lnTo>
                  <a:lnTo>
                    <a:pt x="469" y="254"/>
                  </a:lnTo>
                  <a:lnTo>
                    <a:pt x="477" y="251"/>
                  </a:lnTo>
                  <a:lnTo>
                    <a:pt x="486" y="248"/>
                  </a:lnTo>
                  <a:lnTo>
                    <a:pt x="494" y="246"/>
                  </a:lnTo>
                  <a:lnTo>
                    <a:pt x="503" y="243"/>
                  </a:lnTo>
                  <a:lnTo>
                    <a:pt x="512" y="241"/>
                  </a:lnTo>
                  <a:lnTo>
                    <a:pt x="520" y="239"/>
                  </a:lnTo>
                  <a:lnTo>
                    <a:pt x="529" y="238"/>
                  </a:lnTo>
                  <a:lnTo>
                    <a:pt x="538" y="236"/>
                  </a:lnTo>
                  <a:lnTo>
                    <a:pt x="548" y="235"/>
                  </a:lnTo>
                  <a:lnTo>
                    <a:pt x="556" y="234"/>
                  </a:lnTo>
                  <a:lnTo>
                    <a:pt x="565" y="233"/>
                  </a:lnTo>
                  <a:lnTo>
                    <a:pt x="575" y="232"/>
                  </a:lnTo>
                  <a:lnTo>
                    <a:pt x="584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603" y="232"/>
                  </a:lnTo>
                  <a:lnTo>
                    <a:pt x="612" y="232"/>
                  </a:lnTo>
                  <a:lnTo>
                    <a:pt x="621" y="233"/>
                  </a:lnTo>
                  <a:lnTo>
                    <a:pt x="630" y="234"/>
                  </a:lnTo>
                  <a:lnTo>
                    <a:pt x="639" y="235"/>
                  </a:lnTo>
                  <a:lnTo>
                    <a:pt x="649" y="236"/>
                  </a:lnTo>
                  <a:lnTo>
                    <a:pt x="657" y="238"/>
                  </a:lnTo>
                  <a:lnTo>
                    <a:pt x="666" y="239"/>
                  </a:lnTo>
                  <a:lnTo>
                    <a:pt x="675" y="241"/>
                  </a:lnTo>
                  <a:lnTo>
                    <a:pt x="684" y="243"/>
                  </a:lnTo>
                  <a:lnTo>
                    <a:pt x="693" y="246"/>
                  </a:lnTo>
                  <a:lnTo>
                    <a:pt x="701" y="248"/>
                  </a:lnTo>
                  <a:lnTo>
                    <a:pt x="709" y="251"/>
                  </a:lnTo>
                  <a:lnTo>
                    <a:pt x="717" y="254"/>
                  </a:lnTo>
                  <a:lnTo>
                    <a:pt x="726" y="257"/>
                  </a:lnTo>
                  <a:lnTo>
                    <a:pt x="733" y="260"/>
                  </a:lnTo>
                  <a:lnTo>
                    <a:pt x="742" y="264"/>
                  </a:lnTo>
                  <a:lnTo>
                    <a:pt x="750" y="267"/>
                  </a:lnTo>
                  <a:lnTo>
                    <a:pt x="757" y="271"/>
                  </a:lnTo>
                  <a:lnTo>
                    <a:pt x="765" y="276"/>
                  </a:lnTo>
                  <a:lnTo>
                    <a:pt x="773" y="280"/>
                  </a:lnTo>
                  <a:lnTo>
                    <a:pt x="781" y="284"/>
                  </a:lnTo>
                  <a:lnTo>
                    <a:pt x="788" y="289"/>
                  </a:lnTo>
                  <a:lnTo>
                    <a:pt x="795" y="294"/>
                  </a:lnTo>
                  <a:lnTo>
                    <a:pt x="802" y="299"/>
                  </a:lnTo>
                  <a:lnTo>
                    <a:pt x="809" y="303"/>
                  </a:lnTo>
                  <a:lnTo>
                    <a:pt x="817" y="309"/>
                  </a:lnTo>
                  <a:lnTo>
                    <a:pt x="823" y="315"/>
                  </a:lnTo>
                  <a:lnTo>
                    <a:pt x="829" y="320"/>
                  </a:lnTo>
                  <a:lnTo>
                    <a:pt x="836" y="326"/>
                  </a:lnTo>
                  <a:lnTo>
                    <a:pt x="842" y="331"/>
                  </a:lnTo>
                  <a:lnTo>
                    <a:pt x="849" y="338"/>
                  </a:lnTo>
                  <a:lnTo>
                    <a:pt x="855" y="344"/>
                  </a:lnTo>
                  <a:lnTo>
                    <a:pt x="861" y="351"/>
                  </a:lnTo>
                  <a:lnTo>
                    <a:pt x="866" y="357"/>
                  </a:lnTo>
                  <a:lnTo>
                    <a:pt x="872" y="363"/>
                  </a:lnTo>
                  <a:lnTo>
                    <a:pt x="877" y="371"/>
                  </a:lnTo>
                  <a:lnTo>
                    <a:pt x="883" y="377"/>
                  </a:lnTo>
                  <a:lnTo>
                    <a:pt x="888" y="384"/>
                  </a:lnTo>
                  <a:lnTo>
                    <a:pt x="893" y="391"/>
                  </a:lnTo>
                  <a:lnTo>
                    <a:pt x="897" y="399"/>
                  </a:lnTo>
                  <a:lnTo>
                    <a:pt x="902" y="406"/>
                  </a:lnTo>
                  <a:lnTo>
                    <a:pt x="906" y="413"/>
                  </a:lnTo>
                  <a:lnTo>
                    <a:pt x="911" y="421"/>
                  </a:lnTo>
                  <a:lnTo>
                    <a:pt x="915" y="429"/>
                  </a:lnTo>
                  <a:lnTo>
                    <a:pt x="919" y="437"/>
                  </a:lnTo>
                  <a:lnTo>
                    <a:pt x="923" y="444"/>
                  </a:lnTo>
                  <a:lnTo>
                    <a:pt x="926" y="452"/>
                  </a:lnTo>
                  <a:lnTo>
                    <a:pt x="929" y="461"/>
                  </a:lnTo>
                  <a:lnTo>
                    <a:pt x="933" y="469"/>
                  </a:lnTo>
                  <a:lnTo>
                    <a:pt x="936" y="478"/>
                  </a:lnTo>
                  <a:lnTo>
                    <a:pt x="938" y="486"/>
                  </a:lnTo>
                  <a:lnTo>
                    <a:pt x="941" y="495"/>
                  </a:lnTo>
                  <a:lnTo>
                    <a:pt x="943" y="503"/>
                  </a:lnTo>
                  <a:lnTo>
                    <a:pt x="945" y="512"/>
                  </a:lnTo>
                  <a:lnTo>
                    <a:pt x="947" y="520"/>
                  </a:lnTo>
                  <a:lnTo>
                    <a:pt x="949" y="529"/>
                  </a:lnTo>
                  <a:lnTo>
                    <a:pt x="950" y="538"/>
                  </a:lnTo>
                  <a:lnTo>
                    <a:pt x="952" y="548"/>
                  </a:lnTo>
                  <a:lnTo>
                    <a:pt x="953" y="556"/>
                  </a:lnTo>
                  <a:lnTo>
                    <a:pt x="953" y="565"/>
                  </a:lnTo>
                  <a:lnTo>
                    <a:pt x="954" y="575"/>
                  </a:lnTo>
                  <a:lnTo>
                    <a:pt x="954" y="584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603"/>
                  </a:lnTo>
                  <a:lnTo>
                    <a:pt x="954" y="612"/>
                  </a:lnTo>
                  <a:lnTo>
                    <a:pt x="953" y="621"/>
                  </a:lnTo>
                  <a:lnTo>
                    <a:pt x="953" y="630"/>
                  </a:lnTo>
                  <a:lnTo>
                    <a:pt x="952" y="640"/>
                  </a:lnTo>
                  <a:lnTo>
                    <a:pt x="950" y="648"/>
                  </a:lnTo>
                  <a:lnTo>
                    <a:pt x="949" y="657"/>
                  </a:lnTo>
                  <a:lnTo>
                    <a:pt x="947" y="666"/>
                  </a:lnTo>
                  <a:lnTo>
                    <a:pt x="945" y="675"/>
                  </a:lnTo>
                  <a:lnTo>
                    <a:pt x="943" y="684"/>
                  </a:lnTo>
                  <a:lnTo>
                    <a:pt x="941" y="692"/>
                  </a:lnTo>
                  <a:lnTo>
                    <a:pt x="938" y="700"/>
                  </a:lnTo>
                  <a:lnTo>
                    <a:pt x="936" y="709"/>
                  </a:lnTo>
                  <a:lnTo>
                    <a:pt x="933" y="717"/>
                  </a:lnTo>
                  <a:lnTo>
                    <a:pt x="929" y="726"/>
                  </a:lnTo>
                  <a:lnTo>
                    <a:pt x="926" y="734"/>
                  </a:lnTo>
                  <a:lnTo>
                    <a:pt x="923" y="742"/>
                  </a:lnTo>
                  <a:lnTo>
                    <a:pt x="919" y="750"/>
                  </a:lnTo>
                  <a:lnTo>
                    <a:pt x="915" y="758"/>
                  </a:lnTo>
                  <a:lnTo>
                    <a:pt x="911" y="765"/>
                  </a:lnTo>
                  <a:lnTo>
                    <a:pt x="906" y="773"/>
                  </a:lnTo>
                  <a:lnTo>
                    <a:pt x="902" y="780"/>
                  </a:lnTo>
                  <a:lnTo>
                    <a:pt x="897" y="788"/>
                  </a:lnTo>
                  <a:lnTo>
                    <a:pt x="893" y="795"/>
                  </a:lnTo>
                  <a:lnTo>
                    <a:pt x="888" y="802"/>
                  </a:lnTo>
                  <a:lnTo>
                    <a:pt x="883" y="809"/>
                  </a:lnTo>
                  <a:lnTo>
                    <a:pt x="877" y="816"/>
                  </a:lnTo>
                  <a:lnTo>
                    <a:pt x="872" y="823"/>
                  </a:lnTo>
                  <a:lnTo>
                    <a:pt x="866" y="830"/>
                  </a:lnTo>
                  <a:lnTo>
                    <a:pt x="861" y="836"/>
                  </a:lnTo>
                  <a:lnTo>
                    <a:pt x="855" y="843"/>
                  </a:lnTo>
                  <a:lnTo>
                    <a:pt x="849" y="848"/>
                  </a:lnTo>
                  <a:lnTo>
                    <a:pt x="841" y="856"/>
                  </a:lnTo>
                  <a:lnTo>
                    <a:pt x="832" y="864"/>
                  </a:lnTo>
                  <a:lnTo>
                    <a:pt x="823" y="872"/>
                  </a:lnTo>
                  <a:lnTo>
                    <a:pt x="814" y="879"/>
                  </a:lnTo>
                  <a:lnTo>
                    <a:pt x="805" y="886"/>
                  </a:lnTo>
                  <a:lnTo>
                    <a:pt x="796" y="892"/>
                  </a:lnTo>
                  <a:lnTo>
                    <a:pt x="786" y="899"/>
                  </a:lnTo>
                  <a:lnTo>
                    <a:pt x="777" y="904"/>
                  </a:lnTo>
                  <a:lnTo>
                    <a:pt x="766" y="910"/>
                  </a:lnTo>
                  <a:lnTo>
                    <a:pt x="756" y="916"/>
                  </a:lnTo>
                  <a:lnTo>
                    <a:pt x="745" y="921"/>
                  </a:lnTo>
                  <a:lnTo>
                    <a:pt x="735" y="925"/>
                  </a:lnTo>
                  <a:lnTo>
                    <a:pt x="725" y="930"/>
                  </a:lnTo>
                  <a:lnTo>
                    <a:pt x="713" y="934"/>
                  </a:lnTo>
                  <a:lnTo>
                    <a:pt x="702" y="938"/>
                  </a:lnTo>
                  <a:lnTo>
                    <a:pt x="691" y="941"/>
                  </a:lnTo>
                  <a:lnTo>
                    <a:pt x="699" y="952"/>
                  </a:lnTo>
                  <a:lnTo>
                    <a:pt x="710" y="949"/>
                  </a:lnTo>
                  <a:lnTo>
                    <a:pt x="721" y="945"/>
                  </a:lnTo>
                  <a:lnTo>
                    <a:pt x="733" y="941"/>
                  </a:lnTo>
                  <a:lnTo>
                    <a:pt x="743" y="936"/>
                  </a:lnTo>
                  <a:lnTo>
                    <a:pt x="754" y="932"/>
                  </a:lnTo>
                  <a:lnTo>
                    <a:pt x="765" y="927"/>
                  </a:lnTo>
                  <a:lnTo>
                    <a:pt x="775" y="921"/>
                  </a:lnTo>
                  <a:lnTo>
                    <a:pt x="785" y="915"/>
                  </a:lnTo>
                  <a:lnTo>
                    <a:pt x="795" y="909"/>
                  </a:lnTo>
                  <a:lnTo>
                    <a:pt x="805" y="903"/>
                  </a:lnTo>
                  <a:lnTo>
                    <a:pt x="814" y="896"/>
                  </a:lnTo>
                  <a:lnTo>
                    <a:pt x="823" y="888"/>
                  </a:lnTo>
                  <a:lnTo>
                    <a:pt x="833" y="881"/>
                  </a:lnTo>
                  <a:lnTo>
                    <a:pt x="841" y="874"/>
                  </a:lnTo>
                  <a:lnTo>
                    <a:pt x="850" y="866"/>
                  </a:lnTo>
                  <a:lnTo>
                    <a:pt x="858" y="858"/>
                  </a:lnTo>
                  <a:lnTo>
                    <a:pt x="865" y="852"/>
                  </a:lnTo>
                  <a:lnTo>
                    <a:pt x="871" y="845"/>
                  </a:lnTo>
                  <a:lnTo>
                    <a:pt x="877" y="838"/>
                  </a:lnTo>
                  <a:lnTo>
                    <a:pt x="882" y="832"/>
                  </a:lnTo>
                  <a:lnTo>
                    <a:pt x="888" y="824"/>
                  </a:lnTo>
                  <a:lnTo>
                    <a:pt x="893" y="817"/>
                  </a:lnTo>
                  <a:lnTo>
                    <a:pt x="898" y="810"/>
                  </a:lnTo>
                  <a:lnTo>
                    <a:pt x="904" y="803"/>
                  </a:lnTo>
                  <a:lnTo>
                    <a:pt x="909" y="795"/>
                  </a:lnTo>
                  <a:lnTo>
                    <a:pt x="913" y="788"/>
                  </a:lnTo>
                  <a:lnTo>
                    <a:pt x="918" y="780"/>
                  </a:lnTo>
                  <a:lnTo>
                    <a:pt x="923" y="772"/>
                  </a:lnTo>
                  <a:lnTo>
                    <a:pt x="927" y="764"/>
                  </a:lnTo>
                  <a:lnTo>
                    <a:pt x="931" y="756"/>
                  </a:lnTo>
                  <a:lnTo>
                    <a:pt x="935" y="748"/>
                  </a:lnTo>
                  <a:lnTo>
                    <a:pt x="938" y="739"/>
                  </a:lnTo>
                  <a:lnTo>
                    <a:pt x="941" y="731"/>
                  </a:lnTo>
                  <a:lnTo>
                    <a:pt x="945" y="722"/>
                  </a:lnTo>
                  <a:lnTo>
                    <a:pt x="948" y="713"/>
                  </a:lnTo>
                  <a:lnTo>
                    <a:pt x="951" y="704"/>
                  </a:lnTo>
                  <a:lnTo>
                    <a:pt x="953" y="696"/>
                  </a:lnTo>
                  <a:lnTo>
                    <a:pt x="956" y="687"/>
                  </a:lnTo>
                  <a:lnTo>
                    <a:pt x="958" y="678"/>
                  </a:lnTo>
                  <a:lnTo>
                    <a:pt x="960" y="669"/>
                  </a:lnTo>
                  <a:lnTo>
                    <a:pt x="961" y="660"/>
                  </a:lnTo>
                  <a:lnTo>
                    <a:pt x="964" y="650"/>
                  </a:lnTo>
                  <a:lnTo>
                    <a:pt x="965" y="641"/>
                  </a:lnTo>
                  <a:lnTo>
                    <a:pt x="965" y="632"/>
                  </a:lnTo>
                  <a:lnTo>
                    <a:pt x="967" y="622"/>
                  </a:lnTo>
                  <a:lnTo>
                    <a:pt x="967" y="612"/>
                  </a:lnTo>
                  <a:lnTo>
                    <a:pt x="968" y="60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84"/>
                  </a:lnTo>
                  <a:lnTo>
                    <a:pt x="967" y="574"/>
                  </a:lnTo>
                  <a:lnTo>
                    <a:pt x="967" y="564"/>
                  </a:lnTo>
                  <a:lnTo>
                    <a:pt x="965" y="555"/>
                  </a:lnTo>
                  <a:lnTo>
                    <a:pt x="965" y="546"/>
                  </a:lnTo>
                  <a:lnTo>
                    <a:pt x="964" y="536"/>
                  </a:lnTo>
                  <a:lnTo>
                    <a:pt x="961" y="527"/>
                  </a:lnTo>
                  <a:lnTo>
                    <a:pt x="960" y="518"/>
                  </a:lnTo>
                  <a:lnTo>
                    <a:pt x="958" y="509"/>
                  </a:lnTo>
                  <a:lnTo>
                    <a:pt x="956" y="500"/>
                  </a:lnTo>
                  <a:lnTo>
                    <a:pt x="953" y="491"/>
                  </a:lnTo>
                  <a:lnTo>
                    <a:pt x="951" y="482"/>
                  </a:lnTo>
                  <a:lnTo>
                    <a:pt x="948" y="473"/>
                  </a:lnTo>
                  <a:lnTo>
                    <a:pt x="945" y="464"/>
                  </a:lnTo>
                  <a:lnTo>
                    <a:pt x="941" y="456"/>
                  </a:lnTo>
                  <a:lnTo>
                    <a:pt x="938" y="448"/>
                  </a:lnTo>
                  <a:lnTo>
                    <a:pt x="935" y="439"/>
                  </a:lnTo>
                  <a:lnTo>
                    <a:pt x="931" y="431"/>
                  </a:lnTo>
                  <a:lnTo>
                    <a:pt x="927" y="423"/>
                  </a:lnTo>
                  <a:lnTo>
                    <a:pt x="923" y="415"/>
                  </a:lnTo>
                  <a:lnTo>
                    <a:pt x="918" y="407"/>
                  </a:lnTo>
                  <a:lnTo>
                    <a:pt x="913" y="399"/>
                  </a:lnTo>
                  <a:lnTo>
                    <a:pt x="909" y="391"/>
                  </a:lnTo>
                  <a:lnTo>
                    <a:pt x="904" y="383"/>
                  </a:lnTo>
                  <a:lnTo>
                    <a:pt x="898" y="376"/>
                  </a:lnTo>
                  <a:lnTo>
                    <a:pt x="893" y="369"/>
                  </a:lnTo>
                  <a:lnTo>
                    <a:pt x="888" y="362"/>
                  </a:lnTo>
                  <a:lnTo>
                    <a:pt x="882" y="355"/>
                  </a:lnTo>
                  <a:lnTo>
                    <a:pt x="877" y="348"/>
                  </a:lnTo>
                  <a:lnTo>
                    <a:pt x="871" y="342"/>
                  </a:lnTo>
                  <a:lnTo>
                    <a:pt x="865" y="335"/>
                  </a:lnTo>
                  <a:lnTo>
                    <a:pt x="858" y="328"/>
                  </a:lnTo>
                  <a:lnTo>
                    <a:pt x="852" y="322"/>
                  </a:lnTo>
                  <a:lnTo>
                    <a:pt x="845" y="316"/>
                  </a:lnTo>
                  <a:lnTo>
                    <a:pt x="838" y="310"/>
                  </a:lnTo>
                  <a:lnTo>
                    <a:pt x="832" y="304"/>
                  </a:lnTo>
                  <a:lnTo>
                    <a:pt x="825" y="299"/>
                  </a:lnTo>
                  <a:lnTo>
                    <a:pt x="817" y="293"/>
                  </a:lnTo>
                  <a:lnTo>
                    <a:pt x="810" y="288"/>
                  </a:lnTo>
                  <a:lnTo>
                    <a:pt x="803" y="283"/>
                  </a:lnTo>
                  <a:lnTo>
                    <a:pt x="795" y="278"/>
                  </a:lnTo>
                  <a:lnTo>
                    <a:pt x="787" y="273"/>
                  </a:lnTo>
                  <a:lnTo>
                    <a:pt x="780" y="268"/>
                  </a:lnTo>
                  <a:lnTo>
                    <a:pt x="772" y="264"/>
                  </a:lnTo>
                  <a:lnTo>
                    <a:pt x="764" y="259"/>
                  </a:lnTo>
                  <a:lnTo>
                    <a:pt x="756" y="255"/>
                  </a:lnTo>
                  <a:lnTo>
                    <a:pt x="748" y="251"/>
                  </a:lnTo>
                  <a:lnTo>
                    <a:pt x="739" y="248"/>
                  </a:lnTo>
                  <a:lnTo>
                    <a:pt x="731" y="245"/>
                  </a:lnTo>
                  <a:lnTo>
                    <a:pt x="722" y="242"/>
                  </a:lnTo>
                  <a:lnTo>
                    <a:pt x="713" y="239"/>
                  </a:lnTo>
                  <a:lnTo>
                    <a:pt x="705" y="235"/>
                  </a:lnTo>
                  <a:lnTo>
                    <a:pt x="696" y="233"/>
                  </a:lnTo>
                  <a:lnTo>
                    <a:pt x="687" y="231"/>
                  </a:lnTo>
                  <a:lnTo>
                    <a:pt x="678" y="228"/>
                  </a:lnTo>
                  <a:lnTo>
                    <a:pt x="669" y="227"/>
                  </a:lnTo>
                  <a:lnTo>
                    <a:pt x="660" y="225"/>
                  </a:lnTo>
                  <a:lnTo>
                    <a:pt x="650" y="223"/>
                  </a:lnTo>
                  <a:lnTo>
                    <a:pt x="641" y="222"/>
                  </a:lnTo>
                  <a:lnTo>
                    <a:pt x="632" y="221"/>
                  </a:lnTo>
                  <a:lnTo>
                    <a:pt x="622" y="220"/>
                  </a:lnTo>
                  <a:lnTo>
                    <a:pt x="613" y="219"/>
                  </a:lnTo>
                  <a:lnTo>
                    <a:pt x="603" y="219"/>
                  </a:lnTo>
                  <a:lnTo>
                    <a:pt x="593" y="219"/>
                  </a:lnTo>
                  <a:lnTo>
                    <a:pt x="593" y="219"/>
                  </a:lnTo>
                  <a:lnTo>
                    <a:pt x="593" y="219"/>
                  </a:lnTo>
                  <a:lnTo>
                    <a:pt x="593" y="219"/>
                  </a:lnTo>
                  <a:close/>
                  <a:moveTo>
                    <a:pt x="593" y="14"/>
                  </a:moveTo>
                  <a:lnTo>
                    <a:pt x="593" y="14"/>
                  </a:lnTo>
                  <a:lnTo>
                    <a:pt x="593" y="14"/>
                  </a:lnTo>
                  <a:lnTo>
                    <a:pt x="593" y="14"/>
                  </a:lnTo>
                  <a:lnTo>
                    <a:pt x="593" y="14"/>
                  </a:lnTo>
                  <a:lnTo>
                    <a:pt x="578" y="14"/>
                  </a:lnTo>
                  <a:lnTo>
                    <a:pt x="564" y="15"/>
                  </a:lnTo>
                  <a:lnTo>
                    <a:pt x="548" y="15"/>
                  </a:lnTo>
                  <a:lnTo>
                    <a:pt x="534" y="16"/>
                  </a:lnTo>
                  <a:lnTo>
                    <a:pt x="520" y="19"/>
                  </a:lnTo>
                  <a:lnTo>
                    <a:pt x="505" y="20"/>
                  </a:lnTo>
                  <a:lnTo>
                    <a:pt x="491" y="23"/>
                  </a:lnTo>
                  <a:lnTo>
                    <a:pt x="476" y="26"/>
                  </a:lnTo>
                  <a:lnTo>
                    <a:pt x="463" y="28"/>
                  </a:lnTo>
                  <a:lnTo>
                    <a:pt x="448" y="32"/>
                  </a:lnTo>
                  <a:lnTo>
                    <a:pt x="435" y="35"/>
                  </a:lnTo>
                  <a:lnTo>
                    <a:pt x="421" y="40"/>
                  </a:lnTo>
                  <a:lnTo>
                    <a:pt x="408" y="44"/>
                  </a:lnTo>
                  <a:lnTo>
                    <a:pt x="394" y="49"/>
                  </a:lnTo>
                  <a:lnTo>
                    <a:pt x="381" y="54"/>
                  </a:lnTo>
                  <a:lnTo>
                    <a:pt x="368" y="59"/>
                  </a:lnTo>
                  <a:lnTo>
                    <a:pt x="355" y="65"/>
                  </a:lnTo>
                  <a:lnTo>
                    <a:pt x="342" y="71"/>
                  </a:lnTo>
                  <a:lnTo>
                    <a:pt x="329" y="77"/>
                  </a:lnTo>
                  <a:lnTo>
                    <a:pt x="317" y="83"/>
                  </a:lnTo>
                  <a:lnTo>
                    <a:pt x="305" y="91"/>
                  </a:lnTo>
                  <a:lnTo>
                    <a:pt x="292" y="98"/>
                  </a:lnTo>
                  <a:lnTo>
                    <a:pt x="281" y="105"/>
                  </a:lnTo>
                  <a:lnTo>
                    <a:pt x="269" y="113"/>
                  </a:lnTo>
                  <a:lnTo>
                    <a:pt x="258" y="120"/>
                  </a:lnTo>
                  <a:lnTo>
                    <a:pt x="247" y="129"/>
                  </a:lnTo>
                  <a:lnTo>
                    <a:pt x="236" y="137"/>
                  </a:lnTo>
                  <a:lnTo>
                    <a:pt x="224" y="146"/>
                  </a:lnTo>
                  <a:lnTo>
                    <a:pt x="214" y="155"/>
                  </a:lnTo>
                  <a:lnTo>
                    <a:pt x="203" y="164"/>
                  </a:lnTo>
                  <a:lnTo>
                    <a:pt x="193" y="174"/>
                  </a:lnTo>
                  <a:lnTo>
                    <a:pt x="183" y="183"/>
                  </a:lnTo>
                  <a:lnTo>
                    <a:pt x="174" y="194"/>
                  </a:lnTo>
                  <a:lnTo>
                    <a:pt x="164" y="203"/>
                  </a:lnTo>
                  <a:lnTo>
                    <a:pt x="155" y="214"/>
                  </a:lnTo>
                  <a:lnTo>
                    <a:pt x="146" y="224"/>
                  </a:lnTo>
                  <a:lnTo>
                    <a:pt x="137" y="235"/>
                  </a:lnTo>
                  <a:lnTo>
                    <a:pt x="129" y="247"/>
                  </a:lnTo>
                  <a:lnTo>
                    <a:pt x="120" y="258"/>
                  </a:lnTo>
                  <a:lnTo>
                    <a:pt x="112" y="269"/>
                  </a:lnTo>
                  <a:lnTo>
                    <a:pt x="105" y="281"/>
                  </a:lnTo>
                  <a:lnTo>
                    <a:pt x="98" y="292"/>
                  </a:lnTo>
                  <a:lnTo>
                    <a:pt x="91" y="305"/>
                  </a:lnTo>
                  <a:lnTo>
                    <a:pt x="83" y="317"/>
                  </a:lnTo>
                  <a:lnTo>
                    <a:pt x="77" y="330"/>
                  </a:lnTo>
                  <a:lnTo>
                    <a:pt x="71" y="342"/>
                  </a:lnTo>
                  <a:lnTo>
                    <a:pt x="65" y="355"/>
                  </a:lnTo>
                  <a:lnTo>
                    <a:pt x="59" y="367"/>
                  </a:lnTo>
                  <a:lnTo>
                    <a:pt x="54" y="381"/>
                  </a:lnTo>
                  <a:lnTo>
                    <a:pt x="49" y="394"/>
                  </a:lnTo>
                  <a:lnTo>
                    <a:pt x="44" y="408"/>
                  </a:lnTo>
                  <a:lnTo>
                    <a:pt x="39" y="421"/>
                  </a:lnTo>
                  <a:lnTo>
                    <a:pt x="35" y="435"/>
                  </a:lnTo>
                  <a:lnTo>
                    <a:pt x="32" y="448"/>
                  </a:lnTo>
                  <a:lnTo>
                    <a:pt x="28" y="463"/>
                  </a:lnTo>
                  <a:lnTo>
                    <a:pt x="25" y="476"/>
                  </a:lnTo>
                  <a:lnTo>
                    <a:pt x="23" y="491"/>
                  </a:lnTo>
                  <a:lnTo>
                    <a:pt x="20" y="505"/>
                  </a:lnTo>
                  <a:lnTo>
                    <a:pt x="18" y="520"/>
                  </a:lnTo>
                  <a:lnTo>
                    <a:pt x="16" y="534"/>
                  </a:lnTo>
                  <a:lnTo>
                    <a:pt x="15" y="548"/>
                  </a:lnTo>
                  <a:lnTo>
                    <a:pt x="15" y="564"/>
                  </a:lnTo>
                  <a:lnTo>
                    <a:pt x="14" y="578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608"/>
                  </a:lnTo>
                  <a:lnTo>
                    <a:pt x="15" y="623"/>
                  </a:lnTo>
                  <a:lnTo>
                    <a:pt x="15" y="638"/>
                  </a:lnTo>
                  <a:lnTo>
                    <a:pt x="16" y="652"/>
                  </a:lnTo>
                  <a:lnTo>
                    <a:pt x="18" y="667"/>
                  </a:lnTo>
                  <a:lnTo>
                    <a:pt x="20" y="682"/>
                  </a:lnTo>
                  <a:lnTo>
                    <a:pt x="23" y="696"/>
                  </a:lnTo>
                  <a:lnTo>
                    <a:pt x="25" y="710"/>
                  </a:lnTo>
                  <a:lnTo>
                    <a:pt x="28" y="724"/>
                  </a:lnTo>
                  <a:lnTo>
                    <a:pt x="32" y="738"/>
                  </a:lnTo>
                  <a:lnTo>
                    <a:pt x="35" y="752"/>
                  </a:lnTo>
                  <a:lnTo>
                    <a:pt x="40" y="765"/>
                  </a:lnTo>
                  <a:lnTo>
                    <a:pt x="44" y="779"/>
                  </a:lnTo>
                  <a:lnTo>
                    <a:pt x="49" y="792"/>
                  </a:lnTo>
                  <a:lnTo>
                    <a:pt x="54" y="806"/>
                  </a:lnTo>
                  <a:lnTo>
                    <a:pt x="59" y="819"/>
                  </a:lnTo>
                  <a:lnTo>
                    <a:pt x="65" y="832"/>
                  </a:lnTo>
                  <a:lnTo>
                    <a:pt x="71" y="844"/>
                  </a:lnTo>
                  <a:lnTo>
                    <a:pt x="77" y="857"/>
                  </a:lnTo>
                  <a:lnTo>
                    <a:pt x="83" y="869"/>
                  </a:lnTo>
                  <a:lnTo>
                    <a:pt x="91" y="882"/>
                  </a:lnTo>
                  <a:lnTo>
                    <a:pt x="98" y="894"/>
                  </a:lnTo>
                  <a:lnTo>
                    <a:pt x="105" y="906"/>
                  </a:lnTo>
                  <a:lnTo>
                    <a:pt x="112" y="917"/>
                  </a:lnTo>
                  <a:lnTo>
                    <a:pt x="120" y="928"/>
                  </a:lnTo>
                  <a:lnTo>
                    <a:pt x="129" y="940"/>
                  </a:lnTo>
                  <a:lnTo>
                    <a:pt x="137" y="951"/>
                  </a:lnTo>
                  <a:lnTo>
                    <a:pt x="146" y="962"/>
                  </a:lnTo>
                  <a:lnTo>
                    <a:pt x="155" y="972"/>
                  </a:lnTo>
                  <a:lnTo>
                    <a:pt x="164" y="983"/>
                  </a:lnTo>
                  <a:lnTo>
                    <a:pt x="174" y="993"/>
                  </a:lnTo>
                  <a:lnTo>
                    <a:pt x="183" y="1003"/>
                  </a:lnTo>
                  <a:lnTo>
                    <a:pt x="193" y="1012"/>
                  </a:lnTo>
                  <a:lnTo>
                    <a:pt x="203" y="1022"/>
                  </a:lnTo>
                  <a:lnTo>
                    <a:pt x="214" y="1032"/>
                  </a:lnTo>
                  <a:lnTo>
                    <a:pt x="224" y="1040"/>
                  </a:lnTo>
                  <a:lnTo>
                    <a:pt x="236" y="1049"/>
                  </a:lnTo>
                  <a:lnTo>
                    <a:pt x="247" y="1058"/>
                  </a:lnTo>
                  <a:lnTo>
                    <a:pt x="258" y="1066"/>
                  </a:lnTo>
                  <a:lnTo>
                    <a:pt x="269" y="1074"/>
                  </a:lnTo>
                  <a:lnTo>
                    <a:pt x="281" y="1081"/>
                  </a:lnTo>
                  <a:lnTo>
                    <a:pt x="292" y="1089"/>
                  </a:lnTo>
                  <a:lnTo>
                    <a:pt x="305" y="1096"/>
                  </a:lnTo>
                  <a:lnTo>
                    <a:pt x="317" y="1103"/>
                  </a:lnTo>
                  <a:lnTo>
                    <a:pt x="329" y="1109"/>
                  </a:lnTo>
                  <a:lnTo>
                    <a:pt x="342" y="1116"/>
                  </a:lnTo>
                  <a:lnTo>
                    <a:pt x="355" y="1121"/>
                  </a:lnTo>
                  <a:lnTo>
                    <a:pt x="368" y="1127"/>
                  </a:lnTo>
                  <a:lnTo>
                    <a:pt x="381" y="1133"/>
                  </a:lnTo>
                  <a:lnTo>
                    <a:pt x="394" y="1138"/>
                  </a:lnTo>
                  <a:lnTo>
                    <a:pt x="408" y="1142"/>
                  </a:lnTo>
                  <a:lnTo>
                    <a:pt x="421" y="1147"/>
                  </a:lnTo>
                  <a:lnTo>
                    <a:pt x="435" y="1151"/>
                  </a:lnTo>
                  <a:lnTo>
                    <a:pt x="448" y="1155"/>
                  </a:lnTo>
                  <a:lnTo>
                    <a:pt x="463" y="1158"/>
                  </a:lnTo>
                  <a:lnTo>
                    <a:pt x="476" y="1161"/>
                  </a:lnTo>
                  <a:lnTo>
                    <a:pt x="491" y="1164"/>
                  </a:lnTo>
                  <a:lnTo>
                    <a:pt x="505" y="1166"/>
                  </a:lnTo>
                  <a:lnTo>
                    <a:pt x="520" y="1169"/>
                  </a:lnTo>
                  <a:lnTo>
                    <a:pt x="534" y="1170"/>
                  </a:lnTo>
                  <a:lnTo>
                    <a:pt x="548" y="1171"/>
                  </a:lnTo>
                  <a:lnTo>
                    <a:pt x="564" y="1172"/>
                  </a:lnTo>
                  <a:lnTo>
                    <a:pt x="578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609" y="1173"/>
                  </a:lnTo>
                  <a:lnTo>
                    <a:pt x="623" y="1172"/>
                  </a:lnTo>
                  <a:lnTo>
                    <a:pt x="638" y="1171"/>
                  </a:lnTo>
                  <a:lnTo>
                    <a:pt x="653" y="1170"/>
                  </a:lnTo>
                  <a:lnTo>
                    <a:pt x="667" y="1169"/>
                  </a:lnTo>
                  <a:lnTo>
                    <a:pt x="681" y="1166"/>
                  </a:lnTo>
                  <a:lnTo>
                    <a:pt x="696" y="1164"/>
                  </a:lnTo>
                  <a:lnTo>
                    <a:pt x="710" y="1161"/>
                  </a:lnTo>
                  <a:lnTo>
                    <a:pt x="725" y="1158"/>
                  </a:lnTo>
                  <a:lnTo>
                    <a:pt x="738" y="1155"/>
                  </a:lnTo>
                  <a:lnTo>
                    <a:pt x="752" y="1151"/>
                  </a:lnTo>
                  <a:lnTo>
                    <a:pt x="765" y="1147"/>
                  </a:lnTo>
                  <a:lnTo>
                    <a:pt x="779" y="1142"/>
                  </a:lnTo>
                  <a:lnTo>
                    <a:pt x="793" y="1138"/>
                  </a:lnTo>
                  <a:lnTo>
                    <a:pt x="806" y="1133"/>
                  </a:lnTo>
                  <a:lnTo>
                    <a:pt x="819" y="1127"/>
                  </a:lnTo>
                  <a:lnTo>
                    <a:pt x="832" y="1121"/>
                  </a:lnTo>
                  <a:lnTo>
                    <a:pt x="845" y="1116"/>
                  </a:lnTo>
                  <a:lnTo>
                    <a:pt x="857" y="1109"/>
                  </a:lnTo>
                  <a:lnTo>
                    <a:pt x="869" y="1103"/>
                  </a:lnTo>
                  <a:lnTo>
                    <a:pt x="882" y="1096"/>
                  </a:lnTo>
                  <a:lnTo>
                    <a:pt x="893" y="1089"/>
                  </a:lnTo>
                  <a:lnTo>
                    <a:pt x="905" y="1081"/>
                  </a:lnTo>
                  <a:lnTo>
                    <a:pt x="917" y="1074"/>
                  </a:lnTo>
                  <a:lnTo>
                    <a:pt x="929" y="1066"/>
                  </a:lnTo>
                  <a:lnTo>
                    <a:pt x="940" y="1058"/>
                  </a:lnTo>
                  <a:lnTo>
                    <a:pt x="951" y="1049"/>
                  </a:lnTo>
                  <a:lnTo>
                    <a:pt x="961" y="1040"/>
                  </a:lnTo>
                  <a:lnTo>
                    <a:pt x="973" y="1032"/>
                  </a:lnTo>
                  <a:lnTo>
                    <a:pt x="983" y="1022"/>
                  </a:lnTo>
                  <a:lnTo>
                    <a:pt x="994" y="1012"/>
                  </a:lnTo>
                  <a:lnTo>
                    <a:pt x="1003" y="1003"/>
                  </a:lnTo>
                  <a:lnTo>
                    <a:pt x="1013" y="993"/>
                  </a:lnTo>
                  <a:lnTo>
                    <a:pt x="1022" y="983"/>
                  </a:lnTo>
                  <a:lnTo>
                    <a:pt x="1032" y="972"/>
                  </a:lnTo>
                  <a:lnTo>
                    <a:pt x="1041" y="962"/>
                  </a:lnTo>
                  <a:lnTo>
                    <a:pt x="1050" y="951"/>
                  </a:lnTo>
                  <a:lnTo>
                    <a:pt x="1058" y="940"/>
                  </a:lnTo>
                  <a:lnTo>
                    <a:pt x="1066" y="928"/>
                  </a:lnTo>
                  <a:lnTo>
                    <a:pt x="1074" y="917"/>
                  </a:lnTo>
                  <a:lnTo>
                    <a:pt x="1082" y="906"/>
                  </a:lnTo>
                  <a:lnTo>
                    <a:pt x="1089" y="894"/>
                  </a:lnTo>
                  <a:lnTo>
                    <a:pt x="1096" y="882"/>
                  </a:lnTo>
                  <a:lnTo>
                    <a:pt x="1103" y="869"/>
                  </a:lnTo>
                  <a:lnTo>
                    <a:pt x="1110" y="857"/>
                  </a:lnTo>
                  <a:lnTo>
                    <a:pt x="1116" y="844"/>
                  </a:lnTo>
                  <a:lnTo>
                    <a:pt x="1122" y="832"/>
                  </a:lnTo>
                  <a:lnTo>
                    <a:pt x="1127" y="819"/>
                  </a:lnTo>
                  <a:lnTo>
                    <a:pt x="1133" y="806"/>
                  </a:lnTo>
                  <a:lnTo>
                    <a:pt x="1138" y="792"/>
                  </a:lnTo>
                  <a:lnTo>
                    <a:pt x="1142" y="779"/>
                  </a:lnTo>
                  <a:lnTo>
                    <a:pt x="1147" y="765"/>
                  </a:lnTo>
                  <a:lnTo>
                    <a:pt x="1151" y="752"/>
                  </a:lnTo>
                  <a:lnTo>
                    <a:pt x="1154" y="738"/>
                  </a:lnTo>
                  <a:lnTo>
                    <a:pt x="1158" y="724"/>
                  </a:lnTo>
                  <a:lnTo>
                    <a:pt x="1162" y="710"/>
                  </a:lnTo>
                  <a:lnTo>
                    <a:pt x="1164" y="696"/>
                  </a:lnTo>
                  <a:lnTo>
                    <a:pt x="1166" y="682"/>
                  </a:lnTo>
                  <a:lnTo>
                    <a:pt x="1168" y="667"/>
                  </a:lnTo>
                  <a:lnTo>
                    <a:pt x="1170" y="652"/>
                  </a:lnTo>
                  <a:lnTo>
                    <a:pt x="1171" y="638"/>
                  </a:lnTo>
                  <a:lnTo>
                    <a:pt x="1172" y="623"/>
                  </a:lnTo>
                  <a:lnTo>
                    <a:pt x="1173" y="608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78"/>
                  </a:lnTo>
                  <a:lnTo>
                    <a:pt x="1172" y="564"/>
                  </a:lnTo>
                  <a:lnTo>
                    <a:pt x="1171" y="548"/>
                  </a:lnTo>
                  <a:lnTo>
                    <a:pt x="1170" y="534"/>
                  </a:lnTo>
                  <a:lnTo>
                    <a:pt x="1168" y="520"/>
                  </a:lnTo>
                  <a:lnTo>
                    <a:pt x="1166" y="505"/>
                  </a:lnTo>
                  <a:lnTo>
                    <a:pt x="1164" y="491"/>
                  </a:lnTo>
                  <a:lnTo>
                    <a:pt x="1162" y="476"/>
                  </a:lnTo>
                  <a:lnTo>
                    <a:pt x="1158" y="463"/>
                  </a:lnTo>
                  <a:lnTo>
                    <a:pt x="1154" y="448"/>
                  </a:lnTo>
                  <a:lnTo>
                    <a:pt x="1151" y="435"/>
                  </a:lnTo>
                  <a:lnTo>
                    <a:pt x="1147" y="421"/>
                  </a:lnTo>
                  <a:lnTo>
                    <a:pt x="1142" y="408"/>
                  </a:lnTo>
                  <a:lnTo>
                    <a:pt x="1138" y="394"/>
                  </a:lnTo>
                  <a:lnTo>
                    <a:pt x="1133" y="381"/>
                  </a:lnTo>
                  <a:lnTo>
                    <a:pt x="1127" y="367"/>
                  </a:lnTo>
                  <a:lnTo>
                    <a:pt x="1122" y="355"/>
                  </a:lnTo>
                  <a:lnTo>
                    <a:pt x="1116" y="342"/>
                  </a:lnTo>
                  <a:lnTo>
                    <a:pt x="1110" y="330"/>
                  </a:lnTo>
                  <a:lnTo>
                    <a:pt x="1103" y="317"/>
                  </a:lnTo>
                  <a:lnTo>
                    <a:pt x="1096" y="305"/>
                  </a:lnTo>
                  <a:lnTo>
                    <a:pt x="1089" y="292"/>
                  </a:lnTo>
                  <a:lnTo>
                    <a:pt x="1082" y="281"/>
                  </a:lnTo>
                  <a:lnTo>
                    <a:pt x="1074" y="269"/>
                  </a:lnTo>
                  <a:lnTo>
                    <a:pt x="1066" y="258"/>
                  </a:lnTo>
                  <a:lnTo>
                    <a:pt x="1058" y="247"/>
                  </a:lnTo>
                  <a:lnTo>
                    <a:pt x="1050" y="235"/>
                  </a:lnTo>
                  <a:lnTo>
                    <a:pt x="1041" y="224"/>
                  </a:lnTo>
                  <a:lnTo>
                    <a:pt x="1032" y="214"/>
                  </a:lnTo>
                  <a:lnTo>
                    <a:pt x="1022" y="203"/>
                  </a:lnTo>
                  <a:lnTo>
                    <a:pt x="1013" y="194"/>
                  </a:lnTo>
                  <a:lnTo>
                    <a:pt x="1003" y="183"/>
                  </a:lnTo>
                  <a:lnTo>
                    <a:pt x="994" y="174"/>
                  </a:lnTo>
                  <a:lnTo>
                    <a:pt x="983" y="164"/>
                  </a:lnTo>
                  <a:lnTo>
                    <a:pt x="973" y="155"/>
                  </a:lnTo>
                  <a:lnTo>
                    <a:pt x="961" y="146"/>
                  </a:lnTo>
                  <a:lnTo>
                    <a:pt x="951" y="137"/>
                  </a:lnTo>
                  <a:lnTo>
                    <a:pt x="940" y="129"/>
                  </a:lnTo>
                  <a:lnTo>
                    <a:pt x="929" y="120"/>
                  </a:lnTo>
                  <a:lnTo>
                    <a:pt x="917" y="113"/>
                  </a:lnTo>
                  <a:lnTo>
                    <a:pt x="905" y="105"/>
                  </a:lnTo>
                  <a:lnTo>
                    <a:pt x="893" y="98"/>
                  </a:lnTo>
                  <a:lnTo>
                    <a:pt x="882" y="91"/>
                  </a:lnTo>
                  <a:lnTo>
                    <a:pt x="869" y="83"/>
                  </a:lnTo>
                  <a:lnTo>
                    <a:pt x="857" y="77"/>
                  </a:lnTo>
                  <a:lnTo>
                    <a:pt x="845" y="71"/>
                  </a:lnTo>
                  <a:lnTo>
                    <a:pt x="832" y="65"/>
                  </a:lnTo>
                  <a:lnTo>
                    <a:pt x="819" y="59"/>
                  </a:lnTo>
                  <a:lnTo>
                    <a:pt x="806" y="54"/>
                  </a:lnTo>
                  <a:lnTo>
                    <a:pt x="793" y="49"/>
                  </a:lnTo>
                  <a:lnTo>
                    <a:pt x="779" y="44"/>
                  </a:lnTo>
                  <a:lnTo>
                    <a:pt x="765" y="40"/>
                  </a:lnTo>
                  <a:lnTo>
                    <a:pt x="752" y="35"/>
                  </a:lnTo>
                  <a:lnTo>
                    <a:pt x="738" y="32"/>
                  </a:lnTo>
                  <a:lnTo>
                    <a:pt x="725" y="28"/>
                  </a:lnTo>
                  <a:lnTo>
                    <a:pt x="710" y="26"/>
                  </a:lnTo>
                  <a:lnTo>
                    <a:pt x="696" y="23"/>
                  </a:lnTo>
                  <a:lnTo>
                    <a:pt x="681" y="20"/>
                  </a:lnTo>
                  <a:lnTo>
                    <a:pt x="667" y="19"/>
                  </a:lnTo>
                  <a:lnTo>
                    <a:pt x="653" y="16"/>
                  </a:lnTo>
                  <a:lnTo>
                    <a:pt x="638" y="15"/>
                  </a:lnTo>
                  <a:lnTo>
                    <a:pt x="623" y="15"/>
                  </a:lnTo>
                  <a:lnTo>
                    <a:pt x="609" y="14"/>
                  </a:lnTo>
                  <a:lnTo>
                    <a:pt x="593" y="1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08" name="îṥľîḋè"/>
            <p:cNvSpPr/>
            <p:nvPr/>
          </p:nvSpPr>
          <p:spPr bwMode="auto">
            <a:xfrm>
              <a:off x="2636838" y="3000376"/>
              <a:ext cx="433388" cy="309563"/>
            </a:xfrm>
            <a:custGeom>
              <a:avLst/>
              <a:gdLst>
                <a:gd name="T0" fmla="*/ 121 w 273"/>
                <a:gd name="T1" fmla="*/ 190 h 195"/>
                <a:gd name="T2" fmla="*/ 157 w 273"/>
                <a:gd name="T3" fmla="*/ 186 h 195"/>
                <a:gd name="T4" fmla="*/ 184 w 273"/>
                <a:gd name="T5" fmla="*/ 151 h 195"/>
                <a:gd name="T6" fmla="*/ 206 w 273"/>
                <a:gd name="T7" fmla="*/ 133 h 195"/>
                <a:gd name="T8" fmla="*/ 247 w 273"/>
                <a:gd name="T9" fmla="*/ 119 h 195"/>
                <a:gd name="T10" fmla="*/ 273 w 273"/>
                <a:gd name="T11" fmla="*/ 102 h 195"/>
                <a:gd name="T12" fmla="*/ 245 w 273"/>
                <a:gd name="T13" fmla="*/ 71 h 195"/>
                <a:gd name="T14" fmla="*/ 216 w 273"/>
                <a:gd name="T15" fmla="*/ 35 h 195"/>
                <a:gd name="T16" fmla="*/ 207 w 273"/>
                <a:gd name="T17" fmla="*/ 1 h 195"/>
                <a:gd name="T18" fmla="*/ 172 w 273"/>
                <a:gd name="T19" fmla="*/ 9 h 195"/>
                <a:gd name="T20" fmla="*/ 129 w 273"/>
                <a:gd name="T21" fmla="*/ 24 h 195"/>
                <a:gd name="T22" fmla="*/ 76 w 273"/>
                <a:gd name="T23" fmla="*/ 2 h 195"/>
                <a:gd name="T24" fmla="*/ 62 w 273"/>
                <a:gd name="T25" fmla="*/ 6 h 195"/>
                <a:gd name="T26" fmla="*/ 49 w 273"/>
                <a:gd name="T27" fmla="*/ 57 h 195"/>
                <a:gd name="T28" fmla="*/ 15 w 273"/>
                <a:gd name="T29" fmla="*/ 89 h 195"/>
                <a:gd name="T30" fmla="*/ 1 w 273"/>
                <a:gd name="T31" fmla="*/ 108 h 195"/>
                <a:gd name="T32" fmla="*/ 46 w 273"/>
                <a:gd name="T33" fmla="*/ 132 h 195"/>
                <a:gd name="T34" fmla="*/ 76 w 273"/>
                <a:gd name="T35" fmla="*/ 132 h 195"/>
                <a:gd name="T36" fmla="*/ 130 w 273"/>
                <a:gd name="T37" fmla="*/ 100 h 195"/>
                <a:gd name="T38" fmla="*/ 110 w 273"/>
                <a:gd name="T39" fmla="*/ 80 h 195"/>
                <a:gd name="T40" fmla="*/ 105 w 273"/>
                <a:gd name="T41" fmla="*/ 85 h 195"/>
                <a:gd name="T42" fmla="*/ 69 w 273"/>
                <a:gd name="T43" fmla="*/ 56 h 195"/>
                <a:gd name="T44" fmla="*/ 73 w 273"/>
                <a:gd name="T45" fmla="*/ 13 h 195"/>
                <a:gd name="T46" fmla="*/ 119 w 273"/>
                <a:gd name="T47" fmla="*/ 31 h 195"/>
                <a:gd name="T48" fmla="*/ 154 w 273"/>
                <a:gd name="T49" fmla="*/ 31 h 195"/>
                <a:gd name="T50" fmla="*/ 199 w 273"/>
                <a:gd name="T51" fmla="*/ 13 h 195"/>
                <a:gd name="T52" fmla="*/ 205 w 273"/>
                <a:gd name="T53" fmla="*/ 56 h 195"/>
                <a:gd name="T54" fmla="*/ 168 w 273"/>
                <a:gd name="T55" fmla="*/ 85 h 195"/>
                <a:gd name="T56" fmla="*/ 163 w 273"/>
                <a:gd name="T57" fmla="*/ 80 h 195"/>
                <a:gd name="T58" fmla="*/ 142 w 273"/>
                <a:gd name="T59" fmla="*/ 100 h 195"/>
                <a:gd name="T60" fmla="*/ 145 w 273"/>
                <a:gd name="T61" fmla="*/ 54 h 195"/>
                <a:gd name="T62" fmla="*/ 130 w 273"/>
                <a:gd name="T63" fmla="*/ 61 h 195"/>
                <a:gd name="T64" fmla="*/ 137 w 273"/>
                <a:gd name="T65" fmla="*/ 45 h 195"/>
                <a:gd name="T66" fmla="*/ 113 w 273"/>
                <a:gd name="T67" fmla="*/ 164 h 195"/>
                <a:gd name="T68" fmla="*/ 141 w 273"/>
                <a:gd name="T69" fmla="*/ 173 h 195"/>
                <a:gd name="T70" fmla="*/ 151 w 273"/>
                <a:gd name="T71" fmla="*/ 177 h 195"/>
                <a:gd name="T72" fmla="*/ 121 w 273"/>
                <a:gd name="T73" fmla="*/ 150 h 195"/>
                <a:gd name="T74" fmla="*/ 89 w 273"/>
                <a:gd name="T75" fmla="*/ 134 h 195"/>
                <a:gd name="T76" fmla="*/ 95 w 273"/>
                <a:gd name="T77" fmla="*/ 108 h 195"/>
                <a:gd name="T78" fmla="*/ 133 w 273"/>
                <a:gd name="T79" fmla="*/ 115 h 195"/>
                <a:gd name="T80" fmla="*/ 157 w 273"/>
                <a:gd name="T81" fmla="*/ 105 h 195"/>
                <a:gd name="T82" fmla="*/ 183 w 273"/>
                <a:gd name="T83" fmla="*/ 114 h 195"/>
                <a:gd name="T84" fmla="*/ 177 w 273"/>
                <a:gd name="T85" fmla="*/ 142 h 195"/>
                <a:gd name="T86" fmla="*/ 137 w 273"/>
                <a:gd name="T87" fmla="*/ 164 h 195"/>
                <a:gd name="T88" fmla="*/ 178 w 273"/>
                <a:gd name="T89" fmla="*/ 63 h 195"/>
                <a:gd name="T90" fmla="*/ 161 w 273"/>
                <a:gd name="T91" fmla="*/ 63 h 195"/>
                <a:gd name="T92" fmla="*/ 175 w 273"/>
                <a:gd name="T93" fmla="*/ 96 h 195"/>
                <a:gd name="T94" fmla="*/ 202 w 273"/>
                <a:gd name="T95" fmla="*/ 68 h 195"/>
                <a:gd name="T96" fmla="*/ 236 w 273"/>
                <a:gd name="T97" fmla="*/ 76 h 195"/>
                <a:gd name="T98" fmla="*/ 246 w 273"/>
                <a:gd name="T99" fmla="*/ 107 h 195"/>
                <a:gd name="T100" fmla="*/ 201 w 273"/>
                <a:gd name="T101" fmla="*/ 120 h 195"/>
                <a:gd name="T102" fmla="*/ 178 w 273"/>
                <a:gd name="T103" fmla="*/ 96 h 195"/>
                <a:gd name="T104" fmla="*/ 113 w 273"/>
                <a:gd name="T105" fmla="*/ 62 h 195"/>
                <a:gd name="T106" fmla="*/ 97 w 273"/>
                <a:gd name="T107" fmla="*/ 65 h 195"/>
                <a:gd name="T108" fmla="*/ 104 w 273"/>
                <a:gd name="T109" fmla="*/ 51 h 195"/>
                <a:gd name="T110" fmla="*/ 75 w 273"/>
                <a:gd name="T111" fmla="*/ 120 h 195"/>
                <a:gd name="T112" fmla="*/ 34 w 273"/>
                <a:gd name="T113" fmla="*/ 110 h 195"/>
                <a:gd name="T114" fmla="*/ 34 w 273"/>
                <a:gd name="T115" fmla="*/ 80 h 195"/>
                <a:gd name="T116" fmla="*/ 65 w 273"/>
                <a:gd name="T117" fmla="*/ 67 h 195"/>
                <a:gd name="T118" fmla="*/ 96 w 273"/>
                <a:gd name="T119" fmla="*/ 93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3" h="195">
                  <a:moveTo>
                    <a:pt x="97" y="154"/>
                  </a:moveTo>
                  <a:lnTo>
                    <a:pt x="98" y="158"/>
                  </a:lnTo>
                  <a:lnTo>
                    <a:pt x="100" y="162"/>
                  </a:lnTo>
                  <a:lnTo>
                    <a:pt x="101" y="166"/>
                  </a:lnTo>
                  <a:lnTo>
                    <a:pt x="103" y="170"/>
                  </a:lnTo>
                  <a:lnTo>
                    <a:pt x="105" y="174"/>
                  </a:lnTo>
                  <a:lnTo>
                    <a:pt x="108" y="177"/>
                  </a:lnTo>
                  <a:lnTo>
                    <a:pt x="111" y="181"/>
                  </a:lnTo>
                  <a:lnTo>
                    <a:pt x="113" y="184"/>
                  </a:lnTo>
                  <a:lnTo>
                    <a:pt x="116" y="186"/>
                  </a:lnTo>
                  <a:lnTo>
                    <a:pt x="119" y="188"/>
                  </a:lnTo>
                  <a:lnTo>
                    <a:pt x="121" y="190"/>
                  </a:lnTo>
                  <a:lnTo>
                    <a:pt x="124" y="191"/>
                  </a:lnTo>
                  <a:lnTo>
                    <a:pt x="126" y="192"/>
                  </a:lnTo>
                  <a:lnTo>
                    <a:pt x="130" y="193"/>
                  </a:lnTo>
                  <a:lnTo>
                    <a:pt x="133" y="194"/>
                  </a:lnTo>
                  <a:lnTo>
                    <a:pt x="137" y="195"/>
                  </a:lnTo>
                  <a:lnTo>
                    <a:pt x="140" y="194"/>
                  </a:lnTo>
                  <a:lnTo>
                    <a:pt x="143" y="193"/>
                  </a:lnTo>
                  <a:lnTo>
                    <a:pt x="146" y="192"/>
                  </a:lnTo>
                  <a:lnTo>
                    <a:pt x="149" y="191"/>
                  </a:lnTo>
                  <a:lnTo>
                    <a:pt x="152" y="190"/>
                  </a:lnTo>
                  <a:lnTo>
                    <a:pt x="154" y="188"/>
                  </a:lnTo>
                  <a:lnTo>
                    <a:pt x="157" y="186"/>
                  </a:lnTo>
                  <a:lnTo>
                    <a:pt x="159" y="184"/>
                  </a:lnTo>
                  <a:lnTo>
                    <a:pt x="162" y="181"/>
                  </a:lnTo>
                  <a:lnTo>
                    <a:pt x="165" y="177"/>
                  </a:lnTo>
                  <a:lnTo>
                    <a:pt x="167" y="174"/>
                  </a:lnTo>
                  <a:lnTo>
                    <a:pt x="170" y="170"/>
                  </a:lnTo>
                  <a:lnTo>
                    <a:pt x="171" y="166"/>
                  </a:lnTo>
                  <a:lnTo>
                    <a:pt x="174" y="162"/>
                  </a:lnTo>
                  <a:lnTo>
                    <a:pt x="175" y="158"/>
                  </a:lnTo>
                  <a:lnTo>
                    <a:pt x="177" y="154"/>
                  </a:lnTo>
                  <a:lnTo>
                    <a:pt x="177" y="154"/>
                  </a:lnTo>
                  <a:lnTo>
                    <a:pt x="180" y="152"/>
                  </a:lnTo>
                  <a:lnTo>
                    <a:pt x="184" y="151"/>
                  </a:lnTo>
                  <a:lnTo>
                    <a:pt x="186" y="149"/>
                  </a:lnTo>
                  <a:lnTo>
                    <a:pt x="190" y="147"/>
                  </a:lnTo>
                  <a:lnTo>
                    <a:pt x="192" y="144"/>
                  </a:lnTo>
                  <a:lnTo>
                    <a:pt x="194" y="140"/>
                  </a:lnTo>
                  <a:lnTo>
                    <a:pt x="196" y="136"/>
                  </a:lnTo>
                  <a:lnTo>
                    <a:pt x="197" y="132"/>
                  </a:lnTo>
                  <a:lnTo>
                    <a:pt x="197" y="132"/>
                  </a:lnTo>
                  <a:lnTo>
                    <a:pt x="198" y="131"/>
                  </a:lnTo>
                  <a:lnTo>
                    <a:pt x="198" y="132"/>
                  </a:lnTo>
                  <a:lnTo>
                    <a:pt x="198" y="132"/>
                  </a:lnTo>
                  <a:lnTo>
                    <a:pt x="202" y="132"/>
                  </a:lnTo>
                  <a:lnTo>
                    <a:pt x="206" y="133"/>
                  </a:lnTo>
                  <a:lnTo>
                    <a:pt x="210" y="134"/>
                  </a:lnTo>
                  <a:lnTo>
                    <a:pt x="215" y="134"/>
                  </a:lnTo>
                  <a:lnTo>
                    <a:pt x="219" y="133"/>
                  </a:lnTo>
                  <a:lnTo>
                    <a:pt x="222" y="132"/>
                  </a:lnTo>
                  <a:lnTo>
                    <a:pt x="225" y="132"/>
                  </a:lnTo>
                  <a:lnTo>
                    <a:pt x="227" y="132"/>
                  </a:lnTo>
                  <a:lnTo>
                    <a:pt x="229" y="131"/>
                  </a:lnTo>
                  <a:lnTo>
                    <a:pt x="231" y="129"/>
                  </a:lnTo>
                  <a:lnTo>
                    <a:pt x="233" y="128"/>
                  </a:lnTo>
                  <a:lnTo>
                    <a:pt x="237" y="124"/>
                  </a:lnTo>
                  <a:lnTo>
                    <a:pt x="242" y="121"/>
                  </a:lnTo>
                  <a:lnTo>
                    <a:pt x="247" y="119"/>
                  </a:lnTo>
                  <a:lnTo>
                    <a:pt x="254" y="116"/>
                  </a:lnTo>
                  <a:lnTo>
                    <a:pt x="260" y="113"/>
                  </a:lnTo>
                  <a:lnTo>
                    <a:pt x="266" y="111"/>
                  </a:lnTo>
                  <a:lnTo>
                    <a:pt x="268" y="110"/>
                  </a:lnTo>
                  <a:lnTo>
                    <a:pt x="270" y="109"/>
                  </a:lnTo>
                  <a:lnTo>
                    <a:pt x="271" y="108"/>
                  </a:lnTo>
                  <a:lnTo>
                    <a:pt x="272" y="107"/>
                  </a:lnTo>
                  <a:lnTo>
                    <a:pt x="273" y="106"/>
                  </a:lnTo>
                  <a:lnTo>
                    <a:pt x="273" y="105"/>
                  </a:lnTo>
                  <a:lnTo>
                    <a:pt x="273" y="104"/>
                  </a:lnTo>
                  <a:lnTo>
                    <a:pt x="273" y="104"/>
                  </a:lnTo>
                  <a:lnTo>
                    <a:pt x="273" y="102"/>
                  </a:lnTo>
                  <a:lnTo>
                    <a:pt x="272" y="101"/>
                  </a:lnTo>
                  <a:lnTo>
                    <a:pt x="271" y="100"/>
                  </a:lnTo>
                  <a:lnTo>
                    <a:pt x="270" y="99"/>
                  </a:lnTo>
                  <a:lnTo>
                    <a:pt x="266" y="96"/>
                  </a:lnTo>
                  <a:lnTo>
                    <a:pt x="261" y="91"/>
                  </a:lnTo>
                  <a:lnTo>
                    <a:pt x="258" y="89"/>
                  </a:lnTo>
                  <a:lnTo>
                    <a:pt x="255" y="86"/>
                  </a:lnTo>
                  <a:lnTo>
                    <a:pt x="253" y="83"/>
                  </a:lnTo>
                  <a:lnTo>
                    <a:pt x="251" y="79"/>
                  </a:lnTo>
                  <a:lnTo>
                    <a:pt x="249" y="76"/>
                  </a:lnTo>
                  <a:lnTo>
                    <a:pt x="247" y="74"/>
                  </a:lnTo>
                  <a:lnTo>
                    <a:pt x="245" y="71"/>
                  </a:lnTo>
                  <a:lnTo>
                    <a:pt x="242" y="67"/>
                  </a:lnTo>
                  <a:lnTo>
                    <a:pt x="238" y="65"/>
                  </a:lnTo>
                  <a:lnTo>
                    <a:pt x="234" y="62"/>
                  </a:lnTo>
                  <a:lnTo>
                    <a:pt x="230" y="59"/>
                  </a:lnTo>
                  <a:lnTo>
                    <a:pt x="227" y="58"/>
                  </a:lnTo>
                  <a:lnTo>
                    <a:pt x="224" y="57"/>
                  </a:lnTo>
                  <a:lnTo>
                    <a:pt x="220" y="56"/>
                  </a:lnTo>
                  <a:lnTo>
                    <a:pt x="220" y="54"/>
                  </a:lnTo>
                  <a:lnTo>
                    <a:pt x="220" y="50"/>
                  </a:lnTo>
                  <a:lnTo>
                    <a:pt x="219" y="46"/>
                  </a:lnTo>
                  <a:lnTo>
                    <a:pt x="219" y="43"/>
                  </a:lnTo>
                  <a:lnTo>
                    <a:pt x="216" y="35"/>
                  </a:lnTo>
                  <a:lnTo>
                    <a:pt x="214" y="27"/>
                  </a:lnTo>
                  <a:lnTo>
                    <a:pt x="212" y="23"/>
                  </a:lnTo>
                  <a:lnTo>
                    <a:pt x="211" y="19"/>
                  </a:lnTo>
                  <a:lnTo>
                    <a:pt x="210" y="13"/>
                  </a:lnTo>
                  <a:lnTo>
                    <a:pt x="210" y="8"/>
                  </a:lnTo>
                  <a:lnTo>
                    <a:pt x="210" y="6"/>
                  </a:lnTo>
                  <a:lnTo>
                    <a:pt x="210" y="4"/>
                  </a:lnTo>
                  <a:lnTo>
                    <a:pt x="210" y="3"/>
                  </a:lnTo>
                  <a:lnTo>
                    <a:pt x="210" y="3"/>
                  </a:lnTo>
                  <a:lnTo>
                    <a:pt x="210" y="2"/>
                  </a:lnTo>
                  <a:lnTo>
                    <a:pt x="209" y="2"/>
                  </a:lnTo>
                  <a:lnTo>
                    <a:pt x="207" y="1"/>
                  </a:lnTo>
                  <a:lnTo>
                    <a:pt x="205" y="0"/>
                  </a:lnTo>
                  <a:lnTo>
                    <a:pt x="203" y="0"/>
                  </a:lnTo>
                  <a:lnTo>
                    <a:pt x="202" y="0"/>
                  </a:lnTo>
                  <a:lnTo>
                    <a:pt x="201" y="0"/>
                  </a:lnTo>
                  <a:lnTo>
                    <a:pt x="200" y="1"/>
                  </a:lnTo>
                  <a:lnTo>
                    <a:pt x="197" y="2"/>
                  </a:lnTo>
                  <a:lnTo>
                    <a:pt x="194" y="3"/>
                  </a:lnTo>
                  <a:lnTo>
                    <a:pt x="190" y="5"/>
                  </a:lnTo>
                  <a:lnTo>
                    <a:pt x="186" y="6"/>
                  </a:lnTo>
                  <a:lnTo>
                    <a:pt x="182" y="7"/>
                  </a:lnTo>
                  <a:lnTo>
                    <a:pt x="177" y="7"/>
                  </a:lnTo>
                  <a:lnTo>
                    <a:pt x="172" y="9"/>
                  </a:lnTo>
                  <a:lnTo>
                    <a:pt x="169" y="11"/>
                  </a:lnTo>
                  <a:lnTo>
                    <a:pt x="164" y="12"/>
                  </a:lnTo>
                  <a:lnTo>
                    <a:pt x="160" y="15"/>
                  </a:lnTo>
                  <a:lnTo>
                    <a:pt x="156" y="17"/>
                  </a:lnTo>
                  <a:lnTo>
                    <a:pt x="152" y="19"/>
                  </a:lnTo>
                  <a:lnTo>
                    <a:pt x="145" y="24"/>
                  </a:lnTo>
                  <a:lnTo>
                    <a:pt x="137" y="30"/>
                  </a:lnTo>
                  <a:lnTo>
                    <a:pt x="137" y="30"/>
                  </a:lnTo>
                  <a:lnTo>
                    <a:pt x="137" y="30"/>
                  </a:lnTo>
                  <a:lnTo>
                    <a:pt x="136" y="30"/>
                  </a:lnTo>
                  <a:lnTo>
                    <a:pt x="136" y="30"/>
                  </a:lnTo>
                  <a:lnTo>
                    <a:pt x="129" y="24"/>
                  </a:lnTo>
                  <a:lnTo>
                    <a:pt x="121" y="19"/>
                  </a:lnTo>
                  <a:lnTo>
                    <a:pt x="117" y="17"/>
                  </a:lnTo>
                  <a:lnTo>
                    <a:pt x="113" y="15"/>
                  </a:lnTo>
                  <a:lnTo>
                    <a:pt x="109" y="12"/>
                  </a:lnTo>
                  <a:lnTo>
                    <a:pt x="105" y="11"/>
                  </a:lnTo>
                  <a:lnTo>
                    <a:pt x="101" y="9"/>
                  </a:lnTo>
                  <a:lnTo>
                    <a:pt x="96" y="7"/>
                  </a:lnTo>
                  <a:lnTo>
                    <a:pt x="91" y="7"/>
                  </a:lnTo>
                  <a:lnTo>
                    <a:pt x="87" y="6"/>
                  </a:lnTo>
                  <a:lnTo>
                    <a:pt x="83" y="5"/>
                  </a:lnTo>
                  <a:lnTo>
                    <a:pt x="80" y="3"/>
                  </a:lnTo>
                  <a:lnTo>
                    <a:pt x="76" y="2"/>
                  </a:lnTo>
                  <a:lnTo>
                    <a:pt x="73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66" y="1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3" y="3"/>
                  </a:lnTo>
                  <a:lnTo>
                    <a:pt x="63" y="3"/>
                  </a:lnTo>
                  <a:lnTo>
                    <a:pt x="63" y="4"/>
                  </a:lnTo>
                  <a:lnTo>
                    <a:pt x="62" y="6"/>
                  </a:lnTo>
                  <a:lnTo>
                    <a:pt x="63" y="8"/>
                  </a:lnTo>
                  <a:lnTo>
                    <a:pt x="62" y="13"/>
                  </a:lnTo>
                  <a:lnTo>
                    <a:pt x="61" y="19"/>
                  </a:lnTo>
                  <a:lnTo>
                    <a:pt x="61" y="23"/>
                  </a:lnTo>
                  <a:lnTo>
                    <a:pt x="60" y="27"/>
                  </a:lnTo>
                  <a:lnTo>
                    <a:pt x="57" y="35"/>
                  </a:lnTo>
                  <a:lnTo>
                    <a:pt x="54" y="43"/>
                  </a:lnTo>
                  <a:lnTo>
                    <a:pt x="53" y="46"/>
                  </a:lnTo>
                  <a:lnTo>
                    <a:pt x="53" y="50"/>
                  </a:lnTo>
                  <a:lnTo>
                    <a:pt x="53" y="54"/>
                  </a:lnTo>
                  <a:lnTo>
                    <a:pt x="53" y="56"/>
                  </a:lnTo>
                  <a:lnTo>
                    <a:pt x="49" y="57"/>
                  </a:lnTo>
                  <a:lnTo>
                    <a:pt x="46" y="58"/>
                  </a:lnTo>
                  <a:lnTo>
                    <a:pt x="43" y="59"/>
                  </a:lnTo>
                  <a:lnTo>
                    <a:pt x="39" y="62"/>
                  </a:lnTo>
                  <a:lnTo>
                    <a:pt x="34" y="65"/>
                  </a:lnTo>
                  <a:lnTo>
                    <a:pt x="31" y="67"/>
                  </a:lnTo>
                  <a:lnTo>
                    <a:pt x="29" y="71"/>
                  </a:lnTo>
                  <a:lnTo>
                    <a:pt x="26" y="74"/>
                  </a:lnTo>
                  <a:lnTo>
                    <a:pt x="24" y="76"/>
                  </a:lnTo>
                  <a:lnTo>
                    <a:pt x="22" y="79"/>
                  </a:lnTo>
                  <a:lnTo>
                    <a:pt x="20" y="83"/>
                  </a:lnTo>
                  <a:lnTo>
                    <a:pt x="17" y="86"/>
                  </a:lnTo>
                  <a:lnTo>
                    <a:pt x="15" y="89"/>
                  </a:lnTo>
                  <a:lnTo>
                    <a:pt x="13" y="91"/>
                  </a:lnTo>
                  <a:lnTo>
                    <a:pt x="7" y="96"/>
                  </a:lnTo>
                  <a:lnTo>
                    <a:pt x="3" y="99"/>
                  </a:lnTo>
                  <a:lnTo>
                    <a:pt x="1" y="100"/>
                  </a:lnTo>
                  <a:lnTo>
                    <a:pt x="1" y="101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5" y="110"/>
                  </a:lnTo>
                  <a:lnTo>
                    <a:pt x="7" y="111"/>
                  </a:lnTo>
                  <a:lnTo>
                    <a:pt x="13" y="113"/>
                  </a:lnTo>
                  <a:lnTo>
                    <a:pt x="20" y="116"/>
                  </a:lnTo>
                  <a:lnTo>
                    <a:pt x="26" y="119"/>
                  </a:lnTo>
                  <a:lnTo>
                    <a:pt x="31" y="121"/>
                  </a:lnTo>
                  <a:lnTo>
                    <a:pt x="36" y="124"/>
                  </a:lnTo>
                  <a:lnTo>
                    <a:pt x="40" y="128"/>
                  </a:lnTo>
                  <a:lnTo>
                    <a:pt x="42" y="129"/>
                  </a:lnTo>
                  <a:lnTo>
                    <a:pt x="44" y="131"/>
                  </a:lnTo>
                  <a:lnTo>
                    <a:pt x="46" y="132"/>
                  </a:lnTo>
                  <a:lnTo>
                    <a:pt x="48" y="132"/>
                  </a:lnTo>
                  <a:lnTo>
                    <a:pt x="50" y="132"/>
                  </a:lnTo>
                  <a:lnTo>
                    <a:pt x="54" y="133"/>
                  </a:lnTo>
                  <a:lnTo>
                    <a:pt x="58" y="134"/>
                  </a:lnTo>
                  <a:lnTo>
                    <a:pt x="62" y="134"/>
                  </a:lnTo>
                  <a:lnTo>
                    <a:pt x="67" y="133"/>
                  </a:lnTo>
                  <a:lnTo>
                    <a:pt x="72" y="132"/>
                  </a:lnTo>
                  <a:lnTo>
                    <a:pt x="74" y="132"/>
                  </a:lnTo>
                  <a:lnTo>
                    <a:pt x="76" y="132"/>
                  </a:lnTo>
                  <a:lnTo>
                    <a:pt x="76" y="131"/>
                  </a:lnTo>
                  <a:lnTo>
                    <a:pt x="76" y="132"/>
                  </a:lnTo>
                  <a:lnTo>
                    <a:pt x="76" y="132"/>
                  </a:lnTo>
                  <a:lnTo>
                    <a:pt x="77" y="136"/>
                  </a:lnTo>
                  <a:lnTo>
                    <a:pt x="79" y="140"/>
                  </a:lnTo>
                  <a:lnTo>
                    <a:pt x="81" y="144"/>
                  </a:lnTo>
                  <a:lnTo>
                    <a:pt x="84" y="147"/>
                  </a:lnTo>
                  <a:lnTo>
                    <a:pt x="86" y="149"/>
                  </a:lnTo>
                  <a:lnTo>
                    <a:pt x="89" y="151"/>
                  </a:lnTo>
                  <a:lnTo>
                    <a:pt x="93" y="152"/>
                  </a:lnTo>
                  <a:lnTo>
                    <a:pt x="97" y="154"/>
                  </a:lnTo>
                  <a:lnTo>
                    <a:pt x="97" y="154"/>
                  </a:lnTo>
                  <a:lnTo>
                    <a:pt x="97" y="154"/>
                  </a:lnTo>
                  <a:close/>
                  <a:moveTo>
                    <a:pt x="130" y="71"/>
                  </a:moveTo>
                  <a:lnTo>
                    <a:pt x="130" y="100"/>
                  </a:lnTo>
                  <a:lnTo>
                    <a:pt x="130" y="100"/>
                  </a:lnTo>
                  <a:lnTo>
                    <a:pt x="129" y="100"/>
                  </a:lnTo>
                  <a:lnTo>
                    <a:pt x="129" y="97"/>
                  </a:lnTo>
                  <a:lnTo>
                    <a:pt x="129" y="95"/>
                  </a:lnTo>
                  <a:lnTo>
                    <a:pt x="127" y="91"/>
                  </a:lnTo>
                  <a:lnTo>
                    <a:pt x="125" y="86"/>
                  </a:lnTo>
                  <a:lnTo>
                    <a:pt x="123" y="80"/>
                  </a:lnTo>
                  <a:lnTo>
                    <a:pt x="120" y="76"/>
                  </a:lnTo>
                  <a:lnTo>
                    <a:pt x="117" y="72"/>
                  </a:lnTo>
                  <a:lnTo>
                    <a:pt x="117" y="71"/>
                  </a:lnTo>
                  <a:lnTo>
                    <a:pt x="108" y="78"/>
                  </a:lnTo>
                  <a:lnTo>
                    <a:pt x="110" y="80"/>
                  </a:lnTo>
                  <a:lnTo>
                    <a:pt x="112" y="84"/>
                  </a:lnTo>
                  <a:lnTo>
                    <a:pt x="114" y="88"/>
                  </a:lnTo>
                  <a:lnTo>
                    <a:pt x="116" y="92"/>
                  </a:lnTo>
                  <a:lnTo>
                    <a:pt x="117" y="93"/>
                  </a:lnTo>
                  <a:lnTo>
                    <a:pt x="117" y="95"/>
                  </a:lnTo>
                  <a:lnTo>
                    <a:pt x="115" y="94"/>
                  </a:lnTo>
                  <a:lnTo>
                    <a:pt x="113" y="93"/>
                  </a:lnTo>
                  <a:lnTo>
                    <a:pt x="110" y="93"/>
                  </a:lnTo>
                  <a:lnTo>
                    <a:pt x="108" y="93"/>
                  </a:lnTo>
                  <a:lnTo>
                    <a:pt x="107" y="91"/>
                  </a:lnTo>
                  <a:lnTo>
                    <a:pt x="106" y="88"/>
                  </a:lnTo>
                  <a:lnTo>
                    <a:pt x="105" y="85"/>
                  </a:lnTo>
                  <a:lnTo>
                    <a:pt x="102" y="80"/>
                  </a:lnTo>
                  <a:lnTo>
                    <a:pt x="101" y="78"/>
                  </a:lnTo>
                  <a:lnTo>
                    <a:pt x="99" y="75"/>
                  </a:lnTo>
                  <a:lnTo>
                    <a:pt x="97" y="71"/>
                  </a:lnTo>
                  <a:lnTo>
                    <a:pt x="94" y="69"/>
                  </a:lnTo>
                  <a:lnTo>
                    <a:pt x="92" y="67"/>
                  </a:lnTo>
                  <a:lnTo>
                    <a:pt x="89" y="64"/>
                  </a:lnTo>
                  <a:lnTo>
                    <a:pt x="85" y="62"/>
                  </a:lnTo>
                  <a:lnTo>
                    <a:pt x="81" y="59"/>
                  </a:lnTo>
                  <a:lnTo>
                    <a:pt x="77" y="58"/>
                  </a:lnTo>
                  <a:lnTo>
                    <a:pt x="73" y="57"/>
                  </a:lnTo>
                  <a:lnTo>
                    <a:pt x="69" y="56"/>
                  </a:lnTo>
                  <a:lnTo>
                    <a:pt x="65" y="56"/>
                  </a:lnTo>
                  <a:lnTo>
                    <a:pt x="65" y="55"/>
                  </a:lnTo>
                  <a:lnTo>
                    <a:pt x="65" y="50"/>
                  </a:lnTo>
                  <a:lnTo>
                    <a:pt x="65" y="45"/>
                  </a:lnTo>
                  <a:lnTo>
                    <a:pt x="67" y="41"/>
                  </a:lnTo>
                  <a:lnTo>
                    <a:pt x="69" y="35"/>
                  </a:lnTo>
                  <a:lnTo>
                    <a:pt x="69" y="32"/>
                  </a:lnTo>
                  <a:lnTo>
                    <a:pt x="71" y="29"/>
                  </a:lnTo>
                  <a:lnTo>
                    <a:pt x="72" y="26"/>
                  </a:lnTo>
                  <a:lnTo>
                    <a:pt x="72" y="23"/>
                  </a:lnTo>
                  <a:lnTo>
                    <a:pt x="73" y="17"/>
                  </a:lnTo>
                  <a:lnTo>
                    <a:pt x="73" y="13"/>
                  </a:lnTo>
                  <a:lnTo>
                    <a:pt x="74" y="13"/>
                  </a:lnTo>
                  <a:lnTo>
                    <a:pt x="77" y="15"/>
                  </a:lnTo>
                  <a:lnTo>
                    <a:pt x="81" y="16"/>
                  </a:lnTo>
                  <a:lnTo>
                    <a:pt x="87" y="17"/>
                  </a:lnTo>
                  <a:lnTo>
                    <a:pt x="95" y="19"/>
                  </a:lnTo>
                  <a:lnTo>
                    <a:pt x="101" y="20"/>
                  </a:lnTo>
                  <a:lnTo>
                    <a:pt x="104" y="22"/>
                  </a:lnTo>
                  <a:lnTo>
                    <a:pt x="106" y="23"/>
                  </a:lnTo>
                  <a:lnTo>
                    <a:pt x="108" y="24"/>
                  </a:lnTo>
                  <a:lnTo>
                    <a:pt x="110" y="25"/>
                  </a:lnTo>
                  <a:lnTo>
                    <a:pt x="115" y="28"/>
                  </a:lnTo>
                  <a:lnTo>
                    <a:pt x="119" y="31"/>
                  </a:lnTo>
                  <a:lnTo>
                    <a:pt x="123" y="35"/>
                  </a:lnTo>
                  <a:lnTo>
                    <a:pt x="128" y="38"/>
                  </a:lnTo>
                  <a:lnTo>
                    <a:pt x="129" y="39"/>
                  </a:lnTo>
                  <a:lnTo>
                    <a:pt x="132" y="40"/>
                  </a:lnTo>
                  <a:lnTo>
                    <a:pt x="134" y="41"/>
                  </a:lnTo>
                  <a:lnTo>
                    <a:pt x="137" y="42"/>
                  </a:lnTo>
                  <a:lnTo>
                    <a:pt x="139" y="41"/>
                  </a:lnTo>
                  <a:lnTo>
                    <a:pt x="141" y="40"/>
                  </a:lnTo>
                  <a:lnTo>
                    <a:pt x="143" y="39"/>
                  </a:lnTo>
                  <a:lnTo>
                    <a:pt x="145" y="38"/>
                  </a:lnTo>
                  <a:lnTo>
                    <a:pt x="150" y="35"/>
                  </a:lnTo>
                  <a:lnTo>
                    <a:pt x="154" y="31"/>
                  </a:lnTo>
                  <a:lnTo>
                    <a:pt x="158" y="28"/>
                  </a:lnTo>
                  <a:lnTo>
                    <a:pt x="162" y="25"/>
                  </a:lnTo>
                  <a:lnTo>
                    <a:pt x="165" y="24"/>
                  </a:lnTo>
                  <a:lnTo>
                    <a:pt x="167" y="23"/>
                  </a:lnTo>
                  <a:lnTo>
                    <a:pt x="170" y="22"/>
                  </a:lnTo>
                  <a:lnTo>
                    <a:pt x="172" y="20"/>
                  </a:lnTo>
                  <a:lnTo>
                    <a:pt x="178" y="19"/>
                  </a:lnTo>
                  <a:lnTo>
                    <a:pt x="186" y="17"/>
                  </a:lnTo>
                  <a:lnTo>
                    <a:pt x="192" y="16"/>
                  </a:lnTo>
                  <a:lnTo>
                    <a:pt x="196" y="15"/>
                  </a:lnTo>
                  <a:lnTo>
                    <a:pt x="199" y="13"/>
                  </a:lnTo>
                  <a:lnTo>
                    <a:pt x="199" y="13"/>
                  </a:lnTo>
                  <a:lnTo>
                    <a:pt x="200" y="17"/>
                  </a:lnTo>
                  <a:lnTo>
                    <a:pt x="201" y="23"/>
                  </a:lnTo>
                  <a:lnTo>
                    <a:pt x="202" y="26"/>
                  </a:lnTo>
                  <a:lnTo>
                    <a:pt x="202" y="29"/>
                  </a:lnTo>
                  <a:lnTo>
                    <a:pt x="203" y="32"/>
                  </a:lnTo>
                  <a:lnTo>
                    <a:pt x="205" y="35"/>
                  </a:lnTo>
                  <a:lnTo>
                    <a:pt x="206" y="41"/>
                  </a:lnTo>
                  <a:lnTo>
                    <a:pt x="208" y="45"/>
                  </a:lnTo>
                  <a:lnTo>
                    <a:pt x="208" y="50"/>
                  </a:lnTo>
                  <a:lnTo>
                    <a:pt x="208" y="55"/>
                  </a:lnTo>
                  <a:lnTo>
                    <a:pt x="208" y="56"/>
                  </a:lnTo>
                  <a:lnTo>
                    <a:pt x="205" y="56"/>
                  </a:lnTo>
                  <a:lnTo>
                    <a:pt x="200" y="57"/>
                  </a:lnTo>
                  <a:lnTo>
                    <a:pt x="196" y="58"/>
                  </a:lnTo>
                  <a:lnTo>
                    <a:pt x="192" y="59"/>
                  </a:lnTo>
                  <a:lnTo>
                    <a:pt x="188" y="62"/>
                  </a:lnTo>
                  <a:lnTo>
                    <a:pt x="184" y="64"/>
                  </a:lnTo>
                  <a:lnTo>
                    <a:pt x="181" y="67"/>
                  </a:lnTo>
                  <a:lnTo>
                    <a:pt x="178" y="69"/>
                  </a:lnTo>
                  <a:lnTo>
                    <a:pt x="176" y="71"/>
                  </a:lnTo>
                  <a:lnTo>
                    <a:pt x="174" y="75"/>
                  </a:lnTo>
                  <a:lnTo>
                    <a:pt x="172" y="78"/>
                  </a:lnTo>
                  <a:lnTo>
                    <a:pt x="170" y="80"/>
                  </a:lnTo>
                  <a:lnTo>
                    <a:pt x="168" y="85"/>
                  </a:lnTo>
                  <a:lnTo>
                    <a:pt x="166" y="88"/>
                  </a:lnTo>
                  <a:lnTo>
                    <a:pt x="166" y="91"/>
                  </a:lnTo>
                  <a:lnTo>
                    <a:pt x="166" y="93"/>
                  </a:lnTo>
                  <a:lnTo>
                    <a:pt x="163" y="93"/>
                  </a:lnTo>
                  <a:lnTo>
                    <a:pt x="161" y="93"/>
                  </a:lnTo>
                  <a:lnTo>
                    <a:pt x="158" y="94"/>
                  </a:lnTo>
                  <a:lnTo>
                    <a:pt x="156" y="95"/>
                  </a:lnTo>
                  <a:lnTo>
                    <a:pt x="156" y="93"/>
                  </a:lnTo>
                  <a:lnTo>
                    <a:pt x="157" y="92"/>
                  </a:lnTo>
                  <a:lnTo>
                    <a:pt x="158" y="88"/>
                  </a:lnTo>
                  <a:lnTo>
                    <a:pt x="161" y="84"/>
                  </a:lnTo>
                  <a:lnTo>
                    <a:pt x="163" y="80"/>
                  </a:lnTo>
                  <a:lnTo>
                    <a:pt x="165" y="78"/>
                  </a:lnTo>
                  <a:lnTo>
                    <a:pt x="156" y="71"/>
                  </a:lnTo>
                  <a:lnTo>
                    <a:pt x="155" y="72"/>
                  </a:lnTo>
                  <a:lnTo>
                    <a:pt x="153" y="76"/>
                  </a:lnTo>
                  <a:lnTo>
                    <a:pt x="150" y="80"/>
                  </a:lnTo>
                  <a:lnTo>
                    <a:pt x="147" y="86"/>
                  </a:lnTo>
                  <a:lnTo>
                    <a:pt x="145" y="91"/>
                  </a:lnTo>
                  <a:lnTo>
                    <a:pt x="145" y="95"/>
                  </a:lnTo>
                  <a:lnTo>
                    <a:pt x="144" y="97"/>
                  </a:lnTo>
                  <a:lnTo>
                    <a:pt x="144" y="100"/>
                  </a:lnTo>
                  <a:lnTo>
                    <a:pt x="143" y="100"/>
                  </a:lnTo>
                  <a:lnTo>
                    <a:pt x="142" y="100"/>
                  </a:lnTo>
                  <a:lnTo>
                    <a:pt x="142" y="71"/>
                  </a:lnTo>
                  <a:lnTo>
                    <a:pt x="130" y="71"/>
                  </a:lnTo>
                  <a:lnTo>
                    <a:pt x="130" y="71"/>
                  </a:lnTo>
                  <a:close/>
                  <a:moveTo>
                    <a:pt x="137" y="45"/>
                  </a:moveTo>
                  <a:lnTo>
                    <a:pt x="138" y="45"/>
                  </a:lnTo>
                  <a:lnTo>
                    <a:pt x="140" y="46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4" y="49"/>
                  </a:lnTo>
                  <a:lnTo>
                    <a:pt x="145" y="51"/>
                  </a:lnTo>
                  <a:lnTo>
                    <a:pt x="145" y="52"/>
                  </a:lnTo>
                  <a:lnTo>
                    <a:pt x="145" y="54"/>
                  </a:lnTo>
                  <a:lnTo>
                    <a:pt x="145" y="56"/>
                  </a:lnTo>
                  <a:lnTo>
                    <a:pt x="145" y="58"/>
                  </a:lnTo>
                  <a:lnTo>
                    <a:pt x="144" y="59"/>
                  </a:lnTo>
                  <a:lnTo>
                    <a:pt x="143" y="61"/>
                  </a:lnTo>
                  <a:lnTo>
                    <a:pt x="141" y="62"/>
                  </a:lnTo>
                  <a:lnTo>
                    <a:pt x="140" y="63"/>
                  </a:lnTo>
                  <a:lnTo>
                    <a:pt x="138" y="63"/>
                  </a:lnTo>
                  <a:lnTo>
                    <a:pt x="137" y="63"/>
                  </a:lnTo>
                  <a:lnTo>
                    <a:pt x="134" y="63"/>
                  </a:lnTo>
                  <a:lnTo>
                    <a:pt x="133" y="63"/>
                  </a:lnTo>
                  <a:lnTo>
                    <a:pt x="131" y="62"/>
                  </a:lnTo>
                  <a:lnTo>
                    <a:pt x="130" y="61"/>
                  </a:lnTo>
                  <a:lnTo>
                    <a:pt x="129" y="59"/>
                  </a:lnTo>
                  <a:lnTo>
                    <a:pt x="128" y="58"/>
                  </a:lnTo>
                  <a:lnTo>
                    <a:pt x="127" y="56"/>
                  </a:lnTo>
                  <a:lnTo>
                    <a:pt x="127" y="54"/>
                  </a:lnTo>
                  <a:lnTo>
                    <a:pt x="127" y="52"/>
                  </a:lnTo>
                  <a:lnTo>
                    <a:pt x="128" y="51"/>
                  </a:lnTo>
                  <a:lnTo>
                    <a:pt x="129" y="49"/>
                  </a:lnTo>
                  <a:lnTo>
                    <a:pt x="130" y="47"/>
                  </a:lnTo>
                  <a:lnTo>
                    <a:pt x="131" y="47"/>
                  </a:lnTo>
                  <a:lnTo>
                    <a:pt x="133" y="46"/>
                  </a:lnTo>
                  <a:lnTo>
                    <a:pt x="134" y="45"/>
                  </a:lnTo>
                  <a:lnTo>
                    <a:pt x="137" y="45"/>
                  </a:lnTo>
                  <a:lnTo>
                    <a:pt x="137" y="45"/>
                  </a:lnTo>
                  <a:close/>
                  <a:moveTo>
                    <a:pt x="137" y="184"/>
                  </a:moveTo>
                  <a:lnTo>
                    <a:pt x="134" y="184"/>
                  </a:lnTo>
                  <a:lnTo>
                    <a:pt x="133" y="184"/>
                  </a:lnTo>
                  <a:lnTo>
                    <a:pt x="130" y="183"/>
                  </a:lnTo>
                  <a:lnTo>
                    <a:pt x="129" y="182"/>
                  </a:lnTo>
                  <a:lnTo>
                    <a:pt x="125" y="180"/>
                  </a:lnTo>
                  <a:lnTo>
                    <a:pt x="121" y="177"/>
                  </a:lnTo>
                  <a:lnTo>
                    <a:pt x="119" y="174"/>
                  </a:lnTo>
                  <a:lnTo>
                    <a:pt x="116" y="171"/>
                  </a:lnTo>
                  <a:lnTo>
                    <a:pt x="114" y="167"/>
                  </a:lnTo>
                  <a:lnTo>
                    <a:pt x="113" y="164"/>
                  </a:lnTo>
                  <a:lnTo>
                    <a:pt x="110" y="160"/>
                  </a:lnTo>
                  <a:lnTo>
                    <a:pt x="109" y="156"/>
                  </a:lnTo>
                  <a:lnTo>
                    <a:pt x="113" y="157"/>
                  </a:lnTo>
                  <a:lnTo>
                    <a:pt x="115" y="159"/>
                  </a:lnTo>
                  <a:lnTo>
                    <a:pt x="118" y="160"/>
                  </a:lnTo>
                  <a:lnTo>
                    <a:pt x="121" y="164"/>
                  </a:lnTo>
                  <a:lnTo>
                    <a:pt x="128" y="169"/>
                  </a:lnTo>
                  <a:lnTo>
                    <a:pt x="132" y="173"/>
                  </a:lnTo>
                  <a:lnTo>
                    <a:pt x="134" y="176"/>
                  </a:lnTo>
                  <a:lnTo>
                    <a:pt x="137" y="177"/>
                  </a:lnTo>
                  <a:lnTo>
                    <a:pt x="138" y="176"/>
                  </a:lnTo>
                  <a:lnTo>
                    <a:pt x="141" y="173"/>
                  </a:lnTo>
                  <a:lnTo>
                    <a:pt x="145" y="169"/>
                  </a:lnTo>
                  <a:lnTo>
                    <a:pt x="151" y="164"/>
                  </a:lnTo>
                  <a:lnTo>
                    <a:pt x="154" y="160"/>
                  </a:lnTo>
                  <a:lnTo>
                    <a:pt x="158" y="159"/>
                  </a:lnTo>
                  <a:lnTo>
                    <a:pt x="160" y="157"/>
                  </a:lnTo>
                  <a:lnTo>
                    <a:pt x="163" y="156"/>
                  </a:lnTo>
                  <a:lnTo>
                    <a:pt x="162" y="160"/>
                  </a:lnTo>
                  <a:lnTo>
                    <a:pt x="161" y="164"/>
                  </a:lnTo>
                  <a:lnTo>
                    <a:pt x="159" y="167"/>
                  </a:lnTo>
                  <a:lnTo>
                    <a:pt x="157" y="171"/>
                  </a:lnTo>
                  <a:lnTo>
                    <a:pt x="154" y="174"/>
                  </a:lnTo>
                  <a:lnTo>
                    <a:pt x="151" y="177"/>
                  </a:lnTo>
                  <a:lnTo>
                    <a:pt x="148" y="180"/>
                  </a:lnTo>
                  <a:lnTo>
                    <a:pt x="144" y="182"/>
                  </a:lnTo>
                  <a:lnTo>
                    <a:pt x="142" y="183"/>
                  </a:lnTo>
                  <a:lnTo>
                    <a:pt x="141" y="184"/>
                  </a:lnTo>
                  <a:lnTo>
                    <a:pt x="138" y="184"/>
                  </a:lnTo>
                  <a:lnTo>
                    <a:pt x="137" y="184"/>
                  </a:lnTo>
                  <a:lnTo>
                    <a:pt x="137" y="184"/>
                  </a:lnTo>
                  <a:close/>
                  <a:moveTo>
                    <a:pt x="137" y="164"/>
                  </a:moveTo>
                  <a:lnTo>
                    <a:pt x="134" y="161"/>
                  </a:lnTo>
                  <a:lnTo>
                    <a:pt x="130" y="157"/>
                  </a:lnTo>
                  <a:lnTo>
                    <a:pt x="125" y="153"/>
                  </a:lnTo>
                  <a:lnTo>
                    <a:pt x="121" y="150"/>
                  </a:lnTo>
                  <a:lnTo>
                    <a:pt x="119" y="148"/>
                  </a:lnTo>
                  <a:lnTo>
                    <a:pt x="117" y="148"/>
                  </a:lnTo>
                  <a:lnTo>
                    <a:pt x="114" y="147"/>
                  </a:lnTo>
                  <a:lnTo>
                    <a:pt x="112" y="146"/>
                  </a:lnTo>
                  <a:lnTo>
                    <a:pt x="105" y="144"/>
                  </a:lnTo>
                  <a:lnTo>
                    <a:pt x="100" y="143"/>
                  </a:lnTo>
                  <a:lnTo>
                    <a:pt x="97" y="143"/>
                  </a:lnTo>
                  <a:lnTo>
                    <a:pt x="96" y="142"/>
                  </a:lnTo>
                  <a:lnTo>
                    <a:pt x="95" y="141"/>
                  </a:lnTo>
                  <a:lnTo>
                    <a:pt x="93" y="140"/>
                  </a:lnTo>
                  <a:lnTo>
                    <a:pt x="91" y="137"/>
                  </a:lnTo>
                  <a:lnTo>
                    <a:pt x="89" y="134"/>
                  </a:lnTo>
                  <a:lnTo>
                    <a:pt x="87" y="132"/>
                  </a:lnTo>
                  <a:lnTo>
                    <a:pt x="86" y="128"/>
                  </a:lnTo>
                  <a:lnTo>
                    <a:pt x="85" y="125"/>
                  </a:lnTo>
                  <a:lnTo>
                    <a:pt x="86" y="123"/>
                  </a:lnTo>
                  <a:lnTo>
                    <a:pt x="87" y="120"/>
                  </a:lnTo>
                  <a:lnTo>
                    <a:pt x="88" y="118"/>
                  </a:lnTo>
                  <a:lnTo>
                    <a:pt x="89" y="116"/>
                  </a:lnTo>
                  <a:lnTo>
                    <a:pt x="89" y="114"/>
                  </a:lnTo>
                  <a:lnTo>
                    <a:pt x="91" y="112"/>
                  </a:lnTo>
                  <a:lnTo>
                    <a:pt x="93" y="111"/>
                  </a:lnTo>
                  <a:lnTo>
                    <a:pt x="93" y="109"/>
                  </a:lnTo>
                  <a:lnTo>
                    <a:pt x="95" y="108"/>
                  </a:lnTo>
                  <a:lnTo>
                    <a:pt x="97" y="108"/>
                  </a:lnTo>
                  <a:lnTo>
                    <a:pt x="99" y="106"/>
                  </a:lnTo>
                  <a:lnTo>
                    <a:pt x="101" y="106"/>
                  </a:lnTo>
                  <a:lnTo>
                    <a:pt x="102" y="105"/>
                  </a:lnTo>
                  <a:lnTo>
                    <a:pt x="106" y="104"/>
                  </a:lnTo>
                  <a:lnTo>
                    <a:pt x="109" y="104"/>
                  </a:lnTo>
                  <a:lnTo>
                    <a:pt x="113" y="104"/>
                  </a:lnTo>
                  <a:lnTo>
                    <a:pt x="116" y="105"/>
                  </a:lnTo>
                  <a:lnTo>
                    <a:pt x="119" y="107"/>
                  </a:lnTo>
                  <a:lnTo>
                    <a:pt x="122" y="108"/>
                  </a:lnTo>
                  <a:lnTo>
                    <a:pt x="129" y="112"/>
                  </a:lnTo>
                  <a:lnTo>
                    <a:pt x="133" y="115"/>
                  </a:lnTo>
                  <a:lnTo>
                    <a:pt x="134" y="116"/>
                  </a:lnTo>
                  <a:lnTo>
                    <a:pt x="135" y="116"/>
                  </a:lnTo>
                  <a:lnTo>
                    <a:pt x="136" y="116"/>
                  </a:lnTo>
                  <a:lnTo>
                    <a:pt x="137" y="116"/>
                  </a:lnTo>
                  <a:lnTo>
                    <a:pt x="137" y="116"/>
                  </a:lnTo>
                  <a:lnTo>
                    <a:pt x="137" y="116"/>
                  </a:lnTo>
                  <a:lnTo>
                    <a:pt x="139" y="116"/>
                  </a:lnTo>
                  <a:lnTo>
                    <a:pt x="140" y="115"/>
                  </a:lnTo>
                  <a:lnTo>
                    <a:pt x="145" y="112"/>
                  </a:lnTo>
                  <a:lnTo>
                    <a:pt x="150" y="108"/>
                  </a:lnTo>
                  <a:lnTo>
                    <a:pt x="154" y="107"/>
                  </a:lnTo>
                  <a:lnTo>
                    <a:pt x="157" y="105"/>
                  </a:lnTo>
                  <a:lnTo>
                    <a:pt x="160" y="104"/>
                  </a:lnTo>
                  <a:lnTo>
                    <a:pt x="163" y="104"/>
                  </a:lnTo>
                  <a:lnTo>
                    <a:pt x="167" y="104"/>
                  </a:lnTo>
                  <a:lnTo>
                    <a:pt x="171" y="105"/>
                  </a:lnTo>
                  <a:lnTo>
                    <a:pt x="173" y="106"/>
                  </a:lnTo>
                  <a:lnTo>
                    <a:pt x="174" y="106"/>
                  </a:lnTo>
                  <a:lnTo>
                    <a:pt x="176" y="108"/>
                  </a:lnTo>
                  <a:lnTo>
                    <a:pt x="178" y="108"/>
                  </a:lnTo>
                  <a:lnTo>
                    <a:pt x="179" y="109"/>
                  </a:lnTo>
                  <a:lnTo>
                    <a:pt x="181" y="111"/>
                  </a:lnTo>
                  <a:lnTo>
                    <a:pt x="182" y="112"/>
                  </a:lnTo>
                  <a:lnTo>
                    <a:pt x="183" y="114"/>
                  </a:lnTo>
                  <a:lnTo>
                    <a:pt x="184" y="116"/>
                  </a:lnTo>
                  <a:lnTo>
                    <a:pt x="186" y="118"/>
                  </a:lnTo>
                  <a:lnTo>
                    <a:pt x="186" y="120"/>
                  </a:lnTo>
                  <a:lnTo>
                    <a:pt x="187" y="123"/>
                  </a:lnTo>
                  <a:lnTo>
                    <a:pt x="187" y="125"/>
                  </a:lnTo>
                  <a:lnTo>
                    <a:pt x="186" y="128"/>
                  </a:lnTo>
                  <a:lnTo>
                    <a:pt x="186" y="132"/>
                  </a:lnTo>
                  <a:lnTo>
                    <a:pt x="184" y="134"/>
                  </a:lnTo>
                  <a:lnTo>
                    <a:pt x="182" y="137"/>
                  </a:lnTo>
                  <a:lnTo>
                    <a:pt x="180" y="140"/>
                  </a:lnTo>
                  <a:lnTo>
                    <a:pt x="178" y="141"/>
                  </a:lnTo>
                  <a:lnTo>
                    <a:pt x="177" y="142"/>
                  </a:lnTo>
                  <a:lnTo>
                    <a:pt x="175" y="143"/>
                  </a:lnTo>
                  <a:lnTo>
                    <a:pt x="174" y="143"/>
                  </a:lnTo>
                  <a:lnTo>
                    <a:pt x="167" y="144"/>
                  </a:lnTo>
                  <a:lnTo>
                    <a:pt x="162" y="146"/>
                  </a:lnTo>
                  <a:lnTo>
                    <a:pt x="158" y="147"/>
                  </a:lnTo>
                  <a:lnTo>
                    <a:pt x="156" y="148"/>
                  </a:lnTo>
                  <a:lnTo>
                    <a:pt x="154" y="148"/>
                  </a:lnTo>
                  <a:lnTo>
                    <a:pt x="152" y="150"/>
                  </a:lnTo>
                  <a:lnTo>
                    <a:pt x="147" y="153"/>
                  </a:lnTo>
                  <a:lnTo>
                    <a:pt x="143" y="157"/>
                  </a:lnTo>
                  <a:lnTo>
                    <a:pt x="139" y="161"/>
                  </a:lnTo>
                  <a:lnTo>
                    <a:pt x="137" y="164"/>
                  </a:lnTo>
                  <a:lnTo>
                    <a:pt x="137" y="164"/>
                  </a:lnTo>
                  <a:close/>
                  <a:moveTo>
                    <a:pt x="170" y="51"/>
                  </a:moveTo>
                  <a:lnTo>
                    <a:pt x="171" y="51"/>
                  </a:lnTo>
                  <a:lnTo>
                    <a:pt x="173" y="51"/>
                  </a:lnTo>
                  <a:lnTo>
                    <a:pt x="174" y="52"/>
                  </a:lnTo>
                  <a:lnTo>
                    <a:pt x="175" y="53"/>
                  </a:lnTo>
                  <a:lnTo>
                    <a:pt x="177" y="55"/>
                  </a:lnTo>
                  <a:lnTo>
                    <a:pt x="178" y="56"/>
                  </a:lnTo>
                  <a:lnTo>
                    <a:pt x="178" y="58"/>
                  </a:lnTo>
                  <a:lnTo>
                    <a:pt x="178" y="59"/>
                  </a:lnTo>
                  <a:lnTo>
                    <a:pt x="178" y="62"/>
                  </a:lnTo>
                  <a:lnTo>
                    <a:pt x="178" y="63"/>
                  </a:lnTo>
                  <a:lnTo>
                    <a:pt x="177" y="65"/>
                  </a:lnTo>
                  <a:lnTo>
                    <a:pt x="175" y="67"/>
                  </a:lnTo>
                  <a:lnTo>
                    <a:pt x="174" y="67"/>
                  </a:lnTo>
                  <a:lnTo>
                    <a:pt x="173" y="68"/>
                  </a:lnTo>
                  <a:lnTo>
                    <a:pt x="171" y="69"/>
                  </a:lnTo>
                  <a:lnTo>
                    <a:pt x="170" y="69"/>
                  </a:lnTo>
                  <a:lnTo>
                    <a:pt x="167" y="69"/>
                  </a:lnTo>
                  <a:lnTo>
                    <a:pt x="166" y="68"/>
                  </a:lnTo>
                  <a:lnTo>
                    <a:pt x="164" y="67"/>
                  </a:lnTo>
                  <a:lnTo>
                    <a:pt x="162" y="67"/>
                  </a:lnTo>
                  <a:lnTo>
                    <a:pt x="162" y="65"/>
                  </a:lnTo>
                  <a:lnTo>
                    <a:pt x="161" y="63"/>
                  </a:lnTo>
                  <a:lnTo>
                    <a:pt x="160" y="62"/>
                  </a:lnTo>
                  <a:lnTo>
                    <a:pt x="160" y="59"/>
                  </a:lnTo>
                  <a:lnTo>
                    <a:pt x="160" y="58"/>
                  </a:lnTo>
                  <a:lnTo>
                    <a:pt x="161" y="56"/>
                  </a:lnTo>
                  <a:lnTo>
                    <a:pt x="162" y="55"/>
                  </a:lnTo>
                  <a:lnTo>
                    <a:pt x="162" y="53"/>
                  </a:lnTo>
                  <a:lnTo>
                    <a:pt x="164" y="52"/>
                  </a:lnTo>
                  <a:lnTo>
                    <a:pt x="166" y="51"/>
                  </a:lnTo>
                  <a:lnTo>
                    <a:pt x="167" y="51"/>
                  </a:lnTo>
                  <a:lnTo>
                    <a:pt x="170" y="51"/>
                  </a:lnTo>
                  <a:lnTo>
                    <a:pt x="170" y="51"/>
                  </a:lnTo>
                  <a:close/>
                  <a:moveTo>
                    <a:pt x="175" y="96"/>
                  </a:moveTo>
                  <a:lnTo>
                    <a:pt x="177" y="95"/>
                  </a:lnTo>
                  <a:lnTo>
                    <a:pt x="177" y="93"/>
                  </a:lnTo>
                  <a:lnTo>
                    <a:pt x="179" y="88"/>
                  </a:lnTo>
                  <a:lnTo>
                    <a:pt x="181" y="84"/>
                  </a:lnTo>
                  <a:lnTo>
                    <a:pt x="183" y="81"/>
                  </a:lnTo>
                  <a:lnTo>
                    <a:pt x="186" y="78"/>
                  </a:lnTo>
                  <a:lnTo>
                    <a:pt x="188" y="76"/>
                  </a:lnTo>
                  <a:lnTo>
                    <a:pt x="190" y="74"/>
                  </a:lnTo>
                  <a:lnTo>
                    <a:pt x="194" y="72"/>
                  </a:lnTo>
                  <a:lnTo>
                    <a:pt x="196" y="71"/>
                  </a:lnTo>
                  <a:lnTo>
                    <a:pt x="198" y="69"/>
                  </a:lnTo>
                  <a:lnTo>
                    <a:pt x="202" y="68"/>
                  </a:lnTo>
                  <a:lnTo>
                    <a:pt x="205" y="67"/>
                  </a:lnTo>
                  <a:lnTo>
                    <a:pt x="209" y="67"/>
                  </a:lnTo>
                  <a:lnTo>
                    <a:pt x="213" y="67"/>
                  </a:lnTo>
                  <a:lnTo>
                    <a:pt x="217" y="67"/>
                  </a:lnTo>
                  <a:lnTo>
                    <a:pt x="221" y="67"/>
                  </a:lnTo>
                  <a:lnTo>
                    <a:pt x="223" y="68"/>
                  </a:lnTo>
                  <a:lnTo>
                    <a:pt x="226" y="69"/>
                  </a:lnTo>
                  <a:lnTo>
                    <a:pt x="229" y="71"/>
                  </a:lnTo>
                  <a:lnTo>
                    <a:pt x="230" y="72"/>
                  </a:lnTo>
                  <a:lnTo>
                    <a:pt x="232" y="73"/>
                  </a:lnTo>
                  <a:lnTo>
                    <a:pt x="234" y="75"/>
                  </a:lnTo>
                  <a:lnTo>
                    <a:pt x="236" y="76"/>
                  </a:lnTo>
                  <a:lnTo>
                    <a:pt x="238" y="79"/>
                  </a:lnTo>
                  <a:lnTo>
                    <a:pt x="238" y="80"/>
                  </a:lnTo>
                  <a:lnTo>
                    <a:pt x="240" y="82"/>
                  </a:lnTo>
                  <a:lnTo>
                    <a:pt x="242" y="86"/>
                  </a:lnTo>
                  <a:lnTo>
                    <a:pt x="244" y="89"/>
                  </a:lnTo>
                  <a:lnTo>
                    <a:pt x="247" y="93"/>
                  </a:lnTo>
                  <a:lnTo>
                    <a:pt x="251" y="98"/>
                  </a:lnTo>
                  <a:lnTo>
                    <a:pt x="254" y="101"/>
                  </a:lnTo>
                  <a:lnTo>
                    <a:pt x="256" y="102"/>
                  </a:lnTo>
                  <a:lnTo>
                    <a:pt x="254" y="103"/>
                  </a:lnTo>
                  <a:lnTo>
                    <a:pt x="249" y="105"/>
                  </a:lnTo>
                  <a:lnTo>
                    <a:pt x="246" y="107"/>
                  </a:lnTo>
                  <a:lnTo>
                    <a:pt x="242" y="108"/>
                  </a:lnTo>
                  <a:lnTo>
                    <a:pt x="238" y="110"/>
                  </a:lnTo>
                  <a:lnTo>
                    <a:pt x="236" y="112"/>
                  </a:lnTo>
                  <a:lnTo>
                    <a:pt x="230" y="116"/>
                  </a:lnTo>
                  <a:lnTo>
                    <a:pt x="224" y="120"/>
                  </a:lnTo>
                  <a:lnTo>
                    <a:pt x="222" y="120"/>
                  </a:lnTo>
                  <a:lnTo>
                    <a:pt x="218" y="121"/>
                  </a:lnTo>
                  <a:lnTo>
                    <a:pt x="215" y="122"/>
                  </a:lnTo>
                  <a:lnTo>
                    <a:pt x="211" y="122"/>
                  </a:lnTo>
                  <a:lnTo>
                    <a:pt x="207" y="121"/>
                  </a:lnTo>
                  <a:lnTo>
                    <a:pt x="204" y="120"/>
                  </a:lnTo>
                  <a:lnTo>
                    <a:pt x="201" y="120"/>
                  </a:lnTo>
                  <a:lnTo>
                    <a:pt x="198" y="120"/>
                  </a:lnTo>
                  <a:lnTo>
                    <a:pt x="198" y="120"/>
                  </a:lnTo>
                  <a:lnTo>
                    <a:pt x="197" y="119"/>
                  </a:lnTo>
                  <a:lnTo>
                    <a:pt x="195" y="115"/>
                  </a:lnTo>
                  <a:lnTo>
                    <a:pt x="194" y="112"/>
                  </a:lnTo>
                  <a:lnTo>
                    <a:pt x="191" y="108"/>
                  </a:lnTo>
                  <a:lnTo>
                    <a:pt x="190" y="106"/>
                  </a:lnTo>
                  <a:lnTo>
                    <a:pt x="186" y="104"/>
                  </a:lnTo>
                  <a:lnTo>
                    <a:pt x="184" y="100"/>
                  </a:lnTo>
                  <a:lnTo>
                    <a:pt x="182" y="99"/>
                  </a:lnTo>
                  <a:lnTo>
                    <a:pt x="180" y="98"/>
                  </a:lnTo>
                  <a:lnTo>
                    <a:pt x="178" y="96"/>
                  </a:lnTo>
                  <a:lnTo>
                    <a:pt x="175" y="96"/>
                  </a:lnTo>
                  <a:lnTo>
                    <a:pt x="175" y="96"/>
                  </a:lnTo>
                  <a:close/>
                  <a:moveTo>
                    <a:pt x="104" y="51"/>
                  </a:moveTo>
                  <a:lnTo>
                    <a:pt x="106" y="51"/>
                  </a:lnTo>
                  <a:lnTo>
                    <a:pt x="108" y="51"/>
                  </a:lnTo>
                  <a:lnTo>
                    <a:pt x="109" y="52"/>
                  </a:lnTo>
                  <a:lnTo>
                    <a:pt x="110" y="53"/>
                  </a:lnTo>
                  <a:lnTo>
                    <a:pt x="112" y="55"/>
                  </a:lnTo>
                  <a:lnTo>
                    <a:pt x="113" y="56"/>
                  </a:lnTo>
                  <a:lnTo>
                    <a:pt x="113" y="58"/>
                  </a:lnTo>
                  <a:lnTo>
                    <a:pt x="113" y="59"/>
                  </a:lnTo>
                  <a:lnTo>
                    <a:pt x="113" y="62"/>
                  </a:lnTo>
                  <a:lnTo>
                    <a:pt x="113" y="63"/>
                  </a:lnTo>
                  <a:lnTo>
                    <a:pt x="112" y="65"/>
                  </a:lnTo>
                  <a:lnTo>
                    <a:pt x="110" y="67"/>
                  </a:lnTo>
                  <a:lnTo>
                    <a:pt x="109" y="67"/>
                  </a:lnTo>
                  <a:lnTo>
                    <a:pt x="108" y="68"/>
                  </a:lnTo>
                  <a:lnTo>
                    <a:pt x="106" y="69"/>
                  </a:lnTo>
                  <a:lnTo>
                    <a:pt x="104" y="69"/>
                  </a:lnTo>
                  <a:lnTo>
                    <a:pt x="102" y="69"/>
                  </a:lnTo>
                  <a:lnTo>
                    <a:pt x="101" y="68"/>
                  </a:lnTo>
                  <a:lnTo>
                    <a:pt x="99" y="67"/>
                  </a:lnTo>
                  <a:lnTo>
                    <a:pt x="97" y="67"/>
                  </a:lnTo>
                  <a:lnTo>
                    <a:pt x="97" y="65"/>
                  </a:lnTo>
                  <a:lnTo>
                    <a:pt x="95" y="63"/>
                  </a:lnTo>
                  <a:lnTo>
                    <a:pt x="95" y="62"/>
                  </a:lnTo>
                  <a:lnTo>
                    <a:pt x="95" y="59"/>
                  </a:lnTo>
                  <a:lnTo>
                    <a:pt x="95" y="58"/>
                  </a:lnTo>
                  <a:lnTo>
                    <a:pt x="95" y="56"/>
                  </a:lnTo>
                  <a:lnTo>
                    <a:pt x="97" y="55"/>
                  </a:lnTo>
                  <a:lnTo>
                    <a:pt x="97" y="53"/>
                  </a:lnTo>
                  <a:lnTo>
                    <a:pt x="99" y="52"/>
                  </a:lnTo>
                  <a:lnTo>
                    <a:pt x="101" y="51"/>
                  </a:lnTo>
                  <a:lnTo>
                    <a:pt x="102" y="51"/>
                  </a:lnTo>
                  <a:lnTo>
                    <a:pt x="104" y="51"/>
                  </a:lnTo>
                  <a:lnTo>
                    <a:pt x="104" y="51"/>
                  </a:lnTo>
                  <a:close/>
                  <a:moveTo>
                    <a:pt x="97" y="96"/>
                  </a:moveTo>
                  <a:lnTo>
                    <a:pt x="95" y="96"/>
                  </a:lnTo>
                  <a:lnTo>
                    <a:pt x="93" y="98"/>
                  </a:lnTo>
                  <a:lnTo>
                    <a:pt x="91" y="99"/>
                  </a:lnTo>
                  <a:lnTo>
                    <a:pt x="89" y="100"/>
                  </a:lnTo>
                  <a:lnTo>
                    <a:pt x="86" y="104"/>
                  </a:lnTo>
                  <a:lnTo>
                    <a:pt x="84" y="106"/>
                  </a:lnTo>
                  <a:lnTo>
                    <a:pt x="81" y="108"/>
                  </a:lnTo>
                  <a:lnTo>
                    <a:pt x="80" y="112"/>
                  </a:lnTo>
                  <a:lnTo>
                    <a:pt x="77" y="115"/>
                  </a:lnTo>
                  <a:lnTo>
                    <a:pt x="77" y="119"/>
                  </a:lnTo>
                  <a:lnTo>
                    <a:pt x="75" y="120"/>
                  </a:lnTo>
                  <a:lnTo>
                    <a:pt x="74" y="120"/>
                  </a:lnTo>
                  <a:lnTo>
                    <a:pt x="73" y="120"/>
                  </a:lnTo>
                  <a:lnTo>
                    <a:pt x="69" y="120"/>
                  </a:lnTo>
                  <a:lnTo>
                    <a:pt x="65" y="121"/>
                  </a:lnTo>
                  <a:lnTo>
                    <a:pt x="61" y="122"/>
                  </a:lnTo>
                  <a:lnTo>
                    <a:pt x="58" y="122"/>
                  </a:lnTo>
                  <a:lnTo>
                    <a:pt x="54" y="121"/>
                  </a:lnTo>
                  <a:lnTo>
                    <a:pt x="51" y="120"/>
                  </a:lnTo>
                  <a:lnTo>
                    <a:pt x="49" y="120"/>
                  </a:lnTo>
                  <a:lnTo>
                    <a:pt x="43" y="116"/>
                  </a:lnTo>
                  <a:lnTo>
                    <a:pt x="37" y="112"/>
                  </a:lnTo>
                  <a:lnTo>
                    <a:pt x="34" y="110"/>
                  </a:lnTo>
                  <a:lnTo>
                    <a:pt x="31" y="108"/>
                  </a:lnTo>
                  <a:lnTo>
                    <a:pt x="28" y="107"/>
                  </a:lnTo>
                  <a:lnTo>
                    <a:pt x="25" y="105"/>
                  </a:lnTo>
                  <a:lnTo>
                    <a:pt x="19" y="103"/>
                  </a:lnTo>
                  <a:lnTo>
                    <a:pt x="17" y="102"/>
                  </a:lnTo>
                  <a:lnTo>
                    <a:pt x="18" y="101"/>
                  </a:lnTo>
                  <a:lnTo>
                    <a:pt x="21" y="98"/>
                  </a:lnTo>
                  <a:lnTo>
                    <a:pt x="25" y="93"/>
                  </a:lnTo>
                  <a:lnTo>
                    <a:pt x="29" y="89"/>
                  </a:lnTo>
                  <a:lnTo>
                    <a:pt x="31" y="86"/>
                  </a:lnTo>
                  <a:lnTo>
                    <a:pt x="33" y="82"/>
                  </a:lnTo>
                  <a:lnTo>
                    <a:pt x="34" y="80"/>
                  </a:lnTo>
                  <a:lnTo>
                    <a:pt x="36" y="79"/>
                  </a:lnTo>
                  <a:lnTo>
                    <a:pt x="37" y="76"/>
                  </a:lnTo>
                  <a:lnTo>
                    <a:pt x="39" y="75"/>
                  </a:lnTo>
                  <a:lnTo>
                    <a:pt x="41" y="73"/>
                  </a:lnTo>
                  <a:lnTo>
                    <a:pt x="43" y="72"/>
                  </a:lnTo>
                  <a:lnTo>
                    <a:pt x="45" y="71"/>
                  </a:lnTo>
                  <a:lnTo>
                    <a:pt x="47" y="69"/>
                  </a:lnTo>
                  <a:lnTo>
                    <a:pt x="49" y="68"/>
                  </a:lnTo>
                  <a:lnTo>
                    <a:pt x="53" y="67"/>
                  </a:lnTo>
                  <a:lnTo>
                    <a:pt x="56" y="67"/>
                  </a:lnTo>
                  <a:lnTo>
                    <a:pt x="60" y="67"/>
                  </a:lnTo>
                  <a:lnTo>
                    <a:pt x="65" y="67"/>
                  </a:lnTo>
                  <a:lnTo>
                    <a:pt x="68" y="67"/>
                  </a:lnTo>
                  <a:lnTo>
                    <a:pt x="71" y="68"/>
                  </a:lnTo>
                  <a:lnTo>
                    <a:pt x="74" y="69"/>
                  </a:lnTo>
                  <a:lnTo>
                    <a:pt x="77" y="71"/>
                  </a:lnTo>
                  <a:lnTo>
                    <a:pt x="80" y="72"/>
                  </a:lnTo>
                  <a:lnTo>
                    <a:pt x="82" y="74"/>
                  </a:lnTo>
                  <a:lnTo>
                    <a:pt x="85" y="76"/>
                  </a:lnTo>
                  <a:lnTo>
                    <a:pt x="88" y="78"/>
                  </a:lnTo>
                  <a:lnTo>
                    <a:pt x="90" y="81"/>
                  </a:lnTo>
                  <a:lnTo>
                    <a:pt x="92" y="84"/>
                  </a:lnTo>
                  <a:lnTo>
                    <a:pt x="93" y="88"/>
                  </a:lnTo>
                  <a:lnTo>
                    <a:pt x="96" y="93"/>
                  </a:lnTo>
                  <a:lnTo>
                    <a:pt x="97" y="95"/>
                  </a:lnTo>
                  <a:lnTo>
                    <a:pt x="97" y="9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09" name="iṣļiḍê"/>
            <p:cNvSpPr/>
            <p:nvPr/>
          </p:nvSpPr>
          <p:spPr bwMode="auto">
            <a:xfrm>
              <a:off x="2032001" y="3052763"/>
              <a:ext cx="236538" cy="215900"/>
            </a:xfrm>
            <a:custGeom>
              <a:avLst/>
              <a:gdLst>
                <a:gd name="T0" fmla="*/ 27 w 149"/>
                <a:gd name="T1" fmla="*/ 59 h 136"/>
                <a:gd name="T2" fmla="*/ 21 w 149"/>
                <a:gd name="T3" fmla="*/ 66 h 136"/>
                <a:gd name="T4" fmla="*/ 19 w 149"/>
                <a:gd name="T5" fmla="*/ 59 h 136"/>
                <a:gd name="T6" fmla="*/ 9 w 149"/>
                <a:gd name="T7" fmla="*/ 54 h 136"/>
                <a:gd name="T8" fmla="*/ 1 w 149"/>
                <a:gd name="T9" fmla="*/ 49 h 136"/>
                <a:gd name="T10" fmla="*/ 3 w 149"/>
                <a:gd name="T11" fmla="*/ 35 h 136"/>
                <a:gd name="T12" fmla="*/ 9 w 149"/>
                <a:gd name="T13" fmla="*/ 34 h 136"/>
                <a:gd name="T14" fmla="*/ 20 w 149"/>
                <a:gd name="T15" fmla="*/ 43 h 136"/>
                <a:gd name="T16" fmla="*/ 21 w 149"/>
                <a:gd name="T17" fmla="*/ 35 h 136"/>
                <a:gd name="T18" fmla="*/ 8 w 149"/>
                <a:gd name="T19" fmla="*/ 8 h 136"/>
                <a:gd name="T20" fmla="*/ 17 w 149"/>
                <a:gd name="T21" fmla="*/ 0 h 136"/>
                <a:gd name="T22" fmla="*/ 24 w 149"/>
                <a:gd name="T23" fmla="*/ 6 h 136"/>
                <a:gd name="T24" fmla="*/ 29 w 149"/>
                <a:gd name="T25" fmla="*/ 38 h 136"/>
                <a:gd name="T26" fmla="*/ 31 w 149"/>
                <a:gd name="T27" fmla="*/ 49 h 136"/>
                <a:gd name="T28" fmla="*/ 46 w 149"/>
                <a:gd name="T29" fmla="*/ 61 h 136"/>
                <a:gd name="T30" fmla="*/ 46 w 149"/>
                <a:gd name="T31" fmla="*/ 55 h 136"/>
                <a:gd name="T32" fmla="*/ 41 w 149"/>
                <a:gd name="T33" fmla="*/ 43 h 136"/>
                <a:gd name="T34" fmla="*/ 47 w 149"/>
                <a:gd name="T35" fmla="*/ 41 h 136"/>
                <a:gd name="T36" fmla="*/ 34 w 149"/>
                <a:gd name="T37" fmla="*/ 24 h 136"/>
                <a:gd name="T38" fmla="*/ 38 w 149"/>
                <a:gd name="T39" fmla="*/ 19 h 136"/>
                <a:gd name="T40" fmla="*/ 45 w 149"/>
                <a:gd name="T41" fmla="*/ 26 h 136"/>
                <a:gd name="T42" fmla="*/ 49 w 149"/>
                <a:gd name="T43" fmla="*/ 28 h 136"/>
                <a:gd name="T44" fmla="*/ 45 w 149"/>
                <a:gd name="T45" fmla="*/ 10 h 136"/>
                <a:gd name="T46" fmla="*/ 50 w 149"/>
                <a:gd name="T47" fmla="*/ 8 h 136"/>
                <a:gd name="T48" fmla="*/ 53 w 149"/>
                <a:gd name="T49" fmla="*/ 28 h 136"/>
                <a:gd name="T50" fmla="*/ 67 w 149"/>
                <a:gd name="T51" fmla="*/ 56 h 136"/>
                <a:gd name="T52" fmla="*/ 68 w 149"/>
                <a:gd name="T53" fmla="*/ 37 h 136"/>
                <a:gd name="T54" fmla="*/ 70 w 149"/>
                <a:gd name="T55" fmla="*/ 13 h 136"/>
                <a:gd name="T56" fmla="*/ 77 w 149"/>
                <a:gd name="T57" fmla="*/ 20 h 136"/>
                <a:gd name="T58" fmla="*/ 73 w 149"/>
                <a:gd name="T59" fmla="*/ 37 h 136"/>
                <a:gd name="T60" fmla="*/ 85 w 149"/>
                <a:gd name="T61" fmla="*/ 64 h 136"/>
                <a:gd name="T62" fmla="*/ 97 w 149"/>
                <a:gd name="T63" fmla="*/ 67 h 136"/>
                <a:gd name="T64" fmla="*/ 100 w 149"/>
                <a:gd name="T65" fmla="*/ 55 h 136"/>
                <a:gd name="T66" fmla="*/ 106 w 149"/>
                <a:gd name="T67" fmla="*/ 59 h 136"/>
                <a:gd name="T68" fmla="*/ 105 w 149"/>
                <a:gd name="T69" fmla="*/ 71 h 136"/>
                <a:gd name="T70" fmla="*/ 142 w 149"/>
                <a:gd name="T71" fmla="*/ 82 h 136"/>
                <a:gd name="T72" fmla="*/ 148 w 149"/>
                <a:gd name="T73" fmla="*/ 91 h 136"/>
                <a:gd name="T74" fmla="*/ 132 w 149"/>
                <a:gd name="T75" fmla="*/ 98 h 136"/>
                <a:gd name="T76" fmla="*/ 133 w 149"/>
                <a:gd name="T77" fmla="*/ 92 h 136"/>
                <a:gd name="T78" fmla="*/ 109 w 149"/>
                <a:gd name="T79" fmla="*/ 80 h 136"/>
                <a:gd name="T80" fmla="*/ 109 w 149"/>
                <a:gd name="T81" fmla="*/ 91 h 136"/>
                <a:gd name="T82" fmla="*/ 113 w 149"/>
                <a:gd name="T83" fmla="*/ 101 h 136"/>
                <a:gd name="T84" fmla="*/ 101 w 149"/>
                <a:gd name="T85" fmla="*/ 104 h 136"/>
                <a:gd name="T86" fmla="*/ 97 w 149"/>
                <a:gd name="T87" fmla="*/ 87 h 136"/>
                <a:gd name="T88" fmla="*/ 76 w 149"/>
                <a:gd name="T89" fmla="*/ 71 h 136"/>
                <a:gd name="T90" fmla="*/ 81 w 149"/>
                <a:gd name="T91" fmla="*/ 96 h 136"/>
                <a:gd name="T92" fmla="*/ 91 w 149"/>
                <a:gd name="T93" fmla="*/ 125 h 136"/>
                <a:gd name="T94" fmla="*/ 86 w 149"/>
                <a:gd name="T95" fmla="*/ 136 h 136"/>
                <a:gd name="T96" fmla="*/ 76 w 149"/>
                <a:gd name="T97" fmla="*/ 124 h 136"/>
                <a:gd name="T98" fmla="*/ 70 w 149"/>
                <a:gd name="T99" fmla="*/ 78 h 136"/>
                <a:gd name="T100" fmla="*/ 57 w 149"/>
                <a:gd name="T101" fmla="*/ 60 h 136"/>
                <a:gd name="T102" fmla="*/ 55 w 149"/>
                <a:gd name="T103" fmla="*/ 71 h 136"/>
                <a:gd name="T104" fmla="*/ 56 w 149"/>
                <a:gd name="T105" fmla="*/ 91 h 136"/>
                <a:gd name="T106" fmla="*/ 47 w 149"/>
                <a:gd name="T107" fmla="*/ 89 h 136"/>
                <a:gd name="T108" fmla="*/ 41 w 149"/>
                <a:gd name="T109" fmla="*/ 6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9" h="136">
                  <a:moveTo>
                    <a:pt x="32" y="60"/>
                  </a:moveTo>
                  <a:lnTo>
                    <a:pt x="31" y="60"/>
                  </a:lnTo>
                  <a:lnTo>
                    <a:pt x="29" y="59"/>
                  </a:lnTo>
                  <a:lnTo>
                    <a:pt x="29" y="58"/>
                  </a:lnTo>
                  <a:lnTo>
                    <a:pt x="28" y="58"/>
                  </a:lnTo>
                  <a:lnTo>
                    <a:pt x="27" y="58"/>
                  </a:lnTo>
                  <a:lnTo>
                    <a:pt x="27" y="59"/>
                  </a:lnTo>
                  <a:lnTo>
                    <a:pt x="26" y="62"/>
                  </a:lnTo>
                  <a:lnTo>
                    <a:pt x="25" y="64"/>
                  </a:lnTo>
                  <a:lnTo>
                    <a:pt x="25" y="66"/>
                  </a:lnTo>
                  <a:lnTo>
                    <a:pt x="24" y="66"/>
                  </a:lnTo>
                  <a:lnTo>
                    <a:pt x="24" y="67"/>
                  </a:lnTo>
                  <a:lnTo>
                    <a:pt x="23" y="67"/>
                  </a:lnTo>
                  <a:lnTo>
                    <a:pt x="21" y="66"/>
                  </a:lnTo>
                  <a:lnTo>
                    <a:pt x="20" y="66"/>
                  </a:lnTo>
                  <a:lnTo>
                    <a:pt x="19" y="65"/>
                  </a:lnTo>
                  <a:lnTo>
                    <a:pt x="18" y="65"/>
                  </a:lnTo>
                  <a:lnTo>
                    <a:pt x="18" y="64"/>
                  </a:lnTo>
                  <a:lnTo>
                    <a:pt x="18" y="63"/>
                  </a:lnTo>
                  <a:lnTo>
                    <a:pt x="18" y="62"/>
                  </a:lnTo>
                  <a:lnTo>
                    <a:pt x="19" y="59"/>
                  </a:lnTo>
                  <a:lnTo>
                    <a:pt x="19" y="58"/>
                  </a:lnTo>
                  <a:lnTo>
                    <a:pt x="19" y="57"/>
                  </a:lnTo>
                  <a:lnTo>
                    <a:pt x="19" y="56"/>
                  </a:lnTo>
                  <a:lnTo>
                    <a:pt x="18" y="56"/>
                  </a:lnTo>
                  <a:lnTo>
                    <a:pt x="16" y="55"/>
                  </a:lnTo>
                  <a:lnTo>
                    <a:pt x="13" y="55"/>
                  </a:lnTo>
                  <a:lnTo>
                    <a:pt x="9" y="54"/>
                  </a:lnTo>
                  <a:lnTo>
                    <a:pt x="8" y="53"/>
                  </a:lnTo>
                  <a:lnTo>
                    <a:pt x="7" y="52"/>
                  </a:lnTo>
                  <a:lnTo>
                    <a:pt x="5" y="52"/>
                  </a:lnTo>
                  <a:lnTo>
                    <a:pt x="3" y="51"/>
                  </a:lnTo>
                  <a:lnTo>
                    <a:pt x="2" y="51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0" y="46"/>
                  </a:lnTo>
                  <a:lnTo>
                    <a:pt x="1" y="43"/>
                  </a:lnTo>
                  <a:lnTo>
                    <a:pt x="1" y="41"/>
                  </a:lnTo>
                  <a:lnTo>
                    <a:pt x="1" y="39"/>
                  </a:lnTo>
                  <a:lnTo>
                    <a:pt x="1" y="38"/>
                  </a:lnTo>
                  <a:lnTo>
                    <a:pt x="2" y="37"/>
                  </a:lnTo>
                  <a:lnTo>
                    <a:pt x="3" y="35"/>
                  </a:lnTo>
                  <a:lnTo>
                    <a:pt x="4" y="35"/>
                  </a:lnTo>
                  <a:lnTo>
                    <a:pt x="5" y="34"/>
                  </a:lnTo>
                  <a:lnTo>
                    <a:pt x="5" y="34"/>
                  </a:lnTo>
                  <a:lnTo>
                    <a:pt x="6" y="34"/>
                  </a:lnTo>
                  <a:lnTo>
                    <a:pt x="7" y="34"/>
                  </a:lnTo>
                  <a:lnTo>
                    <a:pt x="9" y="34"/>
                  </a:lnTo>
                  <a:lnTo>
                    <a:pt x="9" y="34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2" y="35"/>
                  </a:lnTo>
                  <a:lnTo>
                    <a:pt x="13" y="37"/>
                  </a:lnTo>
                  <a:lnTo>
                    <a:pt x="16" y="39"/>
                  </a:lnTo>
                  <a:lnTo>
                    <a:pt x="19" y="42"/>
                  </a:lnTo>
                  <a:lnTo>
                    <a:pt x="20" y="43"/>
                  </a:lnTo>
                  <a:lnTo>
                    <a:pt x="21" y="43"/>
                  </a:lnTo>
                  <a:lnTo>
                    <a:pt x="21" y="43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22" y="42"/>
                  </a:lnTo>
                  <a:lnTo>
                    <a:pt x="21" y="39"/>
                  </a:lnTo>
                  <a:lnTo>
                    <a:pt x="21" y="35"/>
                  </a:lnTo>
                  <a:lnTo>
                    <a:pt x="19" y="30"/>
                  </a:lnTo>
                  <a:lnTo>
                    <a:pt x="17" y="26"/>
                  </a:lnTo>
                  <a:lnTo>
                    <a:pt x="14" y="19"/>
                  </a:lnTo>
                  <a:lnTo>
                    <a:pt x="11" y="14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8" y="8"/>
                  </a:lnTo>
                  <a:lnTo>
                    <a:pt x="8" y="7"/>
                  </a:lnTo>
                  <a:lnTo>
                    <a:pt x="9" y="6"/>
                  </a:lnTo>
                  <a:lnTo>
                    <a:pt x="9" y="4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1"/>
                  </a:lnTo>
                  <a:lnTo>
                    <a:pt x="21" y="2"/>
                  </a:lnTo>
                  <a:lnTo>
                    <a:pt x="23" y="3"/>
                  </a:lnTo>
                  <a:lnTo>
                    <a:pt x="24" y="4"/>
                  </a:lnTo>
                  <a:lnTo>
                    <a:pt x="24" y="6"/>
                  </a:lnTo>
                  <a:lnTo>
                    <a:pt x="24" y="9"/>
                  </a:lnTo>
                  <a:lnTo>
                    <a:pt x="24" y="13"/>
                  </a:lnTo>
                  <a:lnTo>
                    <a:pt x="25" y="17"/>
                  </a:lnTo>
                  <a:lnTo>
                    <a:pt x="27" y="23"/>
                  </a:lnTo>
                  <a:lnTo>
                    <a:pt x="27" y="28"/>
                  </a:lnTo>
                  <a:lnTo>
                    <a:pt x="28" y="32"/>
                  </a:lnTo>
                  <a:lnTo>
                    <a:pt x="29" y="38"/>
                  </a:lnTo>
                  <a:lnTo>
                    <a:pt x="29" y="41"/>
                  </a:lnTo>
                  <a:lnTo>
                    <a:pt x="29" y="45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30" y="49"/>
                  </a:lnTo>
                  <a:lnTo>
                    <a:pt x="31" y="49"/>
                  </a:lnTo>
                  <a:lnTo>
                    <a:pt x="32" y="49"/>
                  </a:lnTo>
                  <a:lnTo>
                    <a:pt x="33" y="50"/>
                  </a:lnTo>
                  <a:lnTo>
                    <a:pt x="36" y="52"/>
                  </a:lnTo>
                  <a:lnTo>
                    <a:pt x="39" y="55"/>
                  </a:lnTo>
                  <a:lnTo>
                    <a:pt x="41" y="57"/>
                  </a:lnTo>
                  <a:lnTo>
                    <a:pt x="44" y="59"/>
                  </a:lnTo>
                  <a:lnTo>
                    <a:pt x="46" y="61"/>
                  </a:lnTo>
                  <a:lnTo>
                    <a:pt x="46" y="61"/>
                  </a:lnTo>
                  <a:lnTo>
                    <a:pt x="47" y="61"/>
                  </a:lnTo>
                  <a:lnTo>
                    <a:pt x="47" y="60"/>
                  </a:lnTo>
                  <a:lnTo>
                    <a:pt x="47" y="59"/>
                  </a:lnTo>
                  <a:lnTo>
                    <a:pt x="47" y="57"/>
                  </a:lnTo>
                  <a:lnTo>
                    <a:pt x="47" y="56"/>
                  </a:lnTo>
                  <a:lnTo>
                    <a:pt x="46" y="55"/>
                  </a:lnTo>
                  <a:lnTo>
                    <a:pt x="46" y="54"/>
                  </a:lnTo>
                  <a:lnTo>
                    <a:pt x="44" y="51"/>
                  </a:lnTo>
                  <a:lnTo>
                    <a:pt x="41" y="47"/>
                  </a:lnTo>
                  <a:lnTo>
                    <a:pt x="41" y="46"/>
                  </a:lnTo>
                  <a:lnTo>
                    <a:pt x="41" y="44"/>
                  </a:lnTo>
                  <a:lnTo>
                    <a:pt x="41" y="43"/>
                  </a:lnTo>
                  <a:lnTo>
                    <a:pt x="41" y="43"/>
                  </a:lnTo>
                  <a:lnTo>
                    <a:pt x="41" y="42"/>
                  </a:lnTo>
                  <a:lnTo>
                    <a:pt x="41" y="42"/>
                  </a:lnTo>
                  <a:lnTo>
                    <a:pt x="44" y="42"/>
                  </a:lnTo>
                  <a:lnTo>
                    <a:pt x="46" y="42"/>
                  </a:lnTo>
                  <a:lnTo>
                    <a:pt x="47" y="42"/>
                  </a:lnTo>
                  <a:lnTo>
                    <a:pt x="47" y="42"/>
                  </a:lnTo>
                  <a:lnTo>
                    <a:pt x="47" y="41"/>
                  </a:lnTo>
                  <a:lnTo>
                    <a:pt x="46" y="40"/>
                  </a:lnTo>
                  <a:lnTo>
                    <a:pt x="44" y="37"/>
                  </a:lnTo>
                  <a:lnTo>
                    <a:pt x="41" y="34"/>
                  </a:lnTo>
                  <a:lnTo>
                    <a:pt x="38" y="30"/>
                  </a:lnTo>
                  <a:lnTo>
                    <a:pt x="37" y="28"/>
                  </a:lnTo>
                  <a:lnTo>
                    <a:pt x="35" y="26"/>
                  </a:lnTo>
                  <a:lnTo>
                    <a:pt x="34" y="24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34" y="21"/>
                  </a:lnTo>
                  <a:lnTo>
                    <a:pt x="35" y="19"/>
                  </a:lnTo>
                  <a:lnTo>
                    <a:pt x="36" y="19"/>
                  </a:lnTo>
                  <a:lnTo>
                    <a:pt x="37" y="19"/>
                  </a:lnTo>
                  <a:lnTo>
                    <a:pt x="38" y="19"/>
                  </a:lnTo>
                  <a:lnTo>
                    <a:pt x="39" y="19"/>
                  </a:lnTo>
                  <a:lnTo>
                    <a:pt x="41" y="20"/>
                  </a:lnTo>
                  <a:lnTo>
                    <a:pt x="41" y="22"/>
                  </a:lnTo>
                  <a:lnTo>
                    <a:pt x="42" y="23"/>
                  </a:lnTo>
                  <a:lnTo>
                    <a:pt x="44" y="25"/>
                  </a:lnTo>
                  <a:lnTo>
                    <a:pt x="44" y="26"/>
                  </a:lnTo>
                  <a:lnTo>
                    <a:pt x="45" y="26"/>
                  </a:lnTo>
                  <a:lnTo>
                    <a:pt x="45" y="27"/>
                  </a:lnTo>
                  <a:lnTo>
                    <a:pt x="46" y="27"/>
                  </a:lnTo>
                  <a:lnTo>
                    <a:pt x="47" y="28"/>
                  </a:lnTo>
                  <a:lnTo>
                    <a:pt x="48" y="29"/>
                  </a:lnTo>
                  <a:lnTo>
                    <a:pt x="49" y="29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8" y="23"/>
                  </a:lnTo>
                  <a:lnTo>
                    <a:pt x="46" y="19"/>
                  </a:lnTo>
                  <a:lnTo>
                    <a:pt x="45" y="16"/>
                  </a:lnTo>
                  <a:lnTo>
                    <a:pt x="45" y="14"/>
                  </a:lnTo>
                  <a:lnTo>
                    <a:pt x="45" y="13"/>
                  </a:lnTo>
                  <a:lnTo>
                    <a:pt x="45" y="10"/>
                  </a:lnTo>
                  <a:lnTo>
                    <a:pt x="46" y="8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0" y="8"/>
                  </a:lnTo>
                  <a:lnTo>
                    <a:pt x="51" y="10"/>
                  </a:lnTo>
                  <a:lnTo>
                    <a:pt x="51" y="12"/>
                  </a:lnTo>
                  <a:lnTo>
                    <a:pt x="52" y="15"/>
                  </a:lnTo>
                  <a:lnTo>
                    <a:pt x="53" y="18"/>
                  </a:lnTo>
                  <a:lnTo>
                    <a:pt x="53" y="22"/>
                  </a:lnTo>
                  <a:lnTo>
                    <a:pt x="53" y="26"/>
                  </a:lnTo>
                  <a:lnTo>
                    <a:pt x="53" y="28"/>
                  </a:lnTo>
                  <a:lnTo>
                    <a:pt x="53" y="30"/>
                  </a:lnTo>
                  <a:lnTo>
                    <a:pt x="53" y="32"/>
                  </a:lnTo>
                  <a:lnTo>
                    <a:pt x="56" y="37"/>
                  </a:lnTo>
                  <a:lnTo>
                    <a:pt x="60" y="44"/>
                  </a:lnTo>
                  <a:lnTo>
                    <a:pt x="64" y="51"/>
                  </a:lnTo>
                  <a:lnTo>
                    <a:pt x="66" y="55"/>
                  </a:lnTo>
                  <a:lnTo>
                    <a:pt x="67" y="56"/>
                  </a:lnTo>
                  <a:lnTo>
                    <a:pt x="68" y="56"/>
                  </a:lnTo>
                  <a:lnTo>
                    <a:pt x="68" y="56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68" y="47"/>
                  </a:lnTo>
                  <a:lnTo>
                    <a:pt x="68" y="37"/>
                  </a:lnTo>
                  <a:lnTo>
                    <a:pt x="68" y="30"/>
                  </a:lnTo>
                  <a:lnTo>
                    <a:pt x="68" y="26"/>
                  </a:lnTo>
                  <a:lnTo>
                    <a:pt x="68" y="22"/>
                  </a:lnTo>
                  <a:lnTo>
                    <a:pt x="68" y="19"/>
                  </a:lnTo>
                  <a:lnTo>
                    <a:pt x="69" y="16"/>
                  </a:lnTo>
                  <a:lnTo>
                    <a:pt x="70" y="14"/>
                  </a:lnTo>
                  <a:lnTo>
                    <a:pt x="70" y="13"/>
                  </a:lnTo>
                  <a:lnTo>
                    <a:pt x="71" y="13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3" y="14"/>
                  </a:lnTo>
                  <a:lnTo>
                    <a:pt x="76" y="15"/>
                  </a:lnTo>
                  <a:lnTo>
                    <a:pt x="77" y="18"/>
                  </a:lnTo>
                  <a:lnTo>
                    <a:pt x="77" y="20"/>
                  </a:lnTo>
                  <a:lnTo>
                    <a:pt x="77" y="22"/>
                  </a:lnTo>
                  <a:lnTo>
                    <a:pt x="77" y="25"/>
                  </a:lnTo>
                  <a:lnTo>
                    <a:pt x="76" y="26"/>
                  </a:lnTo>
                  <a:lnTo>
                    <a:pt x="74" y="29"/>
                  </a:lnTo>
                  <a:lnTo>
                    <a:pt x="74" y="30"/>
                  </a:lnTo>
                  <a:lnTo>
                    <a:pt x="73" y="34"/>
                  </a:lnTo>
                  <a:lnTo>
                    <a:pt x="73" y="37"/>
                  </a:lnTo>
                  <a:lnTo>
                    <a:pt x="73" y="40"/>
                  </a:lnTo>
                  <a:lnTo>
                    <a:pt x="73" y="47"/>
                  </a:lnTo>
                  <a:lnTo>
                    <a:pt x="73" y="52"/>
                  </a:lnTo>
                  <a:lnTo>
                    <a:pt x="74" y="56"/>
                  </a:lnTo>
                  <a:lnTo>
                    <a:pt x="74" y="58"/>
                  </a:lnTo>
                  <a:lnTo>
                    <a:pt x="78" y="60"/>
                  </a:lnTo>
                  <a:lnTo>
                    <a:pt x="85" y="64"/>
                  </a:lnTo>
                  <a:lnTo>
                    <a:pt x="89" y="66"/>
                  </a:lnTo>
                  <a:lnTo>
                    <a:pt x="92" y="67"/>
                  </a:lnTo>
                  <a:lnTo>
                    <a:pt x="94" y="67"/>
                  </a:lnTo>
                  <a:lnTo>
                    <a:pt x="95" y="67"/>
                  </a:lnTo>
                  <a:lnTo>
                    <a:pt x="96" y="67"/>
                  </a:lnTo>
                  <a:lnTo>
                    <a:pt x="97" y="67"/>
                  </a:lnTo>
                  <a:lnTo>
                    <a:pt x="97" y="67"/>
                  </a:lnTo>
                  <a:lnTo>
                    <a:pt x="97" y="66"/>
                  </a:lnTo>
                  <a:lnTo>
                    <a:pt x="97" y="63"/>
                  </a:lnTo>
                  <a:lnTo>
                    <a:pt x="97" y="59"/>
                  </a:lnTo>
                  <a:lnTo>
                    <a:pt x="97" y="58"/>
                  </a:lnTo>
                  <a:lnTo>
                    <a:pt x="98" y="56"/>
                  </a:lnTo>
                  <a:lnTo>
                    <a:pt x="99" y="55"/>
                  </a:lnTo>
                  <a:lnTo>
                    <a:pt x="100" y="55"/>
                  </a:lnTo>
                  <a:lnTo>
                    <a:pt x="101" y="55"/>
                  </a:lnTo>
                  <a:lnTo>
                    <a:pt x="102" y="55"/>
                  </a:lnTo>
                  <a:lnTo>
                    <a:pt x="104" y="55"/>
                  </a:lnTo>
                  <a:lnTo>
                    <a:pt x="105" y="56"/>
                  </a:lnTo>
                  <a:lnTo>
                    <a:pt x="105" y="57"/>
                  </a:lnTo>
                  <a:lnTo>
                    <a:pt x="105" y="58"/>
                  </a:lnTo>
                  <a:lnTo>
                    <a:pt x="106" y="59"/>
                  </a:lnTo>
                  <a:lnTo>
                    <a:pt x="106" y="59"/>
                  </a:lnTo>
                  <a:lnTo>
                    <a:pt x="105" y="63"/>
                  </a:lnTo>
                  <a:lnTo>
                    <a:pt x="105" y="66"/>
                  </a:lnTo>
                  <a:lnTo>
                    <a:pt x="104" y="67"/>
                  </a:lnTo>
                  <a:lnTo>
                    <a:pt x="104" y="69"/>
                  </a:lnTo>
                  <a:lnTo>
                    <a:pt x="105" y="71"/>
                  </a:lnTo>
                  <a:lnTo>
                    <a:pt x="105" y="71"/>
                  </a:lnTo>
                  <a:lnTo>
                    <a:pt x="110" y="73"/>
                  </a:lnTo>
                  <a:lnTo>
                    <a:pt x="120" y="75"/>
                  </a:lnTo>
                  <a:lnTo>
                    <a:pt x="129" y="78"/>
                  </a:lnTo>
                  <a:lnTo>
                    <a:pt x="135" y="79"/>
                  </a:lnTo>
                  <a:lnTo>
                    <a:pt x="137" y="80"/>
                  </a:lnTo>
                  <a:lnTo>
                    <a:pt x="140" y="81"/>
                  </a:lnTo>
                  <a:lnTo>
                    <a:pt x="142" y="82"/>
                  </a:lnTo>
                  <a:lnTo>
                    <a:pt x="145" y="84"/>
                  </a:lnTo>
                  <a:lnTo>
                    <a:pt x="147" y="86"/>
                  </a:lnTo>
                  <a:lnTo>
                    <a:pt x="149" y="87"/>
                  </a:lnTo>
                  <a:lnTo>
                    <a:pt x="149" y="88"/>
                  </a:lnTo>
                  <a:lnTo>
                    <a:pt x="149" y="89"/>
                  </a:lnTo>
                  <a:lnTo>
                    <a:pt x="148" y="90"/>
                  </a:lnTo>
                  <a:lnTo>
                    <a:pt x="148" y="91"/>
                  </a:lnTo>
                  <a:lnTo>
                    <a:pt x="144" y="95"/>
                  </a:lnTo>
                  <a:lnTo>
                    <a:pt x="140" y="97"/>
                  </a:lnTo>
                  <a:lnTo>
                    <a:pt x="137" y="98"/>
                  </a:lnTo>
                  <a:lnTo>
                    <a:pt x="135" y="99"/>
                  </a:lnTo>
                  <a:lnTo>
                    <a:pt x="133" y="98"/>
                  </a:lnTo>
                  <a:lnTo>
                    <a:pt x="133" y="98"/>
                  </a:lnTo>
                  <a:lnTo>
                    <a:pt x="132" y="98"/>
                  </a:lnTo>
                  <a:lnTo>
                    <a:pt x="132" y="97"/>
                  </a:lnTo>
                  <a:lnTo>
                    <a:pt x="132" y="96"/>
                  </a:lnTo>
                  <a:lnTo>
                    <a:pt x="133" y="95"/>
                  </a:lnTo>
                  <a:lnTo>
                    <a:pt x="133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3" y="92"/>
                  </a:lnTo>
                  <a:lnTo>
                    <a:pt x="131" y="91"/>
                  </a:lnTo>
                  <a:lnTo>
                    <a:pt x="129" y="90"/>
                  </a:lnTo>
                  <a:lnTo>
                    <a:pt x="126" y="88"/>
                  </a:lnTo>
                  <a:lnTo>
                    <a:pt x="122" y="87"/>
                  </a:lnTo>
                  <a:lnTo>
                    <a:pt x="115" y="83"/>
                  </a:lnTo>
                  <a:lnTo>
                    <a:pt x="110" y="81"/>
                  </a:lnTo>
                  <a:lnTo>
                    <a:pt x="109" y="80"/>
                  </a:lnTo>
                  <a:lnTo>
                    <a:pt x="107" y="80"/>
                  </a:lnTo>
                  <a:lnTo>
                    <a:pt x="107" y="80"/>
                  </a:lnTo>
                  <a:lnTo>
                    <a:pt x="106" y="80"/>
                  </a:lnTo>
                  <a:lnTo>
                    <a:pt x="106" y="83"/>
                  </a:lnTo>
                  <a:lnTo>
                    <a:pt x="107" y="86"/>
                  </a:lnTo>
                  <a:lnTo>
                    <a:pt x="108" y="89"/>
                  </a:lnTo>
                  <a:lnTo>
                    <a:pt x="109" y="91"/>
                  </a:lnTo>
                  <a:lnTo>
                    <a:pt x="110" y="92"/>
                  </a:lnTo>
                  <a:lnTo>
                    <a:pt x="113" y="95"/>
                  </a:lnTo>
                  <a:lnTo>
                    <a:pt x="113" y="97"/>
                  </a:lnTo>
                  <a:lnTo>
                    <a:pt x="113" y="99"/>
                  </a:lnTo>
                  <a:lnTo>
                    <a:pt x="113" y="99"/>
                  </a:lnTo>
                  <a:lnTo>
                    <a:pt x="113" y="100"/>
                  </a:lnTo>
                  <a:lnTo>
                    <a:pt x="113" y="101"/>
                  </a:lnTo>
                  <a:lnTo>
                    <a:pt x="112" y="102"/>
                  </a:lnTo>
                  <a:lnTo>
                    <a:pt x="109" y="103"/>
                  </a:lnTo>
                  <a:lnTo>
                    <a:pt x="108" y="104"/>
                  </a:lnTo>
                  <a:lnTo>
                    <a:pt x="105" y="104"/>
                  </a:lnTo>
                  <a:lnTo>
                    <a:pt x="104" y="104"/>
                  </a:lnTo>
                  <a:lnTo>
                    <a:pt x="102" y="104"/>
                  </a:lnTo>
                  <a:lnTo>
                    <a:pt x="101" y="104"/>
                  </a:lnTo>
                  <a:lnTo>
                    <a:pt x="100" y="103"/>
                  </a:lnTo>
                  <a:lnTo>
                    <a:pt x="100" y="103"/>
                  </a:lnTo>
                  <a:lnTo>
                    <a:pt x="100" y="100"/>
                  </a:lnTo>
                  <a:lnTo>
                    <a:pt x="100" y="99"/>
                  </a:lnTo>
                  <a:lnTo>
                    <a:pt x="100" y="96"/>
                  </a:lnTo>
                  <a:lnTo>
                    <a:pt x="98" y="91"/>
                  </a:lnTo>
                  <a:lnTo>
                    <a:pt x="97" y="87"/>
                  </a:lnTo>
                  <a:lnTo>
                    <a:pt x="97" y="83"/>
                  </a:lnTo>
                  <a:lnTo>
                    <a:pt x="97" y="79"/>
                  </a:lnTo>
                  <a:lnTo>
                    <a:pt x="97" y="77"/>
                  </a:lnTo>
                  <a:lnTo>
                    <a:pt x="77" y="70"/>
                  </a:lnTo>
                  <a:lnTo>
                    <a:pt x="77" y="70"/>
                  </a:lnTo>
                  <a:lnTo>
                    <a:pt x="77" y="70"/>
                  </a:lnTo>
                  <a:lnTo>
                    <a:pt x="76" y="71"/>
                  </a:lnTo>
                  <a:lnTo>
                    <a:pt x="76" y="71"/>
                  </a:lnTo>
                  <a:lnTo>
                    <a:pt x="76" y="72"/>
                  </a:lnTo>
                  <a:lnTo>
                    <a:pt x="76" y="74"/>
                  </a:lnTo>
                  <a:lnTo>
                    <a:pt x="77" y="79"/>
                  </a:lnTo>
                  <a:lnTo>
                    <a:pt x="78" y="87"/>
                  </a:lnTo>
                  <a:lnTo>
                    <a:pt x="79" y="91"/>
                  </a:lnTo>
                  <a:lnTo>
                    <a:pt x="81" y="96"/>
                  </a:lnTo>
                  <a:lnTo>
                    <a:pt x="82" y="101"/>
                  </a:lnTo>
                  <a:lnTo>
                    <a:pt x="84" y="106"/>
                  </a:lnTo>
                  <a:lnTo>
                    <a:pt x="87" y="115"/>
                  </a:lnTo>
                  <a:lnTo>
                    <a:pt x="90" y="120"/>
                  </a:lnTo>
                  <a:lnTo>
                    <a:pt x="90" y="122"/>
                  </a:lnTo>
                  <a:lnTo>
                    <a:pt x="91" y="123"/>
                  </a:lnTo>
                  <a:lnTo>
                    <a:pt x="91" y="125"/>
                  </a:lnTo>
                  <a:lnTo>
                    <a:pt x="91" y="127"/>
                  </a:lnTo>
                  <a:lnTo>
                    <a:pt x="90" y="130"/>
                  </a:lnTo>
                  <a:lnTo>
                    <a:pt x="89" y="132"/>
                  </a:lnTo>
                  <a:lnTo>
                    <a:pt x="89" y="134"/>
                  </a:lnTo>
                  <a:lnTo>
                    <a:pt x="88" y="135"/>
                  </a:lnTo>
                  <a:lnTo>
                    <a:pt x="86" y="136"/>
                  </a:lnTo>
                  <a:lnTo>
                    <a:pt x="86" y="136"/>
                  </a:lnTo>
                  <a:lnTo>
                    <a:pt x="85" y="136"/>
                  </a:lnTo>
                  <a:lnTo>
                    <a:pt x="85" y="136"/>
                  </a:lnTo>
                  <a:lnTo>
                    <a:pt x="82" y="135"/>
                  </a:lnTo>
                  <a:lnTo>
                    <a:pt x="79" y="134"/>
                  </a:lnTo>
                  <a:lnTo>
                    <a:pt x="77" y="131"/>
                  </a:lnTo>
                  <a:lnTo>
                    <a:pt x="77" y="127"/>
                  </a:lnTo>
                  <a:lnTo>
                    <a:pt x="76" y="124"/>
                  </a:lnTo>
                  <a:lnTo>
                    <a:pt x="75" y="121"/>
                  </a:lnTo>
                  <a:lnTo>
                    <a:pt x="73" y="114"/>
                  </a:lnTo>
                  <a:lnTo>
                    <a:pt x="73" y="106"/>
                  </a:lnTo>
                  <a:lnTo>
                    <a:pt x="72" y="99"/>
                  </a:lnTo>
                  <a:lnTo>
                    <a:pt x="72" y="91"/>
                  </a:lnTo>
                  <a:lnTo>
                    <a:pt x="71" y="84"/>
                  </a:lnTo>
                  <a:lnTo>
                    <a:pt x="70" y="78"/>
                  </a:lnTo>
                  <a:lnTo>
                    <a:pt x="70" y="73"/>
                  </a:lnTo>
                  <a:lnTo>
                    <a:pt x="69" y="70"/>
                  </a:lnTo>
                  <a:lnTo>
                    <a:pt x="69" y="67"/>
                  </a:lnTo>
                  <a:lnTo>
                    <a:pt x="69" y="67"/>
                  </a:lnTo>
                  <a:lnTo>
                    <a:pt x="67" y="66"/>
                  </a:lnTo>
                  <a:lnTo>
                    <a:pt x="62" y="63"/>
                  </a:lnTo>
                  <a:lnTo>
                    <a:pt x="57" y="60"/>
                  </a:lnTo>
                  <a:lnTo>
                    <a:pt x="55" y="59"/>
                  </a:lnTo>
                  <a:lnTo>
                    <a:pt x="54" y="59"/>
                  </a:lnTo>
                  <a:lnTo>
                    <a:pt x="54" y="59"/>
                  </a:lnTo>
                  <a:lnTo>
                    <a:pt x="54" y="60"/>
                  </a:lnTo>
                  <a:lnTo>
                    <a:pt x="54" y="62"/>
                  </a:lnTo>
                  <a:lnTo>
                    <a:pt x="54" y="67"/>
                  </a:lnTo>
                  <a:lnTo>
                    <a:pt x="55" y="71"/>
                  </a:lnTo>
                  <a:lnTo>
                    <a:pt x="55" y="75"/>
                  </a:lnTo>
                  <a:lnTo>
                    <a:pt x="55" y="79"/>
                  </a:lnTo>
                  <a:lnTo>
                    <a:pt x="57" y="83"/>
                  </a:lnTo>
                  <a:lnTo>
                    <a:pt x="57" y="86"/>
                  </a:lnTo>
                  <a:lnTo>
                    <a:pt x="57" y="87"/>
                  </a:lnTo>
                  <a:lnTo>
                    <a:pt x="57" y="89"/>
                  </a:lnTo>
                  <a:lnTo>
                    <a:pt x="56" y="91"/>
                  </a:lnTo>
                  <a:lnTo>
                    <a:pt x="55" y="91"/>
                  </a:lnTo>
                  <a:lnTo>
                    <a:pt x="53" y="92"/>
                  </a:lnTo>
                  <a:lnTo>
                    <a:pt x="51" y="92"/>
                  </a:lnTo>
                  <a:lnTo>
                    <a:pt x="49" y="92"/>
                  </a:lnTo>
                  <a:lnTo>
                    <a:pt x="49" y="91"/>
                  </a:lnTo>
                  <a:lnTo>
                    <a:pt x="48" y="90"/>
                  </a:lnTo>
                  <a:lnTo>
                    <a:pt x="47" y="89"/>
                  </a:lnTo>
                  <a:lnTo>
                    <a:pt x="47" y="87"/>
                  </a:lnTo>
                  <a:lnTo>
                    <a:pt x="46" y="85"/>
                  </a:lnTo>
                  <a:lnTo>
                    <a:pt x="46" y="78"/>
                  </a:lnTo>
                  <a:lnTo>
                    <a:pt x="46" y="73"/>
                  </a:lnTo>
                  <a:lnTo>
                    <a:pt x="45" y="71"/>
                  </a:lnTo>
                  <a:lnTo>
                    <a:pt x="44" y="71"/>
                  </a:lnTo>
                  <a:lnTo>
                    <a:pt x="41" y="68"/>
                  </a:lnTo>
                  <a:lnTo>
                    <a:pt x="38" y="66"/>
                  </a:lnTo>
                  <a:lnTo>
                    <a:pt x="35" y="63"/>
                  </a:lnTo>
                  <a:lnTo>
                    <a:pt x="32" y="6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0" name="iṣľîḓe"/>
            <p:cNvSpPr/>
            <p:nvPr/>
          </p:nvSpPr>
          <p:spPr bwMode="auto">
            <a:xfrm>
              <a:off x="2330451" y="2909888"/>
              <a:ext cx="60325" cy="63500"/>
            </a:xfrm>
            <a:custGeom>
              <a:avLst/>
              <a:gdLst>
                <a:gd name="T0" fmla="*/ 0 w 38"/>
                <a:gd name="T1" fmla="*/ 4 h 40"/>
                <a:gd name="T2" fmla="*/ 0 w 38"/>
                <a:gd name="T3" fmla="*/ 4 h 40"/>
                <a:gd name="T4" fmla="*/ 1 w 38"/>
                <a:gd name="T5" fmla="*/ 2 h 40"/>
                <a:gd name="T6" fmla="*/ 2 w 38"/>
                <a:gd name="T7" fmla="*/ 1 h 40"/>
                <a:gd name="T8" fmla="*/ 2 w 38"/>
                <a:gd name="T9" fmla="*/ 1 h 40"/>
                <a:gd name="T10" fmla="*/ 3 w 38"/>
                <a:gd name="T11" fmla="*/ 0 h 40"/>
                <a:gd name="T12" fmla="*/ 5 w 38"/>
                <a:gd name="T13" fmla="*/ 0 h 40"/>
                <a:gd name="T14" fmla="*/ 6 w 38"/>
                <a:gd name="T15" fmla="*/ 0 h 40"/>
                <a:gd name="T16" fmla="*/ 8 w 38"/>
                <a:gd name="T17" fmla="*/ 1 h 40"/>
                <a:gd name="T18" fmla="*/ 10 w 38"/>
                <a:gd name="T19" fmla="*/ 3 h 40"/>
                <a:gd name="T20" fmla="*/ 13 w 38"/>
                <a:gd name="T21" fmla="*/ 4 h 40"/>
                <a:gd name="T22" fmla="*/ 18 w 38"/>
                <a:gd name="T23" fmla="*/ 8 h 40"/>
                <a:gd name="T24" fmla="*/ 24 w 38"/>
                <a:gd name="T25" fmla="*/ 12 h 40"/>
                <a:gd name="T26" fmla="*/ 29 w 38"/>
                <a:gd name="T27" fmla="*/ 17 h 40"/>
                <a:gd name="T28" fmla="*/ 34 w 38"/>
                <a:gd name="T29" fmla="*/ 22 h 40"/>
                <a:gd name="T30" fmla="*/ 35 w 38"/>
                <a:gd name="T31" fmla="*/ 24 h 40"/>
                <a:gd name="T32" fmla="*/ 36 w 38"/>
                <a:gd name="T33" fmla="*/ 26 h 40"/>
                <a:gd name="T34" fmla="*/ 38 w 38"/>
                <a:gd name="T35" fmla="*/ 28 h 40"/>
                <a:gd name="T36" fmla="*/ 38 w 38"/>
                <a:gd name="T37" fmla="*/ 28 h 40"/>
                <a:gd name="T38" fmla="*/ 36 w 38"/>
                <a:gd name="T39" fmla="*/ 31 h 40"/>
                <a:gd name="T40" fmla="*/ 33 w 38"/>
                <a:gd name="T41" fmla="*/ 35 h 40"/>
                <a:gd name="T42" fmla="*/ 31 w 38"/>
                <a:gd name="T43" fmla="*/ 37 h 40"/>
                <a:gd name="T44" fmla="*/ 30 w 38"/>
                <a:gd name="T45" fmla="*/ 39 h 40"/>
                <a:gd name="T46" fmla="*/ 28 w 38"/>
                <a:gd name="T47" fmla="*/ 40 h 40"/>
                <a:gd name="T48" fmla="*/ 26 w 38"/>
                <a:gd name="T49" fmla="*/ 40 h 40"/>
                <a:gd name="T50" fmla="*/ 26 w 38"/>
                <a:gd name="T51" fmla="*/ 39 h 40"/>
                <a:gd name="T52" fmla="*/ 25 w 38"/>
                <a:gd name="T53" fmla="*/ 39 h 40"/>
                <a:gd name="T54" fmla="*/ 24 w 38"/>
                <a:gd name="T55" fmla="*/ 37 h 40"/>
                <a:gd name="T56" fmla="*/ 23 w 38"/>
                <a:gd name="T57" fmla="*/ 36 h 40"/>
                <a:gd name="T58" fmla="*/ 22 w 38"/>
                <a:gd name="T59" fmla="*/ 33 h 40"/>
                <a:gd name="T60" fmla="*/ 20 w 38"/>
                <a:gd name="T61" fmla="*/ 30 h 40"/>
                <a:gd name="T62" fmla="*/ 18 w 38"/>
                <a:gd name="T63" fmla="*/ 27 h 40"/>
                <a:gd name="T64" fmla="*/ 15 w 38"/>
                <a:gd name="T65" fmla="*/ 23 h 40"/>
                <a:gd name="T66" fmla="*/ 14 w 38"/>
                <a:gd name="T67" fmla="*/ 20 h 40"/>
                <a:gd name="T68" fmla="*/ 10 w 38"/>
                <a:gd name="T69" fmla="*/ 16 h 40"/>
                <a:gd name="T70" fmla="*/ 5 w 38"/>
                <a:gd name="T71" fmla="*/ 10 h 40"/>
                <a:gd name="T72" fmla="*/ 0 w 38"/>
                <a:gd name="T73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8" h="40">
                  <a:moveTo>
                    <a:pt x="0" y="4"/>
                  </a:moveTo>
                  <a:lnTo>
                    <a:pt x="0" y="4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1"/>
                  </a:lnTo>
                  <a:lnTo>
                    <a:pt x="10" y="3"/>
                  </a:lnTo>
                  <a:lnTo>
                    <a:pt x="13" y="4"/>
                  </a:lnTo>
                  <a:lnTo>
                    <a:pt x="18" y="8"/>
                  </a:lnTo>
                  <a:lnTo>
                    <a:pt x="24" y="12"/>
                  </a:lnTo>
                  <a:lnTo>
                    <a:pt x="29" y="17"/>
                  </a:lnTo>
                  <a:lnTo>
                    <a:pt x="34" y="22"/>
                  </a:lnTo>
                  <a:lnTo>
                    <a:pt x="35" y="24"/>
                  </a:lnTo>
                  <a:lnTo>
                    <a:pt x="36" y="26"/>
                  </a:lnTo>
                  <a:lnTo>
                    <a:pt x="38" y="28"/>
                  </a:lnTo>
                  <a:lnTo>
                    <a:pt x="38" y="28"/>
                  </a:lnTo>
                  <a:lnTo>
                    <a:pt x="36" y="31"/>
                  </a:lnTo>
                  <a:lnTo>
                    <a:pt x="33" y="35"/>
                  </a:lnTo>
                  <a:lnTo>
                    <a:pt x="31" y="37"/>
                  </a:lnTo>
                  <a:lnTo>
                    <a:pt x="30" y="39"/>
                  </a:lnTo>
                  <a:lnTo>
                    <a:pt x="28" y="40"/>
                  </a:lnTo>
                  <a:lnTo>
                    <a:pt x="26" y="40"/>
                  </a:lnTo>
                  <a:lnTo>
                    <a:pt x="26" y="39"/>
                  </a:lnTo>
                  <a:lnTo>
                    <a:pt x="25" y="39"/>
                  </a:lnTo>
                  <a:lnTo>
                    <a:pt x="24" y="37"/>
                  </a:lnTo>
                  <a:lnTo>
                    <a:pt x="23" y="36"/>
                  </a:lnTo>
                  <a:lnTo>
                    <a:pt x="22" y="33"/>
                  </a:lnTo>
                  <a:lnTo>
                    <a:pt x="20" y="30"/>
                  </a:lnTo>
                  <a:lnTo>
                    <a:pt x="18" y="27"/>
                  </a:lnTo>
                  <a:lnTo>
                    <a:pt x="15" y="23"/>
                  </a:lnTo>
                  <a:lnTo>
                    <a:pt x="14" y="20"/>
                  </a:lnTo>
                  <a:lnTo>
                    <a:pt x="10" y="16"/>
                  </a:lnTo>
                  <a:lnTo>
                    <a:pt x="5" y="10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1" name="îṡlide"/>
            <p:cNvSpPr/>
            <p:nvPr/>
          </p:nvSpPr>
          <p:spPr bwMode="auto">
            <a:xfrm>
              <a:off x="2266951" y="2749551"/>
              <a:ext cx="204788" cy="173038"/>
            </a:xfrm>
            <a:custGeom>
              <a:avLst/>
              <a:gdLst>
                <a:gd name="T0" fmla="*/ 17 w 129"/>
                <a:gd name="T1" fmla="*/ 93 h 109"/>
                <a:gd name="T2" fmla="*/ 11 w 129"/>
                <a:gd name="T3" fmla="*/ 93 h 109"/>
                <a:gd name="T4" fmla="*/ 3 w 129"/>
                <a:gd name="T5" fmla="*/ 95 h 109"/>
                <a:gd name="T6" fmla="*/ 5 w 129"/>
                <a:gd name="T7" fmla="*/ 86 h 109"/>
                <a:gd name="T8" fmla="*/ 13 w 129"/>
                <a:gd name="T9" fmla="*/ 60 h 109"/>
                <a:gd name="T10" fmla="*/ 16 w 129"/>
                <a:gd name="T11" fmla="*/ 44 h 109"/>
                <a:gd name="T12" fmla="*/ 4 w 129"/>
                <a:gd name="T13" fmla="*/ 21 h 109"/>
                <a:gd name="T14" fmla="*/ 1 w 129"/>
                <a:gd name="T15" fmla="*/ 15 h 109"/>
                <a:gd name="T16" fmla="*/ 22 w 129"/>
                <a:gd name="T17" fmla="*/ 17 h 109"/>
                <a:gd name="T18" fmla="*/ 27 w 129"/>
                <a:gd name="T19" fmla="*/ 9 h 109"/>
                <a:gd name="T20" fmla="*/ 35 w 129"/>
                <a:gd name="T21" fmla="*/ 17 h 109"/>
                <a:gd name="T22" fmla="*/ 33 w 129"/>
                <a:gd name="T23" fmla="*/ 37 h 109"/>
                <a:gd name="T24" fmla="*/ 37 w 129"/>
                <a:gd name="T25" fmla="*/ 64 h 109"/>
                <a:gd name="T26" fmla="*/ 42 w 129"/>
                <a:gd name="T27" fmla="*/ 73 h 109"/>
                <a:gd name="T28" fmla="*/ 46 w 129"/>
                <a:gd name="T29" fmla="*/ 65 h 109"/>
                <a:gd name="T30" fmla="*/ 47 w 129"/>
                <a:gd name="T31" fmla="*/ 50 h 109"/>
                <a:gd name="T32" fmla="*/ 45 w 129"/>
                <a:gd name="T33" fmla="*/ 42 h 109"/>
                <a:gd name="T34" fmla="*/ 46 w 129"/>
                <a:gd name="T35" fmla="*/ 36 h 109"/>
                <a:gd name="T36" fmla="*/ 52 w 129"/>
                <a:gd name="T37" fmla="*/ 16 h 109"/>
                <a:gd name="T38" fmla="*/ 58 w 129"/>
                <a:gd name="T39" fmla="*/ 1 h 109"/>
                <a:gd name="T40" fmla="*/ 66 w 129"/>
                <a:gd name="T41" fmla="*/ 8 h 109"/>
                <a:gd name="T42" fmla="*/ 101 w 129"/>
                <a:gd name="T43" fmla="*/ 50 h 109"/>
                <a:gd name="T44" fmla="*/ 128 w 129"/>
                <a:gd name="T45" fmla="*/ 82 h 109"/>
                <a:gd name="T46" fmla="*/ 122 w 129"/>
                <a:gd name="T47" fmla="*/ 89 h 109"/>
                <a:gd name="T48" fmla="*/ 96 w 129"/>
                <a:gd name="T49" fmla="*/ 90 h 109"/>
                <a:gd name="T50" fmla="*/ 102 w 129"/>
                <a:gd name="T51" fmla="*/ 86 h 109"/>
                <a:gd name="T52" fmla="*/ 110 w 129"/>
                <a:gd name="T53" fmla="*/ 80 h 109"/>
                <a:gd name="T54" fmla="*/ 78 w 129"/>
                <a:gd name="T55" fmla="*/ 41 h 109"/>
                <a:gd name="T56" fmla="*/ 59 w 129"/>
                <a:gd name="T57" fmla="*/ 13 h 109"/>
                <a:gd name="T58" fmla="*/ 55 w 129"/>
                <a:gd name="T59" fmla="*/ 28 h 109"/>
                <a:gd name="T60" fmla="*/ 58 w 129"/>
                <a:gd name="T61" fmla="*/ 35 h 109"/>
                <a:gd name="T62" fmla="*/ 63 w 129"/>
                <a:gd name="T63" fmla="*/ 41 h 109"/>
                <a:gd name="T64" fmla="*/ 56 w 129"/>
                <a:gd name="T65" fmla="*/ 58 h 109"/>
                <a:gd name="T66" fmla="*/ 58 w 129"/>
                <a:gd name="T67" fmla="*/ 71 h 109"/>
                <a:gd name="T68" fmla="*/ 56 w 129"/>
                <a:gd name="T69" fmla="*/ 77 h 109"/>
                <a:gd name="T70" fmla="*/ 43 w 129"/>
                <a:gd name="T71" fmla="*/ 96 h 109"/>
                <a:gd name="T72" fmla="*/ 39 w 129"/>
                <a:gd name="T73" fmla="*/ 97 h 109"/>
                <a:gd name="T74" fmla="*/ 42 w 129"/>
                <a:gd name="T75" fmla="*/ 80 h 109"/>
                <a:gd name="T76" fmla="*/ 37 w 129"/>
                <a:gd name="T77" fmla="*/ 73 h 109"/>
                <a:gd name="T78" fmla="*/ 28 w 129"/>
                <a:gd name="T79" fmla="*/ 57 h 109"/>
                <a:gd name="T80" fmla="*/ 22 w 129"/>
                <a:gd name="T81" fmla="*/ 66 h 109"/>
                <a:gd name="T82" fmla="*/ 70 w 129"/>
                <a:gd name="T83" fmla="*/ 90 h 109"/>
                <a:gd name="T84" fmla="*/ 72 w 129"/>
                <a:gd name="T85" fmla="*/ 107 h 109"/>
                <a:gd name="T86" fmla="*/ 79 w 129"/>
                <a:gd name="T87" fmla="*/ 101 h 109"/>
                <a:gd name="T88" fmla="*/ 87 w 129"/>
                <a:gd name="T89" fmla="*/ 107 h 109"/>
                <a:gd name="T90" fmla="*/ 96 w 129"/>
                <a:gd name="T91" fmla="*/ 109 h 109"/>
                <a:gd name="T92" fmla="*/ 100 w 129"/>
                <a:gd name="T93" fmla="*/ 106 h 109"/>
                <a:gd name="T94" fmla="*/ 88 w 129"/>
                <a:gd name="T95" fmla="*/ 89 h 109"/>
                <a:gd name="T96" fmla="*/ 86 w 129"/>
                <a:gd name="T97" fmla="*/ 73 h 109"/>
                <a:gd name="T98" fmla="*/ 80 w 129"/>
                <a:gd name="T99" fmla="*/ 77 h 109"/>
                <a:gd name="T100" fmla="*/ 70 w 129"/>
                <a:gd name="T101" fmla="*/ 90 h 109"/>
                <a:gd name="T102" fmla="*/ 69 w 129"/>
                <a:gd name="T103" fmla="*/ 82 h 109"/>
                <a:gd name="T104" fmla="*/ 75 w 129"/>
                <a:gd name="T105" fmla="*/ 70 h 109"/>
                <a:gd name="T106" fmla="*/ 71 w 129"/>
                <a:gd name="T107" fmla="*/ 67 h 109"/>
                <a:gd name="T108" fmla="*/ 65 w 129"/>
                <a:gd name="T109" fmla="*/ 71 h 109"/>
                <a:gd name="T110" fmla="*/ 62 w 129"/>
                <a:gd name="T111" fmla="*/ 77 h 109"/>
                <a:gd name="T112" fmla="*/ 58 w 129"/>
                <a:gd name="T113" fmla="*/ 85 h 109"/>
                <a:gd name="T114" fmla="*/ 62 w 129"/>
                <a:gd name="T115" fmla="*/ 86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9" h="109">
                  <a:moveTo>
                    <a:pt x="19" y="83"/>
                  </a:moveTo>
                  <a:lnTo>
                    <a:pt x="19" y="84"/>
                  </a:lnTo>
                  <a:lnTo>
                    <a:pt x="18" y="86"/>
                  </a:lnTo>
                  <a:lnTo>
                    <a:pt x="18" y="89"/>
                  </a:lnTo>
                  <a:lnTo>
                    <a:pt x="18" y="91"/>
                  </a:lnTo>
                  <a:lnTo>
                    <a:pt x="17" y="93"/>
                  </a:lnTo>
                  <a:lnTo>
                    <a:pt x="14" y="93"/>
                  </a:lnTo>
                  <a:lnTo>
                    <a:pt x="14" y="93"/>
                  </a:lnTo>
                  <a:lnTo>
                    <a:pt x="12" y="93"/>
                  </a:lnTo>
                  <a:lnTo>
                    <a:pt x="11" y="93"/>
                  </a:lnTo>
                  <a:lnTo>
                    <a:pt x="11" y="93"/>
                  </a:lnTo>
                  <a:lnTo>
                    <a:pt x="11" y="93"/>
                  </a:lnTo>
                  <a:lnTo>
                    <a:pt x="10" y="94"/>
                  </a:lnTo>
                  <a:lnTo>
                    <a:pt x="10" y="95"/>
                  </a:lnTo>
                  <a:lnTo>
                    <a:pt x="8" y="95"/>
                  </a:lnTo>
                  <a:lnTo>
                    <a:pt x="6" y="95"/>
                  </a:lnTo>
                  <a:lnTo>
                    <a:pt x="5" y="95"/>
                  </a:lnTo>
                  <a:lnTo>
                    <a:pt x="3" y="95"/>
                  </a:lnTo>
                  <a:lnTo>
                    <a:pt x="2" y="94"/>
                  </a:lnTo>
                  <a:lnTo>
                    <a:pt x="2" y="93"/>
                  </a:lnTo>
                  <a:lnTo>
                    <a:pt x="1" y="93"/>
                  </a:lnTo>
                  <a:lnTo>
                    <a:pt x="2" y="92"/>
                  </a:lnTo>
                  <a:lnTo>
                    <a:pt x="2" y="91"/>
                  </a:lnTo>
                  <a:lnTo>
                    <a:pt x="5" y="86"/>
                  </a:lnTo>
                  <a:lnTo>
                    <a:pt x="7" y="84"/>
                  </a:lnTo>
                  <a:lnTo>
                    <a:pt x="8" y="80"/>
                  </a:lnTo>
                  <a:lnTo>
                    <a:pt x="10" y="75"/>
                  </a:lnTo>
                  <a:lnTo>
                    <a:pt x="11" y="69"/>
                  </a:lnTo>
                  <a:lnTo>
                    <a:pt x="12" y="65"/>
                  </a:lnTo>
                  <a:lnTo>
                    <a:pt x="13" y="60"/>
                  </a:lnTo>
                  <a:lnTo>
                    <a:pt x="14" y="54"/>
                  </a:lnTo>
                  <a:lnTo>
                    <a:pt x="16" y="50"/>
                  </a:lnTo>
                  <a:lnTo>
                    <a:pt x="17" y="49"/>
                  </a:lnTo>
                  <a:lnTo>
                    <a:pt x="17" y="48"/>
                  </a:lnTo>
                  <a:lnTo>
                    <a:pt x="17" y="45"/>
                  </a:lnTo>
                  <a:lnTo>
                    <a:pt x="16" y="44"/>
                  </a:lnTo>
                  <a:lnTo>
                    <a:pt x="15" y="42"/>
                  </a:lnTo>
                  <a:lnTo>
                    <a:pt x="14" y="40"/>
                  </a:lnTo>
                  <a:lnTo>
                    <a:pt x="13" y="37"/>
                  </a:lnTo>
                  <a:lnTo>
                    <a:pt x="9" y="30"/>
                  </a:lnTo>
                  <a:lnTo>
                    <a:pt x="5" y="25"/>
                  </a:lnTo>
                  <a:lnTo>
                    <a:pt x="4" y="21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5" y="15"/>
                  </a:lnTo>
                  <a:lnTo>
                    <a:pt x="12" y="16"/>
                  </a:lnTo>
                  <a:lnTo>
                    <a:pt x="18" y="17"/>
                  </a:lnTo>
                  <a:lnTo>
                    <a:pt x="22" y="17"/>
                  </a:lnTo>
                  <a:lnTo>
                    <a:pt x="22" y="17"/>
                  </a:lnTo>
                  <a:lnTo>
                    <a:pt x="23" y="17"/>
                  </a:lnTo>
                  <a:lnTo>
                    <a:pt x="24" y="17"/>
                  </a:lnTo>
                  <a:lnTo>
                    <a:pt x="25" y="15"/>
                  </a:lnTo>
                  <a:lnTo>
                    <a:pt x="26" y="12"/>
                  </a:lnTo>
                  <a:lnTo>
                    <a:pt x="26" y="9"/>
                  </a:lnTo>
                  <a:lnTo>
                    <a:pt x="27" y="9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9"/>
                  </a:lnTo>
                  <a:lnTo>
                    <a:pt x="32" y="12"/>
                  </a:lnTo>
                  <a:lnTo>
                    <a:pt x="34" y="15"/>
                  </a:lnTo>
                  <a:lnTo>
                    <a:pt x="35" y="17"/>
                  </a:lnTo>
                  <a:lnTo>
                    <a:pt x="36" y="20"/>
                  </a:lnTo>
                  <a:lnTo>
                    <a:pt x="36" y="22"/>
                  </a:lnTo>
                  <a:lnTo>
                    <a:pt x="35" y="25"/>
                  </a:lnTo>
                  <a:lnTo>
                    <a:pt x="34" y="30"/>
                  </a:lnTo>
                  <a:lnTo>
                    <a:pt x="33" y="36"/>
                  </a:lnTo>
                  <a:lnTo>
                    <a:pt x="33" y="37"/>
                  </a:lnTo>
                  <a:lnTo>
                    <a:pt x="33" y="41"/>
                  </a:lnTo>
                  <a:lnTo>
                    <a:pt x="34" y="44"/>
                  </a:lnTo>
                  <a:lnTo>
                    <a:pt x="34" y="47"/>
                  </a:lnTo>
                  <a:lnTo>
                    <a:pt x="35" y="54"/>
                  </a:lnTo>
                  <a:lnTo>
                    <a:pt x="37" y="60"/>
                  </a:lnTo>
                  <a:lnTo>
                    <a:pt x="37" y="64"/>
                  </a:lnTo>
                  <a:lnTo>
                    <a:pt x="38" y="65"/>
                  </a:lnTo>
                  <a:lnTo>
                    <a:pt x="39" y="67"/>
                  </a:lnTo>
                  <a:lnTo>
                    <a:pt x="40" y="70"/>
                  </a:lnTo>
                  <a:lnTo>
                    <a:pt x="41" y="71"/>
                  </a:lnTo>
                  <a:lnTo>
                    <a:pt x="41" y="72"/>
                  </a:lnTo>
                  <a:lnTo>
                    <a:pt x="42" y="73"/>
                  </a:lnTo>
                  <a:lnTo>
                    <a:pt x="42" y="73"/>
                  </a:lnTo>
                  <a:lnTo>
                    <a:pt x="42" y="71"/>
                  </a:lnTo>
                  <a:lnTo>
                    <a:pt x="44" y="70"/>
                  </a:lnTo>
                  <a:lnTo>
                    <a:pt x="45" y="69"/>
                  </a:lnTo>
                  <a:lnTo>
                    <a:pt x="46" y="67"/>
                  </a:lnTo>
                  <a:lnTo>
                    <a:pt x="46" y="65"/>
                  </a:lnTo>
                  <a:lnTo>
                    <a:pt x="47" y="62"/>
                  </a:lnTo>
                  <a:lnTo>
                    <a:pt x="48" y="59"/>
                  </a:lnTo>
                  <a:lnTo>
                    <a:pt x="48" y="56"/>
                  </a:lnTo>
                  <a:lnTo>
                    <a:pt x="48" y="54"/>
                  </a:lnTo>
                  <a:lnTo>
                    <a:pt x="48" y="52"/>
                  </a:lnTo>
                  <a:lnTo>
                    <a:pt x="47" y="50"/>
                  </a:lnTo>
                  <a:lnTo>
                    <a:pt x="47" y="49"/>
                  </a:lnTo>
                  <a:lnTo>
                    <a:pt x="46" y="46"/>
                  </a:lnTo>
                  <a:lnTo>
                    <a:pt x="46" y="44"/>
                  </a:lnTo>
                  <a:lnTo>
                    <a:pt x="46" y="44"/>
                  </a:lnTo>
                  <a:lnTo>
                    <a:pt x="45" y="43"/>
                  </a:lnTo>
                  <a:lnTo>
                    <a:pt x="45" y="42"/>
                  </a:lnTo>
                  <a:lnTo>
                    <a:pt x="45" y="41"/>
                  </a:lnTo>
                  <a:lnTo>
                    <a:pt x="45" y="40"/>
                  </a:lnTo>
                  <a:lnTo>
                    <a:pt x="45" y="38"/>
                  </a:lnTo>
                  <a:lnTo>
                    <a:pt x="46" y="37"/>
                  </a:lnTo>
                  <a:lnTo>
                    <a:pt x="46" y="37"/>
                  </a:lnTo>
                  <a:lnTo>
                    <a:pt x="46" y="36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8" y="35"/>
                  </a:lnTo>
                  <a:lnTo>
                    <a:pt x="50" y="28"/>
                  </a:lnTo>
                  <a:lnTo>
                    <a:pt x="51" y="20"/>
                  </a:lnTo>
                  <a:lnTo>
                    <a:pt x="52" y="16"/>
                  </a:lnTo>
                  <a:lnTo>
                    <a:pt x="54" y="12"/>
                  </a:lnTo>
                  <a:lnTo>
                    <a:pt x="54" y="8"/>
                  </a:lnTo>
                  <a:lnTo>
                    <a:pt x="56" y="4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58" y="1"/>
                  </a:lnTo>
                  <a:lnTo>
                    <a:pt x="59" y="0"/>
                  </a:lnTo>
                  <a:lnTo>
                    <a:pt x="61" y="0"/>
                  </a:lnTo>
                  <a:lnTo>
                    <a:pt x="62" y="0"/>
                  </a:lnTo>
                  <a:lnTo>
                    <a:pt x="62" y="1"/>
                  </a:lnTo>
                  <a:lnTo>
                    <a:pt x="63" y="1"/>
                  </a:lnTo>
                  <a:lnTo>
                    <a:pt x="66" y="8"/>
                  </a:lnTo>
                  <a:lnTo>
                    <a:pt x="71" y="14"/>
                  </a:lnTo>
                  <a:lnTo>
                    <a:pt x="77" y="21"/>
                  </a:lnTo>
                  <a:lnTo>
                    <a:pt x="83" y="29"/>
                  </a:lnTo>
                  <a:lnTo>
                    <a:pt x="89" y="37"/>
                  </a:lnTo>
                  <a:lnTo>
                    <a:pt x="95" y="44"/>
                  </a:lnTo>
                  <a:lnTo>
                    <a:pt x="101" y="50"/>
                  </a:lnTo>
                  <a:lnTo>
                    <a:pt x="106" y="56"/>
                  </a:lnTo>
                  <a:lnTo>
                    <a:pt x="115" y="66"/>
                  </a:lnTo>
                  <a:lnTo>
                    <a:pt x="122" y="74"/>
                  </a:lnTo>
                  <a:lnTo>
                    <a:pt x="127" y="78"/>
                  </a:lnTo>
                  <a:lnTo>
                    <a:pt x="129" y="80"/>
                  </a:lnTo>
                  <a:lnTo>
                    <a:pt x="128" y="82"/>
                  </a:lnTo>
                  <a:lnTo>
                    <a:pt x="127" y="85"/>
                  </a:lnTo>
                  <a:lnTo>
                    <a:pt x="126" y="86"/>
                  </a:lnTo>
                  <a:lnTo>
                    <a:pt x="125" y="88"/>
                  </a:lnTo>
                  <a:lnTo>
                    <a:pt x="124" y="89"/>
                  </a:lnTo>
                  <a:lnTo>
                    <a:pt x="122" y="89"/>
                  </a:lnTo>
                  <a:lnTo>
                    <a:pt x="122" y="89"/>
                  </a:lnTo>
                  <a:lnTo>
                    <a:pt x="120" y="90"/>
                  </a:lnTo>
                  <a:lnTo>
                    <a:pt x="113" y="91"/>
                  </a:lnTo>
                  <a:lnTo>
                    <a:pt x="106" y="91"/>
                  </a:lnTo>
                  <a:lnTo>
                    <a:pt x="99" y="91"/>
                  </a:lnTo>
                  <a:lnTo>
                    <a:pt x="96" y="91"/>
                  </a:lnTo>
                  <a:lnTo>
                    <a:pt x="96" y="90"/>
                  </a:lnTo>
                  <a:lnTo>
                    <a:pt x="95" y="90"/>
                  </a:lnTo>
                  <a:lnTo>
                    <a:pt x="95" y="90"/>
                  </a:lnTo>
                  <a:lnTo>
                    <a:pt x="95" y="89"/>
                  </a:lnTo>
                  <a:lnTo>
                    <a:pt x="96" y="89"/>
                  </a:lnTo>
                  <a:lnTo>
                    <a:pt x="98" y="88"/>
                  </a:lnTo>
                  <a:lnTo>
                    <a:pt x="102" y="86"/>
                  </a:lnTo>
                  <a:lnTo>
                    <a:pt x="106" y="85"/>
                  </a:lnTo>
                  <a:lnTo>
                    <a:pt x="108" y="84"/>
                  </a:lnTo>
                  <a:lnTo>
                    <a:pt x="110" y="83"/>
                  </a:lnTo>
                  <a:lnTo>
                    <a:pt x="110" y="82"/>
                  </a:lnTo>
                  <a:lnTo>
                    <a:pt x="110" y="81"/>
                  </a:lnTo>
                  <a:lnTo>
                    <a:pt x="110" y="80"/>
                  </a:lnTo>
                  <a:lnTo>
                    <a:pt x="107" y="77"/>
                  </a:lnTo>
                  <a:lnTo>
                    <a:pt x="104" y="73"/>
                  </a:lnTo>
                  <a:lnTo>
                    <a:pt x="100" y="68"/>
                  </a:lnTo>
                  <a:lnTo>
                    <a:pt x="92" y="58"/>
                  </a:lnTo>
                  <a:lnTo>
                    <a:pt x="85" y="49"/>
                  </a:lnTo>
                  <a:lnTo>
                    <a:pt x="78" y="41"/>
                  </a:lnTo>
                  <a:lnTo>
                    <a:pt x="70" y="30"/>
                  </a:lnTo>
                  <a:lnTo>
                    <a:pt x="64" y="21"/>
                  </a:lnTo>
                  <a:lnTo>
                    <a:pt x="61" y="15"/>
                  </a:lnTo>
                  <a:lnTo>
                    <a:pt x="61" y="14"/>
                  </a:lnTo>
                  <a:lnTo>
                    <a:pt x="60" y="13"/>
                  </a:lnTo>
                  <a:lnTo>
                    <a:pt x="59" y="13"/>
                  </a:lnTo>
                  <a:lnTo>
                    <a:pt x="59" y="13"/>
                  </a:lnTo>
                  <a:lnTo>
                    <a:pt x="58" y="14"/>
                  </a:lnTo>
                  <a:lnTo>
                    <a:pt x="58" y="15"/>
                  </a:lnTo>
                  <a:lnTo>
                    <a:pt x="57" y="17"/>
                  </a:lnTo>
                  <a:lnTo>
                    <a:pt x="57" y="21"/>
                  </a:lnTo>
                  <a:lnTo>
                    <a:pt x="55" y="28"/>
                  </a:lnTo>
                  <a:lnTo>
                    <a:pt x="55" y="32"/>
                  </a:lnTo>
                  <a:lnTo>
                    <a:pt x="55" y="33"/>
                  </a:lnTo>
                  <a:lnTo>
                    <a:pt x="55" y="33"/>
                  </a:lnTo>
                  <a:lnTo>
                    <a:pt x="56" y="34"/>
                  </a:lnTo>
                  <a:lnTo>
                    <a:pt x="57" y="34"/>
                  </a:lnTo>
                  <a:lnTo>
                    <a:pt x="58" y="35"/>
                  </a:lnTo>
                  <a:lnTo>
                    <a:pt x="59" y="36"/>
                  </a:lnTo>
                  <a:lnTo>
                    <a:pt x="61" y="36"/>
                  </a:lnTo>
                  <a:lnTo>
                    <a:pt x="62" y="37"/>
                  </a:lnTo>
                  <a:lnTo>
                    <a:pt x="62" y="38"/>
                  </a:lnTo>
                  <a:lnTo>
                    <a:pt x="63" y="40"/>
                  </a:lnTo>
                  <a:lnTo>
                    <a:pt x="63" y="41"/>
                  </a:lnTo>
                  <a:lnTo>
                    <a:pt x="62" y="44"/>
                  </a:lnTo>
                  <a:lnTo>
                    <a:pt x="60" y="49"/>
                  </a:lnTo>
                  <a:lnTo>
                    <a:pt x="58" y="53"/>
                  </a:lnTo>
                  <a:lnTo>
                    <a:pt x="58" y="55"/>
                  </a:lnTo>
                  <a:lnTo>
                    <a:pt x="56" y="57"/>
                  </a:lnTo>
                  <a:lnTo>
                    <a:pt x="56" y="58"/>
                  </a:lnTo>
                  <a:lnTo>
                    <a:pt x="56" y="60"/>
                  </a:lnTo>
                  <a:lnTo>
                    <a:pt x="56" y="61"/>
                  </a:lnTo>
                  <a:lnTo>
                    <a:pt x="57" y="65"/>
                  </a:lnTo>
                  <a:lnTo>
                    <a:pt x="57" y="68"/>
                  </a:lnTo>
                  <a:lnTo>
                    <a:pt x="58" y="69"/>
                  </a:lnTo>
                  <a:lnTo>
                    <a:pt x="58" y="71"/>
                  </a:lnTo>
                  <a:lnTo>
                    <a:pt x="58" y="72"/>
                  </a:lnTo>
                  <a:lnTo>
                    <a:pt x="58" y="73"/>
                  </a:lnTo>
                  <a:lnTo>
                    <a:pt x="58" y="74"/>
                  </a:lnTo>
                  <a:lnTo>
                    <a:pt x="58" y="75"/>
                  </a:lnTo>
                  <a:lnTo>
                    <a:pt x="57" y="76"/>
                  </a:lnTo>
                  <a:lnTo>
                    <a:pt x="56" y="77"/>
                  </a:lnTo>
                  <a:lnTo>
                    <a:pt x="55" y="77"/>
                  </a:lnTo>
                  <a:lnTo>
                    <a:pt x="51" y="76"/>
                  </a:lnTo>
                  <a:lnTo>
                    <a:pt x="49" y="76"/>
                  </a:lnTo>
                  <a:lnTo>
                    <a:pt x="49" y="91"/>
                  </a:lnTo>
                  <a:lnTo>
                    <a:pt x="47" y="93"/>
                  </a:lnTo>
                  <a:lnTo>
                    <a:pt x="43" y="96"/>
                  </a:lnTo>
                  <a:lnTo>
                    <a:pt x="42" y="97"/>
                  </a:lnTo>
                  <a:lnTo>
                    <a:pt x="40" y="97"/>
                  </a:lnTo>
                  <a:lnTo>
                    <a:pt x="40" y="97"/>
                  </a:lnTo>
                  <a:lnTo>
                    <a:pt x="39" y="97"/>
                  </a:lnTo>
                  <a:lnTo>
                    <a:pt x="39" y="97"/>
                  </a:lnTo>
                  <a:lnTo>
                    <a:pt x="39" y="97"/>
                  </a:lnTo>
                  <a:lnTo>
                    <a:pt x="40" y="93"/>
                  </a:lnTo>
                  <a:lnTo>
                    <a:pt x="42" y="89"/>
                  </a:lnTo>
                  <a:lnTo>
                    <a:pt x="42" y="85"/>
                  </a:lnTo>
                  <a:lnTo>
                    <a:pt x="43" y="83"/>
                  </a:lnTo>
                  <a:lnTo>
                    <a:pt x="43" y="81"/>
                  </a:lnTo>
                  <a:lnTo>
                    <a:pt x="42" y="80"/>
                  </a:lnTo>
                  <a:lnTo>
                    <a:pt x="42" y="79"/>
                  </a:lnTo>
                  <a:lnTo>
                    <a:pt x="41" y="78"/>
                  </a:lnTo>
                  <a:lnTo>
                    <a:pt x="39" y="77"/>
                  </a:lnTo>
                  <a:lnTo>
                    <a:pt x="38" y="77"/>
                  </a:lnTo>
                  <a:lnTo>
                    <a:pt x="38" y="75"/>
                  </a:lnTo>
                  <a:lnTo>
                    <a:pt x="37" y="73"/>
                  </a:lnTo>
                  <a:lnTo>
                    <a:pt x="35" y="69"/>
                  </a:lnTo>
                  <a:lnTo>
                    <a:pt x="32" y="64"/>
                  </a:lnTo>
                  <a:lnTo>
                    <a:pt x="30" y="61"/>
                  </a:lnTo>
                  <a:lnTo>
                    <a:pt x="29" y="59"/>
                  </a:lnTo>
                  <a:lnTo>
                    <a:pt x="28" y="58"/>
                  </a:lnTo>
                  <a:lnTo>
                    <a:pt x="28" y="57"/>
                  </a:lnTo>
                  <a:lnTo>
                    <a:pt x="27" y="57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4" y="61"/>
                  </a:lnTo>
                  <a:lnTo>
                    <a:pt x="23" y="64"/>
                  </a:lnTo>
                  <a:lnTo>
                    <a:pt x="22" y="66"/>
                  </a:lnTo>
                  <a:lnTo>
                    <a:pt x="21" y="73"/>
                  </a:lnTo>
                  <a:lnTo>
                    <a:pt x="20" y="77"/>
                  </a:lnTo>
                  <a:lnTo>
                    <a:pt x="19" y="81"/>
                  </a:lnTo>
                  <a:lnTo>
                    <a:pt x="19" y="83"/>
                  </a:lnTo>
                  <a:lnTo>
                    <a:pt x="19" y="83"/>
                  </a:lnTo>
                  <a:close/>
                  <a:moveTo>
                    <a:pt x="70" y="90"/>
                  </a:moveTo>
                  <a:lnTo>
                    <a:pt x="77" y="97"/>
                  </a:lnTo>
                  <a:lnTo>
                    <a:pt x="76" y="98"/>
                  </a:lnTo>
                  <a:lnTo>
                    <a:pt x="75" y="100"/>
                  </a:lnTo>
                  <a:lnTo>
                    <a:pt x="74" y="102"/>
                  </a:lnTo>
                  <a:lnTo>
                    <a:pt x="72" y="106"/>
                  </a:lnTo>
                  <a:lnTo>
                    <a:pt x="72" y="107"/>
                  </a:lnTo>
                  <a:lnTo>
                    <a:pt x="73" y="108"/>
                  </a:lnTo>
                  <a:lnTo>
                    <a:pt x="74" y="108"/>
                  </a:lnTo>
                  <a:lnTo>
                    <a:pt x="74" y="107"/>
                  </a:lnTo>
                  <a:lnTo>
                    <a:pt x="77" y="105"/>
                  </a:lnTo>
                  <a:lnTo>
                    <a:pt x="78" y="102"/>
                  </a:lnTo>
                  <a:lnTo>
                    <a:pt x="79" y="101"/>
                  </a:lnTo>
                  <a:lnTo>
                    <a:pt x="80" y="101"/>
                  </a:lnTo>
                  <a:lnTo>
                    <a:pt x="80" y="101"/>
                  </a:lnTo>
                  <a:lnTo>
                    <a:pt x="82" y="101"/>
                  </a:lnTo>
                  <a:lnTo>
                    <a:pt x="83" y="103"/>
                  </a:lnTo>
                  <a:lnTo>
                    <a:pt x="86" y="105"/>
                  </a:lnTo>
                  <a:lnTo>
                    <a:pt x="87" y="107"/>
                  </a:lnTo>
                  <a:lnTo>
                    <a:pt x="89" y="108"/>
                  </a:lnTo>
                  <a:lnTo>
                    <a:pt x="90" y="109"/>
                  </a:lnTo>
                  <a:lnTo>
                    <a:pt x="91" y="109"/>
                  </a:lnTo>
                  <a:lnTo>
                    <a:pt x="93" y="109"/>
                  </a:lnTo>
                  <a:lnTo>
                    <a:pt x="94" y="109"/>
                  </a:lnTo>
                  <a:lnTo>
                    <a:pt x="96" y="109"/>
                  </a:lnTo>
                  <a:lnTo>
                    <a:pt x="98" y="109"/>
                  </a:lnTo>
                  <a:lnTo>
                    <a:pt x="98" y="109"/>
                  </a:lnTo>
                  <a:lnTo>
                    <a:pt x="99" y="109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100" y="106"/>
                  </a:lnTo>
                  <a:lnTo>
                    <a:pt x="100" y="105"/>
                  </a:lnTo>
                  <a:lnTo>
                    <a:pt x="98" y="102"/>
                  </a:lnTo>
                  <a:lnTo>
                    <a:pt x="98" y="101"/>
                  </a:lnTo>
                  <a:lnTo>
                    <a:pt x="96" y="99"/>
                  </a:lnTo>
                  <a:lnTo>
                    <a:pt x="92" y="95"/>
                  </a:lnTo>
                  <a:lnTo>
                    <a:pt x="88" y="89"/>
                  </a:lnTo>
                  <a:lnTo>
                    <a:pt x="86" y="86"/>
                  </a:lnTo>
                  <a:lnTo>
                    <a:pt x="85" y="85"/>
                  </a:lnTo>
                  <a:lnTo>
                    <a:pt x="85" y="81"/>
                  </a:lnTo>
                  <a:lnTo>
                    <a:pt x="86" y="78"/>
                  </a:lnTo>
                  <a:lnTo>
                    <a:pt x="86" y="75"/>
                  </a:lnTo>
                  <a:lnTo>
                    <a:pt x="86" y="73"/>
                  </a:lnTo>
                  <a:lnTo>
                    <a:pt x="85" y="73"/>
                  </a:lnTo>
                  <a:lnTo>
                    <a:pt x="85" y="73"/>
                  </a:lnTo>
                  <a:lnTo>
                    <a:pt x="83" y="73"/>
                  </a:lnTo>
                  <a:lnTo>
                    <a:pt x="82" y="73"/>
                  </a:lnTo>
                  <a:lnTo>
                    <a:pt x="80" y="74"/>
                  </a:lnTo>
                  <a:lnTo>
                    <a:pt x="80" y="77"/>
                  </a:lnTo>
                  <a:lnTo>
                    <a:pt x="80" y="79"/>
                  </a:lnTo>
                  <a:lnTo>
                    <a:pt x="80" y="82"/>
                  </a:lnTo>
                  <a:lnTo>
                    <a:pt x="80" y="84"/>
                  </a:lnTo>
                  <a:lnTo>
                    <a:pt x="75" y="86"/>
                  </a:lnTo>
                  <a:lnTo>
                    <a:pt x="70" y="90"/>
                  </a:lnTo>
                  <a:lnTo>
                    <a:pt x="70" y="90"/>
                  </a:lnTo>
                  <a:close/>
                  <a:moveTo>
                    <a:pt x="67" y="84"/>
                  </a:moveTo>
                  <a:lnTo>
                    <a:pt x="68" y="84"/>
                  </a:lnTo>
                  <a:lnTo>
                    <a:pt x="69" y="84"/>
                  </a:lnTo>
                  <a:lnTo>
                    <a:pt x="69" y="84"/>
                  </a:lnTo>
                  <a:lnTo>
                    <a:pt x="69" y="83"/>
                  </a:lnTo>
                  <a:lnTo>
                    <a:pt x="69" y="82"/>
                  </a:lnTo>
                  <a:lnTo>
                    <a:pt x="70" y="82"/>
                  </a:lnTo>
                  <a:lnTo>
                    <a:pt x="70" y="79"/>
                  </a:lnTo>
                  <a:lnTo>
                    <a:pt x="72" y="77"/>
                  </a:lnTo>
                  <a:lnTo>
                    <a:pt x="74" y="73"/>
                  </a:lnTo>
                  <a:lnTo>
                    <a:pt x="75" y="71"/>
                  </a:lnTo>
                  <a:lnTo>
                    <a:pt x="75" y="70"/>
                  </a:lnTo>
                  <a:lnTo>
                    <a:pt x="75" y="69"/>
                  </a:lnTo>
                  <a:lnTo>
                    <a:pt x="74" y="69"/>
                  </a:lnTo>
                  <a:lnTo>
                    <a:pt x="74" y="69"/>
                  </a:lnTo>
                  <a:lnTo>
                    <a:pt x="73" y="68"/>
                  </a:lnTo>
                  <a:lnTo>
                    <a:pt x="72" y="67"/>
                  </a:lnTo>
                  <a:lnTo>
                    <a:pt x="71" y="67"/>
                  </a:lnTo>
                  <a:lnTo>
                    <a:pt x="70" y="67"/>
                  </a:lnTo>
                  <a:lnTo>
                    <a:pt x="69" y="67"/>
                  </a:lnTo>
                  <a:lnTo>
                    <a:pt x="68" y="68"/>
                  </a:lnTo>
                  <a:lnTo>
                    <a:pt x="66" y="69"/>
                  </a:lnTo>
                  <a:lnTo>
                    <a:pt x="66" y="70"/>
                  </a:lnTo>
                  <a:lnTo>
                    <a:pt x="65" y="71"/>
                  </a:lnTo>
                  <a:lnTo>
                    <a:pt x="65" y="73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4" y="75"/>
                  </a:lnTo>
                  <a:lnTo>
                    <a:pt x="63" y="77"/>
                  </a:lnTo>
                  <a:lnTo>
                    <a:pt x="62" y="77"/>
                  </a:lnTo>
                  <a:lnTo>
                    <a:pt x="61" y="78"/>
                  </a:lnTo>
                  <a:lnTo>
                    <a:pt x="59" y="80"/>
                  </a:lnTo>
                  <a:lnTo>
                    <a:pt x="58" y="81"/>
                  </a:lnTo>
                  <a:lnTo>
                    <a:pt x="58" y="82"/>
                  </a:lnTo>
                  <a:lnTo>
                    <a:pt x="58" y="83"/>
                  </a:lnTo>
                  <a:lnTo>
                    <a:pt x="58" y="85"/>
                  </a:lnTo>
                  <a:lnTo>
                    <a:pt x="59" y="85"/>
                  </a:lnTo>
                  <a:lnTo>
                    <a:pt x="59" y="85"/>
                  </a:lnTo>
                  <a:lnTo>
                    <a:pt x="60" y="86"/>
                  </a:lnTo>
                  <a:lnTo>
                    <a:pt x="61" y="86"/>
                  </a:lnTo>
                  <a:lnTo>
                    <a:pt x="62" y="86"/>
                  </a:lnTo>
                  <a:lnTo>
                    <a:pt x="62" y="86"/>
                  </a:lnTo>
                  <a:lnTo>
                    <a:pt x="63" y="85"/>
                  </a:lnTo>
                  <a:lnTo>
                    <a:pt x="66" y="84"/>
                  </a:lnTo>
                  <a:lnTo>
                    <a:pt x="67" y="8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2" name="îŝļîḓè"/>
            <p:cNvSpPr/>
            <p:nvPr/>
          </p:nvSpPr>
          <p:spPr bwMode="auto">
            <a:xfrm>
              <a:off x="2708276" y="2566988"/>
              <a:ext cx="76200" cy="209550"/>
            </a:xfrm>
            <a:custGeom>
              <a:avLst/>
              <a:gdLst>
                <a:gd name="T0" fmla="*/ 1 w 48"/>
                <a:gd name="T1" fmla="*/ 31 h 132"/>
                <a:gd name="T2" fmla="*/ 9 w 48"/>
                <a:gd name="T3" fmla="*/ 20 h 132"/>
                <a:gd name="T4" fmla="*/ 26 w 48"/>
                <a:gd name="T5" fmla="*/ 4 h 132"/>
                <a:gd name="T6" fmla="*/ 34 w 48"/>
                <a:gd name="T7" fmla="*/ 0 h 132"/>
                <a:gd name="T8" fmla="*/ 40 w 48"/>
                <a:gd name="T9" fmla="*/ 1 h 132"/>
                <a:gd name="T10" fmla="*/ 41 w 48"/>
                <a:gd name="T11" fmla="*/ 4 h 132"/>
                <a:gd name="T12" fmla="*/ 38 w 48"/>
                <a:gd name="T13" fmla="*/ 20 h 132"/>
                <a:gd name="T14" fmla="*/ 32 w 48"/>
                <a:gd name="T15" fmla="*/ 60 h 132"/>
                <a:gd name="T16" fmla="*/ 28 w 48"/>
                <a:gd name="T17" fmla="*/ 65 h 132"/>
                <a:gd name="T18" fmla="*/ 20 w 48"/>
                <a:gd name="T19" fmla="*/ 70 h 132"/>
                <a:gd name="T20" fmla="*/ 20 w 48"/>
                <a:gd name="T21" fmla="*/ 81 h 132"/>
                <a:gd name="T22" fmla="*/ 22 w 48"/>
                <a:gd name="T23" fmla="*/ 90 h 132"/>
                <a:gd name="T24" fmla="*/ 31 w 48"/>
                <a:gd name="T25" fmla="*/ 90 h 132"/>
                <a:gd name="T26" fmla="*/ 35 w 48"/>
                <a:gd name="T27" fmla="*/ 91 h 132"/>
                <a:gd name="T28" fmla="*/ 35 w 48"/>
                <a:gd name="T29" fmla="*/ 97 h 132"/>
                <a:gd name="T30" fmla="*/ 27 w 48"/>
                <a:gd name="T31" fmla="*/ 114 h 132"/>
                <a:gd name="T32" fmla="*/ 26 w 48"/>
                <a:gd name="T33" fmla="*/ 120 h 132"/>
                <a:gd name="T34" fmla="*/ 34 w 48"/>
                <a:gd name="T35" fmla="*/ 117 h 132"/>
                <a:gd name="T36" fmla="*/ 42 w 48"/>
                <a:gd name="T37" fmla="*/ 114 h 132"/>
                <a:gd name="T38" fmla="*/ 47 w 48"/>
                <a:gd name="T39" fmla="*/ 118 h 132"/>
                <a:gd name="T40" fmla="*/ 48 w 48"/>
                <a:gd name="T41" fmla="*/ 124 h 132"/>
                <a:gd name="T42" fmla="*/ 41 w 48"/>
                <a:gd name="T43" fmla="*/ 129 h 132"/>
                <a:gd name="T44" fmla="*/ 30 w 48"/>
                <a:gd name="T45" fmla="*/ 132 h 132"/>
                <a:gd name="T46" fmla="*/ 16 w 48"/>
                <a:gd name="T47" fmla="*/ 131 h 132"/>
                <a:gd name="T48" fmla="*/ 13 w 48"/>
                <a:gd name="T49" fmla="*/ 128 h 132"/>
                <a:gd name="T50" fmla="*/ 15 w 48"/>
                <a:gd name="T51" fmla="*/ 124 h 132"/>
                <a:gd name="T52" fmla="*/ 16 w 48"/>
                <a:gd name="T53" fmla="*/ 121 h 132"/>
                <a:gd name="T54" fmla="*/ 16 w 48"/>
                <a:gd name="T55" fmla="*/ 108 h 132"/>
                <a:gd name="T56" fmla="*/ 12 w 48"/>
                <a:gd name="T57" fmla="*/ 106 h 132"/>
                <a:gd name="T58" fmla="*/ 10 w 48"/>
                <a:gd name="T59" fmla="*/ 102 h 132"/>
                <a:gd name="T60" fmla="*/ 12 w 48"/>
                <a:gd name="T61" fmla="*/ 91 h 132"/>
                <a:gd name="T62" fmla="*/ 7 w 48"/>
                <a:gd name="T63" fmla="*/ 81 h 132"/>
                <a:gd name="T64" fmla="*/ 4 w 48"/>
                <a:gd name="T65" fmla="*/ 78 h 132"/>
                <a:gd name="T66" fmla="*/ 8 w 48"/>
                <a:gd name="T67" fmla="*/ 73 h 132"/>
                <a:gd name="T68" fmla="*/ 10 w 48"/>
                <a:gd name="T69" fmla="*/ 62 h 132"/>
                <a:gd name="T70" fmla="*/ 10 w 48"/>
                <a:gd name="T71" fmla="*/ 60 h 132"/>
                <a:gd name="T72" fmla="*/ 5 w 48"/>
                <a:gd name="T73" fmla="*/ 60 h 132"/>
                <a:gd name="T74" fmla="*/ 4 w 48"/>
                <a:gd name="T75" fmla="*/ 56 h 132"/>
                <a:gd name="T76" fmla="*/ 8 w 48"/>
                <a:gd name="T77" fmla="*/ 52 h 132"/>
                <a:gd name="T78" fmla="*/ 12 w 48"/>
                <a:gd name="T79" fmla="*/ 49 h 132"/>
                <a:gd name="T80" fmla="*/ 14 w 48"/>
                <a:gd name="T81" fmla="*/ 34 h 132"/>
                <a:gd name="T82" fmla="*/ 19 w 48"/>
                <a:gd name="T83" fmla="*/ 32 h 132"/>
                <a:gd name="T84" fmla="*/ 20 w 48"/>
                <a:gd name="T85" fmla="*/ 39 h 132"/>
                <a:gd name="T86" fmla="*/ 20 w 48"/>
                <a:gd name="T87" fmla="*/ 49 h 132"/>
                <a:gd name="T88" fmla="*/ 23 w 48"/>
                <a:gd name="T89" fmla="*/ 49 h 132"/>
                <a:gd name="T90" fmla="*/ 30 w 48"/>
                <a:gd name="T91" fmla="*/ 18 h 132"/>
                <a:gd name="T92" fmla="*/ 30 w 48"/>
                <a:gd name="T93" fmla="*/ 10 h 132"/>
                <a:gd name="T94" fmla="*/ 18 w 48"/>
                <a:gd name="T95" fmla="*/ 21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8" h="132">
                  <a:moveTo>
                    <a:pt x="8" y="32"/>
                  </a:moveTo>
                  <a:lnTo>
                    <a:pt x="0" y="36"/>
                  </a:lnTo>
                  <a:lnTo>
                    <a:pt x="0" y="34"/>
                  </a:lnTo>
                  <a:lnTo>
                    <a:pt x="1" y="31"/>
                  </a:lnTo>
                  <a:lnTo>
                    <a:pt x="3" y="28"/>
                  </a:lnTo>
                  <a:lnTo>
                    <a:pt x="4" y="27"/>
                  </a:lnTo>
                  <a:lnTo>
                    <a:pt x="6" y="24"/>
                  </a:lnTo>
                  <a:lnTo>
                    <a:pt x="9" y="20"/>
                  </a:lnTo>
                  <a:lnTo>
                    <a:pt x="16" y="14"/>
                  </a:lnTo>
                  <a:lnTo>
                    <a:pt x="21" y="8"/>
                  </a:lnTo>
                  <a:lnTo>
                    <a:pt x="24" y="6"/>
                  </a:lnTo>
                  <a:lnTo>
                    <a:pt x="26" y="4"/>
                  </a:lnTo>
                  <a:lnTo>
                    <a:pt x="28" y="3"/>
                  </a:lnTo>
                  <a:lnTo>
                    <a:pt x="30" y="1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6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1"/>
                  </a:lnTo>
                  <a:lnTo>
                    <a:pt x="40" y="2"/>
                  </a:lnTo>
                  <a:lnTo>
                    <a:pt x="41" y="3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8"/>
                  </a:lnTo>
                  <a:lnTo>
                    <a:pt x="40" y="12"/>
                  </a:lnTo>
                  <a:lnTo>
                    <a:pt x="39" y="17"/>
                  </a:lnTo>
                  <a:lnTo>
                    <a:pt x="38" y="20"/>
                  </a:lnTo>
                  <a:lnTo>
                    <a:pt x="36" y="28"/>
                  </a:lnTo>
                  <a:lnTo>
                    <a:pt x="35" y="40"/>
                  </a:lnTo>
                  <a:lnTo>
                    <a:pt x="33" y="53"/>
                  </a:lnTo>
                  <a:lnTo>
                    <a:pt x="32" y="60"/>
                  </a:lnTo>
                  <a:lnTo>
                    <a:pt x="32" y="61"/>
                  </a:lnTo>
                  <a:lnTo>
                    <a:pt x="31" y="63"/>
                  </a:lnTo>
                  <a:lnTo>
                    <a:pt x="29" y="64"/>
                  </a:lnTo>
                  <a:lnTo>
                    <a:pt x="28" y="65"/>
                  </a:lnTo>
                  <a:lnTo>
                    <a:pt x="24" y="68"/>
                  </a:lnTo>
                  <a:lnTo>
                    <a:pt x="22" y="68"/>
                  </a:lnTo>
                  <a:lnTo>
                    <a:pt x="21" y="69"/>
                  </a:lnTo>
                  <a:lnTo>
                    <a:pt x="20" y="70"/>
                  </a:lnTo>
                  <a:lnTo>
                    <a:pt x="20" y="71"/>
                  </a:lnTo>
                  <a:lnTo>
                    <a:pt x="20" y="72"/>
                  </a:lnTo>
                  <a:lnTo>
                    <a:pt x="20" y="76"/>
                  </a:lnTo>
                  <a:lnTo>
                    <a:pt x="20" y="81"/>
                  </a:lnTo>
                  <a:lnTo>
                    <a:pt x="20" y="86"/>
                  </a:lnTo>
                  <a:lnTo>
                    <a:pt x="21" y="89"/>
                  </a:lnTo>
                  <a:lnTo>
                    <a:pt x="22" y="89"/>
                  </a:lnTo>
                  <a:lnTo>
                    <a:pt x="22" y="90"/>
                  </a:lnTo>
                  <a:lnTo>
                    <a:pt x="23" y="91"/>
                  </a:lnTo>
                  <a:lnTo>
                    <a:pt x="24" y="91"/>
                  </a:lnTo>
                  <a:lnTo>
                    <a:pt x="27" y="90"/>
                  </a:lnTo>
                  <a:lnTo>
                    <a:pt x="31" y="90"/>
                  </a:lnTo>
                  <a:lnTo>
                    <a:pt x="32" y="90"/>
                  </a:lnTo>
                  <a:lnTo>
                    <a:pt x="34" y="90"/>
                  </a:lnTo>
                  <a:lnTo>
                    <a:pt x="35" y="91"/>
                  </a:lnTo>
                  <a:lnTo>
                    <a:pt x="35" y="91"/>
                  </a:lnTo>
                  <a:lnTo>
                    <a:pt x="36" y="92"/>
                  </a:lnTo>
                  <a:lnTo>
                    <a:pt x="36" y="92"/>
                  </a:lnTo>
                  <a:lnTo>
                    <a:pt x="36" y="95"/>
                  </a:lnTo>
                  <a:lnTo>
                    <a:pt x="35" y="97"/>
                  </a:lnTo>
                  <a:lnTo>
                    <a:pt x="33" y="100"/>
                  </a:lnTo>
                  <a:lnTo>
                    <a:pt x="32" y="104"/>
                  </a:lnTo>
                  <a:lnTo>
                    <a:pt x="28" y="111"/>
                  </a:lnTo>
                  <a:lnTo>
                    <a:pt x="27" y="114"/>
                  </a:lnTo>
                  <a:lnTo>
                    <a:pt x="26" y="116"/>
                  </a:lnTo>
                  <a:lnTo>
                    <a:pt x="25" y="118"/>
                  </a:lnTo>
                  <a:lnTo>
                    <a:pt x="25" y="119"/>
                  </a:lnTo>
                  <a:lnTo>
                    <a:pt x="26" y="120"/>
                  </a:lnTo>
                  <a:lnTo>
                    <a:pt x="27" y="120"/>
                  </a:lnTo>
                  <a:lnTo>
                    <a:pt x="28" y="120"/>
                  </a:lnTo>
                  <a:lnTo>
                    <a:pt x="31" y="119"/>
                  </a:lnTo>
                  <a:lnTo>
                    <a:pt x="34" y="117"/>
                  </a:lnTo>
                  <a:lnTo>
                    <a:pt x="37" y="116"/>
                  </a:lnTo>
                  <a:lnTo>
                    <a:pt x="40" y="115"/>
                  </a:lnTo>
                  <a:lnTo>
                    <a:pt x="40" y="115"/>
                  </a:lnTo>
                  <a:lnTo>
                    <a:pt x="42" y="114"/>
                  </a:lnTo>
                  <a:lnTo>
                    <a:pt x="43" y="114"/>
                  </a:lnTo>
                  <a:lnTo>
                    <a:pt x="44" y="115"/>
                  </a:lnTo>
                  <a:lnTo>
                    <a:pt x="45" y="116"/>
                  </a:lnTo>
                  <a:lnTo>
                    <a:pt x="47" y="118"/>
                  </a:lnTo>
                  <a:lnTo>
                    <a:pt x="48" y="120"/>
                  </a:lnTo>
                  <a:lnTo>
                    <a:pt x="48" y="121"/>
                  </a:lnTo>
                  <a:lnTo>
                    <a:pt x="48" y="123"/>
                  </a:lnTo>
                  <a:lnTo>
                    <a:pt x="48" y="124"/>
                  </a:lnTo>
                  <a:lnTo>
                    <a:pt x="48" y="126"/>
                  </a:lnTo>
                  <a:lnTo>
                    <a:pt x="46" y="128"/>
                  </a:lnTo>
                  <a:lnTo>
                    <a:pt x="44" y="128"/>
                  </a:lnTo>
                  <a:lnTo>
                    <a:pt x="41" y="129"/>
                  </a:lnTo>
                  <a:lnTo>
                    <a:pt x="37" y="130"/>
                  </a:lnTo>
                  <a:lnTo>
                    <a:pt x="35" y="131"/>
                  </a:lnTo>
                  <a:lnTo>
                    <a:pt x="32" y="132"/>
                  </a:lnTo>
                  <a:lnTo>
                    <a:pt x="30" y="132"/>
                  </a:lnTo>
                  <a:lnTo>
                    <a:pt x="26" y="132"/>
                  </a:lnTo>
                  <a:lnTo>
                    <a:pt x="20" y="132"/>
                  </a:lnTo>
                  <a:lnTo>
                    <a:pt x="18" y="132"/>
                  </a:lnTo>
                  <a:lnTo>
                    <a:pt x="16" y="131"/>
                  </a:lnTo>
                  <a:lnTo>
                    <a:pt x="15" y="130"/>
                  </a:lnTo>
                  <a:lnTo>
                    <a:pt x="14" y="130"/>
                  </a:lnTo>
                  <a:lnTo>
                    <a:pt x="13" y="128"/>
                  </a:lnTo>
                  <a:lnTo>
                    <a:pt x="13" y="128"/>
                  </a:lnTo>
                  <a:lnTo>
                    <a:pt x="13" y="127"/>
                  </a:lnTo>
                  <a:lnTo>
                    <a:pt x="13" y="125"/>
                  </a:lnTo>
                  <a:lnTo>
                    <a:pt x="14" y="124"/>
                  </a:lnTo>
                  <a:lnTo>
                    <a:pt x="15" y="124"/>
                  </a:lnTo>
                  <a:lnTo>
                    <a:pt x="16" y="124"/>
                  </a:lnTo>
                  <a:lnTo>
                    <a:pt x="16" y="123"/>
                  </a:lnTo>
                  <a:lnTo>
                    <a:pt x="17" y="122"/>
                  </a:lnTo>
                  <a:lnTo>
                    <a:pt x="16" y="121"/>
                  </a:lnTo>
                  <a:lnTo>
                    <a:pt x="16" y="118"/>
                  </a:lnTo>
                  <a:lnTo>
                    <a:pt x="16" y="113"/>
                  </a:lnTo>
                  <a:lnTo>
                    <a:pt x="16" y="111"/>
                  </a:lnTo>
                  <a:lnTo>
                    <a:pt x="16" y="108"/>
                  </a:lnTo>
                  <a:lnTo>
                    <a:pt x="16" y="108"/>
                  </a:lnTo>
                  <a:lnTo>
                    <a:pt x="16" y="107"/>
                  </a:lnTo>
                  <a:lnTo>
                    <a:pt x="14" y="107"/>
                  </a:lnTo>
                  <a:lnTo>
                    <a:pt x="12" y="106"/>
                  </a:lnTo>
                  <a:lnTo>
                    <a:pt x="11" y="104"/>
                  </a:lnTo>
                  <a:lnTo>
                    <a:pt x="10" y="104"/>
                  </a:lnTo>
                  <a:lnTo>
                    <a:pt x="10" y="103"/>
                  </a:lnTo>
                  <a:lnTo>
                    <a:pt x="10" y="102"/>
                  </a:lnTo>
                  <a:lnTo>
                    <a:pt x="12" y="100"/>
                  </a:lnTo>
                  <a:lnTo>
                    <a:pt x="13" y="98"/>
                  </a:lnTo>
                  <a:lnTo>
                    <a:pt x="13" y="95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1" y="85"/>
                  </a:lnTo>
                  <a:lnTo>
                    <a:pt x="9" y="84"/>
                  </a:lnTo>
                  <a:lnTo>
                    <a:pt x="7" y="81"/>
                  </a:lnTo>
                  <a:lnTo>
                    <a:pt x="5" y="80"/>
                  </a:lnTo>
                  <a:lnTo>
                    <a:pt x="5" y="79"/>
                  </a:lnTo>
                  <a:lnTo>
                    <a:pt x="4" y="79"/>
                  </a:lnTo>
                  <a:lnTo>
                    <a:pt x="4" y="78"/>
                  </a:lnTo>
                  <a:lnTo>
                    <a:pt x="5" y="77"/>
                  </a:lnTo>
                  <a:lnTo>
                    <a:pt x="5" y="76"/>
                  </a:lnTo>
                  <a:lnTo>
                    <a:pt x="7" y="75"/>
                  </a:lnTo>
                  <a:lnTo>
                    <a:pt x="8" y="73"/>
                  </a:lnTo>
                  <a:lnTo>
                    <a:pt x="8" y="70"/>
                  </a:lnTo>
                  <a:lnTo>
                    <a:pt x="9" y="67"/>
                  </a:lnTo>
                  <a:lnTo>
                    <a:pt x="9" y="64"/>
                  </a:lnTo>
                  <a:lnTo>
                    <a:pt x="10" y="62"/>
                  </a:lnTo>
                  <a:lnTo>
                    <a:pt x="11" y="61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10" y="60"/>
                  </a:lnTo>
                  <a:lnTo>
                    <a:pt x="8" y="60"/>
                  </a:lnTo>
                  <a:lnTo>
                    <a:pt x="8" y="60"/>
                  </a:lnTo>
                  <a:lnTo>
                    <a:pt x="7" y="60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4" y="58"/>
                  </a:lnTo>
                  <a:lnTo>
                    <a:pt x="4" y="57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5" y="54"/>
                  </a:lnTo>
                  <a:lnTo>
                    <a:pt x="7" y="53"/>
                  </a:lnTo>
                  <a:lnTo>
                    <a:pt x="8" y="52"/>
                  </a:lnTo>
                  <a:lnTo>
                    <a:pt x="10" y="52"/>
                  </a:lnTo>
                  <a:lnTo>
                    <a:pt x="11" y="52"/>
                  </a:lnTo>
                  <a:lnTo>
                    <a:pt x="12" y="51"/>
                  </a:lnTo>
                  <a:lnTo>
                    <a:pt x="12" y="49"/>
                  </a:lnTo>
                  <a:lnTo>
                    <a:pt x="13" y="45"/>
                  </a:lnTo>
                  <a:lnTo>
                    <a:pt x="13" y="40"/>
                  </a:lnTo>
                  <a:lnTo>
                    <a:pt x="14" y="35"/>
                  </a:lnTo>
                  <a:lnTo>
                    <a:pt x="14" y="34"/>
                  </a:lnTo>
                  <a:lnTo>
                    <a:pt x="15" y="34"/>
                  </a:lnTo>
                  <a:lnTo>
                    <a:pt x="16" y="32"/>
                  </a:lnTo>
                  <a:lnTo>
                    <a:pt x="17" y="32"/>
                  </a:lnTo>
                  <a:lnTo>
                    <a:pt x="19" y="32"/>
                  </a:lnTo>
                  <a:lnTo>
                    <a:pt x="19" y="32"/>
                  </a:lnTo>
                  <a:lnTo>
                    <a:pt x="20" y="33"/>
                  </a:lnTo>
                  <a:lnTo>
                    <a:pt x="20" y="36"/>
                  </a:lnTo>
                  <a:lnTo>
                    <a:pt x="20" y="39"/>
                  </a:lnTo>
                  <a:lnTo>
                    <a:pt x="20" y="41"/>
                  </a:lnTo>
                  <a:lnTo>
                    <a:pt x="20" y="44"/>
                  </a:lnTo>
                  <a:lnTo>
                    <a:pt x="20" y="47"/>
                  </a:lnTo>
                  <a:lnTo>
                    <a:pt x="20" y="49"/>
                  </a:lnTo>
                  <a:lnTo>
                    <a:pt x="21" y="50"/>
                  </a:lnTo>
                  <a:lnTo>
                    <a:pt x="22" y="50"/>
                  </a:lnTo>
                  <a:lnTo>
                    <a:pt x="22" y="50"/>
                  </a:lnTo>
                  <a:lnTo>
                    <a:pt x="23" y="49"/>
                  </a:lnTo>
                  <a:lnTo>
                    <a:pt x="24" y="44"/>
                  </a:lnTo>
                  <a:lnTo>
                    <a:pt x="27" y="34"/>
                  </a:lnTo>
                  <a:lnTo>
                    <a:pt x="28" y="24"/>
                  </a:lnTo>
                  <a:lnTo>
                    <a:pt x="30" y="18"/>
                  </a:lnTo>
                  <a:lnTo>
                    <a:pt x="31" y="15"/>
                  </a:lnTo>
                  <a:lnTo>
                    <a:pt x="31" y="12"/>
                  </a:lnTo>
                  <a:lnTo>
                    <a:pt x="30" y="11"/>
                  </a:lnTo>
                  <a:lnTo>
                    <a:pt x="30" y="10"/>
                  </a:lnTo>
                  <a:lnTo>
                    <a:pt x="29" y="10"/>
                  </a:lnTo>
                  <a:lnTo>
                    <a:pt x="28" y="11"/>
                  </a:lnTo>
                  <a:lnTo>
                    <a:pt x="24" y="16"/>
                  </a:lnTo>
                  <a:lnTo>
                    <a:pt x="18" y="21"/>
                  </a:lnTo>
                  <a:lnTo>
                    <a:pt x="12" y="26"/>
                  </a:lnTo>
                  <a:lnTo>
                    <a:pt x="8" y="3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3" name="îš1îḋè"/>
            <p:cNvSpPr/>
            <p:nvPr/>
          </p:nvSpPr>
          <p:spPr bwMode="auto">
            <a:xfrm>
              <a:off x="2684463" y="2625726"/>
              <a:ext cx="26988" cy="47625"/>
            </a:xfrm>
            <a:custGeom>
              <a:avLst/>
              <a:gdLst>
                <a:gd name="T0" fmla="*/ 2 w 17"/>
                <a:gd name="T1" fmla="*/ 6 h 30"/>
                <a:gd name="T2" fmla="*/ 1 w 17"/>
                <a:gd name="T3" fmla="*/ 5 h 30"/>
                <a:gd name="T4" fmla="*/ 0 w 17"/>
                <a:gd name="T5" fmla="*/ 3 h 30"/>
                <a:gd name="T6" fmla="*/ 0 w 17"/>
                <a:gd name="T7" fmla="*/ 3 h 30"/>
                <a:gd name="T8" fmla="*/ 0 w 17"/>
                <a:gd name="T9" fmla="*/ 3 h 30"/>
                <a:gd name="T10" fmla="*/ 1 w 17"/>
                <a:gd name="T11" fmla="*/ 2 h 30"/>
                <a:gd name="T12" fmla="*/ 3 w 17"/>
                <a:gd name="T13" fmla="*/ 1 h 30"/>
                <a:gd name="T14" fmla="*/ 6 w 17"/>
                <a:gd name="T15" fmla="*/ 1 h 30"/>
                <a:gd name="T16" fmla="*/ 9 w 17"/>
                <a:gd name="T17" fmla="*/ 0 h 30"/>
                <a:gd name="T18" fmla="*/ 11 w 17"/>
                <a:gd name="T19" fmla="*/ 0 h 30"/>
                <a:gd name="T20" fmla="*/ 12 w 17"/>
                <a:gd name="T21" fmla="*/ 1 h 30"/>
                <a:gd name="T22" fmla="*/ 13 w 17"/>
                <a:gd name="T23" fmla="*/ 2 h 30"/>
                <a:gd name="T24" fmla="*/ 14 w 17"/>
                <a:gd name="T25" fmla="*/ 3 h 30"/>
                <a:gd name="T26" fmla="*/ 15 w 17"/>
                <a:gd name="T27" fmla="*/ 7 h 30"/>
                <a:gd name="T28" fmla="*/ 15 w 17"/>
                <a:gd name="T29" fmla="*/ 14 h 30"/>
                <a:gd name="T30" fmla="*/ 16 w 17"/>
                <a:gd name="T31" fmla="*/ 19 h 30"/>
                <a:gd name="T32" fmla="*/ 17 w 17"/>
                <a:gd name="T33" fmla="*/ 23 h 30"/>
                <a:gd name="T34" fmla="*/ 17 w 17"/>
                <a:gd name="T35" fmla="*/ 25 h 30"/>
                <a:gd name="T36" fmla="*/ 17 w 17"/>
                <a:gd name="T37" fmla="*/ 27 h 30"/>
                <a:gd name="T38" fmla="*/ 16 w 17"/>
                <a:gd name="T39" fmla="*/ 28 h 30"/>
                <a:gd name="T40" fmla="*/ 15 w 17"/>
                <a:gd name="T41" fmla="*/ 29 h 30"/>
                <a:gd name="T42" fmla="*/ 14 w 17"/>
                <a:gd name="T43" fmla="*/ 30 h 30"/>
                <a:gd name="T44" fmla="*/ 11 w 17"/>
                <a:gd name="T45" fmla="*/ 30 h 30"/>
                <a:gd name="T46" fmla="*/ 10 w 17"/>
                <a:gd name="T47" fmla="*/ 30 h 30"/>
                <a:gd name="T48" fmla="*/ 8 w 17"/>
                <a:gd name="T49" fmla="*/ 29 h 30"/>
                <a:gd name="T50" fmla="*/ 7 w 17"/>
                <a:gd name="T51" fmla="*/ 28 h 30"/>
                <a:gd name="T52" fmla="*/ 7 w 17"/>
                <a:gd name="T53" fmla="*/ 27 h 30"/>
                <a:gd name="T54" fmla="*/ 6 w 17"/>
                <a:gd name="T55" fmla="*/ 23 h 30"/>
                <a:gd name="T56" fmla="*/ 6 w 17"/>
                <a:gd name="T57" fmla="*/ 19 h 30"/>
                <a:gd name="T58" fmla="*/ 5 w 17"/>
                <a:gd name="T59" fmla="*/ 15 h 30"/>
                <a:gd name="T60" fmla="*/ 4 w 17"/>
                <a:gd name="T61" fmla="*/ 11 h 30"/>
                <a:gd name="T62" fmla="*/ 3 w 17"/>
                <a:gd name="T63" fmla="*/ 8 h 30"/>
                <a:gd name="T64" fmla="*/ 3 w 17"/>
                <a:gd name="T65" fmla="*/ 7 h 30"/>
                <a:gd name="T66" fmla="*/ 3 w 17"/>
                <a:gd name="T67" fmla="*/ 7 h 30"/>
                <a:gd name="T68" fmla="*/ 2 w 17"/>
                <a:gd name="T69" fmla="*/ 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" h="30">
                  <a:moveTo>
                    <a:pt x="2" y="6"/>
                  </a:move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2"/>
                  </a:lnTo>
                  <a:lnTo>
                    <a:pt x="3" y="1"/>
                  </a:lnTo>
                  <a:lnTo>
                    <a:pt x="6" y="1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2" y="1"/>
                  </a:lnTo>
                  <a:lnTo>
                    <a:pt x="13" y="2"/>
                  </a:lnTo>
                  <a:lnTo>
                    <a:pt x="14" y="3"/>
                  </a:lnTo>
                  <a:lnTo>
                    <a:pt x="15" y="7"/>
                  </a:lnTo>
                  <a:lnTo>
                    <a:pt x="15" y="14"/>
                  </a:lnTo>
                  <a:lnTo>
                    <a:pt x="16" y="19"/>
                  </a:lnTo>
                  <a:lnTo>
                    <a:pt x="17" y="23"/>
                  </a:lnTo>
                  <a:lnTo>
                    <a:pt x="17" y="25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5" y="29"/>
                  </a:lnTo>
                  <a:lnTo>
                    <a:pt x="14" y="30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7" y="27"/>
                  </a:lnTo>
                  <a:lnTo>
                    <a:pt x="6" y="23"/>
                  </a:lnTo>
                  <a:lnTo>
                    <a:pt x="6" y="19"/>
                  </a:lnTo>
                  <a:lnTo>
                    <a:pt x="5" y="15"/>
                  </a:lnTo>
                  <a:lnTo>
                    <a:pt x="4" y="11"/>
                  </a:ln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4" name="ïṡḷiḓé"/>
            <p:cNvSpPr/>
            <p:nvPr/>
          </p:nvSpPr>
          <p:spPr bwMode="auto">
            <a:xfrm>
              <a:off x="2617788" y="2617788"/>
              <a:ext cx="65088" cy="158750"/>
            </a:xfrm>
            <a:custGeom>
              <a:avLst/>
              <a:gdLst>
                <a:gd name="T0" fmla="*/ 14 w 41"/>
                <a:gd name="T1" fmla="*/ 26 h 100"/>
                <a:gd name="T2" fmla="*/ 10 w 41"/>
                <a:gd name="T3" fmla="*/ 30 h 100"/>
                <a:gd name="T4" fmla="*/ 5 w 41"/>
                <a:gd name="T5" fmla="*/ 28 h 100"/>
                <a:gd name="T6" fmla="*/ 1 w 41"/>
                <a:gd name="T7" fmla="*/ 26 h 100"/>
                <a:gd name="T8" fmla="*/ 0 w 41"/>
                <a:gd name="T9" fmla="*/ 24 h 100"/>
                <a:gd name="T10" fmla="*/ 2 w 41"/>
                <a:gd name="T11" fmla="*/ 19 h 100"/>
                <a:gd name="T12" fmla="*/ 10 w 41"/>
                <a:gd name="T13" fmla="*/ 12 h 100"/>
                <a:gd name="T14" fmla="*/ 21 w 41"/>
                <a:gd name="T15" fmla="*/ 4 h 100"/>
                <a:gd name="T16" fmla="*/ 29 w 41"/>
                <a:gd name="T17" fmla="*/ 0 h 100"/>
                <a:gd name="T18" fmla="*/ 30 w 41"/>
                <a:gd name="T19" fmla="*/ 0 h 100"/>
                <a:gd name="T20" fmla="*/ 33 w 41"/>
                <a:gd name="T21" fmla="*/ 4 h 100"/>
                <a:gd name="T22" fmla="*/ 35 w 41"/>
                <a:gd name="T23" fmla="*/ 8 h 100"/>
                <a:gd name="T24" fmla="*/ 33 w 41"/>
                <a:gd name="T25" fmla="*/ 16 h 100"/>
                <a:gd name="T26" fmla="*/ 32 w 41"/>
                <a:gd name="T27" fmla="*/ 30 h 100"/>
                <a:gd name="T28" fmla="*/ 31 w 41"/>
                <a:gd name="T29" fmla="*/ 44 h 100"/>
                <a:gd name="T30" fmla="*/ 33 w 41"/>
                <a:gd name="T31" fmla="*/ 46 h 100"/>
                <a:gd name="T32" fmla="*/ 35 w 41"/>
                <a:gd name="T33" fmla="*/ 48 h 100"/>
                <a:gd name="T34" fmla="*/ 31 w 41"/>
                <a:gd name="T35" fmla="*/ 54 h 100"/>
                <a:gd name="T36" fmla="*/ 32 w 41"/>
                <a:gd name="T37" fmla="*/ 57 h 100"/>
                <a:gd name="T38" fmla="*/ 35 w 41"/>
                <a:gd name="T39" fmla="*/ 58 h 100"/>
                <a:gd name="T40" fmla="*/ 37 w 41"/>
                <a:gd name="T41" fmla="*/ 54 h 100"/>
                <a:gd name="T42" fmla="*/ 41 w 41"/>
                <a:gd name="T43" fmla="*/ 48 h 100"/>
                <a:gd name="T44" fmla="*/ 35 w 41"/>
                <a:gd name="T45" fmla="*/ 72 h 100"/>
                <a:gd name="T46" fmla="*/ 30 w 41"/>
                <a:gd name="T47" fmla="*/ 88 h 100"/>
                <a:gd name="T48" fmla="*/ 25 w 41"/>
                <a:gd name="T49" fmla="*/ 96 h 100"/>
                <a:gd name="T50" fmla="*/ 21 w 41"/>
                <a:gd name="T51" fmla="*/ 100 h 100"/>
                <a:gd name="T52" fmla="*/ 17 w 41"/>
                <a:gd name="T53" fmla="*/ 100 h 100"/>
                <a:gd name="T54" fmla="*/ 15 w 41"/>
                <a:gd name="T55" fmla="*/ 97 h 100"/>
                <a:gd name="T56" fmla="*/ 16 w 41"/>
                <a:gd name="T57" fmla="*/ 89 h 100"/>
                <a:gd name="T58" fmla="*/ 18 w 41"/>
                <a:gd name="T59" fmla="*/ 82 h 100"/>
                <a:gd name="T60" fmla="*/ 21 w 41"/>
                <a:gd name="T61" fmla="*/ 74 h 100"/>
                <a:gd name="T62" fmla="*/ 20 w 41"/>
                <a:gd name="T63" fmla="*/ 68 h 100"/>
                <a:gd name="T64" fmla="*/ 18 w 41"/>
                <a:gd name="T65" fmla="*/ 65 h 100"/>
                <a:gd name="T66" fmla="*/ 9 w 41"/>
                <a:gd name="T67" fmla="*/ 69 h 100"/>
                <a:gd name="T68" fmla="*/ 5 w 41"/>
                <a:gd name="T69" fmla="*/ 70 h 100"/>
                <a:gd name="T70" fmla="*/ 5 w 41"/>
                <a:gd name="T71" fmla="*/ 68 h 100"/>
                <a:gd name="T72" fmla="*/ 5 w 41"/>
                <a:gd name="T73" fmla="*/ 61 h 100"/>
                <a:gd name="T74" fmla="*/ 7 w 41"/>
                <a:gd name="T75" fmla="*/ 61 h 100"/>
                <a:gd name="T76" fmla="*/ 9 w 41"/>
                <a:gd name="T77" fmla="*/ 59 h 100"/>
                <a:gd name="T78" fmla="*/ 17 w 41"/>
                <a:gd name="T79" fmla="*/ 54 h 100"/>
                <a:gd name="T80" fmla="*/ 20 w 41"/>
                <a:gd name="T81" fmla="*/ 50 h 100"/>
                <a:gd name="T82" fmla="*/ 20 w 41"/>
                <a:gd name="T83" fmla="*/ 40 h 100"/>
                <a:gd name="T84" fmla="*/ 19 w 41"/>
                <a:gd name="T85" fmla="*/ 25 h 100"/>
                <a:gd name="T86" fmla="*/ 17 w 41"/>
                <a:gd name="T87" fmla="*/ 2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1" h="100">
                  <a:moveTo>
                    <a:pt x="17" y="24"/>
                  </a:moveTo>
                  <a:lnTo>
                    <a:pt x="16" y="24"/>
                  </a:lnTo>
                  <a:lnTo>
                    <a:pt x="14" y="26"/>
                  </a:lnTo>
                  <a:lnTo>
                    <a:pt x="13" y="28"/>
                  </a:lnTo>
                  <a:lnTo>
                    <a:pt x="12" y="28"/>
                  </a:lnTo>
                  <a:lnTo>
                    <a:pt x="10" y="30"/>
                  </a:lnTo>
                  <a:lnTo>
                    <a:pt x="9" y="30"/>
                  </a:lnTo>
                  <a:lnTo>
                    <a:pt x="7" y="29"/>
                  </a:lnTo>
                  <a:lnTo>
                    <a:pt x="5" y="28"/>
                  </a:lnTo>
                  <a:lnTo>
                    <a:pt x="3" y="28"/>
                  </a:lnTo>
                  <a:lnTo>
                    <a:pt x="1" y="27"/>
                  </a:lnTo>
                  <a:lnTo>
                    <a:pt x="1" y="26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5" y="16"/>
                  </a:lnTo>
                  <a:lnTo>
                    <a:pt x="8" y="14"/>
                  </a:lnTo>
                  <a:lnTo>
                    <a:pt x="10" y="12"/>
                  </a:lnTo>
                  <a:lnTo>
                    <a:pt x="16" y="8"/>
                  </a:lnTo>
                  <a:lnTo>
                    <a:pt x="18" y="6"/>
                  </a:lnTo>
                  <a:lnTo>
                    <a:pt x="21" y="4"/>
                  </a:lnTo>
                  <a:lnTo>
                    <a:pt x="25" y="1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1" y="2"/>
                  </a:lnTo>
                  <a:lnTo>
                    <a:pt x="33" y="4"/>
                  </a:lnTo>
                  <a:lnTo>
                    <a:pt x="34" y="5"/>
                  </a:lnTo>
                  <a:lnTo>
                    <a:pt x="35" y="6"/>
                  </a:lnTo>
                  <a:lnTo>
                    <a:pt x="35" y="8"/>
                  </a:lnTo>
                  <a:lnTo>
                    <a:pt x="35" y="8"/>
                  </a:lnTo>
                  <a:lnTo>
                    <a:pt x="35" y="12"/>
                  </a:lnTo>
                  <a:lnTo>
                    <a:pt x="33" y="16"/>
                  </a:lnTo>
                  <a:lnTo>
                    <a:pt x="33" y="21"/>
                  </a:lnTo>
                  <a:lnTo>
                    <a:pt x="32" y="24"/>
                  </a:lnTo>
                  <a:lnTo>
                    <a:pt x="32" y="30"/>
                  </a:lnTo>
                  <a:lnTo>
                    <a:pt x="31" y="36"/>
                  </a:lnTo>
                  <a:lnTo>
                    <a:pt x="31" y="43"/>
                  </a:lnTo>
                  <a:lnTo>
                    <a:pt x="31" y="44"/>
                  </a:lnTo>
                  <a:lnTo>
                    <a:pt x="31" y="45"/>
                  </a:lnTo>
                  <a:lnTo>
                    <a:pt x="33" y="46"/>
                  </a:lnTo>
                  <a:lnTo>
                    <a:pt x="33" y="46"/>
                  </a:lnTo>
                  <a:lnTo>
                    <a:pt x="34" y="47"/>
                  </a:lnTo>
                  <a:lnTo>
                    <a:pt x="35" y="48"/>
                  </a:lnTo>
                  <a:lnTo>
                    <a:pt x="35" y="48"/>
                  </a:lnTo>
                  <a:lnTo>
                    <a:pt x="33" y="51"/>
                  </a:lnTo>
                  <a:lnTo>
                    <a:pt x="32" y="53"/>
                  </a:lnTo>
                  <a:lnTo>
                    <a:pt x="31" y="54"/>
                  </a:lnTo>
                  <a:lnTo>
                    <a:pt x="31" y="56"/>
                  </a:lnTo>
                  <a:lnTo>
                    <a:pt x="31" y="56"/>
                  </a:lnTo>
                  <a:lnTo>
                    <a:pt x="32" y="57"/>
                  </a:lnTo>
                  <a:lnTo>
                    <a:pt x="33" y="57"/>
                  </a:lnTo>
                  <a:lnTo>
                    <a:pt x="34" y="58"/>
                  </a:lnTo>
                  <a:lnTo>
                    <a:pt x="35" y="58"/>
                  </a:lnTo>
                  <a:lnTo>
                    <a:pt x="36" y="57"/>
                  </a:lnTo>
                  <a:lnTo>
                    <a:pt x="37" y="56"/>
                  </a:lnTo>
                  <a:lnTo>
                    <a:pt x="37" y="54"/>
                  </a:lnTo>
                  <a:lnTo>
                    <a:pt x="39" y="49"/>
                  </a:lnTo>
                  <a:lnTo>
                    <a:pt x="41" y="47"/>
                  </a:lnTo>
                  <a:lnTo>
                    <a:pt x="41" y="48"/>
                  </a:lnTo>
                  <a:lnTo>
                    <a:pt x="40" y="54"/>
                  </a:lnTo>
                  <a:lnTo>
                    <a:pt x="38" y="61"/>
                  </a:lnTo>
                  <a:lnTo>
                    <a:pt x="35" y="72"/>
                  </a:lnTo>
                  <a:lnTo>
                    <a:pt x="33" y="79"/>
                  </a:lnTo>
                  <a:lnTo>
                    <a:pt x="32" y="84"/>
                  </a:lnTo>
                  <a:lnTo>
                    <a:pt x="30" y="88"/>
                  </a:lnTo>
                  <a:lnTo>
                    <a:pt x="29" y="92"/>
                  </a:lnTo>
                  <a:lnTo>
                    <a:pt x="27" y="94"/>
                  </a:lnTo>
                  <a:lnTo>
                    <a:pt x="25" y="96"/>
                  </a:lnTo>
                  <a:lnTo>
                    <a:pt x="24" y="98"/>
                  </a:lnTo>
                  <a:lnTo>
                    <a:pt x="22" y="99"/>
                  </a:lnTo>
                  <a:lnTo>
                    <a:pt x="21" y="100"/>
                  </a:lnTo>
                  <a:lnTo>
                    <a:pt x="20" y="100"/>
                  </a:lnTo>
                  <a:lnTo>
                    <a:pt x="18" y="100"/>
                  </a:lnTo>
                  <a:lnTo>
                    <a:pt x="17" y="100"/>
                  </a:lnTo>
                  <a:lnTo>
                    <a:pt x="16" y="100"/>
                  </a:lnTo>
                  <a:lnTo>
                    <a:pt x="15" y="98"/>
                  </a:lnTo>
                  <a:lnTo>
                    <a:pt x="15" y="97"/>
                  </a:lnTo>
                  <a:lnTo>
                    <a:pt x="15" y="96"/>
                  </a:lnTo>
                  <a:lnTo>
                    <a:pt x="16" y="92"/>
                  </a:lnTo>
                  <a:lnTo>
                    <a:pt x="16" y="89"/>
                  </a:lnTo>
                  <a:lnTo>
                    <a:pt x="17" y="87"/>
                  </a:lnTo>
                  <a:lnTo>
                    <a:pt x="17" y="84"/>
                  </a:lnTo>
                  <a:lnTo>
                    <a:pt x="18" y="82"/>
                  </a:lnTo>
                  <a:lnTo>
                    <a:pt x="19" y="79"/>
                  </a:lnTo>
                  <a:lnTo>
                    <a:pt x="20" y="76"/>
                  </a:lnTo>
                  <a:lnTo>
                    <a:pt x="21" y="74"/>
                  </a:lnTo>
                  <a:lnTo>
                    <a:pt x="21" y="72"/>
                  </a:lnTo>
                  <a:lnTo>
                    <a:pt x="21" y="69"/>
                  </a:lnTo>
                  <a:lnTo>
                    <a:pt x="20" y="68"/>
                  </a:lnTo>
                  <a:lnTo>
                    <a:pt x="20" y="67"/>
                  </a:lnTo>
                  <a:lnTo>
                    <a:pt x="19" y="65"/>
                  </a:lnTo>
                  <a:lnTo>
                    <a:pt x="18" y="65"/>
                  </a:lnTo>
                  <a:lnTo>
                    <a:pt x="16" y="66"/>
                  </a:lnTo>
                  <a:lnTo>
                    <a:pt x="13" y="68"/>
                  </a:lnTo>
                  <a:lnTo>
                    <a:pt x="9" y="69"/>
                  </a:lnTo>
                  <a:lnTo>
                    <a:pt x="6" y="70"/>
                  </a:lnTo>
                  <a:lnTo>
                    <a:pt x="5" y="70"/>
                  </a:lnTo>
                  <a:lnTo>
                    <a:pt x="5" y="70"/>
                  </a:lnTo>
                  <a:lnTo>
                    <a:pt x="5" y="69"/>
                  </a:lnTo>
                  <a:lnTo>
                    <a:pt x="5" y="69"/>
                  </a:lnTo>
                  <a:lnTo>
                    <a:pt x="5" y="68"/>
                  </a:lnTo>
                  <a:lnTo>
                    <a:pt x="5" y="66"/>
                  </a:lnTo>
                  <a:lnTo>
                    <a:pt x="5" y="63"/>
                  </a:lnTo>
                  <a:lnTo>
                    <a:pt x="5" y="61"/>
                  </a:lnTo>
                  <a:lnTo>
                    <a:pt x="6" y="61"/>
                  </a:lnTo>
                  <a:lnTo>
                    <a:pt x="6" y="61"/>
                  </a:lnTo>
                  <a:lnTo>
                    <a:pt x="7" y="61"/>
                  </a:lnTo>
                  <a:lnTo>
                    <a:pt x="7" y="61"/>
                  </a:lnTo>
                  <a:lnTo>
                    <a:pt x="8" y="60"/>
                  </a:lnTo>
                  <a:lnTo>
                    <a:pt x="9" y="59"/>
                  </a:lnTo>
                  <a:lnTo>
                    <a:pt x="14" y="55"/>
                  </a:lnTo>
                  <a:lnTo>
                    <a:pt x="16" y="54"/>
                  </a:lnTo>
                  <a:lnTo>
                    <a:pt x="17" y="54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1" y="48"/>
                  </a:lnTo>
                  <a:lnTo>
                    <a:pt x="21" y="46"/>
                  </a:lnTo>
                  <a:lnTo>
                    <a:pt x="20" y="40"/>
                  </a:lnTo>
                  <a:lnTo>
                    <a:pt x="20" y="34"/>
                  </a:lnTo>
                  <a:lnTo>
                    <a:pt x="20" y="28"/>
                  </a:lnTo>
                  <a:lnTo>
                    <a:pt x="19" y="25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7" y="24"/>
                  </a:lnTo>
                  <a:lnTo>
                    <a:pt x="17" y="2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5" name="íṩḻîḑé"/>
            <p:cNvSpPr/>
            <p:nvPr/>
          </p:nvSpPr>
          <p:spPr bwMode="auto">
            <a:xfrm>
              <a:off x="2997201" y="2633663"/>
              <a:ext cx="184150" cy="139700"/>
            </a:xfrm>
            <a:custGeom>
              <a:avLst/>
              <a:gdLst>
                <a:gd name="T0" fmla="*/ 51 w 116"/>
                <a:gd name="T1" fmla="*/ 2 h 88"/>
                <a:gd name="T2" fmla="*/ 53 w 116"/>
                <a:gd name="T3" fmla="*/ 0 h 88"/>
                <a:gd name="T4" fmla="*/ 56 w 116"/>
                <a:gd name="T5" fmla="*/ 1 h 88"/>
                <a:gd name="T6" fmla="*/ 62 w 116"/>
                <a:gd name="T7" fmla="*/ 3 h 88"/>
                <a:gd name="T8" fmla="*/ 69 w 116"/>
                <a:gd name="T9" fmla="*/ 6 h 88"/>
                <a:gd name="T10" fmla="*/ 88 w 116"/>
                <a:gd name="T11" fmla="*/ 10 h 88"/>
                <a:gd name="T12" fmla="*/ 98 w 116"/>
                <a:gd name="T13" fmla="*/ 10 h 88"/>
                <a:gd name="T14" fmla="*/ 107 w 116"/>
                <a:gd name="T15" fmla="*/ 11 h 88"/>
                <a:gd name="T16" fmla="*/ 116 w 116"/>
                <a:gd name="T17" fmla="*/ 18 h 88"/>
                <a:gd name="T18" fmla="*/ 115 w 116"/>
                <a:gd name="T19" fmla="*/ 22 h 88"/>
                <a:gd name="T20" fmla="*/ 113 w 116"/>
                <a:gd name="T21" fmla="*/ 26 h 88"/>
                <a:gd name="T22" fmla="*/ 95 w 116"/>
                <a:gd name="T23" fmla="*/ 39 h 88"/>
                <a:gd name="T24" fmla="*/ 79 w 116"/>
                <a:gd name="T25" fmla="*/ 54 h 88"/>
                <a:gd name="T26" fmla="*/ 75 w 116"/>
                <a:gd name="T27" fmla="*/ 60 h 88"/>
                <a:gd name="T28" fmla="*/ 77 w 116"/>
                <a:gd name="T29" fmla="*/ 61 h 88"/>
                <a:gd name="T30" fmla="*/ 87 w 116"/>
                <a:gd name="T31" fmla="*/ 58 h 88"/>
                <a:gd name="T32" fmla="*/ 93 w 116"/>
                <a:gd name="T33" fmla="*/ 59 h 88"/>
                <a:gd name="T34" fmla="*/ 96 w 116"/>
                <a:gd name="T35" fmla="*/ 63 h 88"/>
                <a:gd name="T36" fmla="*/ 95 w 116"/>
                <a:gd name="T37" fmla="*/ 68 h 88"/>
                <a:gd name="T38" fmla="*/ 92 w 116"/>
                <a:gd name="T39" fmla="*/ 70 h 88"/>
                <a:gd name="T40" fmla="*/ 88 w 116"/>
                <a:gd name="T41" fmla="*/ 71 h 88"/>
                <a:gd name="T42" fmla="*/ 80 w 116"/>
                <a:gd name="T43" fmla="*/ 70 h 88"/>
                <a:gd name="T44" fmla="*/ 68 w 116"/>
                <a:gd name="T45" fmla="*/ 71 h 88"/>
                <a:gd name="T46" fmla="*/ 43 w 116"/>
                <a:gd name="T47" fmla="*/ 78 h 88"/>
                <a:gd name="T48" fmla="*/ 27 w 116"/>
                <a:gd name="T49" fmla="*/ 84 h 88"/>
                <a:gd name="T50" fmla="*/ 21 w 116"/>
                <a:gd name="T51" fmla="*/ 87 h 88"/>
                <a:gd name="T52" fmla="*/ 19 w 116"/>
                <a:gd name="T53" fmla="*/ 88 h 88"/>
                <a:gd name="T54" fmla="*/ 11 w 116"/>
                <a:gd name="T55" fmla="*/ 84 h 88"/>
                <a:gd name="T56" fmla="*/ 3 w 116"/>
                <a:gd name="T57" fmla="*/ 79 h 88"/>
                <a:gd name="T58" fmla="*/ 1 w 116"/>
                <a:gd name="T59" fmla="*/ 74 h 88"/>
                <a:gd name="T60" fmla="*/ 0 w 116"/>
                <a:gd name="T61" fmla="*/ 68 h 88"/>
                <a:gd name="T62" fmla="*/ 2 w 116"/>
                <a:gd name="T63" fmla="*/ 66 h 88"/>
                <a:gd name="T64" fmla="*/ 9 w 116"/>
                <a:gd name="T65" fmla="*/ 66 h 88"/>
                <a:gd name="T66" fmla="*/ 18 w 116"/>
                <a:gd name="T67" fmla="*/ 67 h 88"/>
                <a:gd name="T68" fmla="*/ 27 w 116"/>
                <a:gd name="T69" fmla="*/ 65 h 88"/>
                <a:gd name="T70" fmla="*/ 45 w 116"/>
                <a:gd name="T71" fmla="*/ 61 h 88"/>
                <a:gd name="T72" fmla="*/ 63 w 116"/>
                <a:gd name="T73" fmla="*/ 48 h 88"/>
                <a:gd name="T74" fmla="*/ 83 w 116"/>
                <a:gd name="T75" fmla="*/ 30 h 88"/>
                <a:gd name="T76" fmla="*/ 97 w 116"/>
                <a:gd name="T77" fmla="*/ 20 h 88"/>
                <a:gd name="T78" fmla="*/ 98 w 116"/>
                <a:gd name="T79" fmla="*/ 18 h 88"/>
                <a:gd name="T80" fmla="*/ 92 w 116"/>
                <a:gd name="T81" fmla="*/ 17 h 88"/>
                <a:gd name="T82" fmla="*/ 77 w 116"/>
                <a:gd name="T83" fmla="*/ 21 h 88"/>
                <a:gd name="T84" fmla="*/ 68 w 116"/>
                <a:gd name="T85" fmla="*/ 25 h 88"/>
                <a:gd name="T86" fmla="*/ 63 w 116"/>
                <a:gd name="T87" fmla="*/ 25 h 88"/>
                <a:gd name="T88" fmla="*/ 58 w 116"/>
                <a:gd name="T89" fmla="*/ 22 h 88"/>
                <a:gd name="T90" fmla="*/ 54 w 116"/>
                <a:gd name="T91" fmla="*/ 16 h 88"/>
                <a:gd name="T92" fmla="*/ 51 w 116"/>
                <a:gd name="T93" fmla="*/ 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6" h="88">
                  <a:moveTo>
                    <a:pt x="51" y="5"/>
                  </a:moveTo>
                  <a:lnTo>
                    <a:pt x="51" y="3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51" y="1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5" y="0"/>
                  </a:lnTo>
                  <a:lnTo>
                    <a:pt x="56" y="1"/>
                  </a:lnTo>
                  <a:lnTo>
                    <a:pt x="58" y="1"/>
                  </a:lnTo>
                  <a:lnTo>
                    <a:pt x="59" y="2"/>
                  </a:lnTo>
                  <a:lnTo>
                    <a:pt x="62" y="3"/>
                  </a:lnTo>
                  <a:lnTo>
                    <a:pt x="64" y="5"/>
                  </a:lnTo>
                  <a:lnTo>
                    <a:pt x="67" y="6"/>
                  </a:lnTo>
                  <a:lnTo>
                    <a:pt x="69" y="6"/>
                  </a:lnTo>
                  <a:lnTo>
                    <a:pt x="75" y="8"/>
                  </a:lnTo>
                  <a:lnTo>
                    <a:pt x="83" y="10"/>
                  </a:lnTo>
                  <a:lnTo>
                    <a:pt x="88" y="10"/>
                  </a:lnTo>
                  <a:lnTo>
                    <a:pt x="92" y="10"/>
                  </a:lnTo>
                  <a:lnTo>
                    <a:pt x="95" y="10"/>
                  </a:lnTo>
                  <a:lnTo>
                    <a:pt x="98" y="10"/>
                  </a:lnTo>
                  <a:lnTo>
                    <a:pt x="101" y="10"/>
                  </a:lnTo>
                  <a:lnTo>
                    <a:pt x="103" y="10"/>
                  </a:lnTo>
                  <a:lnTo>
                    <a:pt x="107" y="11"/>
                  </a:lnTo>
                  <a:lnTo>
                    <a:pt x="111" y="14"/>
                  </a:lnTo>
                  <a:lnTo>
                    <a:pt x="115" y="17"/>
                  </a:lnTo>
                  <a:lnTo>
                    <a:pt x="116" y="18"/>
                  </a:lnTo>
                  <a:lnTo>
                    <a:pt x="115" y="19"/>
                  </a:lnTo>
                  <a:lnTo>
                    <a:pt x="115" y="22"/>
                  </a:lnTo>
                  <a:lnTo>
                    <a:pt x="115" y="22"/>
                  </a:lnTo>
                  <a:lnTo>
                    <a:pt x="115" y="24"/>
                  </a:lnTo>
                  <a:lnTo>
                    <a:pt x="114" y="26"/>
                  </a:lnTo>
                  <a:lnTo>
                    <a:pt x="113" y="26"/>
                  </a:lnTo>
                  <a:lnTo>
                    <a:pt x="109" y="29"/>
                  </a:lnTo>
                  <a:lnTo>
                    <a:pt x="103" y="34"/>
                  </a:lnTo>
                  <a:lnTo>
                    <a:pt x="95" y="39"/>
                  </a:lnTo>
                  <a:lnTo>
                    <a:pt x="87" y="46"/>
                  </a:lnTo>
                  <a:lnTo>
                    <a:pt x="83" y="50"/>
                  </a:lnTo>
                  <a:lnTo>
                    <a:pt x="79" y="54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5" y="60"/>
                  </a:lnTo>
                  <a:lnTo>
                    <a:pt x="75" y="61"/>
                  </a:lnTo>
                  <a:lnTo>
                    <a:pt x="75" y="61"/>
                  </a:lnTo>
                  <a:lnTo>
                    <a:pt x="77" y="61"/>
                  </a:lnTo>
                  <a:lnTo>
                    <a:pt x="80" y="61"/>
                  </a:lnTo>
                  <a:lnTo>
                    <a:pt x="85" y="59"/>
                  </a:lnTo>
                  <a:lnTo>
                    <a:pt x="87" y="58"/>
                  </a:lnTo>
                  <a:lnTo>
                    <a:pt x="88" y="57"/>
                  </a:lnTo>
                  <a:lnTo>
                    <a:pt x="91" y="58"/>
                  </a:lnTo>
                  <a:lnTo>
                    <a:pt x="93" y="59"/>
                  </a:lnTo>
                  <a:lnTo>
                    <a:pt x="95" y="61"/>
                  </a:lnTo>
                  <a:lnTo>
                    <a:pt x="96" y="62"/>
                  </a:lnTo>
                  <a:lnTo>
                    <a:pt x="96" y="63"/>
                  </a:lnTo>
                  <a:lnTo>
                    <a:pt x="96" y="65"/>
                  </a:lnTo>
                  <a:lnTo>
                    <a:pt x="96" y="66"/>
                  </a:lnTo>
                  <a:lnTo>
                    <a:pt x="95" y="68"/>
                  </a:lnTo>
                  <a:lnTo>
                    <a:pt x="95" y="69"/>
                  </a:lnTo>
                  <a:lnTo>
                    <a:pt x="93" y="70"/>
                  </a:lnTo>
                  <a:lnTo>
                    <a:pt x="92" y="70"/>
                  </a:lnTo>
                  <a:lnTo>
                    <a:pt x="91" y="70"/>
                  </a:lnTo>
                  <a:lnTo>
                    <a:pt x="90" y="71"/>
                  </a:lnTo>
                  <a:lnTo>
                    <a:pt x="88" y="71"/>
                  </a:lnTo>
                  <a:lnTo>
                    <a:pt x="87" y="71"/>
                  </a:lnTo>
                  <a:lnTo>
                    <a:pt x="85" y="71"/>
                  </a:lnTo>
                  <a:lnTo>
                    <a:pt x="80" y="70"/>
                  </a:lnTo>
                  <a:lnTo>
                    <a:pt x="76" y="70"/>
                  </a:lnTo>
                  <a:lnTo>
                    <a:pt x="72" y="71"/>
                  </a:lnTo>
                  <a:lnTo>
                    <a:pt x="68" y="71"/>
                  </a:lnTo>
                  <a:lnTo>
                    <a:pt x="60" y="73"/>
                  </a:lnTo>
                  <a:lnTo>
                    <a:pt x="52" y="75"/>
                  </a:lnTo>
                  <a:lnTo>
                    <a:pt x="43" y="78"/>
                  </a:lnTo>
                  <a:lnTo>
                    <a:pt x="35" y="81"/>
                  </a:lnTo>
                  <a:lnTo>
                    <a:pt x="31" y="82"/>
                  </a:lnTo>
                  <a:lnTo>
                    <a:pt x="27" y="84"/>
                  </a:lnTo>
                  <a:lnTo>
                    <a:pt x="24" y="85"/>
                  </a:lnTo>
                  <a:lnTo>
                    <a:pt x="22" y="86"/>
                  </a:lnTo>
                  <a:lnTo>
                    <a:pt x="21" y="87"/>
                  </a:lnTo>
                  <a:lnTo>
                    <a:pt x="20" y="87"/>
                  </a:lnTo>
                  <a:lnTo>
                    <a:pt x="19" y="88"/>
                  </a:lnTo>
                  <a:lnTo>
                    <a:pt x="19" y="88"/>
                  </a:lnTo>
                  <a:lnTo>
                    <a:pt x="16" y="87"/>
                  </a:lnTo>
                  <a:lnTo>
                    <a:pt x="15" y="86"/>
                  </a:lnTo>
                  <a:lnTo>
                    <a:pt x="11" y="84"/>
                  </a:lnTo>
                  <a:lnTo>
                    <a:pt x="7" y="82"/>
                  </a:lnTo>
                  <a:lnTo>
                    <a:pt x="5" y="81"/>
                  </a:lnTo>
                  <a:lnTo>
                    <a:pt x="3" y="79"/>
                  </a:lnTo>
                  <a:lnTo>
                    <a:pt x="2" y="78"/>
                  </a:lnTo>
                  <a:lnTo>
                    <a:pt x="1" y="75"/>
                  </a:lnTo>
                  <a:lnTo>
                    <a:pt x="1" y="74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7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3" y="65"/>
                  </a:lnTo>
                  <a:lnTo>
                    <a:pt x="7" y="65"/>
                  </a:lnTo>
                  <a:lnTo>
                    <a:pt x="9" y="66"/>
                  </a:lnTo>
                  <a:lnTo>
                    <a:pt x="11" y="66"/>
                  </a:lnTo>
                  <a:lnTo>
                    <a:pt x="15" y="66"/>
                  </a:lnTo>
                  <a:lnTo>
                    <a:pt x="18" y="67"/>
                  </a:lnTo>
                  <a:lnTo>
                    <a:pt x="19" y="67"/>
                  </a:lnTo>
                  <a:lnTo>
                    <a:pt x="22" y="66"/>
                  </a:lnTo>
                  <a:lnTo>
                    <a:pt x="27" y="65"/>
                  </a:lnTo>
                  <a:lnTo>
                    <a:pt x="34" y="63"/>
                  </a:lnTo>
                  <a:lnTo>
                    <a:pt x="40" y="62"/>
                  </a:lnTo>
                  <a:lnTo>
                    <a:pt x="45" y="61"/>
                  </a:lnTo>
                  <a:lnTo>
                    <a:pt x="48" y="60"/>
                  </a:lnTo>
                  <a:lnTo>
                    <a:pt x="54" y="56"/>
                  </a:lnTo>
                  <a:lnTo>
                    <a:pt x="63" y="48"/>
                  </a:lnTo>
                  <a:lnTo>
                    <a:pt x="72" y="40"/>
                  </a:lnTo>
                  <a:lnTo>
                    <a:pt x="78" y="34"/>
                  </a:lnTo>
                  <a:lnTo>
                    <a:pt x="83" y="30"/>
                  </a:lnTo>
                  <a:lnTo>
                    <a:pt x="91" y="25"/>
                  </a:lnTo>
                  <a:lnTo>
                    <a:pt x="95" y="22"/>
                  </a:lnTo>
                  <a:lnTo>
                    <a:pt x="97" y="20"/>
                  </a:lnTo>
                  <a:lnTo>
                    <a:pt x="98" y="18"/>
                  </a:lnTo>
                  <a:lnTo>
                    <a:pt x="98" y="18"/>
                  </a:lnTo>
                  <a:lnTo>
                    <a:pt x="98" y="18"/>
                  </a:lnTo>
                  <a:lnTo>
                    <a:pt x="98" y="17"/>
                  </a:lnTo>
                  <a:lnTo>
                    <a:pt x="95" y="17"/>
                  </a:lnTo>
                  <a:lnTo>
                    <a:pt x="92" y="17"/>
                  </a:lnTo>
                  <a:lnTo>
                    <a:pt x="89" y="18"/>
                  </a:lnTo>
                  <a:lnTo>
                    <a:pt x="85" y="18"/>
                  </a:lnTo>
                  <a:lnTo>
                    <a:pt x="77" y="21"/>
                  </a:lnTo>
                  <a:lnTo>
                    <a:pt x="71" y="22"/>
                  </a:lnTo>
                  <a:lnTo>
                    <a:pt x="70" y="23"/>
                  </a:lnTo>
                  <a:lnTo>
                    <a:pt x="68" y="25"/>
                  </a:lnTo>
                  <a:lnTo>
                    <a:pt x="67" y="25"/>
                  </a:lnTo>
                  <a:lnTo>
                    <a:pt x="65" y="25"/>
                  </a:lnTo>
                  <a:lnTo>
                    <a:pt x="63" y="25"/>
                  </a:lnTo>
                  <a:lnTo>
                    <a:pt x="61" y="24"/>
                  </a:lnTo>
                  <a:lnTo>
                    <a:pt x="59" y="23"/>
                  </a:lnTo>
                  <a:lnTo>
                    <a:pt x="58" y="22"/>
                  </a:lnTo>
                  <a:lnTo>
                    <a:pt x="56" y="21"/>
                  </a:lnTo>
                  <a:lnTo>
                    <a:pt x="55" y="18"/>
                  </a:lnTo>
                  <a:lnTo>
                    <a:pt x="54" y="16"/>
                  </a:lnTo>
                  <a:lnTo>
                    <a:pt x="52" y="12"/>
                  </a:lnTo>
                  <a:lnTo>
                    <a:pt x="51" y="10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6" name="íšḻïḍê"/>
            <p:cNvSpPr/>
            <p:nvPr/>
          </p:nvSpPr>
          <p:spPr bwMode="auto">
            <a:xfrm>
              <a:off x="3379788" y="2897188"/>
              <a:ext cx="41275" cy="84138"/>
            </a:xfrm>
            <a:custGeom>
              <a:avLst/>
              <a:gdLst>
                <a:gd name="T0" fmla="*/ 16 w 26"/>
                <a:gd name="T1" fmla="*/ 0 h 53"/>
                <a:gd name="T2" fmla="*/ 15 w 26"/>
                <a:gd name="T3" fmla="*/ 3 h 53"/>
                <a:gd name="T4" fmla="*/ 14 w 26"/>
                <a:gd name="T5" fmla="*/ 9 h 53"/>
                <a:gd name="T6" fmla="*/ 14 w 26"/>
                <a:gd name="T7" fmla="*/ 15 h 53"/>
                <a:gd name="T8" fmla="*/ 14 w 26"/>
                <a:gd name="T9" fmla="*/ 20 h 53"/>
                <a:gd name="T10" fmla="*/ 16 w 26"/>
                <a:gd name="T11" fmla="*/ 28 h 53"/>
                <a:gd name="T12" fmla="*/ 17 w 26"/>
                <a:gd name="T13" fmla="*/ 32 h 53"/>
                <a:gd name="T14" fmla="*/ 18 w 26"/>
                <a:gd name="T15" fmla="*/ 37 h 53"/>
                <a:gd name="T16" fmla="*/ 20 w 26"/>
                <a:gd name="T17" fmla="*/ 41 h 53"/>
                <a:gd name="T18" fmla="*/ 22 w 26"/>
                <a:gd name="T19" fmla="*/ 45 h 53"/>
                <a:gd name="T20" fmla="*/ 24 w 26"/>
                <a:gd name="T21" fmla="*/ 48 h 53"/>
                <a:gd name="T22" fmla="*/ 25 w 26"/>
                <a:gd name="T23" fmla="*/ 50 h 53"/>
                <a:gd name="T24" fmla="*/ 26 w 26"/>
                <a:gd name="T25" fmla="*/ 52 h 53"/>
                <a:gd name="T26" fmla="*/ 25 w 26"/>
                <a:gd name="T27" fmla="*/ 52 h 53"/>
                <a:gd name="T28" fmla="*/ 25 w 26"/>
                <a:gd name="T29" fmla="*/ 53 h 53"/>
                <a:gd name="T30" fmla="*/ 23 w 26"/>
                <a:gd name="T31" fmla="*/ 53 h 53"/>
                <a:gd name="T32" fmla="*/ 22 w 26"/>
                <a:gd name="T33" fmla="*/ 52 h 53"/>
                <a:gd name="T34" fmla="*/ 17 w 26"/>
                <a:gd name="T35" fmla="*/ 48 h 53"/>
                <a:gd name="T36" fmla="*/ 12 w 26"/>
                <a:gd name="T37" fmla="*/ 44 h 53"/>
                <a:gd name="T38" fmla="*/ 9 w 26"/>
                <a:gd name="T39" fmla="*/ 42 h 53"/>
                <a:gd name="T40" fmla="*/ 6 w 26"/>
                <a:gd name="T41" fmla="*/ 40 h 53"/>
                <a:gd name="T42" fmla="*/ 3 w 26"/>
                <a:gd name="T43" fmla="*/ 40 h 53"/>
                <a:gd name="T44" fmla="*/ 2 w 26"/>
                <a:gd name="T45" fmla="*/ 38 h 53"/>
                <a:gd name="T46" fmla="*/ 1 w 26"/>
                <a:gd name="T47" fmla="*/ 37 h 53"/>
                <a:gd name="T48" fmla="*/ 0 w 26"/>
                <a:gd name="T49" fmla="*/ 36 h 53"/>
                <a:gd name="T50" fmla="*/ 0 w 26"/>
                <a:gd name="T51" fmla="*/ 36 h 53"/>
                <a:gd name="T52" fmla="*/ 0 w 26"/>
                <a:gd name="T53" fmla="*/ 34 h 53"/>
                <a:gd name="T54" fmla="*/ 0 w 26"/>
                <a:gd name="T55" fmla="*/ 30 h 53"/>
                <a:gd name="T56" fmla="*/ 0 w 26"/>
                <a:gd name="T57" fmla="*/ 24 h 53"/>
                <a:gd name="T58" fmla="*/ 1 w 26"/>
                <a:gd name="T59" fmla="*/ 21 h 53"/>
                <a:gd name="T60" fmla="*/ 2 w 26"/>
                <a:gd name="T61" fmla="*/ 19 h 53"/>
                <a:gd name="T62" fmla="*/ 2 w 26"/>
                <a:gd name="T63" fmla="*/ 16 h 53"/>
                <a:gd name="T64" fmla="*/ 3 w 26"/>
                <a:gd name="T65" fmla="*/ 15 h 53"/>
                <a:gd name="T66" fmla="*/ 4 w 26"/>
                <a:gd name="T67" fmla="*/ 12 h 53"/>
                <a:gd name="T68" fmla="*/ 5 w 26"/>
                <a:gd name="T69" fmla="*/ 9 h 53"/>
                <a:gd name="T70" fmla="*/ 5 w 26"/>
                <a:gd name="T71" fmla="*/ 6 h 53"/>
                <a:gd name="T72" fmla="*/ 6 w 26"/>
                <a:gd name="T73" fmla="*/ 4 h 53"/>
                <a:gd name="T74" fmla="*/ 6 w 26"/>
                <a:gd name="T75" fmla="*/ 3 h 53"/>
                <a:gd name="T76" fmla="*/ 6 w 26"/>
                <a:gd name="T77" fmla="*/ 2 h 53"/>
                <a:gd name="T78" fmla="*/ 7 w 26"/>
                <a:gd name="T79" fmla="*/ 1 h 53"/>
                <a:gd name="T80" fmla="*/ 8 w 26"/>
                <a:gd name="T81" fmla="*/ 0 h 53"/>
                <a:gd name="T82" fmla="*/ 13 w 26"/>
                <a:gd name="T83" fmla="*/ 0 h 53"/>
                <a:gd name="T84" fmla="*/ 16 w 26"/>
                <a:gd name="T8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" h="53">
                  <a:moveTo>
                    <a:pt x="16" y="0"/>
                  </a:moveTo>
                  <a:lnTo>
                    <a:pt x="15" y="3"/>
                  </a:lnTo>
                  <a:lnTo>
                    <a:pt x="14" y="9"/>
                  </a:lnTo>
                  <a:lnTo>
                    <a:pt x="14" y="15"/>
                  </a:lnTo>
                  <a:lnTo>
                    <a:pt x="14" y="20"/>
                  </a:lnTo>
                  <a:lnTo>
                    <a:pt x="16" y="28"/>
                  </a:lnTo>
                  <a:lnTo>
                    <a:pt x="17" y="32"/>
                  </a:lnTo>
                  <a:lnTo>
                    <a:pt x="18" y="37"/>
                  </a:lnTo>
                  <a:lnTo>
                    <a:pt x="20" y="41"/>
                  </a:lnTo>
                  <a:lnTo>
                    <a:pt x="22" y="45"/>
                  </a:lnTo>
                  <a:lnTo>
                    <a:pt x="24" y="48"/>
                  </a:lnTo>
                  <a:lnTo>
                    <a:pt x="25" y="50"/>
                  </a:lnTo>
                  <a:lnTo>
                    <a:pt x="26" y="52"/>
                  </a:lnTo>
                  <a:lnTo>
                    <a:pt x="25" y="52"/>
                  </a:lnTo>
                  <a:lnTo>
                    <a:pt x="25" y="53"/>
                  </a:lnTo>
                  <a:lnTo>
                    <a:pt x="23" y="53"/>
                  </a:lnTo>
                  <a:lnTo>
                    <a:pt x="22" y="52"/>
                  </a:lnTo>
                  <a:lnTo>
                    <a:pt x="17" y="48"/>
                  </a:lnTo>
                  <a:lnTo>
                    <a:pt x="12" y="44"/>
                  </a:lnTo>
                  <a:lnTo>
                    <a:pt x="9" y="42"/>
                  </a:lnTo>
                  <a:lnTo>
                    <a:pt x="6" y="40"/>
                  </a:lnTo>
                  <a:lnTo>
                    <a:pt x="3" y="40"/>
                  </a:lnTo>
                  <a:lnTo>
                    <a:pt x="2" y="38"/>
                  </a:lnTo>
                  <a:lnTo>
                    <a:pt x="1" y="37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0" y="30"/>
                  </a:lnTo>
                  <a:lnTo>
                    <a:pt x="0" y="24"/>
                  </a:lnTo>
                  <a:lnTo>
                    <a:pt x="1" y="21"/>
                  </a:lnTo>
                  <a:lnTo>
                    <a:pt x="2" y="19"/>
                  </a:lnTo>
                  <a:lnTo>
                    <a:pt x="2" y="16"/>
                  </a:lnTo>
                  <a:lnTo>
                    <a:pt x="3" y="15"/>
                  </a:lnTo>
                  <a:lnTo>
                    <a:pt x="4" y="12"/>
                  </a:lnTo>
                  <a:lnTo>
                    <a:pt x="5" y="9"/>
                  </a:lnTo>
                  <a:lnTo>
                    <a:pt x="5" y="6"/>
                  </a:lnTo>
                  <a:lnTo>
                    <a:pt x="6" y="4"/>
                  </a:lnTo>
                  <a:lnTo>
                    <a:pt x="6" y="3"/>
                  </a:lnTo>
                  <a:lnTo>
                    <a:pt x="6" y="2"/>
                  </a:lnTo>
                  <a:lnTo>
                    <a:pt x="7" y="1"/>
                  </a:lnTo>
                  <a:lnTo>
                    <a:pt x="8" y="0"/>
                  </a:lnTo>
                  <a:lnTo>
                    <a:pt x="13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7" name="íṥļídé"/>
            <p:cNvSpPr/>
            <p:nvPr/>
          </p:nvSpPr>
          <p:spPr bwMode="auto">
            <a:xfrm>
              <a:off x="3241676" y="2805113"/>
              <a:ext cx="220663" cy="111125"/>
            </a:xfrm>
            <a:custGeom>
              <a:avLst/>
              <a:gdLst>
                <a:gd name="T0" fmla="*/ 121 w 139"/>
                <a:gd name="T1" fmla="*/ 7 h 70"/>
                <a:gd name="T2" fmla="*/ 121 w 139"/>
                <a:gd name="T3" fmla="*/ 4 h 70"/>
                <a:gd name="T4" fmla="*/ 124 w 139"/>
                <a:gd name="T5" fmla="*/ 2 h 70"/>
                <a:gd name="T6" fmla="*/ 130 w 139"/>
                <a:gd name="T7" fmla="*/ 0 h 70"/>
                <a:gd name="T8" fmla="*/ 134 w 139"/>
                <a:gd name="T9" fmla="*/ 4 h 70"/>
                <a:gd name="T10" fmla="*/ 139 w 139"/>
                <a:gd name="T11" fmla="*/ 12 h 70"/>
                <a:gd name="T12" fmla="*/ 137 w 139"/>
                <a:gd name="T13" fmla="*/ 18 h 70"/>
                <a:gd name="T14" fmla="*/ 125 w 139"/>
                <a:gd name="T15" fmla="*/ 31 h 70"/>
                <a:gd name="T16" fmla="*/ 122 w 139"/>
                <a:gd name="T17" fmla="*/ 37 h 70"/>
                <a:gd name="T18" fmla="*/ 124 w 139"/>
                <a:gd name="T19" fmla="*/ 38 h 70"/>
                <a:gd name="T20" fmla="*/ 124 w 139"/>
                <a:gd name="T21" fmla="*/ 37 h 70"/>
                <a:gd name="T22" fmla="*/ 129 w 139"/>
                <a:gd name="T23" fmla="*/ 37 h 70"/>
                <a:gd name="T24" fmla="*/ 133 w 139"/>
                <a:gd name="T25" fmla="*/ 38 h 70"/>
                <a:gd name="T26" fmla="*/ 135 w 139"/>
                <a:gd name="T27" fmla="*/ 41 h 70"/>
                <a:gd name="T28" fmla="*/ 133 w 139"/>
                <a:gd name="T29" fmla="*/ 46 h 70"/>
                <a:gd name="T30" fmla="*/ 129 w 139"/>
                <a:gd name="T31" fmla="*/ 50 h 70"/>
                <a:gd name="T32" fmla="*/ 127 w 139"/>
                <a:gd name="T33" fmla="*/ 50 h 70"/>
                <a:gd name="T34" fmla="*/ 119 w 139"/>
                <a:gd name="T35" fmla="*/ 45 h 70"/>
                <a:gd name="T36" fmla="*/ 113 w 139"/>
                <a:gd name="T37" fmla="*/ 45 h 70"/>
                <a:gd name="T38" fmla="*/ 99 w 139"/>
                <a:gd name="T39" fmla="*/ 53 h 70"/>
                <a:gd name="T40" fmla="*/ 84 w 139"/>
                <a:gd name="T41" fmla="*/ 61 h 70"/>
                <a:gd name="T42" fmla="*/ 70 w 139"/>
                <a:gd name="T43" fmla="*/ 66 h 70"/>
                <a:gd name="T44" fmla="*/ 47 w 139"/>
                <a:gd name="T45" fmla="*/ 69 h 70"/>
                <a:gd name="T46" fmla="*/ 31 w 139"/>
                <a:gd name="T47" fmla="*/ 69 h 70"/>
                <a:gd name="T48" fmla="*/ 14 w 139"/>
                <a:gd name="T49" fmla="*/ 69 h 70"/>
                <a:gd name="T50" fmla="*/ 0 w 139"/>
                <a:gd name="T51" fmla="*/ 67 h 70"/>
                <a:gd name="T52" fmla="*/ 0 w 139"/>
                <a:gd name="T53" fmla="*/ 66 h 70"/>
                <a:gd name="T54" fmla="*/ 4 w 139"/>
                <a:gd name="T55" fmla="*/ 64 h 70"/>
                <a:gd name="T56" fmla="*/ 16 w 139"/>
                <a:gd name="T57" fmla="*/ 62 h 70"/>
                <a:gd name="T58" fmla="*/ 37 w 139"/>
                <a:gd name="T59" fmla="*/ 59 h 70"/>
                <a:gd name="T60" fmla="*/ 49 w 139"/>
                <a:gd name="T61" fmla="*/ 58 h 70"/>
                <a:gd name="T62" fmla="*/ 65 w 139"/>
                <a:gd name="T63" fmla="*/ 54 h 70"/>
                <a:gd name="T64" fmla="*/ 83 w 139"/>
                <a:gd name="T65" fmla="*/ 49 h 70"/>
                <a:gd name="T66" fmla="*/ 87 w 139"/>
                <a:gd name="T67" fmla="*/ 47 h 70"/>
                <a:gd name="T68" fmla="*/ 89 w 139"/>
                <a:gd name="T69" fmla="*/ 43 h 70"/>
                <a:gd name="T70" fmla="*/ 87 w 139"/>
                <a:gd name="T71" fmla="*/ 42 h 70"/>
                <a:gd name="T72" fmla="*/ 75 w 139"/>
                <a:gd name="T73" fmla="*/ 43 h 70"/>
                <a:gd name="T74" fmla="*/ 68 w 139"/>
                <a:gd name="T75" fmla="*/ 40 h 70"/>
                <a:gd name="T76" fmla="*/ 65 w 139"/>
                <a:gd name="T77" fmla="*/ 35 h 70"/>
                <a:gd name="T78" fmla="*/ 65 w 139"/>
                <a:gd name="T79" fmla="*/ 32 h 70"/>
                <a:gd name="T80" fmla="*/ 67 w 139"/>
                <a:gd name="T81" fmla="*/ 29 h 70"/>
                <a:gd name="T82" fmla="*/ 78 w 139"/>
                <a:gd name="T83" fmla="*/ 30 h 70"/>
                <a:gd name="T84" fmla="*/ 94 w 139"/>
                <a:gd name="T85" fmla="*/ 32 h 70"/>
                <a:gd name="T86" fmla="*/ 103 w 139"/>
                <a:gd name="T87" fmla="*/ 33 h 70"/>
                <a:gd name="T88" fmla="*/ 106 w 139"/>
                <a:gd name="T89" fmla="*/ 31 h 70"/>
                <a:gd name="T90" fmla="*/ 118 w 139"/>
                <a:gd name="T91" fmla="*/ 1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9" h="70">
                  <a:moveTo>
                    <a:pt x="121" y="10"/>
                  </a:moveTo>
                  <a:lnTo>
                    <a:pt x="121" y="9"/>
                  </a:lnTo>
                  <a:lnTo>
                    <a:pt x="121" y="7"/>
                  </a:lnTo>
                  <a:lnTo>
                    <a:pt x="121" y="6"/>
                  </a:lnTo>
                  <a:lnTo>
                    <a:pt x="121" y="5"/>
                  </a:lnTo>
                  <a:lnTo>
                    <a:pt x="121" y="4"/>
                  </a:lnTo>
                  <a:lnTo>
                    <a:pt x="122" y="3"/>
                  </a:lnTo>
                  <a:lnTo>
                    <a:pt x="122" y="2"/>
                  </a:lnTo>
                  <a:lnTo>
                    <a:pt x="124" y="2"/>
                  </a:lnTo>
                  <a:lnTo>
                    <a:pt x="125" y="2"/>
                  </a:lnTo>
                  <a:lnTo>
                    <a:pt x="128" y="1"/>
                  </a:lnTo>
                  <a:lnTo>
                    <a:pt x="130" y="0"/>
                  </a:lnTo>
                  <a:lnTo>
                    <a:pt x="131" y="1"/>
                  </a:lnTo>
                  <a:lnTo>
                    <a:pt x="133" y="2"/>
                  </a:lnTo>
                  <a:lnTo>
                    <a:pt x="134" y="4"/>
                  </a:lnTo>
                  <a:lnTo>
                    <a:pt x="137" y="7"/>
                  </a:lnTo>
                  <a:lnTo>
                    <a:pt x="138" y="10"/>
                  </a:lnTo>
                  <a:lnTo>
                    <a:pt x="139" y="12"/>
                  </a:lnTo>
                  <a:lnTo>
                    <a:pt x="139" y="14"/>
                  </a:lnTo>
                  <a:lnTo>
                    <a:pt x="138" y="15"/>
                  </a:lnTo>
                  <a:lnTo>
                    <a:pt x="137" y="18"/>
                  </a:lnTo>
                  <a:lnTo>
                    <a:pt x="133" y="22"/>
                  </a:lnTo>
                  <a:lnTo>
                    <a:pt x="128" y="29"/>
                  </a:lnTo>
                  <a:lnTo>
                    <a:pt x="125" y="31"/>
                  </a:lnTo>
                  <a:lnTo>
                    <a:pt x="124" y="34"/>
                  </a:lnTo>
                  <a:lnTo>
                    <a:pt x="123" y="36"/>
                  </a:lnTo>
                  <a:lnTo>
                    <a:pt x="122" y="37"/>
                  </a:lnTo>
                  <a:lnTo>
                    <a:pt x="123" y="38"/>
                  </a:lnTo>
                  <a:lnTo>
                    <a:pt x="123" y="38"/>
                  </a:lnTo>
                  <a:lnTo>
                    <a:pt x="124" y="38"/>
                  </a:lnTo>
                  <a:lnTo>
                    <a:pt x="124" y="38"/>
                  </a:lnTo>
                  <a:lnTo>
                    <a:pt x="124" y="37"/>
                  </a:lnTo>
                  <a:lnTo>
                    <a:pt x="124" y="37"/>
                  </a:lnTo>
                  <a:lnTo>
                    <a:pt x="125" y="37"/>
                  </a:lnTo>
                  <a:lnTo>
                    <a:pt x="125" y="37"/>
                  </a:lnTo>
                  <a:lnTo>
                    <a:pt x="129" y="37"/>
                  </a:lnTo>
                  <a:lnTo>
                    <a:pt x="131" y="38"/>
                  </a:lnTo>
                  <a:lnTo>
                    <a:pt x="133" y="38"/>
                  </a:lnTo>
                  <a:lnTo>
                    <a:pt x="133" y="38"/>
                  </a:lnTo>
                  <a:lnTo>
                    <a:pt x="134" y="38"/>
                  </a:lnTo>
                  <a:lnTo>
                    <a:pt x="135" y="38"/>
                  </a:lnTo>
                  <a:lnTo>
                    <a:pt x="135" y="41"/>
                  </a:lnTo>
                  <a:lnTo>
                    <a:pt x="135" y="42"/>
                  </a:lnTo>
                  <a:lnTo>
                    <a:pt x="134" y="45"/>
                  </a:lnTo>
                  <a:lnTo>
                    <a:pt x="133" y="46"/>
                  </a:lnTo>
                  <a:lnTo>
                    <a:pt x="132" y="48"/>
                  </a:lnTo>
                  <a:lnTo>
                    <a:pt x="130" y="49"/>
                  </a:lnTo>
                  <a:lnTo>
                    <a:pt x="129" y="50"/>
                  </a:lnTo>
                  <a:lnTo>
                    <a:pt x="129" y="50"/>
                  </a:lnTo>
                  <a:lnTo>
                    <a:pt x="128" y="50"/>
                  </a:lnTo>
                  <a:lnTo>
                    <a:pt x="127" y="50"/>
                  </a:lnTo>
                  <a:lnTo>
                    <a:pt x="125" y="48"/>
                  </a:lnTo>
                  <a:lnTo>
                    <a:pt x="121" y="46"/>
                  </a:lnTo>
                  <a:lnTo>
                    <a:pt x="119" y="45"/>
                  </a:lnTo>
                  <a:lnTo>
                    <a:pt x="117" y="45"/>
                  </a:lnTo>
                  <a:lnTo>
                    <a:pt x="115" y="45"/>
                  </a:lnTo>
                  <a:lnTo>
                    <a:pt x="113" y="45"/>
                  </a:lnTo>
                  <a:lnTo>
                    <a:pt x="109" y="48"/>
                  </a:lnTo>
                  <a:lnTo>
                    <a:pt x="104" y="51"/>
                  </a:lnTo>
                  <a:lnTo>
                    <a:pt x="99" y="53"/>
                  </a:lnTo>
                  <a:lnTo>
                    <a:pt x="95" y="54"/>
                  </a:lnTo>
                  <a:lnTo>
                    <a:pt x="89" y="58"/>
                  </a:lnTo>
                  <a:lnTo>
                    <a:pt x="84" y="61"/>
                  </a:lnTo>
                  <a:lnTo>
                    <a:pt x="78" y="63"/>
                  </a:lnTo>
                  <a:lnTo>
                    <a:pt x="75" y="64"/>
                  </a:lnTo>
                  <a:lnTo>
                    <a:pt x="70" y="66"/>
                  </a:lnTo>
                  <a:lnTo>
                    <a:pt x="62" y="66"/>
                  </a:lnTo>
                  <a:lnTo>
                    <a:pt x="53" y="68"/>
                  </a:lnTo>
                  <a:lnTo>
                    <a:pt x="47" y="69"/>
                  </a:lnTo>
                  <a:lnTo>
                    <a:pt x="41" y="70"/>
                  </a:lnTo>
                  <a:lnTo>
                    <a:pt x="36" y="70"/>
                  </a:lnTo>
                  <a:lnTo>
                    <a:pt x="31" y="69"/>
                  </a:lnTo>
                  <a:lnTo>
                    <a:pt x="27" y="69"/>
                  </a:lnTo>
                  <a:lnTo>
                    <a:pt x="21" y="69"/>
                  </a:lnTo>
                  <a:lnTo>
                    <a:pt x="14" y="69"/>
                  </a:lnTo>
                  <a:lnTo>
                    <a:pt x="7" y="68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4" y="64"/>
                  </a:lnTo>
                  <a:lnTo>
                    <a:pt x="6" y="63"/>
                  </a:lnTo>
                  <a:lnTo>
                    <a:pt x="9" y="63"/>
                  </a:lnTo>
                  <a:lnTo>
                    <a:pt x="16" y="62"/>
                  </a:lnTo>
                  <a:lnTo>
                    <a:pt x="23" y="61"/>
                  </a:lnTo>
                  <a:lnTo>
                    <a:pt x="31" y="60"/>
                  </a:lnTo>
                  <a:lnTo>
                    <a:pt x="37" y="59"/>
                  </a:lnTo>
                  <a:lnTo>
                    <a:pt x="43" y="59"/>
                  </a:lnTo>
                  <a:lnTo>
                    <a:pt x="46" y="59"/>
                  </a:lnTo>
                  <a:lnTo>
                    <a:pt x="49" y="58"/>
                  </a:lnTo>
                  <a:lnTo>
                    <a:pt x="52" y="58"/>
                  </a:lnTo>
                  <a:lnTo>
                    <a:pt x="54" y="58"/>
                  </a:lnTo>
                  <a:lnTo>
                    <a:pt x="65" y="54"/>
                  </a:lnTo>
                  <a:lnTo>
                    <a:pt x="75" y="51"/>
                  </a:lnTo>
                  <a:lnTo>
                    <a:pt x="80" y="50"/>
                  </a:lnTo>
                  <a:lnTo>
                    <a:pt x="83" y="49"/>
                  </a:lnTo>
                  <a:lnTo>
                    <a:pt x="85" y="49"/>
                  </a:lnTo>
                  <a:lnTo>
                    <a:pt x="86" y="47"/>
                  </a:lnTo>
                  <a:lnTo>
                    <a:pt x="87" y="47"/>
                  </a:lnTo>
                  <a:lnTo>
                    <a:pt x="88" y="46"/>
                  </a:lnTo>
                  <a:lnTo>
                    <a:pt x="89" y="44"/>
                  </a:lnTo>
                  <a:lnTo>
                    <a:pt x="89" y="43"/>
                  </a:lnTo>
                  <a:lnTo>
                    <a:pt x="89" y="42"/>
                  </a:lnTo>
                  <a:lnTo>
                    <a:pt x="89" y="42"/>
                  </a:lnTo>
                  <a:lnTo>
                    <a:pt x="87" y="42"/>
                  </a:lnTo>
                  <a:lnTo>
                    <a:pt x="84" y="43"/>
                  </a:lnTo>
                  <a:lnTo>
                    <a:pt x="80" y="43"/>
                  </a:lnTo>
                  <a:lnTo>
                    <a:pt x="75" y="43"/>
                  </a:lnTo>
                  <a:lnTo>
                    <a:pt x="72" y="42"/>
                  </a:lnTo>
                  <a:lnTo>
                    <a:pt x="70" y="42"/>
                  </a:lnTo>
                  <a:lnTo>
                    <a:pt x="68" y="40"/>
                  </a:lnTo>
                  <a:lnTo>
                    <a:pt x="65" y="38"/>
                  </a:lnTo>
                  <a:lnTo>
                    <a:pt x="65" y="36"/>
                  </a:lnTo>
                  <a:lnTo>
                    <a:pt x="65" y="35"/>
                  </a:lnTo>
                  <a:lnTo>
                    <a:pt x="65" y="34"/>
                  </a:lnTo>
                  <a:lnTo>
                    <a:pt x="65" y="33"/>
                  </a:lnTo>
                  <a:lnTo>
                    <a:pt x="65" y="32"/>
                  </a:lnTo>
                  <a:lnTo>
                    <a:pt x="65" y="30"/>
                  </a:lnTo>
                  <a:lnTo>
                    <a:pt x="66" y="30"/>
                  </a:lnTo>
                  <a:lnTo>
                    <a:pt x="67" y="29"/>
                  </a:lnTo>
                  <a:lnTo>
                    <a:pt x="70" y="29"/>
                  </a:lnTo>
                  <a:lnTo>
                    <a:pt x="73" y="30"/>
                  </a:lnTo>
                  <a:lnTo>
                    <a:pt x="78" y="30"/>
                  </a:lnTo>
                  <a:lnTo>
                    <a:pt x="85" y="31"/>
                  </a:lnTo>
                  <a:lnTo>
                    <a:pt x="90" y="32"/>
                  </a:lnTo>
                  <a:lnTo>
                    <a:pt x="94" y="32"/>
                  </a:lnTo>
                  <a:lnTo>
                    <a:pt x="97" y="33"/>
                  </a:lnTo>
                  <a:lnTo>
                    <a:pt x="101" y="33"/>
                  </a:lnTo>
                  <a:lnTo>
                    <a:pt x="103" y="33"/>
                  </a:lnTo>
                  <a:lnTo>
                    <a:pt x="105" y="32"/>
                  </a:lnTo>
                  <a:lnTo>
                    <a:pt x="105" y="32"/>
                  </a:lnTo>
                  <a:lnTo>
                    <a:pt x="106" y="31"/>
                  </a:lnTo>
                  <a:lnTo>
                    <a:pt x="109" y="28"/>
                  </a:lnTo>
                  <a:lnTo>
                    <a:pt x="114" y="21"/>
                  </a:lnTo>
                  <a:lnTo>
                    <a:pt x="118" y="14"/>
                  </a:lnTo>
                  <a:lnTo>
                    <a:pt x="121" y="1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8" name="îṩḻiḑè"/>
            <p:cNvSpPr/>
            <p:nvPr/>
          </p:nvSpPr>
          <p:spPr bwMode="auto">
            <a:xfrm>
              <a:off x="3446463" y="3074988"/>
              <a:ext cx="247650" cy="138113"/>
            </a:xfrm>
            <a:custGeom>
              <a:avLst/>
              <a:gdLst>
                <a:gd name="T0" fmla="*/ 107 w 156"/>
                <a:gd name="T1" fmla="*/ 43 h 87"/>
                <a:gd name="T2" fmla="*/ 105 w 156"/>
                <a:gd name="T3" fmla="*/ 49 h 87"/>
                <a:gd name="T4" fmla="*/ 101 w 156"/>
                <a:gd name="T5" fmla="*/ 28 h 87"/>
                <a:gd name="T6" fmla="*/ 109 w 156"/>
                <a:gd name="T7" fmla="*/ 32 h 87"/>
                <a:gd name="T8" fmla="*/ 104 w 156"/>
                <a:gd name="T9" fmla="*/ 35 h 87"/>
                <a:gd name="T10" fmla="*/ 98 w 156"/>
                <a:gd name="T11" fmla="*/ 18 h 87"/>
                <a:gd name="T12" fmla="*/ 105 w 156"/>
                <a:gd name="T13" fmla="*/ 20 h 87"/>
                <a:gd name="T14" fmla="*/ 99 w 156"/>
                <a:gd name="T15" fmla="*/ 22 h 87"/>
                <a:gd name="T16" fmla="*/ 97 w 156"/>
                <a:gd name="T17" fmla="*/ 25 h 87"/>
                <a:gd name="T18" fmla="*/ 89 w 156"/>
                <a:gd name="T19" fmla="*/ 28 h 87"/>
                <a:gd name="T20" fmla="*/ 90 w 156"/>
                <a:gd name="T21" fmla="*/ 36 h 87"/>
                <a:gd name="T22" fmla="*/ 80 w 156"/>
                <a:gd name="T23" fmla="*/ 37 h 87"/>
                <a:gd name="T24" fmla="*/ 78 w 156"/>
                <a:gd name="T25" fmla="*/ 41 h 87"/>
                <a:gd name="T26" fmla="*/ 93 w 156"/>
                <a:gd name="T27" fmla="*/ 48 h 87"/>
                <a:gd name="T28" fmla="*/ 85 w 156"/>
                <a:gd name="T29" fmla="*/ 52 h 87"/>
                <a:gd name="T30" fmla="*/ 95 w 156"/>
                <a:gd name="T31" fmla="*/ 53 h 87"/>
                <a:gd name="T32" fmla="*/ 110 w 156"/>
                <a:gd name="T33" fmla="*/ 55 h 87"/>
                <a:gd name="T34" fmla="*/ 119 w 156"/>
                <a:gd name="T35" fmla="*/ 49 h 87"/>
                <a:gd name="T36" fmla="*/ 128 w 156"/>
                <a:gd name="T37" fmla="*/ 62 h 87"/>
                <a:gd name="T38" fmla="*/ 92 w 156"/>
                <a:gd name="T39" fmla="*/ 59 h 87"/>
                <a:gd name="T40" fmla="*/ 74 w 156"/>
                <a:gd name="T41" fmla="*/ 49 h 87"/>
                <a:gd name="T42" fmla="*/ 53 w 156"/>
                <a:gd name="T43" fmla="*/ 33 h 87"/>
                <a:gd name="T44" fmla="*/ 60 w 156"/>
                <a:gd name="T45" fmla="*/ 45 h 87"/>
                <a:gd name="T46" fmla="*/ 73 w 156"/>
                <a:gd name="T47" fmla="*/ 61 h 87"/>
                <a:gd name="T48" fmla="*/ 52 w 156"/>
                <a:gd name="T49" fmla="*/ 53 h 87"/>
                <a:gd name="T50" fmla="*/ 32 w 156"/>
                <a:gd name="T51" fmla="*/ 45 h 87"/>
                <a:gd name="T52" fmla="*/ 11 w 156"/>
                <a:gd name="T53" fmla="*/ 29 h 87"/>
                <a:gd name="T54" fmla="*/ 9 w 156"/>
                <a:gd name="T55" fmla="*/ 41 h 87"/>
                <a:gd name="T56" fmla="*/ 35 w 156"/>
                <a:gd name="T57" fmla="*/ 60 h 87"/>
                <a:gd name="T58" fmla="*/ 25 w 156"/>
                <a:gd name="T59" fmla="*/ 69 h 87"/>
                <a:gd name="T60" fmla="*/ 6 w 156"/>
                <a:gd name="T61" fmla="*/ 69 h 87"/>
                <a:gd name="T62" fmla="*/ 0 w 156"/>
                <a:gd name="T63" fmla="*/ 66 h 87"/>
                <a:gd name="T64" fmla="*/ 5 w 156"/>
                <a:gd name="T65" fmla="*/ 86 h 87"/>
                <a:gd name="T66" fmla="*/ 37 w 156"/>
                <a:gd name="T67" fmla="*/ 73 h 87"/>
                <a:gd name="T68" fmla="*/ 51 w 156"/>
                <a:gd name="T69" fmla="*/ 71 h 87"/>
                <a:gd name="T70" fmla="*/ 44 w 156"/>
                <a:gd name="T71" fmla="*/ 75 h 87"/>
                <a:gd name="T72" fmla="*/ 61 w 156"/>
                <a:gd name="T73" fmla="*/ 86 h 87"/>
                <a:gd name="T74" fmla="*/ 64 w 156"/>
                <a:gd name="T75" fmla="*/ 72 h 87"/>
                <a:gd name="T76" fmla="*/ 53 w 156"/>
                <a:gd name="T77" fmla="*/ 61 h 87"/>
                <a:gd name="T78" fmla="*/ 75 w 156"/>
                <a:gd name="T79" fmla="*/ 67 h 87"/>
                <a:gd name="T80" fmla="*/ 95 w 156"/>
                <a:gd name="T81" fmla="*/ 76 h 87"/>
                <a:gd name="T82" fmla="*/ 94 w 156"/>
                <a:gd name="T83" fmla="*/ 65 h 87"/>
                <a:gd name="T84" fmla="*/ 117 w 156"/>
                <a:gd name="T85" fmla="*/ 67 h 87"/>
                <a:gd name="T86" fmla="*/ 143 w 156"/>
                <a:gd name="T87" fmla="*/ 67 h 87"/>
                <a:gd name="T88" fmla="*/ 132 w 156"/>
                <a:gd name="T89" fmla="*/ 51 h 87"/>
                <a:gd name="T90" fmla="*/ 118 w 156"/>
                <a:gd name="T91" fmla="*/ 41 h 87"/>
                <a:gd name="T92" fmla="*/ 120 w 156"/>
                <a:gd name="T93" fmla="*/ 32 h 87"/>
                <a:gd name="T94" fmla="*/ 145 w 156"/>
                <a:gd name="T95" fmla="*/ 39 h 87"/>
                <a:gd name="T96" fmla="*/ 155 w 156"/>
                <a:gd name="T97" fmla="*/ 37 h 87"/>
                <a:gd name="T98" fmla="*/ 150 w 156"/>
                <a:gd name="T99" fmla="*/ 23 h 87"/>
                <a:gd name="T100" fmla="*/ 137 w 156"/>
                <a:gd name="T101" fmla="*/ 29 h 87"/>
                <a:gd name="T102" fmla="*/ 112 w 156"/>
                <a:gd name="T103" fmla="*/ 21 h 87"/>
                <a:gd name="T104" fmla="*/ 105 w 156"/>
                <a:gd name="T105" fmla="*/ 11 h 87"/>
                <a:gd name="T106" fmla="*/ 105 w 156"/>
                <a:gd name="T107" fmla="*/ 1 h 87"/>
                <a:gd name="T108" fmla="*/ 93 w 156"/>
                <a:gd name="T109" fmla="*/ 13 h 87"/>
                <a:gd name="T110" fmla="*/ 78 w 156"/>
                <a:gd name="T111" fmla="*/ 24 h 87"/>
                <a:gd name="T112" fmla="*/ 79 w 156"/>
                <a:gd name="T113" fmla="*/ 6 h 87"/>
                <a:gd name="T114" fmla="*/ 68 w 156"/>
                <a:gd name="T115" fmla="*/ 22 h 87"/>
                <a:gd name="T116" fmla="*/ 67 w 156"/>
                <a:gd name="T117" fmla="*/ 28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6" h="87">
                  <a:moveTo>
                    <a:pt x="96" y="49"/>
                  </a:moveTo>
                  <a:lnTo>
                    <a:pt x="97" y="47"/>
                  </a:lnTo>
                  <a:lnTo>
                    <a:pt x="97" y="45"/>
                  </a:lnTo>
                  <a:lnTo>
                    <a:pt x="97" y="45"/>
                  </a:lnTo>
                  <a:lnTo>
                    <a:pt x="98" y="44"/>
                  </a:lnTo>
                  <a:lnTo>
                    <a:pt x="99" y="44"/>
                  </a:lnTo>
                  <a:lnTo>
                    <a:pt x="100" y="44"/>
                  </a:lnTo>
                  <a:lnTo>
                    <a:pt x="104" y="44"/>
                  </a:lnTo>
                  <a:lnTo>
                    <a:pt x="107" y="43"/>
                  </a:lnTo>
                  <a:lnTo>
                    <a:pt x="108" y="44"/>
                  </a:lnTo>
                  <a:lnTo>
                    <a:pt x="109" y="45"/>
                  </a:lnTo>
                  <a:lnTo>
                    <a:pt x="109" y="46"/>
                  </a:lnTo>
                  <a:lnTo>
                    <a:pt x="109" y="47"/>
                  </a:lnTo>
                  <a:lnTo>
                    <a:pt x="109" y="48"/>
                  </a:lnTo>
                  <a:lnTo>
                    <a:pt x="109" y="48"/>
                  </a:lnTo>
                  <a:lnTo>
                    <a:pt x="108" y="49"/>
                  </a:lnTo>
                  <a:lnTo>
                    <a:pt x="105" y="49"/>
                  </a:lnTo>
                  <a:lnTo>
                    <a:pt x="105" y="49"/>
                  </a:lnTo>
                  <a:lnTo>
                    <a:pt x="104" y="50"/>
                  </a:lnTo>
                  <a:lnTo>
                    <a:pt x="102" y="50"/>
                  </a:lnTo>
                  <a:lnTo>
                    <a:pt x="101" y="50"/>
                  </a:lnTo>
                  <a:lnTo>
                    <a:pt x="97" y="49"/>
                  </a:lnTo>
                  <a:lnTo>
                    <a:pt x="96" y="49"/>
                  </a:lnTo>
                  <a:lnTo>
                    <a:pt x="96" y="49"/>
                  </a:lnTo>
                  <a:close/>
                  <a:moveTo>
                    <a:pt x="101" y="32"/>
                  </a:moveTo>
                  <a:lnTo>
                    <a:pt x="100" y="30"/>
                  </a:lnTo>
                  <a:lnTo>
                    <a:pt x="101" y="28"/>
                  </a:lnTo>
                  <a:lnTo>
                    <a:pt x="101" y="28"/>
                  </a:lnTo>
                  <a:lnTo>
                    <a:pt x="101" y="27"/>
                  </a:lnTo>
                  <a:lnTo>
                    <a:pt x="102" y="27"/>
                  </a:lnTo>
                  <a:lnTo>
                    <a:pt x="104" y="28"/>
                  </a:lnTo>
                  <a:lnTo>
                    <a:pt x="106" y="29"/>
                  </a:lnTo>
                  <a:lnTo>
                    <a:pt x="108" y="31"/>
                  </a:lnTo>
                  <a:lnTo>
                    <a:pt x="108" y="31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109" y="33"/>
                  </a:lnTo>
                  <a:lnTo>
                    <a:pt x="109" y="35"/>
                  </a:lnTo>
                  <a:lnTo>
                    <a:pt x="109" y="36"/>
                  </a:lnTo>
                  <a:lnTo>
                    <a:pt x="108" y="37"/>
                  </a:lnTo>
                  <a:lnTo>
                    <a:pt x="108" y="37"/>
                  </a:lnTo>
                  <a:lnTo>
                    <a:pt x="108" y="36"/>
                  </a:lnTo>
                  <a:lnTo>
                    <a:pt x="107" y="36"/>
                  </a:lnTo>
                  <a:lnTo>
                    <a:pt x="105" y="35"/>
                  </a:lnTo>
                  <a:lnTo>
                    <a:pt x="104" y="35"/>
                  </a:lnTo>
                  <a:lnTo>
                    <a:pt x="102" y="33"/>
                  </a:lnTo>
                  <a:lnTo>
                    <a:pt x="101" y="32"/>
                  </a:lnTo>
                  <a:lnTo>
                    <a:pt x="101" y="32"/>
                  </a:lnTo>
                  <a:close/>
                  <a:moveTo>
                    <a:pt x="99" y="21"/>
                  </a:moveTo>
                  <a:lnTo>
                    <a:pt x="98" y="21"/>
                  </a:lnTo>
                  <a:lnTo>
                    <a:pt x="98" y="20"/>
                  </a:lnTo>
                  <a:lnTo>
                    <a:pt x="97" y="20"/>
                  </a:lnTo>
                  <a:lnTo>
                    <a:pt x="97" y="19"/>
                  </a:lnTo>
                  <a:lnTo>
                    <a:pt x="98" y="18"/>
                  </a:lnTo>
                  <a:lnTo>
                    <a:pt x="99" y="17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2" y="16"/>
                  </a:lnTo>
                  <a:lnTo>
                    <a:pt x="102" y="16"/>
                  </a:lnTo>
                  <a:lnTo>
                    <a:pt x="103" y="16"/>
                  </a:lnTo>
                  <a:lnTo>
                    <a:pt x="104" y="18"/>
                  </a:lnTo>
                  <a:lnTo>
                    <a:pt x="105" y="20"/>
                  </a:lnTo>
                  <a:lnTo>
                    <a:pt x="105" y="21"/>
                  </a:lnTo>
                  <a:lnTo>
                    <a:pt x="105" y="21"/>
                  </a:lnTo>
                  <a:lnTo>
                    <a:pt x="105" y="22"/>
                  </a:lnTo>
                  <a:lnTo>
                    <a:pt x="105" y="23"/>
                  </a:lnTo>
                  <a:lnTo>
                    <a:pt x="105" y="24"/>
                  </a:lnTo>
                  <a:lnTo>
                    <a:pt x="103" y="24"/>
                  </a:lnTo>
                  <a:lnTo>
                    <a:pt x="102" y="24"/>
                  </a:lnTo>
                  <a:lnTo>
                    <a:pt x="101" y="24"/>
                  </a:lnTo>
                  <a:lnTo>
                    <a:pt x="99" y="22"/>
                  </a:lnTo>
                  <a:lnTo>
                    <a:pt x="99" y="21"/>
                  </a:lnTo>
                  <a:lnTo>
                    <a:pt x="99" y="21"/>
                  </a:lnTo>
                  <a:close/>
                  <a:moveTo>
                    <a:pt x="89" y="29"/>
                  </a:moveTo>
                  <a:lnTo>
                    <a:pt x="92" y="29"/>
                  </a:lnTo>
                  <a:lnTo>
                    <a:pt x="96" y="29"/>
                  </a:lnTo>
                  <a:lnTo>
                    <a:pt x="97" y="28"/>
                  </a:lnTo>
                  <a:lnTo>
                    <a:pt x="97" y="28"/>
                  </a:lnTo>
                  <a:lnTo>
                    <a:pt x="97" y="27"/>
                  </a:lnTo>
                  <a:lnTo>
                    <a:pt x="97" y="25"/>
                  </a:lnTo>
                  <a:lnTo>
                    <a:pt x="97" y="24"/>
                  </a:lnTo>
                  <a:lnTo>
                    <a:pt x="97" y="24"/>
                  </a:lnTo>
                  <a:lnTo>
                    <a:pt x="96" y="23"/>
                  </a:lnTo>
                  <a:lnTo>
                    <a:pt x="94" y="23"/>
                  </a:lnTo>
                  <a:lnTo>
                    <a:pt x="93" y="24"/>
                  </a:lnTo>
                  <a:lnTo>
                    <a:pt x="91" y="24"/>
                  </a:lnTo>
                  <a:lnTo>
                    <a:pt x="91" y="26"/>
                  </a:lnTo>
                  <a:lnTo>
                    <a:pt x="90" y="27"/>
                  </a:lnTo>
                  <a:lnTo>
                    <a:pt x="89" y="28"/>
                  </a:lnTo>
                  <a:lnTo>
                    <a:pt x="89" y="29"/>
                  </a:lnTo>
                  <a:lnTo>
                    <a:pt x="89" y="29"/>
                  </a:lnTo>
                  <a:close/>
                  <a:moveTo>
                    <a:pt x="85" y="31"/>
                  </a:moveTo>
                  <a:lnTo>
                    <a:pt x="86" y="32"/>
                  </a:lnTo>
                  <a:lnTo>
                    <a:pt x="88" y="32"/>
                  </a:lnTo>
                  <a:lnTo>
                    <a:pt x="89" y="32"/>
                  </a:lnTo>
                  <a:lnTo>
                    <a:pt x="89" y="33"/>
                  </a:lnTo>
                  <a:lnTo>
                    <a:pt x="90" y="35"/>
                  </a:lnTo>
                  <a:lnTo>
                    <a:pt x="90" y="36"/>
                  </a:lnTo>
                  <a:lnTo>
                    <a:pt x="91" y="37"/>
                  </a:lnTo>
                  <a:lnTo>
                    <a:pt x="91" y="37"/>
                  </a:lnTo>
                  <a:lnTo>
                    <a:pt x="90" y="38"/>
                  </a:lnTo>
                  <a:lnTo>
                    <a:pt x="89" y="39"/>
                  </a:lnTo>
                  <a:lnTo>
                    <a:pt x="88" y="39"/>
                  </a:lnTo>
                  <a:lnTo>
                    <a:pt x="87" y="39"/>
                  </a:lnTo>
                  <a:lnTo>
                    <a:pt x="84" y="38"/>
                  </a:lnTo>
                  <a:lnTo>
                    <a:pt x="81" y="37"/>
                  </a:lnTo>
                  <a:lnTo>
                    <a:pt x="80" y="37"/>
                  </a:lnTo>
                  <a:lnTo>
                    <a:pt x="79" y="37"/>
                  </a:lnTo>
                  <a:lnTo>
                    <a:pt x="78" y="37"/>
                  </a:lnTo>
                  <a:lnTo>
                    <a:pt x="77" y="37"/>
                  </a:lnTo>
                  <a:lnTo>
                    <a:pt x="77" y="37"/>
                  </a:lnTo>
                  <a:lnTo>
                    <a:pt x="77" y="38"/>
                  </a:lnTo>
                  <a:lnTo>
                    <a:pt x="77" y="38"/>
                  </a:lnTo>
                  <a:lnTo>
                    <a:pt x="77" y="39"/>
                  </a:lnTo>
                  <a:lnTo>
                    <a:pt x="77" y="40"/>
                  </a:lnTo>
                  <a:lnTo>
                    <a:pt x="78" y="41"/>
                  </a:lnTo>
                  <a:lnTo>
                    <a:pt x="79" y="41"/>
                  </a:lnTo>
                  <a:lnTo>
                    <a:pt x="81" y="41"/>
                  </a:lnTo>
                  <a:lnTo>
                    <a:pt x="84" y="42"/>
                  </a:lnTo>
                  <a:lnTo>
                    <a:pt x="89" y="44"/>
                  </a:lnTo>
                  <a:lnTo>
                    <a:pt x="91" y="45"/>
                  </a:lnTo>
                  <a:lnTo>
                    <a:pt x="92" y="46"/>
                  </a:lnTo>
                  <a:lnTo>
                    <a:pt x="93" y="47"/>
                  </a:lnTo>
                  <a:lnTo>
                    <a:pt x="93" y="48"/>
                  </a:lnTo>
                  <a:lnTo>
                    <a:pt x="93" y="48"/>
                  </a:lnTo>
                  <a:lnTo>
                    <a:pt x="93" y="49"/>
                  </a:lnTo>
                  <a:lnTo>
                    <a:pt x="92" y="49"/>
                  </a:lnTo>
                  <a:lnTo>
                    <a:pt x="91" y="49"/>
                  </a:lnTo>
                  <a:lnTo>
                    <a:pt x="89" y="49"/>
                  </a:lnTo>
                  <a:lnTo>
                    <a:pt x="88" y="49"/>
                  </a:lnTo>
                  <a:lnTo>
                    <a:pt x="87" y="49"/>
                  </a:lnTo>
                  <a:lnTo>
                    <a:pt x="86" y="50"/>
                  </a:lnTo>
                  <a:lnTo>
                    <a:pt x="85" y="51"/>
                  </a:lnTo>
                  <a:lnTo>
                    <a:pt x="85" y="52"/>
                  </a:lnTo>
                  <a:lnTo>
                    <a:pt x="84" y="52"/>
                  </a:lnTo>
                  <a:lnTo>
                    <a:pt x="84" y="52"/>
                  </a:lnTo>
                  <a:lnTo>
                    <a:pt x="85" y="53"/>
                  </a:lnTo>
                  <a:lnTo>
                    <a:pt x="85" y="53"/>
                  </a:lnTo>
                  <a:lnTo>
                    <a:pt x="86" y="53"/>
                  </a:lnTo>
                  <a:lnTo>
                    <a:pt x="88" y="53"/>
                  </a:lnTo>
                  <a:lnTo>
                    <a:pt x="91" y="53"/>
                  </a:lnTo>
                  <a:lnTo>
                    <a:pt x="94" y="53"/>
                  </a:lnTo>
                  <a:lnTo>
                    <a:pt x="95" y="53"/>
                  </a:lnTo>
                  <a:lnTo>
                    <a:pt x="97" y="53"/>
                  </a:lnTo>
                  <a:lnTo>
                    <a:pt x="97" y="54"/>
                  </a:lnTo>
                  <a:lnTo>
                    <a:pt x="100" y="55"/>
                  </a:lnTo>
                  <a:lnTo>
                    <a:pt x="101" y="56"/>
                  </a:lnTo>
                  <a:lnTo>
                    <a:pt x="104" y="56"/>
                  </a:lnTo>
                  <a:lnTo>
                    <a:pt x="106" y="56"/>
                  </a:lnTo>
                  <a:lnTo>
                    <a:pt x="108" y="56"/>
                  </a:lnTo>
                  <a:lnTo>
                    <a:pt x="109" y="55"/>
                  </a:lnTo>
                  <a:lnTo>
                    <a:pt x="110" y="55"/>
                  </a:lnTo>
                  <a:lnTo>
                    <a:pt x="111" y="54"/>
                  </a:lnTo>
                  <a:lnTo>
                    <a:pt x="112" y="53"/>
                  </a:lnTo>
                  <a:lnTo>
                    <a:pt x="112" y="52"/>
                  </a:lnTo>
                  <a:lnTo>
                    <a:pt x="113" y="49"/>
                  </a:lnTo>
                  <a:lnTo>
                    <a:pt x="113" y="47"/>
                  </a:lnTo>
                  <a:lnTo>
                    <a:pt x="115" y="46"/>
                  </a:lnTo>
                  <a:lnTo>
                    <a:pt x="116" y="46"/>
                  </a:lnTo>
                  <a:lnTo>
                    <a:pt x="117" y="47"/>
                  </a:lnTo>
                  <a:lnTo>
                    <a:pt x="119" y="49"/>
                  </a:lnTo>
                  <a:lnTo>
                    <a:pt x="121" y="51"/>
                  </a:lnTo>
                  <a:lnTo>
                    <a:pt x="123" y="53"/>
                  </a:lnTo>
                  <a:lnTo>
                    <a:pt x="126" y="55"/>
                  </a:lnTo>
                  <a:lnTo>
                    <a:pt x="129" y="57"/>
                  </a:lnTo>
                  <a:lnTo>
                    <a:pt x="130" y="60"/>
                  </a:lnTo>
                  <a:lnTo>
                    <a:pt x="130" y="61"/>
                  </a:lnTo>
                  <a:lnTo>
                    <a:pt x="129" y="61"/>
                  </a:lnTo>
                  <a:lnTo>
                    <a:pt x="129" y="61"/>
                  </a:lnTo>
                  <a:lnTo>
                    <a:pt x="128" y="62"/>
                  </a:lnTo>
                  <a:lnTo>
                    <a:pt x="125" y="62"/>
                  </a:lnTo>
                  <a:lnTo>
                    <a:pt x="122" y="61"/>
                  </a:lnTo>
                  <a:lnTo>
                    <a:pt x="119" y="61"/>
                  </a:lnTo>
                  <a:lnTo>
                    <a:pt x="114" y="61"/>
                  </a:lnTo>
                  <a:lnTo>
                    <a:pt x="109" y="61"/>
                  </a:lnTo>
                  <a:lnTo>
                    <a:pt x="105" y="61"/>
                  </a:lnTo>
                  <a:lnTo>
                    <a:pt x="100" y="60"/>
                  </a:lnTo>
                  <a:lnTo>
                    <a:pt x="95" y="59"/>
                  </a:lnTo>
                  <a:lnTo>
                    <a:pt x="92" y="59"/>
                  </a:lnTo>
                  <a:lnTo>
                    <a:pt x="89" y="59"/>
                  </a:lnTo>
                  <a:lnTo>
                    <a:pt x="89" y="59"/>
                  </a:lnTo>
                  <a:lnTo>
                    <a:pt x="88" y="59"/>
                  </a:lnTo>
                  <a:lnTo>
                    <a:pt x="87" y="59"/>
                  </a:lnTo>
                  <a:lnTo>
                    <a:pt x="86" y="58"/>
                  </a:lnTo>
                  <a:lnTo>
                    <a:pt x="84" y="57"/>
                  </a:lnTo>
                  <a:lnTo>
                    <a:pt x="81" y="53"/>
                  </a:lnTo>
                  <a:lnTo>
                    <a:pt x="77" y="51"/>
                  </a:lnTo>
                  <a:lnTo>
                    <a:pt x="74" y="49"/>
                  </a:lnTo>
                  <a:lnTo>
                    <a:pt x="72" y="48"/>
                  </a:lnTo>
                  <a:lnTo>
                    <a:pt x="69" y="46"/>
                  </a:lnTo>
                  <a:lnTo>
                    <a:pt x="65" y="44"/>
                  </a:lnTo>
                  <a:lnTo>
                    <a:pt x="63" y="42"/>
                  </a:lnTo>
                  <a:lnTo>
                    <a:pt x="60" y="39"/>
                  </a:lnTo>
                  <a:lnTo>
                    <a:pt x="57" y="36"/>
                  </a:lnTo>
                  <a:lnTo>
                    <a:pt x="56" y="35"/>
                  </a:lnTo>
                  <a:lnTo>
                    <a:pt x="54" y="33"/>
                  </a:lnTo>
                  <a:lnTo>
                    <a:pt x="53" y="33"/>
                  </a:lnTo>
                  <a:lnTo>
                    <a:pt x="52" y="33"/>
                  </a:lnTo>
                  <a:lnTo>
                    <a:pt x="50" y="33"/>
                  </a:lnTo>
                  <a:lnTo>
                    <a:pt x="50" y="35"/>
                  </a:lnTo>
                  <a:lnTo>
                    <a:pt x="50" y="36"/>
                  </a:lnTo>
                  <a:lnTo>
                    <a:pt x="50" y="37"/>
                  </a:lnTo>
                  <a:lnTo>
                    <a:pt x="53" y="39"/>
                  </a:lnTo>
                  <a:lnTo>
                    <a:pt x="56" y="41"/>
                  </a:lnTo>
                  <a:lnTo>
                    <a:pt x="57" y="42"/>
                  </a:lnTo>
                  <a:lnTo>
                    <a:pt x="60" y="45"/>
                  </a:lnTo>
                  <a:lnTo>
                    <a:pt x="63" y="49"/>
                  </a:lnTo>
                  <a:lnTo>
                    <a:pt x="66" y="51"/>
                  </a:lnTo>
                  <a:lnTo>
                    <a:pt x="73" y="56"/>
                  </a:lnTo>
                  <a:lnTo>
                    <a:pt x="77" y="58"/>
                  </a:lnTo>
                  <a:lnTo>
                    <a:pt x="77" y="59"/>
                  </a:lnTo>
                  <a:lnTo>
                    <a:pt x="77" y="59"/>
                  </a:lnTo>
                  <a:lnTo>
                    <a:pt x="77" y="60"/>
                  </a:lnTo>
                  <a:lnTo>
                    <a:pt x="74" y="61"/>
                  </a:lnTo>
                  <a:lnTo>
                    <a:pt x="73" y="61"/>
                  </a:lnTo>
                  <a:lnTo>
                    <a:pt x="70" y="61"/>
                  </a:lnTo>
                  <a:lnTo>
                    <a:pt x="68" y="61"/>
                  </a:lnTo>
                  <a:lnTo>
                    <a:pt x="65" y="60"/>
                  </a:lnTo>
                  <a:lnTo>
                    <a:pt x="61" y="59"/>
                  </a:lnTo>
                  <a:lnTo>
                    <a:pt x="58" y="58"/>
                  </a:lnTo>
                  <a:lnTo>
                    <a:pt x="57" y="57"/>
                  </a:lnTo>
                  <a:lnTo>
                    <a:pt x="54" y="55"/>
                  </a:lnTo>
                  <a:lnTo>
                    <a:pt x="53" y="54"/>
                  </a:lnTo>
                  <a:lnTo>
                    <a:pt x="52" y="53"/>
                  </a:lnTo>
                  <a:lnTo>
                    <a:pt x="51" y="53"/>
                  </a:lnTo>
                  <a:lnTo>
                    <a:pt x="49" y="53"/>
                  </a:lnTo>
                  <a:lnTo>
                    <a:pt x="47" y="53"/>
                  </a:lnTo>
                  <a:lnTo>
                    <a:pt x="45" y="53"/>
                  </a:lnTo>
                  <a:lnTo>
                    <a:pt x="43" y="52"/>
                  </a:lnTo>
                  <a:lnTo>
                    <a:pt x="40" y="50"/>
                  </a:lnTo>
                  <a:lnTo>
                    <a:pt x="38" y="49"/>
                  </a:lnTo>
                  <a:lnTo>
                    <a:pt x="35" y="47"/>
                  </a:lnTo>
                  <a:lnTo>
                    <a:pt x="32" y="45"/>
                  </a:lnTo>
                  <a:lnTo>
                    <a:pt x="29" y="44"/>
                  </a:lnTo>
                  <a:lnTo>
                    <a:pt x="25" y="42"/>
                  </a:lnTo>
                  <a:lnTo>
                    <a:pt x="24" y="42"/>
                  </a:lnTo>
                  <a:lnTo>
                    <a:pt x="21" y="41"/>
                  </a:lnTo>
                  <a:lnTo>
                    <a:pt x="17" y="38"/>
                  </a:lnTo>
                  <a:lnTo>
                    <a:pt x="15" y="35"/>
                  </a:lnTo>
                  <a:lnTo>
                    <a:pt x="13" y="32"/>
                  </a:lnTo>
                  <a:lnTo>
                    <a:pt x="12" y="31"/>
                  </a:lnTo>
                  <a:lnTo>
                    <a:pt x="11" y="29"/>
                  </a:lnTo>
                  <a:lnTo>
                    <a:pt x="9" y="28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6" y="28"/>
                  </a:lnTo>
                  <a:lnTo>
                    <a:pt x="4" y="29"/>
                  </a:lnTo>
                  <a:lnTo>
                    <a:pt x="4" y="31"/>
                  </a:lnTo>
                  <a:lnTo>
                    <a:pt x="6" y="35"/>
                  </a:lnTo>
                  <a:lnTo>
                    <a:pt x="8" y="39"/>
                  </a:lnTo>
                  <a:lnTo>
                    <a:pt x="9" y="41"/>
                  </a:lnTo>
                  <a:lnTo>
                    <a:pt x="10" y="42"/>
                  </a:lnTo>
                  <a:lnTo>
                    <a:pt x="12" y="44"/>
                  </a:lnTo>
                  <a:lnTo>
                    <a:pt x="13" y="45"/>
                  </a:lnTo>
                  <a:lnTo>
                    <a:pt x="17" y="47"/>
                  </a:lnTo>
                  <a:lnTo>
                    <a:pt x="20" y="49"/>
                  </a:lnTo>
                  <a:lnTo>
                    <a:pt x="26" y="53"/>
                  </a:lnTo>
                  <a:lnTo>
                    <a:pt x="32" y="57"/>
                  </a:lnTo>
                  <a:lnTo>
                    <a:pt x="33" y="58"/>
                  </a:lnTo>
                  <a:lnTo>
                    <a:pt x="35" y="60"/>
                  </a:lnTo>
                  <a:lnTo>
                    <a:pt x="36" y="61"/>
                  </a:lnTo>
                  <a:lnTo>
                    <a:pt x="36" y="62"/>
                  </a:lnTo>
                  <a:lnTo>
                    <a:pt x="35" y="62"/>
                  </a:lnTo>
                  <a:lnTo>
                    <a:pt x="35" y="63"/>
                  </a:lnTo>
                  <a:lnTo>
                    <a:pt x="34" y="64"/>
                  </a:lnTo>
                  <a:lnTo>
                    <a:pt x="33" y="65"/>
                  </a:lnTo>
                  <a:lnTo>
                    <a:pt x="31" y="66"/>
                  </a:lnTo>
                  <a:lnTo>
                    <a:pt x="29" y="68"/>
                  </a:lnTo>
                  <a:lnTo>
                    <a:pt x="25" y="69"/>
                  </a:lnTo>
                  <a:lnTo>
                    <a:pt x="22" y="72"/>
                  </a:lnTo>
                  <a:lnTo>
                    <a:pt x="18" y="73"/>
                  </a:lnTo>
                  <a:lnTo>
                    <a:pt x="14" y="73"/>
                  </a:lnTo>
                  <a:lnTo>
                    <a:pt x="12" y="74"/>
                  </a:lnTo>
                  <a:lnTo>
                    <a:pt x="10" y="74"/>
                  </a:lnTo>
                  <a:lnTo>
                    <a:pt x="9" y="74"/>
                  </a:lnTo>
                  <a:lnTo>
                    <a:pt x="8" y="73"/>
                  </a:lnTo>
                  <a:lnTo>
                    <a:pt x="8" y="72"/>
                  </a:lnTo>
                  <a:lnTo>
                    <a:pt x="6" y="69"/>
                  </a:lnTo>
                  <a:lnTo>
                    <a:pt x="4" y="66"/>
                  </a:lnTo>
                  <a:lnTo>
                    <a:pt x="3" y="62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1" y="61"/>
                  </a:lnTo>
                  <a:lnTo>
                    <a:pt x="0" y="61"/>
                  </a:lnTo>
                  <a:lnTo>
                    <a:pt x="0" y="63"/>
                  </a:lnTo>
                  <a:lnTo>
                    <a:pt x="0" y="65"/>
                  </a:lnTo>
                  <a:lnTo>
                    <a:pt x="0" y="66"/>
                  </a:lnTo>
                  <a:lnTo>
                    <a:pt x="0" y="69"/>
                  </a:lnTo>
                  <a:lnTo>
                    <a:pt x="2" y="73"/>
                  </a:lnTo>
                  <a:lnTo>
                    <a:pt x="2" y="77"/>
                  </a:lnTo>
                  <a:lnTo>
                    <a:pt x="3" y="81"/>
                  </a:lnTo>
                  <a:lnTo>
                    <a:pt x="3" y="85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4" y="86"/>
                  </a:lnTo>
                  <a:lnTo>
                    <a:pt x="5" y="86"/>
                  </a:lnTo>
                  <a:lnTo>
                    <a:pt x="7" y="87"/>
                  </a:lnTo>
                  <a:lnTo>
                    <a:pt x="9" y="87"/>
                  </a:lnTo>
                  <a:lnTo>
                    <a:pt x="13" y="87"/>
                  </a:lnTo>
                  <a:lnTo>
                    <a:pt x="16" y="86"/>
                  </a:lnTo>
                  <a:lnTo>
                    <a:pt x="19" y="85"/>
                  </a:lnTo>
                  <a:lnTo>
                    <a:pt x="25" y="81"/>
                  </a:lnTo>
                  <a:lnTo>
                    <a:pt x="30" y="78"/>
                  </a:lnTo>
                  <a:lnTo>
                    <a:pt x="34" y="76"/>
                  </a:lnTo>
                  <a:lnTo>
                    <a:pt x="37" y="73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4" y="69"/>
                  </a:lnTo>
                  <a:lnTo>
                    <a:pt x="45" y="68"/>
                  </a:lnTo>
                  <a:lnTo>
                    <a:pt x="46" y="68"/>
                  </a:lnTo>
                  <a:lnTo>
                    <a:pt x="47" y="68"/>
                  </a:lnTo>
                  <a:lnTo>
                    <a:pt x="48" y="69"/>
                  </a:lnTo>
                  <a:lnTo>
                    <a:pt x="49" y="69"/>
                  </a:lnTo>
                  <a:lnTo>
                    <a:pt x="51" y="71"/>
                  </a:lnTo>
                  <a:lnTo>
                    <a:pt x="52" y="72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1" y="74"/>
                  </a:lnTo>
                  <a:lnTo>
                    <a:pt x="49" y="74"/>
                  </a:lnTo>
                  <a:lnTo>
                    <a:pt x="47" y="74"/>
                  </a:lnTo>
                  <a:lnTo>
                    <a:pt x="45" y="74"/>
                  </a:lnTo>
                  <a:lnTo>
                    <a:pt x="44" y="75"/>
                  </a:lnTo>
                  <a:lnTo>
                    <a:pt x="43" y="75"/>
                  </a:lnTo>
                  <a:lnTo>
                    <a:pt x="43" y="75"/>
                  </a:lnTo>
                  <a:lnTo>
                    <a:pt x="43" y="76"/>
                  </a:lnTo>
                  <a:lnTo>
                    <a:pt x="44" y="77"/>
                  </a:lnTo>
                  <a:lnTo>
                    <a:pt x="47" y="77"/>
                  </a:lnTo>
                  <a:lnTo>
                    <a:pt x="50" y="80"/>
                  </a:lnTo>
                  <a:lnTo>
                    <a:pt x="55" y="82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1" y="86"/>
                  </a:lnTo>
                  <a:lnTo>
                    <a:pt x="63" y="85"/>
                  </a:lnTo>
                  <a:lnTo>
                    <a:pt x="64" y="85"/>
                  </a:lnTo>
                  <a:lnTo>
                    <a:pt x="65" y="83"/>
                  </a:lnTo>
                  <a:lnTo>
                    <a:pt x="65" y="81"/>
                  </a:lnTo>
                  <a:lnTo>
                    <a:pt x="65" y="79"/>
                  </a:lnTo>
                  <a:lnTo>
                    <a:pt x="65" y="77"/>
                  </a:lnTo>
                  <a:lnTo>
                    <a:pt x="65" y="74"/>
                  </a:lnTo>
                  <a:lnTo>
                    <a:pt x="64" y="72"/>
                  </a:lnTo>
                  <a:lnTo>
                    <a:pt x="62" y="70"/>
                  </a:lnTo>
                  <a:lnTo>
                    <a:pt x="61" y="69"/>
                  </a:lnTo>
                  <a:lnTo>
                    <a:pt x="61" y="69"/>
                  </a:lnTo>
                  <a:lnTo>
                    <a:pt x="59" y="68"/>
                  </a:lnTo>
                  <a:lnTo>
                    <a:pt x="57" y="67"/>
                  </a:lnTo>
                  <a:lnTo>
                    <a:pt x="56" y="65"/>
                  </a:lnTo>
                  <a:lnTo>
                    <a:pt x="54" y="62"/>
                  </a:lnTo>
                  <a:lnTo>
                    <a:pt x="54" y="62"/>
                  </a:lnTo>
                  <a:lnTo>
                    <a:pt x="53" y="61"/>
                  </a:lnTo>
                  <a:lnTo>
                    <a:pt x="54" y="61"/>
                  </a:lnTo>
                  <a:lnTo>
                    <a:pt x="54" y="61"/>
                  </a:lnTo>
                  <a:lnTo>
                    <a:pt x="55" y="61"/>
                  </a:lnTo>
                  <a:lnTo>
                    <a:pt x="57" y="61"/>
                  </a:lnTo>
                  <a:lnTo>
                    <a:pt x="61" y="62"/>
                  </a:lnTo>
                  <a:lnTo>
                    <a:pt x="65" y="63"/>
                  </a:lnTo>
                  <a:lnTo>
                    <a:pt x="69" y="65"/>
                  </a:lnTo>
                  <a:lnTo>
                    <a:pt x="73" y="66"/>
                  </a:lnTo>
                  <a:lnTo>
                    <a:pt x="75" y="67"/>
                  </a:lnTo>
                  <a:lnTo>
                    <a:pt x="77" y="69"/>
                  </a:lnTo>
                  <a:lnTo>
                    <a:pt x="80" y="70"/>
                  </a:lnTo>
                  <a:lnTo>
                    <a:pt x="82" y="73"/>
                  </a:lnTo>
                  <a:lnTo>
                    <a:pt x="85" y="75"/>
                  </a:lnTo>
                  <a:lnTo>
                    <a:pt x="87" y="76"/>
                  </a:lnTo>
                  <a:lnTo>
                    <a:pt x="89" y="77"/>
                  </a:lnTo>
                  <a:lnTo>
                    <a:pt x="90" y="77"/>
                  </a:lnTo>
                  <a:lnTo>
                    <a:pt x="93" y="77"/>
                  </a:lnTo>
                  <a:lnTo>
                    <a:pt x="95" y="76"/>
                  </a:lnTo>
                  <a:lnTo>
                    <a:pt x="95" y="76"/>
                  </a:lnTo>
                  <a:lnTo>
                    <a:pt x="95" y="75"/>
                  </a:lnTo>
                  <a:lnTo>
                    <a:pt x="95" y="73"/>
                  </a:lnTo>
                  <a:lnTo>
                    <a:pt x="95" y="72"/>
                  </a:lnTo>
                  <a:lnTo>
                    <a:pt x="94" y="70"/>
                  </a:lnTo>
                  <a:lnTo>
                    <a:pt x="94" y="69"/>
                  </a:lnTo>
                  <a:lnTo>
                    <a:pt x="93" y="68"/>
                  </a:lnTo>
                  <a:lnTo>
                    <a:pt x="94" y="66"/>
                  </a:lnTo>
                  <a:lnTo>
                    <a:pt x="94" y="65"/>
                  </a:lnTo>
                  <a:lnTo>
                    <a:pt x="95" y="65"/>
                  </a:lnTo>
                  <a:lnTo>
                    <a:pt x="96" y="64"/>
                  </a:lnTo>
                  <a:lnTo>
                    <a:pt x="97" y="64"/>
                  </a:lnTo>
                  <a:lnTo>
                    <a:pt x="101" y="65"/>
                  </a:lnTo>
                  <a:lnTo>
                    <a:pt x="105" y="65"/>
                  </a:lnTo>
                  <a:lnTo>
                    <a:pt x="109" y="65"/>
                  </a:lnTo>
                  <a:lnTo>
                    <a:pt x="112" y="65"/>
                  </a:lnTo>
                  <a:lnTo>
                    <a:pt x="114" y="66"/>
                  </a:lnTo>
                  <a:lnTo>
                    <a:pt x="117" y="67"/>
                  </a:lnTo>
                  <a:lnTo>
                    <a:pt x="123" y="69"/>
                  </a:lnTo>
                  <a:lnTo>
                    <a:pt x="128" y="71"/>
                  </a:lnTo>
                  <a:lnTo>
                    <a:pt x="130" y="72"/>
                  </a:lnTo>
                  <a:lnTo>
                    <a:pt x="132" y="72"/>
                  </a:lnTo>
                  <a:lnTo>
                    <a:pt x="135" y="72"/>
                  </a:lnTo>
                  <a:lnTo>
                    <a:pt x="137" y="72"/>
                  </a:lnTo>
                  <a:lnTo>
                    <a:pt x="140" y="70"/>
                  </a:lnTo>
                  <a:lnTo>
                    <a:pt x="141" y="69"/>
                  </a:lnTo>
                  <a:lnTo>
                    <a:pt x="143" y="67"/>
                  </a:lnTo>
                  <a:lnTo>
                    <a:pt x="144" y="65"/>
                  </a:lnTo>
                  <a:lnTo>
                    <a:pt x="144" y="64"/>
                  </a:lnTo>
                  <a:lnTo>
                    <a:pt x="145" y="61"/>
                  </a:lnTo>
                  <a:lnTo>
                    <a:pt x="144" y="60"/>
                  </a:lnTo>
                  <a:lnTo>
                    <a:pt x="144" y="59"/>
                  </a:lnTo>
                  <a:lnTo>
                    <a:pt x="143" y="58"/>
                  </a:lnTo>
                  <a:lnTo>
                    <a:pt x="141" y="57"/>
                  </a:lnTo>
                  <a:lnTo>
                    <a:pt x="137" y="55"/>
                  </a:lnTo>
                  <a:lnTo>
                    <a:pt x="132" y="51"/>
                  </a:lnTo>
                  <a:lnTo>
                    <a:pt x="126" y="48"/>
                  </a:lnTo>
                  <a:lnTo>
                    <a:pt x="123" y="46"/>
                  </a:lnTo>
                  <a:lnTo>
                    <a:pt x="122" y="46"/>
                  </a:lnTo>
                  <a:lnTo>
                    <a:pt x="121" y="45"/>
                  </a:lnTo>
                  <a:lnTo>
                    <a:pt x="121" y="45"/>
                  </a:lnTo>
                  <a:lnTo>
                    <a:pt x="120" y="44"/>
                  </a:lnTo>
                  <a:lnTo>
                    <a:pt x="119" y="43"/>
                  </a:lnTo>
                  <a:lnTo>
                    <a:pt x="119" y="42"/>
                  </a:lnTo>
                  <a:lnTo>
                    <a:pt x="118" y="41"/>
                  </a:lnTo>
                  <a:lnTo>
                    <a:pt x="119" y="41"/>
                  </a:lnTo>
                  <a:lnTo>
                    <a:pt x="119" y="39"/>
                  </a:lnTo>
                  <a:lnTo>
                    <a:pt x="118" y="37"/>
                  </a:lnTo>
                  <a:lnTo>
                    <a:pt x="118" y="37"/>
                  </a:lnTo>
                  <a:lnTo>
                    <a:pt x="118" y="36"/>
                  </a:lnTo>
                  <a:lnTo>
                    <a:pt x="118" y="35"/>
                  </a:lnTo>
                  <a:lnTo>
                    <a:pt x="119" y="33"/>
                  </a:lnTo>
                  <a:lnTo>
                    <a:pt x="119" y="32"/>
                  </a:lnTo>
                  <a:lnTo>
                    <a:pt x="120" y="32"/>
                  </a:lnTo>
                  <a:lnTo>
                    <a:pt x="121" y="32"/>
                  </a:lnTo>
                  <a:lnTo>
                    <a:pt x="122" y="32"/>
                  </a:lnTo>
                  <a:lnTo>
                    <a:pt x="125" y="32"/>
                  </a:lnTo>
                  <a:lnTo>
                    <a:pt x="127" y="32"/>
                  </a:lnTo>
                  <a:lnTo>
                    <a:pt x="130" y="34"/>
                  </a:lnTo>
                  <a:lnTo>
                    <a:pt x="135" y="35"/>
                  </a:lnTo>
                  <a:lnTo>
                    <a:pt x="140" y="37"/>
                  </a:lnTo>
                  <a:lnTo>
                    <a:pt x="143" y="38"/>
                  </a:lnTo>
                  <a:lnTo>
                    <a:pt x="145" y="39"/>
                  </a:lnTo>
                  <a:lnTo>
                    <a:pt x="147" y="40"/>
                  </a:lnTo>
                  <a:lnTo>
                    <a:pt x="148" y="40"/>
                  </a:lnTo>
                  <a:lnTo>
                    <a:pt x="149" y="39"/>
                  </a:lnTo>
                  <a:lnTo>
                    <a:pt x="151" y="38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4" y="37"/>
                  </a:lnTo>
                  <a:lnTo>
                    <a:pt x="154" y="37"/>
                  </a:lnTo>
                  <a:lnTo>
                    <a:pt x="155" y="37"/>
                  </a:lnTo>
                  <a:lnTo>
                    <a:pt x="156" y="33"/>
                  </a:lnTo>
                  <a:lnTo>
                    <a:pt x="156" y="29"/>
                  </a:lnTo>
                  <a:lnTo>
                    <a:pt x="156" y="27"/>
                  </a:lnTo>
                  <a:lnTo>
                    <a:pt x="155" y="24"/>
                  </a:lnTo>
                  <a:lnTo>
                    <a:pt x="154" y="24"/>
                  </a:lnTo>
                  <a:lnTo>
                    <a:pt x="153" y="23"/>
                  </a:lnTo>
                  <a:lnTo>
                    <a:pt x="153" y="22"/>
                  </a:lnTo>
                  <a:lnTo>
                    <a:pt x="151" y="22"/>
                  </a:lnTo>
                  <a:lnTo>
                    <a:pt x="150" y="23"/>
                  </a:lnTo>
                  <a:lnTo>
                    <a:pt x="150" y="23"/>
                  </a:lnTo>
                  <a:lnTo>
                    <a:pt x="150" y="24"/>
                  </a:lnTo>
                  <a:lnTo>
                    <a:pt x="149" y="24"/>
                  </a:lnTo>
                  <a:lnTo>
                    <a:pt x="147" y="25"/>
                  </a:lnTo>
                  <a:lnTo>
                    <a:pt x="143" y="28"/>
                  </a:lnTo>
                  <a:lnTo>
                    <a:pt x="142" y="28"/>
                  </a:lnTo>
                  <a:lnTo>
                    <a:pt x="141" y="28"/>
                  </a:lnTo>
                  <a:lnTo>
                    <a:pt x="138" y="28"/>
                  </a:lnTo>
                  <a:lnTo>
                    <a:pt x="137" y="29"/>
                  </a:lnTo>
                  <a:lnTo>
                    <a:pt x="132" y="28"/>
                  </a:lnTo>
                  <a:lnTo>
                    <a:pt x="127" y="28"/>
                  </a:lnTo>
                  <a:lnTo>
                    <a:pt x="118" y="27"/>
                  </a:lnTo>
                  <a:lnTo>
                    <a:pt x="114" y="26"/>
                  </a:lnTo>
                  <a:lnTo>
                    <a:pt x="113" y="25"/>
                  </a:lnTo>
                  <a:lnTo>
                    <a:pt x="113" y="25"/>
                  </a:lnTo>
                  <a:lnTo>
                    <a:pt x="113" y="24"/>
                  </a:lnTo>
                  <a:lnTo>
                    <a:pt x="112" y="24"/>
                  </a:lnTo>
                  <a:lnTo>
                    <a:pt x="112" y="21"/>
                  </a:lnTo>
                  <a:lnTo>
                    <a:pt x="110" y="20"/>
                  </a:lnTo>
                  <a:lnTo>
                    <a:pt x="109" y="18"/>
                  </a:lnTo>
                  <a:lnTo>
                    <a:pt x="108" y="16"/>
                  </a:lnTo>
                  <a:lnTo>
                    <a:pt x="106" y="15"/>
                  </a:lnTo>
                  <a:lnTo>
                    <a:pt x="105" y="14"/>
                  </a:lnTo>
                  <a:lnTo>
                    <a:pt x="105" y="14"/>
                  </a:lnTo>
                  <a:lnTo>
                    <a:pt x="105" y="12"/>
                  </a:lnTo>
                  <a:lnTo>
                    <a:pt x="105" y="12"/>
                  </a:lnTo>
                  <a:lnTo>
                    <a:pt x="105" y="11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6" y="6"/>
                  </a:lnTo>
                  <a:lnTo>
                    <a:pt x="106" y="5"/>
                  </a:lnTo>
                  <a:lnTo>
                    <a:pt x="106" y="4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5" y="1"/>
                  </a:lnTo>
                  <a:lnTo>
                    <a:pt x="105" y="0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2" y="1"/>
                  </a:lnTo>
                  <a:lnTo>
                    <a:pt x="101" y="2"/>
                  </a:lnTo>
                  <a:lnTo>
                    <a:pt x="101" y="3"/>
                  </a:lnTo>
                  <a:lnTo>
                    <a:pt x="100" y="4"/>
                  </a:lnTo>
                  <a:lnTo>
                    <a:pt x="97" y="8"/>
                  </a:lnTo>
                  <a:lnTo>
                    <a:pt x="93" y="13"/>
                  </a:lnTo>
                  <a:lnTo>
                    <a:pt x="89" y="18"/>
                  </a:lnTo>
                  <a:lnTo>
                    <a:pt x="86" y="22"/>
                  </a:lnTo>
                  <a:lnTo>
                    <a:pt x="84" y="24"/>
                  </a:lnTo>
                  <a:lnTo>
                    <a:pt x="83" y="24"/>
                  </a:lnTo>
                  <a:lnTo>
                    <a:pt x="81" y="25"/>
                  </a:lnTo>
                  <a:lnTo>
                    <a:pt x="80" y="25"/>
                  </a:lnTo>
                  <a:lnTo>
                    <a:pt x="79" y="25"/>
                  </a:lnTo>
                  <a:lnTo>
                    <a:pt x="78" y="25"/>
                  </a:lnTo>
                  <a:lnTo>
                    <a:pt x="78" y="24"/>
                  </a:lnTo>
                  <a:lnTo>
                    <a:pt x="78" y="24"/>
                  </a:lnTo>
                  <a:lnTo>
                    <a:pt x="80" y="19"/>
                  </a:lnTo>
                  <a:lnTo>
                    <a:pt x="81" y="14"/>
                  </a:lnTo>
                  <a:lnTo>
                    <a:pt x="82" y="13"/>
                  </a:lnTo>
                  <a:lnTo>
                    <a:pt x="82" y="11"/>
                  </a:lnTo>
                  <a:lnTo>
                    <a:pt x="81" y="9"/>
                  </a:lnTo>
                  <a:lnTo>
                    <a:pt x="80" y="7"/>
                  </a:lnTo>
                  <a:lnTo>
                    <a:pt x="80" y="7"/>
                  </a:lnTo>
                  <a:lnTo>
                    <a:pt x="79" y="6"/>
                  </a:lnTo>
                  <a:lnTo>
                    <a:pt x="78" y="7"/>
                  </a:lnTo>
                  <a:lnTo>
                    <a:pt x="78" y="7"/>
                  </a:lnTo>
                  <a:lnTo>
                    <a:pt x="77" y="9"/>
                  </a:lnTo>
                  <a:lnTo>
                    <a:pt x="76" y="12"/>
                  </a:lnTo>
                  <a:lnTo>
                    <a:pt x="74" y="16"/>
                  </a:lnTo>
                  <a:lnTo>
                    <a:pt x="73" y="18"/>
                  </a:lnTo>
                  <a:lnTo>
                    <a:pt x="71" y="20"/>
                  </a:lnTo>
                  <a:lnTo>
                    <a:pt x="69" y="21"/>
                  </a:lnTo>
                  <a:lnTo>
                    <a:pt x="68" y="22"/>
                  </a:lnTo>
                  <a:lnTo>
                    <a:pt x="67" y="23"/>
                  </a:lnTo>
                  <a:lnTo>
                    <a:pt x="65" y="24"/>
                  </a:lnTo>
                  <a:lnTo>
                    <a:pt x="65" y="25"/>
                  </a:lnTo>
                  <a:lnTo>
                    <a:pt x="64" y="26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64" y="28"/>
                  </a:lnTo>
                  <a:lnTo>
                    <a:pt x="65" y="28"/>
                  </a:lnTo>
                  <a:lnTo>
                    <a:pt x="67" y="28"/>
                  </a:lnTo>
                  <a:lnTo>
                    <a:pt x="71" y="29"/>
                  </a:lnTo>
                  <a:lnTo>
                    <a:pt x="76" y="30"/>
                  </a:lnTo>
                  <a:lnTo>
                    <a:pt x="81" y="31"/>
                  </a:lnTo>
                  <a:lnTo>
                    <a:pt x="85" y="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9" name="îśľiḓè"/>
            <p:cNvSpPr/>
            <p:nvPr/>
          </p:nvSpPr>
          <p:spPr bwMode="auto">
            <a:xfrm>
              <a:off x="2492376" y="3494088"/>
              <a:ext cx="1190625" cy="766763"/>
            </a:xfrm>
            <a:custGeom>
              <a:avLst/>
              <a:gdLst>
                <a:gd name="T0" fmla="*/ 238 w 750"/>
                <a:gd name="T1" fmla="*/ 410 h 483"/>
                <a:gd name="T2" fmla="*/ 260 w 750"/>
                <a:gd name="T3" fmla="*/ 439 h 483"/>
                <a:gd name="T4" fmla="*/ 256 w 750"/>
                <a:gd name="T5" fmla="*/ 482 h 483"/>
                <a:gd name="T6" fmla="*/ 230 w 750"/>
                <a:gd name="T7" fmla="*/ 454 h 483"/>
                <a:gd name="T8" fmla="*/ 255 w 750"/>
                <a:gd name="T9" fmla="*/ 473 h 483"/>
                <a:gd name="T10" fmla="*/ 249 w 750"/>
                <a:gd name="T11" fmla="*/ 443 h 483"/>
                <a:gd name="T12" fmla="*/ 234 w 750"/>
                <a:gd name="T13" fmla="*/ 401 h 483"/>
                <a:gd name="T14" fmla="*/ 260 w 750"/>
                <a:gd name="T15" fmla="*/ 397 h 483"/>
                <a:gd name="T16" fmla="*/ 28 w 750"/>
                <a:gd name="T17" fmla="*/ 433 h 483"/>
                <a:gd name="T18" fmla="*/ 13 w 750"/>
                <a:gd name="T19" fmla="*/ 428 h 483"/>
                <a:gd name="T20" fmla="*/ 0 w 750"/>
                <a:gd name="T21" fmla="*/ 419 h 483"/>
                <a:gd name="T22" fmla="*/ 37 w 750"/>
                <a:gd name="T23" fmla="*/ 447 h 483"/>
                <a:gd name="T24" fmla="*/ 123 w 750"/>
                <a:gd name="T25" fmla="*/ 381 h 483"/>
                <a:gd name="T26" fmla="*/ 160 w 750"/>
                <a:gd name="T27" fmla="*/ 436 h 483"/>
                <a:gd name="T28" fmla="*/ 224 w 750"/>
                <a:gd name="T29" fmla="*/ 423 h 483"/>
                <a:gd name="T30" fmla="*/ 193 w 750"/>
                <a:gd name="T31" fmla="*/ 391 h 483"/>
                <a:gd name="T32" fmla="*/ 216 w 750"/>
                <a:gd name="T33" fmla="*/ 409 h 483"/>
                <a:gd name="T34" fmla="*/ 278 w 750"/>
                <a:gd name="T35" fmla="*/ 482 h 483"/>
                <a:gd name="T36" fmla="*/ 351 w 750"/>
                <a:gd name="T37" fmla="*/ 426 h 483"/>
                <a:gd name="T38" fmla="*/ 437 w 750"/>
                <a:gd name="T39" fmla="*/ 430 h 483"/>
                <a:gd name="T40" fmla="*/ 411 w 750"/>
                <a:gd name="T41" fmla="*/ 359 h 483"/>
                <a:gd name="T42" fmla="*/ 388 w 750"/>
                <a:gd name="T43" fmla="*/ 381 h 483"/>
                <a:gd name="T44" fmla="*/ 423 w 750"/>
                <a:gd name="T45" fmla="*/ 447 h 483"/>
                <a:gd name="T46" fmla="*/ 405 w 750"/>
                <a:gd name="T47" fmla="*/ 417 h 483"/>
                <a:gd name="T48" fmla="*/ 401 w 750"/>
                <a:gd name="T49" fmla="*/ 366 h 483"/>
                <a:gd name="T50" fmla="*/ 427 w 750"/>
                <a:gd name="T51" fmla="*/ 408 h 483"/>
                <a:gd name="T52" fmla="*/ 448 w 750"/>
                <a:gd name="T53" fmla="*/ 334 h 483"/>
                <a:gd name="T54" fmla="*/ 498 w 750"/>
                <a:gd name="T55" fmla="*/ 301 h 483"/>
                <a:gd name="T56" fmla="*/ 551 w 750"/>
                <a:gd name="T57" fmla="*/ 375 h 483"/>
                <a:gd name="T58" fmla="*/ 583 w 750"/>
                <a:gd name="T59" fmla="*/ 330 h 483"/>
                <a:gd name="T60" fmla="*/ 544 w 750"/>
                <a:gd name="T61" fmla="*/ 279 h 483"/>
                <a:gd name="T62" fmla="*/ 565 w 750"/>
                <a:gd name="T63" fmla="*/ 265 h 483"/>
                <a:gd name="T64" fmla="*/ 537 w 750"/>
                <a:gd name="T65" fmla="*/ 269 h 483"/>
                <a:gd name="T66" fmla="*/ 572 w 750"/>
                <a:gd name="T67" fmla="*/ 333 h 483"/>
                <a:gd name="T68" fmla="*/ 602 w 750"/>
                <a:gd name="T69" fmla="*/ 327 h 483"/>
                <a:gd name="T70" fmla="*/ 589 w 750"/>
                <a:gd name="T71" fmla="*/ 271 h 483"/>
                <a:gd name="T72" fmla="*/ 650 w 750"/>
                <a:gd name="T73" fmla="*/ 233 h 483"/>
                <a:gd name="T74" fmla="*/ 668 w 750"/>
                <a:gd name="T75" fmla="*/ 220 h 483"/>
                <a:gd name="T76" fmla="*/ 613 w 750"/>
                <a:gd name="T77" fmla="*/ 169 h 483"/>
                <a:gd name="T78" fmla="*/ 644 w 750"/>
                <a:gd name="T79" fmla="*/ 157 h 483"/>
                <a:gd name="T80" fmla="*/ 690 w 750"/>
                <a:gd name="T81" fmla="*/ 213 h 483"/>
                <a:gd name="T82" fmla="*/ 658 w 750"/>
                <a:gd name="T83" fmla="*/ 175 h 483"/>
                <a:gd name="T84" fmla="*/ 620 w 750"/>
                <a:gd name="T85" fmla="*/ 169 h 483"/>
                <a:gd name="T86" fmla="*/ 664 w 750"/>
                <a:gd name="T87" fmla="*/ 208 h 483"/>
                <a:gd name="T88" fmla="*/ 710 w 750"/>
                <a:gd name="T89" fmla="*/ 149 h 483"/>
                <a:gd name="T90" fmla="*/ 697 w 750"/>
                <a:gd name="T91" fmla="*/ 143 h 483"/>
                <a:gd name="T92" fmla="*/ 641 w 750"/>
                <a:gd name="T93" fmla="*/ 104 h 483"/>
                <a:gd name="T94" fmla="*/ 692 w 750"/>
                <a:gd name="T95" fmla="*/ 96 h 483"/>
                <a:gd name="T96" fmla="*/ 709 w 750"/>
                <a:gd name="T97" fmla="*/ 135 h 483"/>
                <a:gd name="T98" fmla="*/ 650 w 750"/>
                <a:gd name="T99" fmla="*/ 108 h 483"/>
                <a:gd name="T100" fmla="*/ 667 w 750"/>
                <a:gd name="T101" fmla="*/ 97 h 483"/>
                <a:gd name="T102" fmla="*/ 718 w 750"/>
                <a:gd name="T103" fmla="*/ 126 h 483"/>
                <a:gd name="T104" fmla="*/ 706 w 750"/>
                <a:gd name="T105" fmla="*/ 61 h 483"/>
                <a:gd name="T106" fmla="*/ 732 w 750"/>
                <a:gd name="T107" fmla="*/ 81 h 483"/>
                <a:gd name="T108" fmla="*/ 669 w 750"/>
                <a:gd name="T109" fmla="*/ 73 h 483"/>
                <a:gd name="T110" fmla="*/ 673 w 750"/>
                <a:gd name="T111" fmla="*/ 53 h 483"/>
                <a:gd name="T112" fmla="*/ 654 w 750"/>
                <a:gd name="T113" fmla="*/ 62 h 483"/>
                <a:gd name="T114" fmla="*/ 698 w 750"/>
                <a:gd name="T115" fmla="*/ 91 h 483"/>
                <a:gd name="T116" fmla="*/ 741 w 750"/>
                <a:gd name="T117" fmla="*/ 77 h 483"/>
                <a:gd name="T118" fmla="*/ 662 w 750"/>
                <a:gd name="T119" fmla="*/ 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50" h="483">
                  <a:moveTo>
                    <a:pt x="265" y="417"/>
                  </a:moveTo>
                  <a:lnTo>
                    <a:pt x="258" y="417"/>
                  </a:lnTo>
                  <a:lnTo>
                    <a:pt x="258" y="414"/>
                  </a:lnTo>
                  <a:lnTo>
                    <a:pt x="257" y="411"/>
                  </a:lnTo>
                  <a:lnTo>
                    <a:pt x="257" y="408"/>
                  </a:lnTo>
                  <a:lnTo>
                    <a:pt x="256" y="405"/>
                  </a:lnTo>
                  <a:lnTo>
                    <a:pt x="255" y="404"/>
                  </a:lnTo>
                  <a:lnTo>
                    <a:pt x="253" y="403"/>
                  </a:lnTo>
                  <a:lnTo>
                    <a:pt x="251" y="401"/>
                  </a:lnTo>
                  <a:lnTo>
                    <a:pt x="249" y="401"/>
                  </a:lnTo>
                  <a:lnTo>
                    <a:pt x="246" y="401"/>
                  </a:lnTo>
                  <a:lnTo>
                    <a:pt x="244" y="402"/>
                  </a:lnTo>
                  <a:lnTo>
                    <a:pt x="241" y="404"/>
                  </a:lnTo>
                  <a:lnTo>
                    <a:pt x="241" y="405"/>
                  </a:lnTo>
                  <a:lnTo>
                    <a:pt x="239" y="408"/>
                  </a:lnTo>
                  <a:lnTo>
                    <a:pt x="238" y="410"/>
                  </a:lnTo>
                  <a:lnTo>
                    <a:pt x="238" y="414"/>
                  </a:lnTo>
                  <a:lnTo>
                    <a:pt x="238" y="417"/>
                  </a:lnTo>
                  <a:lnTo>
                    <a:pt x="238" y="420"/>
                  </a:lnTo>
                  <a:lnTo>
                    <a:pt x="238" y="421"/>
                  </a:lnTo>
                  <a:lnTo>
                    <a:pt x="238" y="423"/>
                  </a:lnTo>
                  <a:lnTo>
                    <a:pt x="239" y="425"/>
                  </a:lnTo>
                  <a:lnTo>
                    <a:pt x="240" y="426"/>
                  </a:lnTo>
                  <a:lnTo>
                    <a:pt x="241" y="428"/>
                  </a:lnTo>
                  <a:lnTo>
                    <a:pt x="242" y="429"/>
                  </a:lnTo>
                  <a:lnTo>
                    <a:pt x="244" y="430"/>
                  </a:lnTo>
                  <a:lnTo>
                    <a:pt x="245" y="431"/>
                  </a:lnTo>
                  <a:lnTo>
                    <a:pt x="249" y="433"/>
                  </a:lnTo>
                  <a:lnTo>
                    <a:pt x="251" y="434"/>
                  </a:lnTo>
                  <a:lnTo>
                    <a:pt x="253" y="434"/>
                  </a:lnTo>
                  <a:lnTo>
                    <a:pt x="257" y="437"/>
                  </a:lnTo>
                  <a:lnTo>
                    <a:pt x="260" y="439"/>
                  </a:lnTo>
                  <a:lnTo>
                    <a:pt x="262" y="442"/>
                  </a:lnTo>
                  <a:lnTo>
                    <a:pt x="264" y="444"/>
                  </a:lnTo>
                  <a:lnTo>
                    <a:pt x="265" y="447"/>
                  </a:lnTo>
                  <a:lnTo>
                    <a:pt x="266" y="450"/>
                  </a:lnTo>
                  <a:lnTo>
                    <a:pt x="267" y="454"/>
                  </a:lnTo>
                  <a:lnTo>
                    <a:pt x="267" y="458"/>
                  </a:lnTo>
                  <a:lnTo>
                    <a:pt x="266" y="463"/>
                  </a:lnTo>
                  <a:lnTo>
                    <a:pt x="265" y="469"/>
                  </a:lnTo>
                  <a:lnTo>
                    <a:pt x="265" y="471"/>
                  </a:lnTo>
                  <a:lnTo>
                    <a:pt x="264" y="473"/>
                  </a:lnTo>
                  <a:lnTo>
                    <a:pt x="263" y="475"/>
                  </a:lnTo>
                  <a:lnTo>
                    <a:pt x="261" y="477"/>
                  </a:lnTo>
                  <a:lnTo>
                    <a:pt x="261" y="478"/>
                  </a:lnTo>
                  <a:lnTo>
                    <a:pt x="259" y="479"/>
                  </a:lnTo>
                  <a:lnTo>
                    <a:pt x="257" y="481"/>
                  </a:lnTo>
                  <a:lnTo>
                    <a:pt x="256" y="482"/>
                  </a:lnTo>
                  <a:lnTo>
                    <a:pt x="254" y="482"/>
                  </a:lnTo>
                  <a:lnTo>
                    <a:pt x="253" y="483"/>
                  </a:lnTo>
                  <a:lnTo>
                    <a:pt x="250" y="483"/>
                  </a:lnTo>
                  <a:lnTo>
                    <a:pt x="248" y="483"/>
                  </a:lnTo>
                  <a:lnTo>
                    <a:pt x="245" y="483"/>
                  </a:lnTo>
                  <a:lnTo>
                    <a:pt x="242" y="482"/>
                  </a:lnTo>
                  <a:lnTo>
                    <a:pt x="240" y="482"/>
                  </a:lnTo>
                  <a:lnTo>
                    <a:pt x="237" y="481"/>
                  </a:lnTo>
                  <a:lnTo>
                    <a:pt x="236" y="478"/>
                  </a:lnTo>
                  <a:lnTo>
                    <a:pt x="234" y="476"/>
                  </a:lnTo>
                  <a:lnTo>
                    <a:pt x="232" y="474"/>
                  </a:lnTo>
                  <a:lnTo>
                    <a:pt x="231" y="470"/>
                  </a:lnTo>
                  <a:lnTo>
                    <a:pt x="231" y="468"/>
                  </a:lnTo>
                  <a:lnTo>
                    <a:pt x="230" y="464"/>
                  </a:lnTo>
                  <a:lnTo>
                    <a:pt x="230" y="459"/>
                  </a:lnTo>
                  <a:lnTo>
                    <a:pt x="230" y="454"/>
                  </a:lnTo>
                  <a:lnTo>
                    <a:pt x="236" y="454"/>
                  </a:lnTo>
                  <a:lnTo>
                    <a:pt x="236" y="459"/>
                  </a:lnTo>
                  <a:lnTo>
                    <a:pt x="236" y="464"/>
                  </a:lnTo>
                  <a:lnTo>
                    <a:pt x="237" y="467"/>
                  </a:lnTo>
                  <a:lnTo>
                    <a:pt x="239" y="470"/>
                  </a:lnTo>
                  <a:lnTo>
                    <a:pt x="240" y="471"/>
                  </a:lnTo>
                  <a:lnTo>
                    <a:pt x="241" y="473"/>
                  </a:lnTo>
                  <a:lnTo>
                    <a:pt x="241" y="474"/>
                  </a:lnTo>
                  <a:lnTo>
                    <a:pt x="243" y="474"/>
                  </a:lnTo>
                  <a:lnTo>
                    <a:pt x="244" y="474"/>
                  </a:lnTo>
                  <a:lnTo>
                    <a:pt x="245" y="475"/>
                  </a:lnTo>
                  <a:lnTo>
                    <a:pt x="247" y="475"/>
                  </a:lnTo>
                  <a:lnTo>
                    <a:pt x="249" y="475"/>
                  </a:lnTo>
                  <a:lnTo>
                    <a:pt x="251" y="475"/>
                  </a:lnTo>
                  <a:lnTo>
                    <a:pt x="253" y="474"/>
                  </a:lnTo>
                  <a:lnTo>
                    <a:pt x="255" y="473"/>
                  </a:lnTo>
                  <a:lnTo>
                    <a:pt x="257" y="471"/>
                  </a:lnTo>
                  <a:lnTo>
                    <a:pt x="258" y="469"/>
                  </a:lnTo>
                  <a:lnTo>
                    <a:pt x="259" y="466"/>
                  </a:lnTo>
                  <a:lnTo>
                    <a:pt x="260" y="463"/>
                  </a:lnTo>
                  <a:lnTo>
                    <a:pt x="260" y="460"/>
                  </a:lnTo>
                  <a:lnTo>
                    <a:pt x="260" y="457"/>
                  </a:lnTo>
                  <a:lnTo>
                    <a:pt x="259" y="454"/>
                  </a:lnTo>
                  <a:lnTo>
                    <a:pt x="258" y="453"/>
                  </a:lnTo>
                  <a:lnTo>
                    <a:pt x="257" y="450"/>
                  </a:lnTo>
                  <a:lnTo>
                    <a:pt x="257" y="449"/>
                  </a:lnTo>
                  <a:lnTo>
                    <a:pt x="255" y="447"/>
                  </a:lnTo>
                  <a:lnTo>
                    <a:pt x="253" y="446"/>
                  </a:lnTo>
                  <a:lnTo>
                    <a:pt x="251" y="445"/>
                  </a:lnTo>
                  <a:lnTo>
                    <a:pt x="251" y="445"/>
                  </a:lnTo>
                  <a:lnTo>
                    <a:pt x="250" y="444"/>
                  </a:lnTo>
                  <a:lnTo>
                    <a:pt x="249" y="443"/>
                  </a:lnTo>
                  <a:lnTo>
                    <a:pt x="246" y="442"/>
                  </a:lnTo>
                  <a:lnTo>
                    <a:pt x="241" y="439"/>
                  </a:lnTo>
                  <a:lnTo>
                    <a:pt x="238" y="437"/>
                  </a:lnTo>
                  <a:lnTo>
                    <a:pt x="236" y="436"/>
                  </a:lnTo>
                  <a:lnTo>
                    <a:pt x="234" y="434"/>
                  </a:lnTo>
                  <a:lnTo>
                    <a:pt x="233" y="432"/>
                  </a:lnTo>
                  <a:lnTo>
                    <a:pt x="232" y="430"/>
                  </a:lnTo>
                  <a:lnTo>
                    <a:pt x="232" y="427"/>
                  </a:lnTo>
                  <a:lnTo>
                    <a:pt x="231" y="424"/>
                  </a:lnTo>
                  <a:lnTo>
                    <a:pt x="231" y="421"/>
                  </a:lnTo>
                  <a:lnTo>
                    <a:pt x="231" y="417"/>
                  </a:lnTo>
                  <a:lnTo>
                    <a:pt x="231" y="412"/>
                  </a:lnTo>
                  <a:lnTo>
                    <a:pt x="232" y="407"/>
                  </a:lnTo>
                  <a:lnTo>
                    <a:pt x="232" y="405"/>
                  </a:lnTo>
                  <a:lnTo>
                    <a:pt x="233" y="403"/>
                  </a:lnTo>
                  <a:lnTo>
                    <a:pt x="234" y="401"/>
                  </a:lnTo>
                  <a:lnTo>
                    <a:pt x="235" y="399"/>
                  </a:lnTo>
                  <a:lnTo>
                    <a:pt x="236" y="397"/>
                  </a:lnTo>
                  <a:lnTo>
                    <a:pt x="237" y="397"/>
                  </a:lnTo>
                  <a:lnTo>
                    <a:pt x="239" y="395"/>
                  </a:lnTo>
                  <a:lnTo>
                    <a:pt x="241" y="394"/>
                  </a:lnTo>
                  <a:lnTo>
                    <a:pt x="242" y="393"/>
                  </a:lnTo>
                  <a:lnTo>
                    <a:pt x="244" y="393"/>
                  </a:lnTo>
                  <a:lnTo>
                    <a:pt x="245" y="393"/>
                  </a:lnTo>
                  <a:lnTo>
                    <a:pt x="248" y="393"/>
                  </a:lnTo>
                  <a:lnTo>
                    <a:pt x="249" y="393"/>
                  </a:lnTo>
                  <a:lnTo>
                    <a:pt x="252" y="393"/>
                  </a:lnTo>
                  <a:lnTo>
                    <a:pt x="253" y="393"/>
                  </a:lnTo>
                  <a:lnTo>
                    <a:pt x="256" y="394"/>
                  </a:lnTo>
                  <a:lnTo>
                    <a:pt x="257" y="395"/>
                  </a:lnTo>
                  <a:lnTo>
                    <a:pt x="258" y="396"/>
                  </a:lnTo>
                  <a:lnTo>
                    <a:pt x="260" y="397"/>
                  </a:lnTo>
                  <a:lnTo>
                    <a:pt x="261" y="399"/>
                  </a:lnTo>
                  <a:lnTo>
                    <a:pt x="262" y="401"/>
                  </a:lnTo>
                  <a:lnTo>
                    <a:pt x="263" y="403"/>
                  </a:lnTo>
                  <a:lnTo>
                    <a:pt x="264" y="405"/>
                  </a:lnTo>
                  <a:lnTo>
                    <a:pt x="264" y="407"/>
                  </a:lnTo>
                  <a:lnTo>
                    <a:pt x="265" y="412"/>
                  </a:lnTo>
                  <a:lnTo>
                    <a:pt x="265" y="417"/>
                  </a:lnTo>
                  <a:lnTo>
                    <a:pt x="265" y="417"/>
                  </a:lnTo>
                  <a:close/>
                  <a:moveTo>
                    <a:pt x="16" y="438"/>
                  </a:moveTo>
                  <a:lnTo>
                    <a:pt x="18" y="438"/>
                  </a:lnTo>
                  <a:lnTo>
                    <a:pt x="20" y="438"/>
                  </a:lnTo>
                  <a:lnTo>
                    <a:pt x="21" y="437"/>
                  </a:lnTo>
                  <a:lnTo>
                    <a:pt x="23" y="436"/>
                  </a:lnTo>
                  <a:lnTo>
                    <a:pt x="24" y="435"/>
                  </a:lnTo>
                  <a:lnTo>
                    <a:pt x="27" y="434"/>
                  </a:lnTo>
                  <a:lnTo>
                    <a:pt x="28" y="433"/>
                  </a:lnTo>
                  <a:lnTo>
                    <a:pt x="29" y="431"/>
                  </a:lnTo>
                  <a:lnTo>
                    <a:pt x="30" y="430"/>
                  </a:lnTo>
                  <a:lnTo>
                    <a:pt x="32" y="428"/>
                  </a:lnTo>
                  <a:lnTo>
                    <a:pt x="32" y="425"/>
                  </a:lnTo>
                  <a:lnTo>
                    <a:pt x="34" y="423"/>
                  </a:lnTo>
                  <a:lnTo>
                    <a:pt x="58" y="358"/>
                  </a:lnTo>
                  <a:lnTo>
                    <a:pt x="51" y="355"/>
                  </a:lnTo>
                  <a:lnTo>
                    <a:pt x="27" y="420"/>
                  </a:lnTo>
                  <a:lnTo>
                    <a:pt x="25" y="423"/>
                  </a:lnTo>
                  <a:lnTo>
                    <a:pt x="24" y="425"/>
                  </a:lnTo>
                  <a:lnTo>
                    <a:pt x="23" y="426"/>
                  </a:lnTo>
                  <a:lnTo>
                    <a:pt x="20" y="428"/>
                  </a:lnTo>
                  <a:lnTo>
                    <a:pt x="19" y="429"/>
                  </a:lnTo>
                  <a:lnTo>
                    <a:pt x="17" y="429"/>
                  </a:lnTo>
                  <a:lnTo>
                    <a:pt x="15" y="429"/>
                  </a:lnTo>
                  <a:lnTo>
                    <a:pt x="13" y="428"/>
                  </a:lnTo>
                  <a:lnTo>
                    <a:pt x="12" y="427"/>
                  </a:lnTo>
                  <a:lnTo>
                    <a:pt x="10" y="425"/>
                  </a:lnTo>
                  <a:lnTo>
                    <a:pt x="9" y="424"/>
                  </a:lnTo>
                  <a:lnTo>
                    <a:pt x="8" y="421"/>
                  </a:lnTo>
                  <a:lnTo>
                    <a:pt x="8" y="419"/>
                  </a:lnTo>
                  <a:lnTo>
                    <a:pt x="8" y="417"/>
                  </a:lnTo>
                  <a:lnTo>
                    <a:pt x="8" y="414"/>
                  </a:lnTo>
                  <a:lnTo>
                    <a:pt x="8" y="411"/>
                  </a:lnTo>
                  <a:lnTo>
                    <a:pt x="33" y="346"/>
                  </a:lnTo>
                  <a:lnTo>
                    <a:pt x="26" y="342"/>
                  </a:lnTo>
                  <a:lnTo>
                    <a:pt x="2" y="407"/>
                  </a:lnTo>
                  <a:lnTo>
                    <a:pt x="1" y="410"/>
                  </a:lnTo>
                  <a:lnTo>
                    <a:pt x="0" y="412"/>
                  </a:lnTo>
                  <a:lnTo>
                    <a:pt x="0" y="414"/>
                  </a:lnTo>
                  <a:lnTo>
                    <a:pt x="0" y="417"/>
                  </a:lnTo>
                  <a:lnTo>
                    <a:pt x="0" y="419"/>
                  </a:lnTo>
                  <a:lnTo>
                    <a:pt x="0" y="421"/>
                  </a:lnTo>
                  <a:lnTo>
                    <a:pt x="0" y="423"/>
                  </a:lnTo>
                  <a:lnTo>
                    <a:pt x="1" y="425"/>
                  </a:lnTo>
                  <a:lnTo>
                    <a:pt x="3" y="428"/>
                  </a:lnTo>
                  <a:lnTo>
                    <a:pt x="4" y="430"/>
                  </a:lnTo>
                  <a:lnTo>
                    <a:pt x="5" y="432"/>
                  </a:lnTo>
                  <a:lnTo>
                    <a:pt x="7" y="434"/>
                  </a:lnTo>
                  <a:lnTo>
                    <a:pt x="8" y="435"/>
                  </a:lnTo>
                  <a:lnTo>
                    <a:pt x="11" y="436"/>
                  </a:lnTo>
                  <a:lnTo>
                    <a:pt x="14" y="438"/>
                  </a:lnTo>
                  <a:lnTo>
                    <a:pt x="16" y="438"/>
                  </a:lnTo>
                  <a:lnTo>
                    <a:pt x="16" y="438"/>
                  </a:lnTo>
                  <a:close/>
                  <a:moveTo>
                    <a:pt x="68" y="458"/>
                  </a:moveTo>
                  <a:lnTo>
                    <a:pt x="68" y="373"/>
                  </a:lnTo>
                  <a:lnTo>
                    <a:pt x="44" y="450"/>
                  </a:lnTo>
                  <a:lnTo>
                    <a:pt x="37" y="447"/>
                  </a:lnTo>
                  <a:lnTo>
                    <a:pt x="64" y="361"/>
                  </a:lnTo>
                  <a:lnTo>
                    <a:pt x="75" y="365"/>
                  </a:lnTo>
                  <a:lnTo>
                    <a:pt x="74" y="435"/>
                  </a:lnTo>
                  <a:lnTo>
                    <a:pt x="91" y="370"/>
                  </a:lnTo>
                  <a:lnTo>
                    <a:pt x="98" y="373"/>
                  </a:lnTo>
                  <a:lnTo>
                    <a:pt x="75" y="460"/>
                  </a:lnTo>
                  <a:lnTo>
                    <a:pt x="68" y="458"/>
                  </a:lnTo>
                  <a:lnTo>
                    <a:pt x="68" y="458"/>
                  </a:lnTo>
                  <a:close/>
                  <a:moveTo>
                    <a:pt x="92" y="466"/>
                  </a:moveTo>
                  <a:lnTo>
                    <a:pt x="111" y="377"/>
                  </a:lnTo>
                  <a:lnTo>
                    <a:pt x="104" y="375"/>
                  </a:lnTo>
                  <a:lnTo>
                    <a:pt x="84" y="463"/>
                  </a:lnTo>
                  <a:lnTo>
                    <a:pt x="92" y="466"/>
                  </a:lnTo>
                  <a:lnTo>
                    <a:pt x="92" y="466"/>
                  </a:lnTo>
                  <a:close/>
                  <a:moveTo>
                    <a:pt x="124" y="454"/>
                  </a:moveTo>
                  <a:lnTo>
                    <a:pt x="123" y="381"/>
                  </a:lnTo>
                  <a:lnTo>
                    <a:pt x="116" y="378"/>
                  </a:lnTo>
                  <a:lnTo>
                    <a:pt x="117" y="471"/>
                  </a:lnTo>
                  <a:lnTo>
                    <a:pt x="124" y="474"/>
                  </a:lnTo>
                  <a:lnTo>
                    <a:pt x="152" y="386"/>
                  </a:lnTo>
                  <a:lnTo>
                    <a:pt x="144" y="385"/>
                  </a:lnTo>
                  <a:lnTo>
                    <a:pt x="124" y="454"/>
                  </a:lnTo>
                  <a:lnTo>
                    <a:pt x="124" y="454"/>
                  </a:lnTo>
                  <a:close/>
                  <a:moveTo>
                    <a:pt x="146" y="477"/>
                  </a:moveTo>
                  <a:lnTo>
                    <a:pt x="157" y="387"/>
                  </a:lnTo>
                  <a:lnTo>
                    <a:pt x="187" y="392"/>
                  </a:lnTo>
                  <a:lnTo>
                    <a:pt x="186" y="401"/>
                  </a:lnTo>
                  <a:lnTo>
                    <a:pt x="164" y="397"/>
                  </a:lnTo>
                  <a:lnTo>
                    <a:pt x="160" y="426"/>
                  </a:lnTo>
                  <a:lnTo>
                    <a:pt x="177" y="429"/>
                  </a:lnTo>
                  <a:lnTo>
                    <a:pt x="176" y="438"/>
                  </a:lnTo>
                  <a:lnTo>
                    <a:pt x="160" y="436"/>
                  </a:lnTo>
                  <a:lnTo>
                    <a:pt x="155" y="469"/>
                  </a:lnTo>
                  <a:lnTo>
                    <a:pt x="179" y="472"/>
                  </a:lnTo>
                  <a:lnTo>
                    <a:pt x="177" y="481"/>
                  </a:lnTo>
                  <a:lnTo>
                    <a:pt x="146" y="477"/>
                  </a:lnTo>
                  <a:lnTo>
                    <a:pt x="146" y="477"/>
                  </a:lnTo>
                  <a:close/>
                  <a:moveTo>
                    <a:pt x="224" y="483"/>
                  </a:moveTo>
                  <a:lnTo>
                    <a:pt x="214" y="438"/>
                  </a:lnTo>
                  <a:lnTo>
                    <a:pt x="216" y="438"/>
                  </a:lnTo>
                  <a:lnTo>
                    <a:pt x="216" y="437"/>
                  </a:lnTo>
                  <a:lnTo>
                    <a:pt x="217" y="436"/>
                  </a:lnTo>
                  <a:lnTo>
                    <a:pt x="219" y="434"/>
                  </a:lnTo>
                  <a:lnTo>
                    <a:pt x="220" y="432"/>
                  </a:lnTo>
                  <a:lnTo>
                    <a:pt x="222" y="430"/>
                  </a:lnTo>
                  <a:lnTo>
                    <a:pt x="223" y="426"/>
                  </a:lnTo>
                  <a:lnTo>
                    <a:pt x="224" y="423"/>
                  </a:lnTo>
                  <a:lnTo>
                    <a:pt x="224" y="423"/>
                  </a:lnTo>
                  <a:lnTo>
                    <a:pt x="224" y="422"/>
                  </a:lnTo>
                  <a:lnTo>
                    <a:pt x="225" y="420"/>
                  </a:lnTo>
                  <a:lnTo>
                    <a:pt x="225" y="414"/>
                  </a:lnTo>
                  <a:lnTo>
                    <a:pt x="225" y="410"/>
                  </a:lnTo>
                  <a:lnTo>
                    <a:pt x="224" y="407"/>
                  </a:lnTo>
                  <a:lnTo>
                    <a:pt x="223" y="403"/>
                  </a:lnTo>
                  <a:lnTo>
                    <a:pt x="221" y="400"/>
                  </a:lnTo>
                  <a:lnTo>
                    <a:pt x="220" y="398"/>
                  </a:lnTo>
                  <a:lnTo>
                    <a:pt x="220" y="397"/>
                  </a:lnTo>
                  <a:lnTo>
                    <a:pt x="218" y="395"/>
                  </a:lnTo>
                  <a:lnTo>
                    <a:pt x="216" y="394"/>
                  </a:lnTo>
                  <a:lnTo>
                    <a:pt x="215" y="393"/>
                  </a:lnTo>
                  <a:lnTo>
                    <a:pt x="213" y="393"/>
                  </a:lnTo>
                  <a:lnTo>
                    <a:pt x="211" y="392"/>
                  </a:lnTo>
                  <a:lnTo>
                    <a:pt x="209" y="392"/>
                  </a:lnTo>
                  <a:lnTo>
                    <a:pt x="193" y="391"/>
                  </a:lnTo>
                  <a:lnTo>
                    <a:pt x="189" y="482"/>
                  </a:lnTo>
                  <a:lnTo>
                    <a:pt x="197" y="482"/>
                  </a:lnTo>
                  <a:lnTo>
                    <a:pt x="199" y="439"/>
                  </a:lnTo>
                  <a:lnTo>
                    <a:pt x="206" y="440"/>
                  </a:lnTo>
                  <a:lnTo>
                    <a:pt x="216" y="483"/>
                  </a:lnTo>
                  <a:lnTo>
                    <a:pt x="224" y="483"/>
                  </a:lnTo>
                  <a:lnTo>
                    <a:pt x="224" y="483"/>
                  </a:lnTo>
                  <a:close/>
                  <a:moveTo>
                    <a:pt x="199" y="430"/>
                  </a:moveTo>
                  <a:lnTo>
                    <a:pt x="200" y="401"/>
                  </a:lnTo>
                  <a:lnTo>
                    <a:pt x="208" y="401"/>
                  </a:lnTo>
                  <a:lnTo>
                    <a:pt x="209" y="401"/>
                  </a:lnTo>
                  <a:lnTo>
                    <a:pt x="212" y="402"/>
                  </a:lnTo>
                  <a:lnTo>
                    <a:pt x="213" y="403"/>
                  </a:lnTo>
                  <a:lnTo>
                    <a:pt x="214" y="405"/>
                  </a:lnTo>
                  <a:lnTo>
                    <a:pt x="216" y="407"/>
                  </a:lnTo>
                  <a:lnTo>
                    <a:pt x="216" y="409"/>
                  </a:lnTo>
                  <a:lnTo>
                    <a:pt x="216" y="412"/>
                  </a:lnTo>
                  <a:lnTo>
                    <a:pt x="216" y="415"/>
                  </a:lnTo>
                  <a:lnTo>
                    <a:pt x="216" y="418"/>
                  </a:lnTo>
                  <a:lnTo>
                    <a:pt x="216" y="421"/>
                  </a:lnTo>
                  <a:lnTo>
                    <a:pt x="214" y="425"/>
                  </a:lnTo>
                  <a:lnTo>
                    <a:pt x="213" y="427"/>
                  </a:lnTo>
                  <a:lnTo>
                    <a:pt x="212" y="429"/>
                  </a:lnTo>
                  <a:lnTo>
                    <a:pt x="210" y="430"/>
                  </a:lnTo>
                  <a:lnTo>
                    <a:pt x="208" y="430"/>
                  </a:lnTo>
                  <a:lnTo>
                    <a:pt x="206" y="430"/>
                  </a:lnTo>
                  <a:lnTo>
                    <a:pt x="199" y="430"/>
                  </a:lnTo>
                  <a:lnTo>
                    <a:pt x="199" y="430"/>
                  </a:lnTo>
                  <a:close/>
                  <a:moveTo>
                    <a:pt x="285" y="481"/>
                  </a:moveTo>
                  <a:lnTo>
                    <a:pt x="278" y="390"/>
                  </a:lnTo>
                  <a:lnTo>
                    <a:pt x="270" y="391"/>
                  </a:lnTo>
                  <a:lnTo>
                    <a:pt x="278" y="482"/>
                  </a:lnTo>
                  <a:lnTo>
                    <a:pt x="285" y="481"/>
                  </a:lnTo>
                  <a:lnTo>
                    <a:pt x="285" y="481"/>
                  </a:lnTo>
                  <a:close/>
                  <a:moveTo>
                    <a:pt x="282" y="398"/>
                  </a:moveTo>
                  <a:lnTo>
                    <a:pt x="282" y="389"/>
                  </a:lnTo>
                  <a:lnTo>
                    <a:pt x="318" y="385"/>
                  </a:lnTo>
                  <a:lnTo>
                    <a:pt x="319" y="393"/>
                  </a:lnTo>
                  <a:lnTo>
                    <a:pt x="305" y="395"/>
                  </a:lnTo>
                  <a:lnTo>
                    <a:pt x="314" y="477"/>
                  </a:lnTo>
                  <a:lnTo>
                    <a:pt x="307" y="478"/>
                  </a:lnTo>
                  <a:lnTo>
                    <a:pt x="297" y="397"/>
                  </a:lnTo>
                  <a:lnTo>
                    <a:pt x="282" y="398"/>
                  </a:lnTo>
                  <a:lnTo>
                    <a:pt x="282" y="398"/>
                  </a:lnTo>
                  <a:close/>
                  <a:moveTo>
                    <a:pt x="344" y="428"/>
                  </a:moveTo>
                  <a:lnTo>
                    <a:pt x="353" y="470"/>
                  </a:lnTo>
                  <a:lnTo>
                    <a:pt x="361" y="468"/>
                  </a:lnTo>
                  <a:lnTo>
                    <a:pt x="351" y="426"/>
                  </a:lnTo>
                  <a:lnTo>
                    <a:pt x="357" y="374"/>
                  </a:lnTo>
                  <a:lnTo>
                    <a:pt x="350" y="377"/>
                  </a:lnTo>
                  <a:lnTo>
                    <a:pt x="345" y="416"/>
                  </a:lnTo>
                  <a:lnTo>
                    <a:pt x="329" y="381"/>
                  </a:lnTo>
                  <a:lnTo>
                    <a:pt x="322" y="384"/>
                  </a:lnTo>
                  <a:lnTo>
                    <a:pt x="344" y="428"/>
                  </a:lnTo>
                  <a:lnTo>
                    <a:pt x="344" y="428"/>
                  </a:lnTo>
                  <a:close/>
                  <a:moveTo>
                    <a:pt x="427" y="446"/>
                  </a:moveTo>
                  <a:lnTo>
                    <a:pt x="429" y="445"/>
                  </a:lnTo>
                  <a:lnTo>
                    <a:pt x="431" y="443"/>
                  </a:lnTo>
                  <a:lnTo>
                    <a:pt x="433" y="442"/>
                  </a:lnTo>
                  <a:lnTo>
                    <a:pt x="434" y="440"/>
                  </a:lnTo>
                  <a:lnTo>
                    <a:pt x="436" y="438"/>
                  </a:lnTo>
                  <a:lnTo>
                    <a:pt x="437" y="436"/>
                  </a:lnTo>
                  <a:lnTo>
                    <a:pt x="437" y="433"/>
                  </a:lnTo>
                  <a:lnTo>
                    <a:pt x="437" y="430"/>
                  </a:lnTo>
                  <a:lnTo>
                    <a:pt x="438" y="427"/>
                  </a:lnTo>
                  <a:lnTo>
                    <a:pt x="437" y="423"/>
                  </a:lnTo>
                  <a:lnTo>
                    <a:pt x="437" y="419"/>
                  </a:lnTo>
                  <a:lnTo>
                    <a:pt x="436" y="414"/>
                  </a:lnTo>
                  <a:lnTo>
                    <a:pt x="433" y="403"/>
                  </a:lnTo>
                  <a:lnTo>
                    <a:pt x="431" y="393"/>
                  </a:lnTo>
                  <a:lnTo>
                    <a:pt x="429" y="388"/>
                  </a:lnTo>
                  <a:lnTo>
                    <a:pt x="427" y="383"/>
                  </a:lnTo>
                  <a:lnTo>
                    <a:pt x="425" y="379"/>
                  </a:lnTo>
                  <a:lnTo>
                    <a:pt x="423" y="374"/>
                  </a:lnTo>
                  <a:lnTo>
                    <a:pt x="421" y="370"/>
                  </a:lnTo>
                  <a:lnTo>
                    <a:pt x="419" y="367"/>
                  </a:lnTo>
                  <a:lnTo>
                    <a:pt x="417" y="364"/>
                  </a:lnTo>
                  <a:lnTo>
                    <a:pt x="415" y="362"/>
                  </a:lnTo>
                  <a:lnTo>
                    <a:pt x="413" y="360"/>
                  </a:lnTo>
                  <a:lnTo>
                    <a:pt x="411" y="359"/>
                  </a:lnTo>
                  <a:lnTo>
                    <a:pt x="409" y="358"/>
                  </a:lnTo>
                  <a:lnTo>
                    <a:pt x="407" y="357"/>
                  </a:lnTo>
                  <a:lnTo>
                    <a:pt x="405" y="357"/>
                  </a:lnTo>
                  <a:lnTo>
                    <a:pt x="403" y="357"/>
                  </a:lnTo>
                  <a:lnTo>
                    <a:pt x="401" y="357"/>
                  </a:lnTo>
                  <a:lnTo>
                    <a:pt x="398" y="358"/>
                  </a:lnTo>
                  <a:lnTo>
                    <a:pt x="396" y="360"/>
                  </a:lnTo>
                  <a:lnTo>
                    <a:pt x="394" y="361"/>
                  </a:lnTo>
                  <a:lnTo>
                    <a:pt x="393" y="362"/>
                  </a:lnTo>
                  <a:lnTo>
                    <a:pt x="391" y="364"/>
                  </a:lnTo>
                  <a:lnTo>
                    <a:pt x="390" y="366"/>
                  </a:lnTo>
                  <a:lnTo>
                    <a:pt x="389" y="369"/>
                  </a:lnTo>
                  <a:lnTo>
                    <a:pt x="388" y="371"/>
                  </a:lnTo>
                  <a:lnTo>
                    <a:pt x="388" y="374"/>
                  </a:lnTo>
                  <a:lnTo>
                    <a:pt x="388" y="377"/>
                  </a:lnTo>
                  <a:lnTo>
                    <a:pt x="388" y="381"/>
                  </a:lnTo>
                  <a:lnTo>
                    <a:pt x="389" y="385"/>
                  </a:lnTo>
                  <a:lnTo>
                    <a:pt x="389" y="389"/>
                  </a:lnTo>
                  <a:lnTo>
                    <a:pt x="392" y="399"/>
                  </a:lnTo>
                  <a:lnTo>
                    <a:pt x="395" y="409"/>
                  </a:lnTo>
                  <a:lnTo>
                    <a:pt x="398" y="419"/>
                  </a:lnTo>
                  <a:lnTo>
                    <a:pt x="402" y="429"/>
                  </a:lnTo>
                  <a:lnTo>
                    <a:pt x="405" y="433"/>
                  </a:lnTo>
                  <a:lnTo>
                    <a:pt x="407" y="437"/>
                  </a:lnTo>
                  <a:lnTo>
                    <a:pt x="409" y="440"/>
                  </a:lnTo>
                  <a:lnTo>
                    <a:pt x="410" y="442"/>
                  </a:lnTo>
                  <a:lnTo>
                    <a:pt x="413" y="444"/>
                  </a:lnTo>
                  <a:lnTo>
                    <a:pt x="414" y="446"/>
                  </a:lnTo>
                  <a:lnTo>
                    <a:pt x="416" y="446"/>
                  </a:lnTo>
                  <a:lnTo>
                    <a:pt x="418" y="447"/>
                  </a:lnTo>
                  <a:lnTo>
                    <a:pt x="421" y="447"/>
                  </a:lnTo>
                  <a:lnTo>
                    <a:pt x="423" y="447"/>
                  </a:lnTo>
                  <a:lnTo>
                    <a:pt x="425" y="446"/>
                  </a:lnTo>
                  <a:lnTo>
                    <a:pt x="427" y="446"/>
                  </a:lnTo>
                  <a:lnTo>
                    <a:pt x="427" y="446"/>
                  </a:lnTo>
                  <a:close/>
                  <a:moveTo>
                    <a:pt x="425" y="438"/>
                  </a:moveTo>
                  <a:lnTo>
                    <a:pt x="422" y="438"/>
                  </a:lnTo>
                  <a:lnTo>
                    <a:pt x="421" y="438"/>
                  </a:lnTo>
                  <a:lnTo>
                    <a:pt x="419" y="438"/>
                  </a:lnTo>
                  <a:lnTo>
                    <a:pt x="417" y="438"/>
                  </a:lnTo>
                  <a:lnTo>
                    <a:pt x="417" y="437"/>
                  </a:lnTo>
                  <a:lnTo>
                    <a:pt x="416" y="436"/>
                  </a:lnTo>
                  <a:lnTo>
                    <a:pt x="414" y="434"/>
                  </a:lnTo>
                  <a:lnTo>
                    <a:pt x="413" y="432"/>
                  </a:lnTo>
                  <a:lnTo>
                    <a:pt x="411" y="430"/>
                  </a:lnTo>
                  <a:lnTo>
                    <a:pt x="410" y="427"/>
                  </a:lnTo>
                  <a:lnTo>
                    <a:pt x="408" y="423"/>
                  </a:lnTo>
                  <a:lnTo>
                    <a:pt x="405" y="417"/>
                  </a:lnTo>
                  <a:lnTo>
                    <a:pt x="404" y="411"/>
                  </a:lnTo>
                  <a:lnTo>
                    <a:pt x="401" y="405"/>
                  </a:lnTo>
                  <a:lnTo>
                    <a:pt x="400" y="401"/>
                  </a:lnTo>
                  <a:lnTo>
                    <a:pt x="398" y="395"/>
                  </a:lnTo>
                  <a:lnTo>
                    <a:pt x="397" y="389"/>
                  </a:lnTo>
                  <a:lnTo>
                    <a:pt x="396" y="386"/>
                  </a:lnTo>
                  <a:lnTo>
                    <a:pt x="396" y="382"/>
                  </a:lnTo>
                  <a:lnTo>
                    <a:pt x="395" y="380"/>
                  </a:lnTo>
                  <a:lnTo>
                    <a:pt x="395" y="377"/>
                  </a:lnTo>
                  <a:lnTo>
                    <a:pt x="396" y="375"/>
                  </a:lnTo>
                  <a:lnTo>
                    <a:pt x="396" y="373"/>
                  </a:lnTo>
                  <a:lnTo>
                    <a:pt x="396" y="372"/>
                  </a:lnTo>
                  <a:lnTo>
                    <a:pt x="397" y="370"/>
                  </a:lnTo>
                  <a:lnTo>
                    <a:pt x="397" y="369"/>
                  </a:lnTo>
                  <a:lnTo>
                    <a:pt x="399" y="368"/>
                  </a:lnTo>
                  <a:lnTo>
                    <a:pt x="401" y="366"/>
                  </a:lnTo>
                  <a:lnTo>
                    <a:pt x="403" y="365"/>
                  </a:lnTo>
                  <a:lnTo>
                    <a:pt x="405" y="365"/>
                  </a:lnTo>
                  <a:lnTo>
                    <a:pt x="407" y="366"/>
                  </a:lnTo>
                  <a:lnTo>
                    <a:pt x="408" y="367"/>
                  </a:lnTo>
                  <a:lnTo>
                    <a:pt x="409" y="368"/>
                  </a:lnTo>
                  <a:lnTo>
                    <a:pt x="410" y="369"/>
                  </a:lnTo>
                  <a:lnTo>
                    <a:pt x="412" y="370"/>
                  </a:lnTo>
                  <a:lnTo>
                    <a:pt x="413" y="372"/>
                  </a:lnTo>
                  <a:lnTo>
                    <a:pt x="414" y="374"/>
                  </a:lnTo>
                  <a:lnTo>
                    <a:pt x="416" y="377"/>
                  </a:lnTo>
                  <a:lnTo>
                    <a:pt x="417" y="381"/>
                  </a:lnTo>
                  <a:lnTo>
                    <a:pt x="420" y="385"/>
                  </a:lnTo>
                  <a:lnTo>
                    <a:pt x="421" y="391"/>
                  </a:lnTo>
                  <a:lnTo>
                    <a:pt x="423" y="396"/>
                  </a:lnTo>
                  <a:lnTo>
                    <a:pt x="425" y="401"/>
                  </a:lnTo>
                  <a:lnTo>
                    <a:pt x="427" y="408"/>
                  </a:lnTo>
                  <a:lnTo>
                    <a:pt x="429" y="414"/>
                  </a:lnTo>
                  <a:lnTo>
                    <a:pt x="429" y="418"/>
                  </a:lnTo>
                  <a:lnTo>
                    <a:pt x="430" y="421"/>
                  </a:lnTo>
                  <a:lnTo>
                    <a:pt x="430" y="425"/>
                  </a:lnTo>
                  <a:lnTo>
                    <a:pt x="430" y="427"/>
                  </a:lnTo>
                  <a:lnTo>
                    <a:pt x="430" y="429"/>
                  </a:lnTo>
                  <a:lnTo>
                    <a:pt x="430" y="431"/>
                  </a:lnTo>
                  <a:lnTo>
                    <a:pt x="429" y="433"/>
                  </a:lnTo>
                  <a:lnTo>
                    <a:pt x="429" y="434"/>
                  </a:lnTo>
                  <a:lnTo>
                    <a:pt x="429" y="435"/>
                  </a:lnTo>
                  <a:lnTo>
                    <a:pt x="427" y="437"/>
                  </a:lnTo>
                  <a:lnTo>
                    <a:pt x="425" y="438"/>
                  </a:lnTo>
                  <a:lnTo>
                    <a:pt x="425" y="438"/>
                  </a:lnTo>
                  <a:close/>
                  <a:moveTo>
                    <a:pt x="454" y="434"/>
                  </a:moveTo>
                  <a:lnTo>
                    <a:pt x="421" y="349"/>
                  </a:lnTo>
                  <a:lnTo>
                    <a:pt x="448" y="334"/>
                  </a:lnTo>
                  <a:lnTo>
                    <a:pt x="452" y="343"/>
                  </a:lnTo>
                  <a:lnTo>
                    <a:pt x="431" y="353"/>
                  </a:lnTo>
                  <a:lnTo>
                    <a:pt x="441" y="377"/>
                  </a:lnTo>
                  <a:lnTo>
                    <a:pt x="459" y="367"/>
                  </a:lnTo>
                  <a:lnTo>
                    <a:pt x="462" y="375"/>
                  </a:lnTo>
                  <a:lnTo>
                    <a:pt x="444" y="385"/>
                  </a:lnTo>
                  <a:lnTo>
                    <a:pt x="461" y="430"/>
                  </a:lnTo>
                  <a:lnTo>
                    <a:pt x="454" y="434"/>
                  </a:lnTo>
                  <a:lnTo>
                    <a:pt x="454" y="434"/>
                  </a:lnTo>
                  <a:close/>
                  <a:moveTo>
                    <a:pt x="471" y="330"/>
                  </a:moveTo>
                  <a:lnTo>
                    <a:pt x="484" y="321"/>
                  </a:lnTo>
                  <a:lnTo>
                    <a:pt x="526" y="392"/>
                  </a:lnTo>
                  <a:lnTo>
                    <a:pt x="533" y="388"/>
                  </a:lnTo>
                  <a:lnTo>
                    <a:pt x="490" y="317"/>
                  </a:lnTo>
                  <a:lnTo>
                    <a:pt x="503" y="308"/>
                  </a:lnTo>
                  <a:lnTo>
                    <a:pt x="498" y="301"/>
                  </a:lnTo>
                  <a:lnTo>
                    <a:pt x="466" y="323"/>
                  </a:lnTo>
                  <a:lnTo>
                    <a:pt x="471" y="330"/>
                  </a:lnTo>
                  <a:lnTo>
                    <a:pt x="471" y="330"/>
                  </a:lnTo>
                  <a:close/>
                  <a:moveTo>
                    <a:pt x="551" y="375"/>
                  </a:moveTo>
                  <a:lnTo>
                    <a:pt x="503" y="297"/>
                  </a:lnTo>
                  <a:lnTo>
                    <a:pt x="527" y="277"/>
                  </a:lnTo>
                  <a:lnTo>
                    <a:pt x="532" y="284"/>
                  </a:lnTo>
                  <a:lnTo>
                    <a:pt x="514" y="299"/>
                  </a:lnTo>
                  <a:lnTo>
                    <a:pt x="529" y="324"/>
                  </a:lnTo>
                  <a:lnTo>
                    <a:pt x="542" y="312"/>
                  </a:lnTo>
                  <a:lnTo>
                    <a:pt x="547" y="319"/>
                  </a:lnTo>
                  <a:lnTo>
                    <a:pt x="533" y="331"/>
                  </a:lnTo>
                  <a:lnTo>
                    <a:pt x="553" y="363"/>
                  </a:lnTo>
                  <a:lnTo>
                    <a:pt x="572" y="346"/>
                  </a:lnTo>
                  <a:lnTo>
                    <a:pt x="576" y="353"/>
                  </a:lnTo>
                  <a:lnTo>
                    <a:pt x="551" y="375"/>
                  </a:lnTo>
                  <a:lnTo>
                    <a:pt x="551" y="375"/>
                  </a:lnTo>
                  <a:close/>
                  <a:moveTo>
                    <a:pt x="588" y="306"/>
                  </a:moveTo>
                  <a:lnTo>
                    <a:pt x="591" y="311"/>
                  </a:lnTo>
                  <a:lnTo>
                    <a:pt x="593" y="315"/>
                  </a:lnTo>
                  <a:lnTo>
                    <a:pt x="595" y="319"/>
                  </a:lnTo>
                  <a:lnTo>
                    <a:pt x="595" y="321"/>
                  </a:lnTo>
                  <a:lnTo>
                    <a:pt x="595" y="324"/>
                  </a:lnTo>
                  <a:lnTo>
                    <a:pt x="595" y="326"/>
                  </a:lnTo>
                  <a:lnTo>
                    <a:pt x="594" y="328"/>
                  </a:lnTo>
                  <a:lnTo>
                    <a:pt x="593" y="329"/>
                  </a:lnTo>
                  <a:lnTo>
                    <a:pt x="590" y="330"/>
                  </a:lnTo>
                  <a:lnTo>
                    <a:pt x="589" y="332"/>
                  </a:lnTo>
                  <a:lnTo>
                    <a:pt x="588" y="332"/>
                  </a:lnTo>
                  <a:lnTo>
                    <a:pt x="586" y="332"/>
                  </a:lnTo>
                  <a:lnTo>
                    <a:pt x="585" y="331"/>
                  </a:lnTo>
                  <a:lnTo>
                    <a:pt x="583" y="330"/>
                  </a:lnTo>
                  <a:lnTo>
                    <a:pt x="581" y="330"/>
                  </a:lnTo>
                  <a:lnTo>
                    <a:pt x="580" y="329"/>
                  </a:lnTo>
                  <a:lnTo>
                    <a:pt x="577" y="327"/>
                  </a:lnTo>
                  <a:lnTo>
                    <a:pt x="575" y="325"/>
                  </a:lnTo>
                  <a:lnTo>
                    <a:pt x="573" y="322"/>
                  </a:lnTo>
                  <a:lnTo>
                    <a:pt x="569" y="317"/>
                  </a:lnTo>
                  <a:lnTo>
                    <a:pt x="565" y="313"/>
                  </a:lnTo>
                  <a:lnTo>
                    <a:pt x="561" y="309"/>
                  </a:lnTo>
                  <a:lnTo>
                    <a:pt x="557" y="304"/>
                  </a:lnTo>
                  <a:lnTo>
                    <a:pt x="553" y="298"/>
                  </a:lnTo>
                  <a:lnTo>
                    <a:pt x="550" y="293"/>
                  </a:lnTo>
                  <a:lnTo>
                    <a:pt x="548" y="289"/>
                  </a:lnTo>
                  <a:lnTo>
                    <a:pt x="546" y="286"/>
                  </a:lnTo>
                  <a:lnTo>
                    <a:pt x="545" y="283"/>
                  </a:lnTo>
                  <a:lnTo>
                    <a:pt x="545" y="281"/>
                  </a:lnTo>
                  <a:lnTo>
                    <a:pt x="544" y="279"/>
                  </a:lnTo>
                  <a:lnTo>
                    <a:pt x="544" y="277"/>
                  </a:lnTo>
                  <a:lnTo>
                    <a:pt x="544" y="275"/>
                  </a:lnTo>
                  <a:lnTo>
                    <a:pt x="544" y="274"/>
                  </a:lnTo>
                  <a:lnTo>
                    <a:pt x="544" y="273"/>
                  </a:lnTo>
                  <a:lnTo>
                    <a:pt x="545" y="270"/>
                  </a:lnTo>
                  <a:lnTo>
                    <a:pt x="546" y="269"/>
                  </a:lnTo>
                  <a:lnTo>
                    <a:pt x="548" y="268"/>
                  </a:lnTo>
                  <a:lnTo>
                    <a:pt x="549" y="266"/>
                  </a:lnTo>
                  <a:lnTo>
                    <a:pt x="551" y="265"/>
                  </a:lnTo>
                  <a:lnTo>
                    <a:pt x="553" y="266"/>
                  </a:lnTo>
                  <a:lnTo>
                    <a:pt x="555" y="267"/>
                  </a:lnTo>
                  <a:lnTo>
                    <a:pt x="557" y="269"/>
                  </a:lnTo>
                  <a:lnTo>
                    <a:pt x="561" y="271"/>
                  </a:lnTo>
                  <a:lnTo>
                    <a:pt x="564" y="275"/>
                  </a:lnTo>
                  <a:lnTo>
                    <a:pt x="569" y="269"/>
                  </a:lnTo>
                  <a:lnTo>
                    <a:pt x="565" y="265"/>
                  </a:lnTo>
                  <a:lnTo>
                    <a:pt x="562" y="261"/>
                  </a:lnTo>
                  <a:lnTo>
                    <a:pt x="560" y="260"/>
                  </a:lnTo>
                  <a:lnTo>
                    <a:pt x="558" y="259"/>
                  </a:lnTo>
                  <a:lnTo>
                    <a:pt x="557" y="258"/>
                  </a:lnTo>
                  <a:lnTo>
                    <a:pt x="555" y="257"/>
                  </a:lnTo>
                  <a:lnTo>
                    <a:pt x="553" y="257"/>
                  </a:lnTo>
                  <a:lnTo>
                    <a:pt x="551" y="257"/>
                  </a:lnTo>
                  <a:lnTo>
                    <a:pt x="549" y="257"/>
                  </a:lnTo>
                  <a:lnTo>
                    <a:pt x="548" y="258"/>
                  </a:lnTo>
                  <a:lnTo>
                    <a:pt x="546" y="258"/>
                  </a:lnTo>
                  <a:lnTo>
                    <a:pt x="545" y="260"/>
                  </a:lnTo>
                  <a:lnTo>
                    <a:pt x="543" y="261"/>
                  </a:lnTo>
                  <a:lnTo>
                    <a:pt x="541" y="262"/>
                  </a:lnTo>
                  <a:lnTo>
                    <a:pt x="540" y="264"/>
                  </a:lnTo>
                  <a:lnTo>
                    <a:pt x="538" y="266"/>
                  </a:lnTo>
                  <a:lnTo>
                    <a:pt x="537" y="269"/>
                  </a:lnTo>
                  <a:lnTo>
                    <a:pt x="537" y="271"/>
                  </a:lnTo>
                  <a:lnTo>
                    <a:pt x="537" y="273"/>
                  </a:lnTo>
                  <a:lnTo>
                    <a:pt x="536" y="276"/>
                  </a:lnTo>
                  <a:lnTo>
                    <a:pt x="536" y="278"/>
                  </a:lnTo>
                  <a:lnTo>
                    <a:pt x="537" y="281"/>
                  </a:lnTo>
                  <a:lnTo>
                    <a:pt x="537" y="284"/>
                  </a:lnTo>
                  <a:lnTo>
                    <a:pt x="539" y="288"/>
                  </a:lnTo>
                  <a:lnTo>
                    <a:pt x="541" y="292"/>
                  </a:lnTo>
                  <a:lnTo>
                    <a:pt x="544" y="297"/>
                  </a:lnTo>
                  <a:lnTo>
                    <a:pt x="546" y="301"/>
                  </a:lnTo>
                  <a:lnTo>
                    <a:pt x="549" y="305"/>
                  </a:lnTo>
                  <a:lnTo>
                    <a:pt x="552" y="310"/>
                  </a:lnTo>
                  <a:lnTo>
                    <a:pt x="555" y="314"/>
                  </a:lnTo>
                  <a:lnTo>
                    <a:pt x="562" y="322"/>
                  </a:lnTo>
                  <a:lnTo>
                    <a:pt x="569" y="329"/>
                  </a:lnTo>
                  <a:lnTo>
                    <a:pt x="572" y="333"/>
                  </a:lnTo>
                  <a:lnTo>
                    <a:pt x="575" y="336"/>
                  </a:lnTo>
                  <a:lnTo>
                    <a:pt x="578" y="338"/>
                  </a:lnTo>
                  <a:lnTo>
                    <a:pt x="581" y="339"/>
                  </a:lnTo>
                  <a:lnTo>
                    <a:pt x="583" y="340"/>
                  </a:lnTo>
                  <a:lnTo>
                    <a:pt x="585" y="341"/>
                  </a:lnTo>
                  <a:lnTo>
                    <a:pt x="587" y="341"/>
                  </a:lnTo>
                  <a:lnTo>
                    <a:pt x="589" y="340"/>
                  </a:lnTo>
                  <a:lnTo>
                    <a:pt x="592" y="340"/>
                  </a:lnTo>
                  <a:lnTo>
                    <a:pt x="593" y="338"/>
                  </a:lnTo>
                  <a:lnTo>
                    <a:pt x="596" y="337"/>
                  </a:lnTo>
                  <a:lnTo>
                    <a:pt x="597" y="336"/>
                  </a:lnTo>
                  <a:lnTo>
                    <a:pt x="599" y="334"/>
                  </a:lnTo>
                  <a:lnTo>
                    <a:pt x="600" y="333"/>
                  </a:lnTo>
                  <a:lnTo>
                    <a:pt x="601" y="330"/>
                  </a:lnTo>
                  <a:lnTo>
                    <a:pt x="601" y="329"/>
                  </a:lnTo>
                  <a:lnTo>
                    <a:pt x="602" y="327"/>
                  </a:lnTo>
                  <a:lnTo>
                    <a:pt x="603" y="325"/>
                  </a:lnTo>
                  <a:lnTo>
                    <a:pt x="603" y="322"/>
                  </a:lnTo>
                  <a:lnTo>
                    <a:pt x="603" y="321"/>
                  </a:lnTo>
                  <a:lnTo>
                    <a:pt x="602" y="318"/>
                  </a:lnTo>
                  <a:lnTo>
                    <a:pt x="601" y="316"/>
                  </a:lnTo>
                  <a:lnTo>
                    <a:pt x="601" y="313"/>
                  </a:lnTo>
                  <a:lnTo>
                    <a:pt x="600" y="311"/>
                  </a:lnTo>
                  <a:lnTo>
                    <a:pt x="597" y="306"/>
                  </a:lnTo>
                  <a:lnTo>
                    <a:pt x="593" y="301"/>
                  </a:lnTo>
                  <a:lnTo>
                    <a:pt x="588" y="306"/>
                  </a:lnTo>
                  <a:lnTo>
                    <a:pt x="588" y="306"/>
                  </a:lnTo>
                  <a:close/>
                  <a:moveTo>
                    <a:pt x="642" y="284"/>
                  </a:moveTo>
                  <a:lnTo>
                    <a:pt x="579" y="218"/>
                  </a:lnTo>
                  <a:lnTo>
                    <a:pt x="573" y="225"/>
                  </a:lnTo>
                  <a:lnTo>
                    <a:pt x="603" y="253"/>
                  </a:lnTo>
                  <a:lnTo>
                    <a:pt x="589" y="271"/>
                  </a:lnTo>
                  <a:lnTo>
                    <a:pt x="560" y="241"/>
                  </a:lnTo>
                  <a:lnTo>
                    <a:pt x="555" y="248"/>
                  </a:lnTo>
                  <a:lnTo>
                    <a:pt x="617" y="313"/>
                  </a:lnTo>
                  <a:lnTo>
                    <a:pt x="622" y="307"/>
                  </a:lnTo>
                  <a:lnTo>
                    <a:pt x="594" y="277"/>
                  </a:lnTo>
                  <a:lnTo>
                    <a:pt x="609" y="260"/>
                  </a:lnTo>
                  <a:lnTo>
                    <a:pt x="637" y="290"/>
                  </a:lnTo>
                  <a:lnTo>
                    <a:pt x="642" y="284"/>
                  </a:lnTo>
                  <a:lnTo>
                    <a:pt x="642" y="284"/>
                  </a:lnTo>
                  <a:close/>
                  <a:moveTo>
                    <a:pt x="668" y="249"/>
                  </a:moveTo>
                  <a:lnTo>
                    <a:pt x="596" y="215"/>
                  </a:lnTo>
                  <a:lnTo>
                    <a:pt x="654" y="268"/>
                  </a:lnTo>
                  <a:lnTo>
                    <a:pt x="650" y="274"/>
                  </a:lnTo>
                  <a:lnTo>
                    <a:pt x="582" y="213"/>
                  </a:lnTo>
                  <a:lnTo>
                    <a:pt x="589" y="202"/>
                  </a:lnTo>
                  <a:lnTo>
                    <a:pt x="650" y="233"/>
                  </a:lnTo>
                  <a:lnTo>
                    <a:pt x="600" y="188"/>
                  </a:lnTo>
                  <a:lnTo>
                    <a:pt x="604" y="181"/>
                  </a:lnTo>
                  <a:lnTo>
                    <a:pt x="673" y="241"/>
                  </a:lnTo>
                  <a:lnTo>
                    <a:pt x="668" y="249"/>
                  </a:lnTo>
                  <a:lnTo>
                    <a:pt x="668" y="249"/>
                  </a:lnTo>
                  <a:close/>
                  <a:moveTo>
                    <a:pt x="690" y="213"/>
                  </a:moveTo>
                  <a:lnTo>
                    <a:pt x="689" y="215"/>
                  </a:lnTo>
                  <a:lnTo>
                    <a:pt x="687" y="217"/>
                  </a:lnTo>
                  <a:lnTo>
                    <a:pt x="686" y="219"/>
                  </a:lnTo>
                  <a:lnTo>
                    <a:pt x="683" y="220"/>
                  </a:lnTo>
                  <a:lnTo>
                    <a:pt x="682" y="221"/>
                  </a:lnTo>
                  <a:lnTo>
                    <a:pt x="679" y="221"/>
                  </a:lnTo>
                  <a:lnTo>
                    <a:pt x="678" y="222"/>
                  </a:lnTo>
                  <a:lnTo>
                    <a:pt x="675" y="222"/>
                  </a:lnTo>
                  <a:lnTo>
                    <a:pt x="672" y="221"/>
                  </a:lnTo>
                  <a:lnTo>
                    <a:pt x="668" y="220"/>
                  </a:lnTo>
                  <a:lnTo>
                    <a:pt x="665" y="218"/>
                  </a:lnTo>
                  <a:lnTo>
                    <a:pt x="660" y="216"/>
                  </a:lnTo>
                  <a:lnTo>
                    <a:pt x="650" y="210"/>
                  </a:lnTo>
                  <a:lnTo>
                    <a:pt x="642" y="205"/>
                  </a:lnTo>
                  <a:lnTo>
                    <a:pt x="638" y="202"/>
                  </a:lnTo>
                  <a:lnTo>
                    <a:pt x="634" y="199"/>
                  </a:lnTo>
                  <a:lnTo>
                    <a:pt x="630" y="195"/>
                  </a:lnTo>
                  <a:lnTo>
                    <a:pt x="626" y="192"/>
                  </a:lnTo>
                  <a:lnTo>
                    <a:pt x="622" y="189"/>
                  </a:lnTo>
                  <a:lnTo>
                    <a:pt x="619" y="185"/>
                  </a:lnTo>
                  <a:lnTo>
                    <a:pt x="617" y="182"/>
                  </a:lnTo>
                  <a:lnTo>
                    <a:pt x="615" y="179"/>
                  </a:lnTo>
                  <a:lnTo>
                    <a:pt x="614" y="177"/>
                  </a:lnTo>
                  <a:lnTo>
                    <a:pt x="613" y="174"/>
                  </a:lnTo>
                  <a:lnTo>
                    <a:pt x="613" y="172"/>
                  </a:lnTo>
                  <a:lnTo>
                    <a:pt x="613" y="169"/>
                  </a:lnTo>
                  <a:lnTo>
                    <a:pt x="613" y="167"/>
                  </a:lnTo>
                  <a:lnTo>
                    <a:pt x="613" y="165"/>
                  </a:lnTo>
                  <a:lnTo>
                    <a:pt x="614" y="162"/>
                  </a:lnTo>
                  <a:lnTo>
                    <a:pt x="615" y="160"/>
                  </a:lnTo>
                  <a:lnTo>
                    <a:pt x="616" y="157"/>
                  </a:lnTo>
                  <a:lnTo>
                    <a:pt x="618" y="156"/>
                  </a:lnTo>
                  <a:lnTo>
                    <a:pt x="620" y="153"/>
                  </a:lnTo>
                  <a:lnTo>
                    <a:pt x="622" y="153"/>
                  </a:lnTo>
                  <a:lnTo>
                    <a:pt x="623" y="151"/>
                  </a:lnTo>
                  <a:lnTo>
                    <a:pt x="626" y="151"/>
                  </a:lnTo>
                  <a:lnTo>
                    <a:pt x="627" y="151"/>
                  </a:lnTo>
                  <a:lnTo>
                    <a:pt x="630" y="151"/>
                  </a:lnTo>
                  <a:lnTo>
                    <a:pt x="633" y="151"/>
                  </a:lnTo>
                  <a:lnTo>
                    <a:pt x="637" y="153"/>
                  </a:lnTo>
                  <a:lnTo>
                    <a:pt x="640" y="154"/>
                  </a:lnTo>
                  <a:lnTo>
                    <a:pt x="644" y="157"/>
                  </a:lnTo>
                  <a:lnTo>
                    <a:pt x="654" y="161"/>
                  </a:lnTo>
                  <a:lnTo>
                    <a:pt x="662" y="167"/>
                  </a:lnTo>
                  <a:lnTo>
                    <a:pt x="670" y="173"/>
                  </a:lnTo>
                  <a:lnTo>
                    <a:pt x="678" y="181"/>
                  </a:lnTo>
                  <a:lnTo>
                    <a:pt x="682" y="184"/>
                  </a:lnTo>
                  <a:lnTo>
                    <a:pt x="686" y="188"/>
                  </a:lnTo>
                  <a:lnTo>
                    <a:pt x="688" y="190"/>
                  </a:lnTo>
                  <a:lnTo>
                    <a:pt x="690" y="193"/>
                  </a:lnTo>
                  <a:lnTo>
                    <a:pt x="691" y="196"/>
                  </a:lnTo>
                  <a:lnTo>
                    <a:pt x="692" y="198"/>
                  </a:lnTo>
                  <a:lnTo>
                    <a:pt x="692" y="201"/>
                  </a:lnTo>
                  <a:lnTo>
                    <a:pt x="692" y="203"/>
                  </a:lnTo>
                  <a:lnTo>
                    <a:pt x="692" y="205"/>
                  </a:lnTo>
                  <a:lnTo>
                    <a:pt x="692" y="208"/>
                  </a:lnTo>
                  <a:lnTo>
                    <a:pt x="691" y="210"/>
                  </a:lnTo>
                  <a:lnTo>
                    <a:pt x="690" y="213"/>
                  </a:lnTo>
                  <a:lnTo>
                    <a:pt x="690" y="213"/>
                  </a:lnTo>
                  <a:close/>
                  <a:moveTo>
                    <a:pt x="684" y="209"/>
                  </a:moveTo>
                  <a:lnTo>
                    <a:pt x="685" y="206"/>
                  </a:lnTo>
                  <a:lnTo>
                    <a:pt x="685" y="204"/>
                  </a:lnTo>
                  <a:lnTo>
                    <a:pt x="685" y="202"/>
                  </a:lnTo>
                  <a:lnTo>
                    <a:pt x="685" y="201"/>
                  </a:lnTo>
                  <a:lnTo>
                    <a:pt x="684" y="199"/>
                  </a:lnTo>
                  <a:lnTo>
                    <a:pt x="683" y="197"/>
                  </a:lnTo>
                  <a:lnTo>
                    <a:pt x="682" y="196"/>
                  </a:lnTo>
                  <a:lnTo>
                    <a:pt x="681" y="193"/>
                  </a:lnTo>
                  <a:lnTo>
                    <a:pt x="679" y="192"/>
                  </a:lnTo>
                  <a:lnTo>
                    <a:pt x="678" y="189"/>
                  </a:lnTo>
                  <a:lnTo>
                    <a:pt x="674" y="186"/>
                  </a:lnTo>
                  <a:lnTo>
                    <a:pt x="668" y="182"/>
                  </a:lnTo>
                  <a:lnTo>
                    <a:pt x="662" y="178"/>
                  </a:lnTo>
                  <a:lnTo>
                    <a:pt x="658" y="175"/>
                  </a:lnTo>
                  <a:lnTo>
                    <a:pt x="654" y="171"/>
                  </a:lnTo>
                  <a:lnTo>
                    <a:pt x="648" y="168"/>
                  </a:lnTo>
                  <a:lnTo>
                    <a:pt x="642" y="164"/>
                  </a:lnTo>
                  <a:lnTo>
                    <a:pt x="638" y="162"/>
                  </a:lnTo>
                  <a:lnTo>
                    <a:pt x="636" y="161"/>
                  </a:lnTo>
                  <a:lnTo>
                    <a:pt x="634" y="160"/>
                  </a:lnTo>
                  <a:lnTo>
                    <a:pt x="632" y="160"/>
                  </a:lnTo>
                  <a:lnTo>
                    <a:pt x="630" y="159"/>
                  </a:lnTo>
                  <a:lnTo>
                    <a:pt x="628" y="159"/>
                  </a:lnTo>
                  <a:lnTo>
                    <a:pt x="627" y="160"/>
                  </a:lnTo>
                  <a:lnTo>
                    <a:pt x="626" y="160"/>
                  </a:lnTo>
                  <a:lnTo>
                    <a:pt x="625" y="161"/>
                  </a:lnTo>
                  <a:lnTo>
                    <a:pt x="623" y="162"/>
                  </a:lnTo>
                  <a:lnTo>
                    <a:pt x="622" y="164"/>
                  </a:lnTo>
                  <a:lnTo>
                    <a:pt x="620" y="166"/>
                  </a:lnTo>
                  <a:lnTo>
                    <a:pt x="620" y="169"/>
                  </a:lnTo>
                  <a:lnTo>
                    <a:pt x="620" y="170"/>
                  </a:lnTo>
                  <a:lnTo>
                    <a:pt x="620" y="172"/>
                  </a:lnTo>
                  <a:lnTo>
                    <a:pt x="621" y="173"/>
                  </a:lnTo>
                  <a:lnTo>
                    <a:pt x="622" y="175"/>
                  </a:lnTo>
                  <a:lnTo>
                    <a:pt x="622" y="177"/>
                  </a:lnTo>
                  <a:lnTo>
                    <a:pt x="624" y="178"/>
                  </a:lnTo>
                  <a:lnTo>
                    <a:pt x="626" y="181"/>
                  </a:lnTo>
                  <a:lnTo>
                    <a:pt x="627" y="183"/>
                  </a:lnTo>
                  <a:lnTo>
                    <a:pt x="631" y="186"/>
                  </a:lnTo>
                  <a:lnTo>
                    <a:pt x="636" y="189"/>
                  </a:lnTo>
                  <a:lnTo>
                    <a:pt x="642" y="194"/>
                  </a:lnTo>
                  <a:lnTo>
                    <a:pt x="646" y="197"/>
                  </a:lnTo>
                  <a:lnTo>
                    <a:pt x="650" y="201"/>
                  </a:lnTo>
                  <a:lnTo>
                    <a:pt x="655" y="204"/>
                  </a:lnTo>
                  <a:lnTo>
                    <a:pt x="660" y="206"/>
                  </a:lnTo>
                  <a:lnTo>
                    <a:pt x="664" y="208"/>
                  </a:lnTo>
                  <a:lnTo>
                    <a:pt x="666" y="209"/>
                  </a:lnTo>
                  <a:lnTo>
                    <a:pt x="670" y="211"/>
                  </a:lnTo>
                  <a:lnTo>
                    <a:pt x="673" y="213"/>
                  </a:lnTo>
                  <a:lnTo>
                    <a:pt x="675" y="213"/>
                  </a:lnTo>
                  <a:lnTo>
                    <a:pt x="677" y="213"/>
                  </a:lnTo>
                  <a:lnTo>
                    <a:pt x="678" y="213"/>
                  </a:lnTo>
                  <a:lnTo>
                    <a:pt x="679" y="213"/>
                  </a:lnTo>
                  <a:lnTo>
                    <a:pt x="681" y="212"/>
                  </a:lnTo>
                  <a:lnTo>
                    <a:pt x="682" y="210"/>
                  </a:lnTo>
                  <a:lnTo>
                    <a:pt x="684" y="209"/>
                  </a:lnTo>
                  <a:lnTo>
                    <a:pt x="684" y="209"/>
                  </a:lnTo>
                  <a:close/>
                  <a:moveTo>
                    <a:pt x="630" y="130"/>
                  </a:moveTo>
                  <a:lnTo>
                    <a:pt x="626" y="137"/>
                  </a:lnTo>
                  <a:lnTo>
                    <a:pt x="705" y="183"/>
                  </a:lnTo>
                  <a:lnTo>
                    <a:pt x="718" y="153"/>
                  </a:lnTo>
                  <a:lnTo>
                    <a:pt x="710" y="149"/>
                  </a:lnTo>
                  <a:lnTo>
                    <a:pt x="701" y="171"/>
                  </a:lnTo>
                  <a:lnTo>
                    <a:pt x="630" y="130"/>
                  </a:lnTo>
                  <a:lnTo>
                    <a:pt x="630" y="130"/>
                  </a:lnTo>
                  <a:close/>
                  <a:moveTo>
                    <a:pt x="726" y="133"/>
                  </a:moveTo>
                  <a:lnTo>
                    <a:pt x="725" y="135"/>
                  </a:lnTo>
                  <a:lnTo>
                    <a:pt x="723" y="137"/>
                  </a:lnTo>
                  <a:lnTo>
                    <a:pt x="722" y="139"/>
                  </a:lnTo>
                  <a:lnTo>
                    <a:pt x="720" y="141"/>
                  </a:lnTo>
                  <a:lnTo>
                    <a:pt x="718" y="141"/>
                  </a:lnTo>
                  <a:lnTo>
                    <a:pt x="715" y="142"/>
                  </a:lnTo>
                  <a:lnTo>
                    <a:pt x="713" y="143"/>
                  </a:lnTo>
                  <a:lnTo>
                    <a:pt x="710" y="144"/>
                  </a:lnTo>
                  <a:lnTo>
                    <a:pt x="707" y="144"/>
                  </a:lnTo>
                  <a:lnTo>
                    <a:pt x="704" y="144"/>
                  </a:lnTo>
                  <a:lnTo>
                    <a:pt x="701" y="143"/>
                  </a:lnTo>
                  <a:lnTo>
                    <a:pt x="697" y="143"/>
                  </a:lnTo>
                  <a:lnTo>
                    <a:pt x="692" y="141"/>
                  </a:lnTo>
                  <a:lnTo>
                    <a:pt x="688" y="141"/>
                  </a:lnTo>
                  <a:lnTo>
                    <a:pt x="684" y="139"/>
                  </a:lnTo>
                  <a:lnTo>
                    <a:pt x="679" y="137"/>
                  </a:lnTo>
                  <a:lnTo>
                    <a:pt x="670" y="133"/>
                  </a:lnTo>
                  <a:lnTo>
                    <a:pt x="661" y="129"/>
                  </a:lnTo>
                  <a:lnTo>
                    <a:pt x="656" y="126"/>
                  </a:lnTo>
                  <a:lnTo>
                    <a:pt x="652" y="124"/>
                  </a:lnTo>
                  <a:lnTo>
                    <a:pt x="649" y="121"/>
                  </a:lnTo>
                  <a:lnTo>
                    <a:pt x="647" y="119"/>
                  </a:lnTo>
                  <a:lnTo>
                    <a:pt x="646" y="117"/>
                  </a:lnTo>
                  <a:lnTo>
                    <a:pt x="644" y="114"/>
                  </a:lnTo>
                  <a:lnTo>
                    <a:pt x="642" y="112"/>
                  </a:lnTo>
                  <a:lnTo>
                    <a:pt x="642" y="109"/>
                  </a:lnTo>
                  <a:lnTo>
                    <a:pt x="641" y="106"/>
                  </a:lnTo>
                  <a:lnTo>
                    <a:pt x="641" y="104"/>
                  </a:lnTo>
                  <a:lnTo>
                    <a:pt x="641" y="101"/>
                  </a:lnTo>
                  <a:lnTo>
                    <a:pt x="642" y="98"/>
                  </a:lnTo>
                  <a:lnTo>
                    <a:pt x="642" y="96"/>
                  </a:lnTo>
                  <a:lnTo>
                    <a:pt x="644" y="93"/>
                  </a:lnTo>
                  <a:lnTo>
                    <a:pt x="646" y="92"/>
                  </a:lnTo>
                  <a:lnTo>
                    <a:pt x="647" y="90"/>
                  </a:lnTo>
                  <a:lnTo>
                    <a:pt x="650" y="89"/>
                  </a:lnTo>
                  <a:lnTo>
                    <a:pt x="651" y="88"/>
                  </a:lnTo>
                  <a:lnTo>
                    <a:pt x="654" y="88"/>
                  </a:lnTo>
                  <a:lnTo>
                    <a:pt x="657" y="87"/>
                  </a:lnTo>
                  <a:lnTo>
                    <a:pt x="659" y="87"/>
                  </a:lnTo>
                  <a:lnTo>
                    <a:pt x="663" y="87"/>
                  </a:lnTo>
                  <a:lnTo>
                    <a:pt x="667" y="88"/>
                  </a:lnTo>
                  <a:lnTo>
                    <a:pt x="672" y="89"/>
                  </a:lnTo>
                  <a:lnTo>
                    <a:pt x="682" y="92"/>
                  </a:lnTo>
                  <a:lnTo>
                    <a:pt x="692" y="96"/>
                  </a:lnTo>
                  <a:lnTo>
                    <a:pt x="701" y="100"/>
                  </a:lnTo>
                  <a:lnTo>
                    <a:pt x="709" y="104"/>
                  </a:lnTo>
                  <a:lnTo>
                    <a:pt x="712" y="105"/>
                  </a:lnTo>
                  <a:lnTo>
                    <a:pt x="715" y="108"/>
                  </a:lnTo>
                  <a:lnTo>
                    <a:pt x="718" y="110"/>
                  </a:lnTo>
                  <a:lnTo>
                    <a:pt x="720" y="112"/>
                  </a:lnTo>
                  <a:lnTo>
                    <a:pt x="722" y="114"/>
                  </a:lnTo>
                  <a:lnTo>
                    <a:pt x="723" y="117"/>
                  </a:lnTo>
                  <a:lnTo>
                    <a:pt x="724" y="119"/>
                  </a:lnTo>
                  <a:lnTo>
                    <a:pt x="726" y="122"/>
                  </a:lnTo>
                  <a:lnTo>
                    <a:pt x="726" y="125"/>
                  </a:lnTo>
                  <a:lnTo>
                    <a:pt x="726" y="127"/>
                  </a:lnTo>
                  <a:lnTo>
                    <a:pt x="726" y="130"/>
                  </a:lnTo>
                  <a:lnTo>
                    <a:pt x="726" y="133"/>
                  </a:lnTo>
                  <a:lnTo>
                    <a:pt x="726" y="133"/>
                  </a:lnTo>
                  <a:close/>
                  <a:moveTo>
                    <a:pt x="709" y="135"/>
                  </a:moveTo>
                  <a:lnTo>
                    <a:pt x="707" y="135"/>
                  </a:lnTo>
                  <a:lnTo>
                    <a:pt x="705" y="135"/>
                  </a:lnTo>
                  <a:lnTo>
                    <a:pt x="702" y="135"/>
                  </a:lnTo>
                  <a:lnTo>
                    <a:pt x="700" y="134"/>
                  </a:lnTo>
                  <a:lnTo>
                    <a:pt x="696" y="134"/>
                  </a:lnTo>
                  <a:lnTo>
                    <a:pt x="691" y="133"/>
                  </a:lnTo>
                  <a:lnTo>
                    <a:pt x="686" y="131"/>
                  </a:lnTo>
                  <a:lnTo>
                    <a:pt x="682" y="129"/>
                  </a:lnTo>
                  <a:lnTo>
                    <a:pt x="677" y="127"/>
                  </a:lnTo>
                  <a:lnTo>
                    <a:pt x="670" y="125"/>
                  </a:lnTo>
                  <a:lnTo>
                    <a:pt x="664" y="121"/>
                  </a:lnTo>
                  <a:lnTo>
                    <a:pt x="660" y="119"/>
                  </a:lnTo>
                  <a:lnTo>
                    <a:pt x="655" y="116"/>
                  </a:lnTo>
                  <a:lnTo>
                    <a:pt x="653" y="113"/>
                  </a:lnTo>
                  <a:lnTo>
                    <a:pt x="650" y="110"/>
                  </a:lnTo>
                  <a:lnTo>
                    <a:pt x="650" y="108"/>
                  </a:lnTo>
                  <a:lnTo>
                    <a:pt x="649" y="106"/>
                  </a:lnTo>
                  <a:lnTo>
                    <a:pt x="649" y="105"/>
                  </a:lnTo>
                  <a:lnTo>
                    <a:pt x="649" y="104"/>
                  </a:lnTo>
                  <a:lnTo>
                    <a:pt x="649" y="102"/>
                  </a:lnTo>
                  <a:lnTo>
                    <a:pt x="650" y="101"/>
                  </a:lnTo>
                  <a:lnTo>
                    <a:pt x="650" y="101"/>
                  </a:lnTo>
                  <a:lnTo>
                    <a:pt x="650" y="99"/>
                  </a:lnTo>
                  <a:lnTo>
                    <a:pt x="651" y="98"/>
                  </a:lnTo>
                  <a:lnTo>
                    <a:pt x="653" y="97"/>
                  </a:lnTo>
                  <a:lnTo>
                    <a:pt x="654" y="97"/>
                  </a:lnTo>
                  <a:lnTo>
                    <a:pt x="656" y="96"/>
                  </a:lnTo>
                  <a:lnTo>
                    <a:pt x="658" y="96"/>
                  </a:lnTo>
                  <a:lnTo>
                    <a:pt x="660" y="95"/>
                  </a:lnTo>
                  <a:lnTo>
                    <a:pt x="662" y="95"/>
                  </a:lnTo>
                  <a:lnTo>
                    <a:pt x="664" y="96"/>
                  </a:lnTo>
                  <a:lnTo>
                    <a:pt x="667" y="97"/>
                  </a:lnTo>
                  <a:lnTo>
                    <a:pt x="671" y="97"/>
                  </a:lnTo>
                  <a:lnTo>
                    <a:pt x="678" y="100"/>
                  </a:lnTo>
                  <a:lnTo>
                    <a:pt x="684" y="102"/>
                  </a:lnTo>
                  <a:lnTo>
                    <a:pt x="690" y="104"/>
                  </a:lnTo>
                  <a:lnTo>
                    <a:pt x="694" y="106"/>
                  </a:lnTo>
                  <a:lnTo>
                    <a:pt x="699" y="108"/>
                  </a:lnTo>
                  <a:lnTo>
                    <a:pt x="703" y="110"/>
                  </a:lnTo>
                  <a:lnTo>
                    <a:pt x="706" y="112"/>
                  </a:lnTo>
                  <a:lnTo>
                    <a:pt x="711" y="115"/>
                  </a:lnTo>
                  <a:lnTo>
                    <a:pt x="714" y="117"/>
                  </a:lnTo>
                  <a:lnTo>
                    <a:pt x="715" y="119"/>
                  </a:lnTo>
                  <a:lnTo>
                    <a:pt x="716" y="121"/>
                  </a:lnTo>
                  <a:lnTo>
                    <a:pt x="718" y="121"/>
                  </a:lnTo>
                  <a:lnTo>
                    <a:pt x="718" y="123"/>
                  </a:lnTo>
                  <a:lnTo>
                    <a:pt x="718" y="125"/>
                  </a:lnTo>
                  <a:lnTo>
                    <a:pt x="718" y="126"/>
                  </a:lnTo>
                  <a:lnTo>
                    <a:pt x="719" y="127"/>
                  </a:lnTo>
                  <a:lnTo>
                    <a:pt x="718" y="129"/>
                  </a:lnTo>
                  <a:lnTo>
                    <a:pt x="718" y="129"/>
                  </a:lnTo>
                  <a:lnTo>
                    <a:pt x="718" y="131"/>
                  </a:lnTo>
                  <a:lnTo>
                    <a:pt x="717" y="132"/>
                  </a:lnTo>
                  <a:lnTo>
                    <a:pt x="716" y="133"/>
                  </a:lnTo>
                  <a:lnTo>
                    <a:pt x="714" y="133"/>
                  </a:lnTo>
                  <a:lnTo>
                    <a:pt x="713" y="134"/>
                  </a:lnTo>
                  <a:lnTo>
                    <a:pt x="710" y="135"/>
                  </a:lnTo>
                  <a:lnTo>
                    <a:pt x="709" y="135"/>
                  </a:lnTo>
                  <a:lnTo>
                    <a:pt x="709" y="135"/>
                  </a:lnTo>
                  <a:close/>
                  <a:moveTo>
                    <a:pt x="745" y="59"/>
                  </a:moveTo>
                  <a:lnTo>
                    <a:pt x="701" y="49"/>
                  </a:lnTo>
                  <a:lnTo>
                    <a:pt x="698" y="69"/>
                  </a:lnTo>
                  <a:lnTo>
                    <a:pt x="705" y="71"/>
                  </a:lnTo>
                  <a:lnTo>
                    <a:pt x="706" y="61"/>
                  </a:lnTo>
                  <a:lnTo>
                    <a:pt x="710" y="61"/>
                  </a:lnTo>
                  <a:lnTo>
                    <a:pt x="716" y="62"/>
                  </a:lnTo>
                  <a:lnTo>
                    <a:pt x="721" y="63"/>
                  </a:lnTo>
                  <a:lnTo>
                    <a:pt x="724" y="64"/>
                  </a:lnTo>
                  <a:lnTo>
                    <a:pt x="727" y="65"/>
                  </a:lnTo>
                  <a:lnTo>
                    <a:pt x="730" y="67"/>
                  </a:lnTo>
                  <a:lnTo>
                    <a:pt x="731" y="68"/>
                  </a:lnTo>
                  <a:lnTo>
                    <a:pt x="732" y="69"/>
                  </a:lnTo>
                  <a:lnTo>
                    <a:pt x="733" y="69"/>
                  </a:lnTo>
                  <a:lnTo>
                    <a:pt x="733" y="71"/>
                  </a:lnTo>
                  <a:lnTo>
                    <a:pt x="734" y="72"/>
                  </a:lnTo>
                  <a:lnTo>
                    <a:pt x="734" y="73"/>
                  </a:lnTo>
                  <a:lnTo>
                    <a:pt x="734" y="75"/>
                  </a:lnTo>
                  <a:lnTo>
                    <a:pt x="734" y="77"/>
                  </a:lnTo>
                  <a:lnTo>
                    <a:pt x="733" y="79"/>
                  </a:lnTo>
                  <a:lnTo>
                    <a:pt x="732" y="81"/>
                  </a:lnTo>
                  <a:lnTo>
                    <a:pt x="731" y="82"/>
                  </a:lnTo>
                  <a:lnTo>
                    <a:pt x="730" y="82"/>
                  </a:lnTo>
                  <a:lnTo>
                    <a:pt x="729" y="83"/>
                  </a:lnTo>
                  <a:lnTo>
                    <a:pt x="727" y="84"/>
                  </a:lnTo>
                  <a:lnTo>
                    <a:pt x="724" y="84"/>
                  </a:lnTo>
                  <a:lnTo>
                    <a:pt x="722" y="85"/>
                  </a:lnTo>
                  <a:lnTo>
                    <a:pt x="718" y="85"/>
                  </a:lnTo>
                  <a:lnTo>
                    <a:pt x="714" y="85"/>
                  </a:lnTo>
                  <a:lnTo>
                    <a:pt x="707" y="84"/>
                  </a:lnTo>
                  <a:lnTo>
                    <a:pt x="700" y="83"/>
                  </a:lnTo>
                  <a:lnTo>
                    <a:pt x="692" y="81"/>
                  </a:lnTo>
                  <a:lnTo>
                    <a:pt x="685" y="80"/>
                  </a:lnTo>
                  <a:lnTo>
                    <a:pt x="679" y="77"/>
                  </a:lnTo>
                  <a:lnTo>
                    <a:pt x="674" y="75"/>
                  </a:lnTo>
                  <a:lnTo>
                    <a:pt x="671" y="74"/>
                  </a:lnTo>
                  <a:lnTo>
                    <a:pt x="669" y="73"/>
                  </a:lnTo>
                  <a:lnTo>
                    <a:pt x="667" y="72"/>
                  </a:lnTo>
                  <a:lnTo>
                    <a:pt x="666" y="71"/>
                  </a:lnTo>
                  <a:lnTo>
                    <a:pt x="665" y="69"/>
                  </a:lnTo>
                  <a:lnTo>
                    <a:pt x="664" y="68"/>
                  </a:lnTo>
                  <a:lnTo>
                    <a:pt x="663" y="67"/>
                  </a:lnTo>
                  <a:lnTo>
                    <a:pt x="662" y="65"/>
                  </a:lnTo>
                  <a:lnTo>
                    <a:pt x="662" y="64"/>
                  </a:lnTo>
                  <a:lnTo>
                    <a:pt x="662" y="62"/>
                  </a:lnTo>
                  <a:lnTo>
                    <a:pt x="662" y="61"/>
                  </a:lnTo>
                  <a:lnTo>
                    <a:pt x="662" y="59"/>
                  </a:lnTo>
                  <a:lnTo>
                    <a:pt x="663" y="57"/>
                  </a:lnTo>
                  <a:lnTo>
                    <a:pt x="665" y="56"/>
                  </a:lnTo>
                  <a:lnTo>
                    <a:pt x="666" y="55"/>
                  </a:lnTo>
                  <a:lnTo>
                    <a:pt x="668" y="54"/>
                  </a:lnTo>
                  <a:lnTo>
                    <a:pt x="670" y="53"/>
                  </a:lnTo>
                  <a:lnTo>
                    <a:pt x="673" y="53"/>
                  </a:lnTo>
                  <a:lnTo>
                    <a:pt x="676" y="54"/>
                  </a:lnTo>
                  <a:lnTo>
                    <a:pt x="679" y="54"/>
                  </a:lnTo>
                  <a:lnTo>
                    <a:pt x="681" y="46"/>
                  </a:lnTo>
                  <a:lnTo>
                    <a:pt x="677" y="45"/>
                  </a:lnTo>
                  <a:lnTo>
                    <a:pt x="673" y="45"/>
                  </a:lnTo>
                  <a:lnTo>
                    <a:pt x="669" y="45"/>
                  </a:lnTo>
                  <a:lnTo>
                    <a:pt x="665" y="46"/>
                  </a:lnTo>
                  <a:lnTo>
                    <a:pt x="662" y="47"/>
                  </a:lnTo>
                  <a:lnTo>
                    <a:pt x="661" y="48"/>
                  </a:lnTo>
                  <a:lnTo>
                    <a:pt x="659" y="49"/>
                  </a:lnTo>
                  <a:lnTo>
                    <a:pt x="657" y="51"/>
                  </a:lnTo>
                  <a:lnTo>
                    <a:pt x="655" y="53"/>
                  </a:lnTo>
                  <a:lnTo>
                    <a:pt x="654" y="56"/>
                  </a:lnTo>
                  <a:lnTo>
                    <a:pt x="654" y="57"/>
                  </a:lnTo>
                  <a:lnTo>
                    <a:pt x="654" y="60"/>
                  </a:lnTo>
                  <a:lnTo>
                    <a:pt x="654" y="62"/>
                  </a:lnTo>
                  <a:lnTo>
                    <a:pt x="654" y="65"/>
                  </a:lnTo>
                  <a:lnTo>
                    <a:pt x="654" y="67"/>
                  </a:lnTo>
                  <a:lnTo>
                    <a:pt x="655" y="69"/>
                  </a:lnTo>
                  <a:lnTo>
                    <a:pt x="656" y="72"/>
                  </a:lnTo>
                  <a:lnTo>
                    <a:pt x="657" y="74"/>
                  </a:lnTo>
                  <a:lnTo>
                    <a:pt x="659" y="76"/>
                  </a:lnTo>
                  <a:lnTo>
                    <a:pt x="661" y="77"/>
                  </a:lnTo>
                  <a:lnTo>
                    <a:pt x="663" y="80"/>
                  </a:lnTo>
                  <a:lnTo>
                    <a:pt x="666" y="81"/>
                  </a:lnTo>
                  <a:lnTo>
                    <a:pt x="670" y="83"/>
                  </a:lnTo>
                  <a:lnTo>
                    <a:pt x="674" y="85"/>
                  </a:lnTo>
                  <a:lnTo>
                    <a:pt x="678" y="86"/>
                  </a:lnTo>
                  <a:lnTo>
                    <a:pt x="683" y="88"/>
                  </a:lnTo>
                  <a:lnTo>
                    <a:pt x="689" y="89"/>
                  </a:lnTo>
                  <a:lnTo>
                    <a:pt x="694" y="90"/>
                  </a:lnTo>
                  <a:lnTo>
                    <a:pt x="698" y="91"/>
                  </a:lnTo>
                  <a:lnTo>
                    <a:pt x="703" y="92"/>
                  </a:lnTo>
                  <a:lnTo>
                    <a:pt x="709" y="93"/>
                  </a:lnTo>
                  <a:lnTo>
                    <a:pt x="713" y="93"/>
                  </a:lnTo>
                  <a:lnTo>
                    <a:pt x="718" y="93"/>
                  </a:lnTo>
                  <a:lnTo>
                    <a:pt x="722" y="93"/>
                  </a:lnTo>
                  <a:lnTo>
                    <a:pt x="726" y="93"/>
                  </a:lnTo>
                  <a:lnTo>
                    <a:pt x="729" y="92"/>
                  </a:lnTo>
                  <a:lnTo>
                    <a:pt x="731" y="91"/>
                  </a:lnTo>
                  <a:lnTo>
                    <a:pt x="733" y="90"/>
                  </a:lnTo>
                  <a:lnTo>
                    <a:pt x="735" y="89"/>
                  </a:lnTo>
                  <a:lnTo>
                    <a:pt x="737" y="88"/>
                  </a:lnTo>
                  <a:lnTo>
                    <a:pt x="738" y="86"/>
                  </a:lnTo>
                  <a:lnTo>
                    <a:pt x="739" y="84"/>
                  </a:lnTo>
                  <a:lnTo>
                    <a:pt x="740" y="82"/>
                  </a:lnTo>
                  <a:lnTo>
                    <a:pt x="741" y="79"/>
                  </a:lnTo>
                  <a:lnTo>
                    <a:pt x="741" y="77"/>
                  </a:lnTo>
                  <a:lnTo>
                    <a:pt x="741" y="75"/>
                  </a:lnTo>
                  <a:lnTo>
                    <a:pt x="741" y="73"/>
                  </a:lnTo>
                  <a:lnTo>
                    <a:pt x="741" y="71"/>
                  </a:lnTo>
                  <a:lnTo>
                    <a:pt x="740" y="69"/>
                  </a:lnTo>
                  <a:lnTo>
                    <a:pt x="739" y="68"/>
                  </a:lnTo>
                  <a:lnTo>
                    <a:pt x="738" y="66"/>
                  </a:lnTo>
                  <a:lnTo>
                    <a:pt x="738" y="65"/>
                  </a:lnTo>
                  <a:lnTo>
                    <a:pt x="743" y="66"/>
                  </a:lnTo>
                  <a:lnTo>
                    <a:pt x="745" y="59"/>
                  </a:lnTo>
                  <a:lnTo>
                    <a:pt x="745" y="59"/>
                  </a:lnTo>
                  <a:close/>
                  <a:moveTo>
                    <a:pt x="707" y="32"/>
                  </a:moveTo>
                  <a:lnTo>
                    <a:pt x="748" y="39"/>
                  </a:lnTo>
                  <a:lnTo>
                    <a:pt x="750" y="30"/>
                  </a:lnTo>
                  <a:lnTo>
                    <a:pt x="708" y="23"/>
                  </a:lnTo>
                  <a:lnTo>
                    <a:pt x="663" y="0"/>
                  </a:lnTo>
                  <a:lnTo>
                    <a:pt x="662" y="9"/>
                  </a:lnTo>
                  <a:lnTo>
                    <a:pt x="698" y="26"/>
                  </a:lnTo>
                  <a:lnTo>
                    <a:pt x="658" y="33"/>
                  </a:lnTo>
                  <a:lnTo>
                    <a:pt x="657" y="42"/>
                  </a:lnTo>
                  <a:lnTo>
                    <a:pt x="707" y="3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0" name="íṡļîḓé"/>
            <p:cNvSpPr/>
            <p:nvPr/>
          </p:nvSpPr>
          <p:spPr bwMode="auto">
            <a:xfrm>
              <a:off x="2030413" y="3495676"/>
              <a:ext cx="242888" cy="368300"/>
            </a:xfrm>
            <a:custGeom>
              <a:avLst/>
              <a:gdLst>
                <a:gd name="T0" fmla="*/ 85 w 153"/>
                <a:gd name="T1" fmla="*/ 34 h 232"/>
                <a:gd name="T2" fmla="*/ 90 w 153"/>
                <a:gd name="T3" fmla="*/ 26 h 232"/>
                <a:gd name="T4" fmla="*/ 90 w 153"/>
                <a:gd name="T5" fmla="*/ 13 h 232"/>
                <a:gd name="T6" fmla="*/ 86 w 153"/>
                <a:gd name="T7" fmla="*/ 5 h 232"/>
                <a:gd name="T8" fmla="*/ 78 w 153"/>
                <a:gd name="T9" fmla="*/ 0 h 232"/>
                <a:gd name="T10" fmla="*/ 58 w 153"/>
                <a:gd name="T11" fmla="*/ 4 h 232"/>
                <a:gd name="T12" fmla="*/ 38 w 153"/>
                <a:gd name="T13" fmla="*/ 22 h 232"/>
                <a:gd name="T14" fmla="*/ 21 w 153"/>
                <a:gd name="T15" fmla="*/ 38 h 232"/>
                <a:gd name="T16" fmla="*/ 10 w 153"/>
                <a:gd name="T17" fmla="*/ 36 h 232"/>
                <a:gd name="T18" fmla="*/ 7 w 153"/>
                <a:gd name="T19" fmla="*/ 27 h 232"/>
                <a:gd name="T20" fmla="*/ 14 w 153"/>
                <a:gd name="T21" fmla="*/ 18 h 232"/>
                <a:gd name="T22" fmla="*/ 15 w 153"/>
                <a:gd name="T23" fmla="*/ 9 h 232"/>
                <a:gd name="T24" fmla="*/ 3 w 153"/>
                <a:gd name="T25" fmla="*/ 16 h 232"/>
                <a:gd name="T26" fmla="*/ 1 w 153"/>
                <a:gd name="T27" fmla="*/ 31 h 232"/>
                <a:gd name="T28" fmla="*/ 4 w 153"/>
                <a:gd name="T29" fmla="*/ 40 h 232"/>
                <a:gd name="T30" fmla="*/ 14 w 153"/>
                <a:gd name="T31" fmla="*/ 46 h 232"/>
                <a:gd name="T32" fmla="*/ 28 w 153"/>
                <a:gd name="T33" fmla="*/ 45 h 232"/>
                <a:gd name="T34" fmla="*/ 39 w 153"/>
                <a:gd name="T35" fmla="*/ 33 h 232"/>
                <a:gd name="T36" fmla="*/ 62 w 153"/>
                <a:gd name="T37" fmla="*/ 9 h 232"/>
                <a:gd name="T38" fmla="*/ 74 w 153"/>
                <a:gd name="T39" fmla="*/ 7 h 232"/>
                <a:gd name="T40" fmla="*/ 82 w 153"/>
                <a:gd name="T41" fmla="*/ 13 h 232"/>
                <a:gd name="T42" fmla="*/ 83 w 153"/>
                <a:gd name="T43" fmla="*/ 23 h 232"/>
                <a:gd name="T44" fmla="*/ 77 w 153"/>
                <a:gd name="T45" fmla="*/ 29 h 232"/>
                <a:gd name="T46" fmla="*/ 73 w 153"/>
                <a:gd name="T47" fmla="*/ 39 h 232"/>
                <a:gd name="T48" fmla="*/ 9 w 153"/>
                <a:gd name="T49" fmla="*/ 69 h 232"/>
                <a:gd name="T50" fmla="*/ 17 w 153"/>
                <a:gd name="T51" fmla="*/ 60 h 232"/>
                <a:gd name="T52" fmla="*/ 36 w 153"/>
                <a:gd name="T53" fmla="*/ 52 h 232"/>
                <a:gd name="T54" fmla="*/ 71 w 153"/>
                <a:gd name="T55" fmla="*/ 44 h 232"/>
                <a:gd name="T56" fmla="*/ 91 w 153"/>
                <a:gd name="T57" fmla="*/ 47 h 232"/>
                <a:gd name="T58" fmla="*/ 98 w 153"/>
                <a:gd name="T59" fmla="*/ 56 h 232"/>
                <a:gd name="T60" fmla="*/ 98 w 153"/>
                <a:gd name="T61" fmla="*/ 67 h 232"/>
                <a:gd name="T62" fmla="*/ 90 w 153"/>
                <a:gd name="T63" fmla="*/ 76 h 232"/>
                <a:gd name="T64" fmla="*/ 68 w 153"/>
                <a:gd name="T65" fmla="*/ 85 h 232"/>
                <a:gd name="T66" fmla="*/ 42 w 153"/>
                <a:gd name="T67" fmla="*/ 90 h 232"/>
                <a:gd name="T68" fmla="*/ 20 w 153"/>
                <a:gd name="T69" fmla="*/ 91 h 232"/>
                <a:gd name="T70" fmla="*/ 11 w 153"/>
                <a:gd name="T71" fmla="*/ 84 h 232"/>
                <a:gd name="T72" fmla="*/ 16 w 153"/>
                <a:gd name="T73" fmla="*/ 76 h 232"/>
                <a:gd name="T74" fmla="*/ 21 w 153"/>
                <a:gd name="T75" fmla="*/ 82 h 232"/>
                <a:gd name="T76" fmla="*/ 31 w 153"/>
                <a:gd name="T77" fmla="*/ 84 h 232"/>
                <a:gd name="T78" fmla="*/ 62 w 153"/>
                <a:gd name="T79" fmla="*/ 77 h 232"/>
                <a:gd name="T80" fmla="*/ 84 w 153"/>
                <a:gd name="T81" fmla="*/ 70 h 232"/>
                <a:gd name="T82" fmla="*/ 90 w 153"/>
                <a:gd name="T83" fmla="*/ 64 h 232"/>
                <a:gd name="T84" fmla="*/ 89 w 153"/>
                <a:gd name="T85" fmla="*/ 56 h 232"/>
                <a:gd name="T86" fmla="*/ 82 w 153"/>
                <a:gd name="T87" fmla="*/ 52 h 232"/>
                <a:gd name="T88" fmla="*/ 64 w 153"/>
                <a:gd name="T89" fmla="*/ 53 h 232"/>
                <a:gd name="T90" fmla="*/ 32 w 153"/>
                <a:gd name="T91" fmla="*/ 61 h 232"/>
                <a:gd name="T92" fmla="*/ 19 w 153"/>
                <a:gd name="T93" fmla="*/ 68 h 232"/>
                <a:gd name="T94" fmla="*/ 15 w 153"/>
                <a:gd name="T95" fmla="*/ 75 h 232"/>
                <a:gd name="T96" fmla="*/ 26 w 153"/>
                <a:gd name="T97" fmla="*/ 135 h 232"/>
                <a:gd name="T98" fmla="*/ 34 w 153"/>
                <a:gd name="T99" fmla="*/ 140 h 232"/>
                <a:gd name="T100" fmla="*/ 43 w 153"/>
                <a:gd name="T101" fmla="*/ 141 h 232"/>
                <a:gd name="T102" fmla="*/ 44 w 153"/>
                <a:gd name="T103" fmla="*/ 132 h 232"/>
                <a:gd name="T104" fmla="*/ 34 w 153"/>
                <a:gd name="T105" fmla="*/ 130 h 232"/>
                <a:gd name="T106" fmla="*/ 30 w 153"/>
                <a:gd name="T107" fmla="*/ 121 h 232"/>
                <a:gd name="T108" fmla="*/ 36 w 153"/>
                <a:gd name="T109" fmla="*/ 112 h 232"/>
                <a:gd name="T110" fmla="*/ 34 w 153"/>
                <a:gd name="T111" fmla="*/ 103 h 232"/>
                <a:gd name="T112" fmla="*/ 26 w 153"/>
                <a:gd name="T113" fmla="*/ 109 h 232"/>
                <a:gd name="T114" fmla="*/ 22 w 153"/>
                <a:gd name="T115" fmla="*/ 119 h 232"/>
                <a:gd name="T116" fmla="*/ 110 w 153"/>
                <a:gd name="T117" fmla="*/ 122 h 232"/>
                <a:gd name="T118" fmla="*/ 42 w 153"/>
                <a:gd name="T119" fmla="*/ 172 h 232"/>
                <a:gd name="T120" fmla="*/ 73 w 153"/>
                <a:gd name="T121" fmla="*/ 232 h 232"/>
                <a:gd name="T122" fmla="*/ 137 w 153"/>
                <a:gd name="T123" fmla="*/ 163 h 232"/>
                <a:gd name="T124" fmla="*/ 108 w 153"/>
                <a:gd name="T125" fmla="*/ 204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3" h="232">
                  <a:moveTo>
                    <a:pt x="73" y="39"/>
                  </a:moveTo>
                  <a:lnTo>
                    <a:pt x="75" y="38"/>
                  </a:lnTo>
                  <a:lnTo>
                    <a:pt x="78" y="37"/>
                  </a:lnTo>
                  <a:lnTo>
                    <a:pt x="82" y="36"/>
                  </a:lnTo>
                  <a:lnTo>
                    <a:pt x="85" y="34"/>
                  </a:lnTo>
                  <a:lnTo>
                    <a:pt x="86" y="33"/>
                  </a:lnTo>
                  <a:lnTo>
                    <a:pt x="87" y="31"/>
                  </a:lnTo>
                  <a:lnTo>
                    <a:pt x="89" y="29"/>
                  </a:lnTo>
                  <a:lnTo>
                    <a:pt x="90" y="28"/>
                  </a:lnTo>
                  <a:lnTo>
                    <a:pt x="90" y="26"/>
                  </a:lnTo>
                  <a:lnTo>
                    <a:pt x="91" y="24"/>
                  </a:lnTo>
                  <a:lnTo>
                    <a:pt x="91" y="21"/>
                  </a:lnTo>
                  <a:lnTo>
                    <a:pt x="91" y="18"/>
                  </a:lnTo>
                  <a:lnTo>
                    <a:pt x="90" y="16"/>
                  </a:lnTo>
                  <a:lnTo>
                    <a:pt x="90" y="13"/>
                  </a:lnTo>
                  <a:lnTo>
                    <a:pt x="90" y="12"/>
                  </a:lnTo>
                  <a:lnTo>
                    <a:pt x="89" y="9"/>
                  </a:lnTo>
                  <a:lnTo>
                    <a:pt x="87" y="8"/>
                  </a:lnTo>
                  <a:lnTo>
                    <a:pt x="86" y="6"/>
                  </a:lnTo>
                  <a:lnTo>
                    <a:pt x="86" y="5"/>
                  </a:lnTo>
                  <a:lnTo>
                    <a:pt x="84" y="4"/>
                  </a:lnTo>
                  <a:lnTo>
                    <a:pt x="82" y="3"/>
                  </a:lnTo>
                  <a:lnTo>
                    <a:pt x="81" y="2"/>
                  </a:lnTo>
                  <a:lnTo>
                    <a:pt x="80" y="1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69" y="0"/>
                  </a:lnTo>
                  <a:lnTo>
                    <a:pt x="66" y="0"/>
                  </a:lnTo>
                  <a:lnTo>
                    <a:pt x="62" y="1"/>
                  </a:lnTo>
                  <a:lnTo>
                    <a:pt x="58" y="4"/>
                  </a:lnTo>
                  <a:lnTo>
                    <a:pt x="54" y="5"/>
                  </a:lnTo>
                  <a:lnTo>
                    <a:pt x="51" y="8"/>
                  </a:lnTo>
                  <a:lnTo>
                    <a:pt x="49" y="10"/>
                  </a:lnTo>
                  <a:lnTo>
                    <a:pt x="43" y="16"/>
                  </a:lnTo>
                  <a:lnTo>
                    <a:pt x="38" y="22"/>
                  </a:lnTo>
                  <a:lnTo>
                    <a:pt x="32" y="28"/>
                  </a:lnTo>
                  <a:lnTo>
                    <a:pt x="26" y="35"/>
                  </a:lnTo>
                  <a:lnTo>
                    <a:pt x="25" y="36"/>
                  </a:lnTo>
                  <a:lnTo>
                    <a:pt x="23" y="36"/>
                  </a:lnTo>
                  <a:lnTo>
                    <a:pt x="21" y="38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8"/>
                  </a:lnTo>
                  <a:lnTo>
                    <a:pt x="12" y="37"/>
                  </a:lnTo>
                  <a:lnTo>
                    <a:pt x="10" y="36"/>
                  </a:lnTo>
                  <a:lnTo>
                    <a:pt x="10" y="36"/>
                  </a:lnTo>
                  <a:lnTo>
                    <a:pt x="9" y="34"/>
                  </a:lnTo>
                  <a:lnTo>
                    <a:pt x="8" y="32"/>
                  </a:lnTo>
                  <a:lnTo>
                    <a:pt x="7" y="30"/>
                  </a:lnTo>
                  <a:lnTo>
                    <a:pt x="7" y="27"/>
                  </a:lnTo>
                  <a:lnTo>
                    <a:pt x="8" y="24"/>
                  </a:lnTo>
                  <a:lnTo>
                    <a:pt x="9" y="22"/>
                  </a:lnTo>
                  <a:lnTo>
                    <a:pt x="10" y="20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8" y="17"/>
                  </a:lnTo>
                  <a:lnTo>
                    <a:pt x="22" y="16"/>
                  </a:lnTo>
                  <a:lnTo>
                    <a:pt x="21" y="8"/>
                  </a:lnTo>
                  <a:lnTo>
                    <a:pt x="18" y="8"/>
                  </a:lnTo>
                  <a:lnTo>
                    <a:pt x="15" y="9"/>
                  </a:lnTo>
                  <a:lnTo>
                    <a:pt x="12" y="10"/>
                  </a:lnTo>
                  <a:lnTo>
                    <a:pt x="8" y="12"/>
                  </a:lnTo>
                  <a:lnTo>
                    <a:pt x="6" y="13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2" y="19"/>
                  </a:lnTo>
                  <a:lnTo>
                    <a:pt x="1" y="21"/>
                  </a:lnTo>
                  <a:lnTo>
                    <a:pt x="1" y="24"/>
                  </a:lnTo>
                  <a:lnTo>
                    <a:pt x="0" y="28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35"/>
                  </a:lnTo>
                  <a:lnTo>
                    <a:pt x="2" y="37"/>
                  </a:lnTo>
                  <a:lnTo>
                    <a:pt x="3" y="39"/>
                  </a:lnTo>
                  <a:lnTo>
                    <a:pt x="4" y="40"/>
                  </a:lnTo>
                  <a:lnTo>
                    <a:pt x="6" y="42"/>
                  </a:lnTo>
                  <a:lnTo>
                    <a:pt x="6" y="43"/>
                  </a:lnTo>
                  <a:lnTo>
                    <a:pt x="8" y="44"/>
                  </a:lnTo>
                  <a:lnTo>
                    <a:pt x="11" y="46"/>
                  </a:lnTo>
                  <a:lnTo>
                    <a:pt x="14" y="46"/>
                  </a:lnTo>
                  <a:lnTo>
                    <a:pt x="17" y="47"/>
                  </a:lnTo>
                  <a:lnTo>
                    <a:pt x="19" y="47"/>
                  </a:lnTo>
                  <a:lnTo>
                    <a:pt x="22" y="46"/>
                  </a:lnTo>
                  <a:lnTo>
                    <a:pt x="26" y="46"/>
                  </a:lnTo>
                  <a:lnTo>
                    <a:pt x="28" y="45"/>
                  </a:lnTo>
                  <a:lnTo>
                    <a:pt x="30" y="44"/>
                  </a:lnTo>
                  <a:lnTo>
                    <a:pt x="32" y="42"/>
                  </a:lnTo>
                  <a:lnTo>
                    <a:pt x="34" y="40"/>
                  </a:lnTo>
                  <a:lnTo>
                    <a:pt x="36" y="36"/>
                  </a:lnTo>
                  <a:lnTo>
                    <a:pt x="39" y="33"/>
                  </a:lnTo>
                  <a:lnTo>
                    <a:pt x="45" y="25"/>
                  </a:lnTo>
                  <a:lnTo>
                    <a:pt x="52" y="18"/>
                  </a:lnTo>
                  <a:lnTo>
                    <a:pt x="55" y="14"/>
                  </a:lnTo>
                  <a:lnTo>
                    <a:pt x="59" y="12"/>
                  </a:lnTo>
                  <a:lnTo>
                    <a:pt x="62" y="9"/>
                  </a:lnTo>
                  <a:lnTo>
                    <a:pt x="66" y="8"/>
                  </a:lnTo>
                  <a:lnTo>
                    <a:pt x="68" y="7"/>
                  </a:lnTo>
                  <a:lnTo>
                    <a:pt x="70" y="7"/>
                  </a:lnTo>
                  <a:lnTo>
                    <a:pt x="71" y="7"/>
                  </a:lnTo>
                  <a:lnTo>
                    <a:pt x="74" y="7"/>
                  </a:lnTo>
                  <a:lnTo>
                    <a:pt x="75" y="8"/>
                  </a:lnTo>
                  <a:lnTo>
                    <a:pt x="77" y="9"/>
                  </a:lnTo>
                  <a:lnTo>
                    <a:pt x="78" y="10"/>
                  </a:lnTo>
                  <a:lnTo>
                    <a:pt x="80" y="12"/>
                  </a:lnTo>
                  <a:lnTo>
                    <a:pt x="82" y="13"/>
                  </a:lnTo>
                  <a:lnTo>
                    <a:pt x="82" y="15"/>
                  </a:lnTo>
                  <a:lnTo>
                    <a:pt x="83" y="17"/>
                  </a:lnTo>
                  <a:lnTo>
                    <a:pt x="84" y="20"/>
                  </a:lnTo>
                  <a:lnTo>
                    <a:pt x="84" y="21"/>
                  </a:lnTo>
                  <a:lnTo>
                    <a:pt x="83" y="23"/>
                  </a:lnTo>
                  <a:lnTo>
                    <a:pt x="83" y="24"/>
                  </a:lnTo>
                  <a:lnTo>
                    <a:pt x="82" y="25"/>
                  </a:lnTo>
                  <a:lnTo>
                    <a:pt x="81" y="27"/>
                  </a:lnTo>
                  <a:lnTo>
                    <a:pt x="79" y="28"/>
                  </a:lnTo>
                  <a:lnTo>
                    <a:pt x="77" y="29"/>
                  </a:lnTo>
                  <a:lnTo>
                    <a:pt x="75" y="29"/>
                  </a:lnTo>
                  <a:lnTo>
                    <a:pt x="73" y="29"/>
                  </a:lnTo>
                  <a:lnTo>
                    <a:pt x="71" y="30"/>
                  </a:lnTo>
                  <a:lnTo>
                    <a:pt x="73" y="39"/>
                  </a:lnTo>
                  <a:lnTo>
                    <a:pt x="73" y="39"/>
                  </a:lnTo>
                  <a:close/>
                  <a:moveTo>
                    <a:pt x="9" y="78"/>
                  </a:moveTo>
                  <a:lnTo>
                    <a:pt x="8" y="76"/>
                  </a:lnTo>
                  <a:lnTo>
                    <a:pt x="8" y="73"/>
                  </a:lnTo>
                  <a:lnTo>
                    <a:pt x="9" y="72"/>
                  </a:lnTo>
                  <a:lnTo>
                    <a:pt x="9" y="69"/>
                  </a:lnTo>
                  <a:lnTo>
                    <a:pt x="10" y="68"/>
                  </a:lnTo>
                  <a:lnTo>
                    <a:pt x="11" y="66"/>
                  </a:lnTo>
                  <a:lnTo>
                    <a:pt x="13" y="64"/>
                  </a:lnTo>
                  <a:lnTo>
                    <a:pt x="14" y="63"/>
                  </a:lnTo>
                  <a:lnTo>
                    <a:pt x="17" y="60"/>
                  </a:lnTo>
                  <a:lnTo>
                    <a:pt x="20" y="58"/>
                  </a:lnTo>
                  <a:lnTo>
                    <a:pt x="23" y="56"/>
                  </a:lnTo>
                  <a:lnTo>
                    <a:pt x="27" y="55"/>
                  </a:lnTo>
                  <a:lnTo>
                    <a:pt x="31" y="53"/>
                  </a:lnTo>
                  <a:lnTo>
                    <a:pt x="36" y="52"/>
                  </a:lnTo>
                  <a:lnTo>
                    <a:pt x="40" y="50"/>
                  </a:lnTo>
                  <a:lnTo>
                    <a:pt x="45" y="48"/>
                  </a:lnTo>
                  <a:lnTo>
                    <a:pt x="54" y="47"/>
                  </a:lnTo>
                  <a:lnTo>
                    <a:pt x="63" y="45"/>
                  </a:lnTo>
                  <a:lnTo>
                    <a:pt x="71" y="44"/>
                  </a:lnTo>
                  <a:lnTo>
                    <a:pt x="78" y="44"/>
                  </a:lnTo>
                  <a:lnTo>
                    <a:pt x="82" y="44"/>
                  </a:lnTo>
                  <a:lnTo>
                    <a:pt x="86" y="44"/>
                  </a:lnTo>
                  <a:lnTo>
                    <a:pt x="89" y="46"/>
                  </a:lnTo>
                  <a:lnTo>
                    <a:pt x="91" y="47"/>
                  </a:lnTo>
                  <a:lnTo>
                    <a:pt x="94" y="49"/>
                  </a:lnTo>
                  <a:lnTo>
                    <a:pt x="95" y="52"/>
                  </a:lnTo>
                  <a:lnTo>
                    <a:pt x="97" y="52"/>
                  </a:lnTo>
                  <a:lnTo>
                    <a:pt x="97" y="54"/>
                  </a:lnTo>
                  <a:lnTo>
                    <a:pt x="98" y="56"/>
                  </a:lnTo>
                  <a:lnTo>
                    <a:pt x="98" y="57"/>
                  </a:lnTo>
                  <a:lnTo>
                    <a:pt x="98" y="60"/>
                  </a:lnTo>
                  <a:lnTo>
                    <a:pt x="98" y="63"/>
                  </a:lnTo>
                  <a:lnTo>
                    <a:pt x="98" y="64"/>
                  </a:lnTo>
                  <a:lnTo>
                    <a:pt x="98" y="67"/>
                  </a:lnTo>
                  <a:lnTo>
                    <a:pt x="97" y="68"/>
                  </a:lnTo>
                  <a:lnTo>
                    <a:pt x="95" y="70"/>
                  </a:lnTo>
                  <a:lnTo>
                    <a:pt x="94" y="72"/>
                  </a:lnTo>
                  <a:lnTo>
                    <a:pt x="92" y="74"/>
                  </a:lnTo>
                  <a:lnTo>
                    <a:pt x="90" y="76"/>
                  </a:lnTo>
                  <a:lnTo>
                    <a:pt x="86" y="77"/>
                  </a:lnTo>
                  <a:lnTo>
                    <a:pt x="82" y="80"/>
                  </a:lnTo>
                  <a:lnTo>
                    <a:pt x="78" y="81"/>
                  </a:lnTo>
                  <a:lnTo>
                    <a:pt x="73" y="84"/>
                  </a:lnTo>
                  <a:lnTo>
                    <a:pt x="68" y="85"/>
                  </a:lnTo>
                  <a:lnTo>
                    <a:pt x="63" y="87"/>
                  </a:lnTo>
                  <a:lnTo>
                    <a:pt x="58" y="88"/>
                  </a:lnTo>
                  <a:lnTo>
                    <a:pt x="53" y="88"/>
                  </a:lnTo>
                  <a:lnTo>
                    <a:pt x="48" y="90"/>
                  </a:lnTo>
                  <a:lnTo>
                    <a:pt x="42" y="90"/>
                  </a:lnTo>
                  <a:lnTo>
                    <a:pt x="37" y="91"/>
                  </a:lnTo>
                  <a:lnTo>
                    <a:pt x="32" y="92"/>
                  </a:lnTo>
                  <a:lnTo>
                    <a:pt x="26" y="92"/>
                  </a:lnTo>
                  <a:lnTo>
                    <a:pt x="22" y="92"/>
                  </a:lnTo>
                  <a:lnTo>
                    <a:pt x="20" y="91"/>
                  </a:lnTo>
                  <a:lnTo>
                    <a:pt x="18" y="90"/>
                  </a:lnTo>
                  <a:lnTo>
                    <a:pt x="15" y="89"/>
                  </a:lnTo>
                  <a:lnTo>
                    <a:pt x="14" y="88"/>
                  </a:lnTo>
                  <a:lnTo>
                    <a:pt x="12" y="87"/>
                  </a:lnTo>
                  <a:lnTo>
                    <a:pt x="11" y="84"/>
                  </a:lnTo>
                  <a:lnTo>
                    <a:pt x="10" y="83"/>
                  </a:lnTo>
                  <a:lnTo>
                    <a:pt x="10" y="81"/>
                  </a:lnTo>
                  <a:lnTo>
                    <a:pt x="9" y="78"/>
                  </a:lnTo>
                  <a:lnTo>
                    <a:pt x="9" y="78"/>
                  </a:lnTo>
                  <a:close/>
                  <a:moveTo>
                    <a:pt x="16" y="76"/>
                  </a:moveTo>
                  <a:lnTo>
                    <a:pt x="16" y="78"/>
                  </a:lnTo>
                  <a:lnTo>
                    <a:pt x="18" y="80"/>
                  </a:lnTo>
                  <a:lnTo>
                    <a:pt x="18" y="80"/>
                  </a:lnTo>
                  <a:lnTo>
                    <a:pt x="19" y="81"/>
                  </a:lnTo>
                  <a:lnTo>
                    <a:pt x="21" y="82"/>
                  </a:lnTo>
                  <a:lnTo>
                    <a:pt x="22" y="83"/>
                  </a:lnTo>
                  <a:lnTo>
                    <a:pt x="24" y="83"/>
                  </a:lnTo>
                  <a:lnTo>
                    <a:pt x="26" y="84"/>
                  </a:lnTo>
                  <a:lnTo>
                    <a:pt x="28" y="84"/>
                  </a:lnTo>
                  <a:lnTo>
                    <a:pt x="31" y="84"/>
                  </a:lnTo>
                  <a:lnTo>
                    <a:pt x="36" y="83"/>
                  </a:lnTo>
                  <a:lnTo>
                    <a:pt x="43" y="82"/>
                  </a:lnTo>
                  <a:lnTo>
                    <a:pt x="50" y="80"/>
                  </a:lnTo>
                  <a:lnTo>
                    <a:pt x="56" y="80"/>
                  </a:lnTo>
                  <a:lnTo>
                    <a:pt x="62" y="77"/>
                  </a:lnTo>
                  <a:lnTo>
                    <a:pt x="69" y="76"/>
                  </a:lnTo>
                  <a:lnTo>
                    <a:pt x="74" y="74"/>
                  </a:lnTo>
                  <a:lnTo>
                    <a:pt x="79" y="72"/>
                  </a:lnTo>
                  <a:lnTo>
                    <a:pt x="82" y="71"/>
                  </a:lnTo>
                  <a:lnTo>
                    <a:pt x="84" y="70"/>
                  </a:lnTo>
                  <a:lnTo>
                    <a:pt x="86" y="68"/>
                  </a:lnTo>
                  <a:lnTo>
                    <a:pt x="87" y="68"/>
                  </a:lnTo>
                  <a:lnTo>
                    <a:pt x="88" y="66"/>
                  </a:lnTo>
                  <a:lnTo>
                    <a:pt x="90" y="64"/>
                  </a:lnTo>
                  <a:lnTo>
                    <a:pt x="90" y="64"/>
                  </a:lnTo>
                  <a:lnTo>
                    <a:pt x="90" y="63"/>
                  </a:lnTo>
                  <a:lnTo>
                    <a:pt x="91" y="60"/>
                  </a:lnTo>
                  <a:lnTo>
                    <a:pt x="91" y="59"/>
                  </a:lnTo>
                  <a:lnTo>
                    <a:pt x="90" y="57"/>
                  </a:lnTo>
                  <a:lnTo>
                    <a:pt x="89" y="56"/>
                  </a:lnTo>
                  <a:lnTo>
                    <a:pt x="88" y="56"/>
                  </a:lnTo>
                  <a:lnTo>
                    <a:pt x="87" y="55"/>
                  </a:lnTo>
                  <a:lnTo>
                    <a:pt x="86" y="54"/>
                  </a:lnTo>
                  <a:lnTo>
                    <a:pt x="84" y="53"/>
                  </a:lnTo>
                  <a:lnTo>
                    <a:pt x="82" y="52"/>
                  </a:lnTo>
                  <a:lnTo>
                    <a:pt x="80" y="52"/>
                  </a:lnTo>
                  <a:lnTo>
                    <a:pt x="78" y="52"/>
                  </a:lnTo>
                  <a:lnTo>
                    <a:pt x="75" y="52"/>
                  </a:lnTo>
                  <a:lnTo>
                    <a:pt x="70" y="52"/>
                  </a:lnTo>
                  <a:lnTo>
                    <a:pt x="64" y="53"/>
                  </a:lnTo>
                  <a:lnTo>
                    <a:pt x="58" y="55"/>
                  </a:lnTo>
                  <a:lnTo>
                    <a:pt x="50" y="56"/>
                  </a:lnTo>
                  <a:lnTo>
                    <a:pt x="44" y="58"/>
                  </a:lnTo>
                  <a:lnTo>
                    <a:pt x="38" y="60"/>
                  </a:lnTo>
                  <a:lnTo>
                    <a:pt x="32" y="61"/>
                  </a:lnTo>
                  <a:lnTo>
                    <a:pt x="27" y="64"/>
                  </a:lnTo>
                  <a:lnTo>
                    <a:pt x="25" y="64"/>
                  </a:lnTo>
                  <a:lnTo>
                    <a:pt x="22" y="66"/>
                  </a:lnTo>
                  <a:lnTo>
                    <a:pt x="21" y="67"/>
                  </a:lnTo>
                  <a:lnTo>
                    <a:pt x="19" y="68"/>
                  </a:lnTo>
                  <a:lnTo>
                    <a:pt x="18" y="70"/>
                  </a:lnTo>
                  <a:lnTo>
                    <a:pt x="17" y="71"/>
                  </a:lnTo>
                  <a:lnTo>
                    <a:pt x="17" y="72"/>
                  </a:lnTo>
                  <a:lnTo>
                    <a:pt x="16" y="74"/>
                  </a:lnTo>
                  <a:lnTo>
                    <a:pt x="15" y="75"/>
                  </a:lnTo>
                  <a:lnTo>
                    <a:pt x="16" y="76"/>
                  </a:lnTo>
                  <a:lnTo>
                    <a:pt x="16" y="76"/>
                  </a:lnTo>
                  <a:close/>
                  <a:moveTo>
                    <a:pt x="23" y="128"/>
                  </a:moveTo>
                  <a:lnTo>
                    <a:pt x="25" y="132"/>
                  </a:lnTo>
                  <a:lnTo>
                    <a:pt x="26" y="135"/>
                  </a:lnTo>
                  <a:lnTo>
                    <a:pt x="27" y="136"/>
                  </a:lnTo>
                  <a:lnTo>
                    <a:pt x="29" y="137"/>
                  </a:lnTo>
                  <a:lnTo>
                    <a:pt x="30" y="139"/>
                  </a:lnTo>
                  <a:lnTo>
                    <a:pt x="32" y="140"/>
                  </a:lnTo>
                  <a:lnTo>
                    <a:pt x="34" y="140"/>
                  </a:lnTo>
                  <a:lnTo>
                    <a:pt x="35" y="140"/>
                  </a:lnTo>
                  <a:lnTo>
                    <a:pt x="37" y="141"/>
                  </a:lnTo>
                  <a:lnTo>
                    <a:pt x="39" y="141"/>
                  </a:lnTo>
                  <a:lnTo>
                    <a:pt x="41" y="141"/>
                  </a:lnTo>
                  <a:lnTo>
                    <a:pt x="43" y="141"/>
                  </a:lnTo>
                  <a:lnTo>
                    <a:pt x="45" y="140"/>
                  </a:lnTo>
                  <a:lnTo>
                    <a:pt x="47" y="140"/>
                  </a:lnTo>
                  <a:lnTo>
                    <a:pt x="115" y="116"/>
                  </a:lnTo>
                  <a:lnTo>
                    <a:pt x="112" y="108"/>
                  </a:lnTo>
                  <a:lnTo>
                    <a:pt x="44" y="132"/>
                  </a:lnTo>
                  <a:lnTo>
                    <a:pt x="42" y="132"/>
                  </a:lnTo>
                  <a:lnTo>
                    <a:pt x="39" y="132"/>
                  </a:lnTo>
                  <a:lnTo>
                    <a:pt x="38" y="132"/>
                  </a:lnTo>
                  <a:lnTo>
                    <a:pt x="36" y="132"/>
                  </a:lnTo>
                  <a:lnTo>
                    <a:pt x="34" y="130"/>
                  </a:lnTo>
                  <a:lnTo>
                    <a:pt x="32" y="129"/>
                  </a:lnTo>
                  <a:lnTo>
                    <a:pt x="31" y="128"/>
                  </a:lnTo>
                  <a:lnTo>
                    <a:pt x="30" y="125"/>
                  </a:lnTo>
                  <a:lnTo>
                    <a:pt x="30" y="124"/>
                  </a:lnTo>
                  <a:lnTo>
                    <a:pt x="30" y="121"/>
                  </a:lnTo>
                  <a:lnTo>
                    <a:pt x="30" y="119"/>
                  </a:lnTo>
                  <a:lnTo>
                    <a:pt x="31" y="116"/>
                  </a:lnTo>
                  <a:lnTo>
                    <a:pt x="32" y="115"/>
                  </a:lnTo>
                  <a:lnTo>
                    <a:pt x="34" y="112"/>
                  </a:lnTo>
                  <a:lnTo>
                    <a:pt x="36" y="112"/>
                  </a:lnTo>
                  <a:lnTo>
                    <a:pt x="38" y="110"/>
                  </a:lnTo>
                  <a:lnTo>
                    <a:pt x="105" y="88"/>
                  </a:lnTo>
                  <a:lnTo>
                    <a:pt x="103" y="80"/>
                  </a:lnTo>
                  <a:lnTo>
                    <a:pt x="36" y="102"/>
                  </a:lnTo>
                  <a:lnTo>
                    <a:pt x="34" y="103"/>
                  </a:lnTo>
                  <a:lnTo>
                    <a:pt x="32" y="104"/>
                  </a:lnTo>
                  <a:lnTo>
                    <a:pt x="30" y="105"/>
                  </a:lnTo>
                  <a:lnTo>
                    <a:pt x="29" y="107"/>
                  </a:lnTo>
                  <a:lnTo>
                    <a:pt x="27" y="108"/>
                  </a:lnTo>
                  <a:lnTo>
                    <a:pt x="26" y="109"/>
                  </a:lnTo>
                  <a:lnTo>
                    <a:pt x="25" y="112"/>
                  </a:lnTo>
                  <a:lnTo>
                    <a:pt x="24" y="113"/>
                  </a:lnTo>
                  <a:lnTo>
                    <a:pt x="23" y="115"/>
                  </a:lnTo>
                  <a:lnTo>
                    <a:pt x="22" y="117"/>
                  </a:lnTo>
                  <a:lnTo>
                    <a:pt x="22" y="119"/>
                  </a:lnTo>
                  <a:lnTo>
                    <a:pt x="22" y="120"/>
                  </a:lnTo>
                  <a:lnTo>
                    <a:pt x="22" y="124"/>
                  </a:lnTo>
                  <a:lnTo>
                    <a:pt x="23" y="128"/>
                  </a:lnTo>
                  <a:lnTo>
                    <a:pt x="23" y="128"/>
                  </a:lnTo>
                  <a:close/>
                  <a:moveTo>
                    <a:pt x="110" y="122"/>
                  </a:moveTo>
                  <a:lnTo>
                    <a:pt x="116" y="119"/>
                  </a:lnTo>
                  <a:lnTo>
                    <a:pt x="130" y="151"/>
                  </a:lnTo>
                  <a:lnTo>
                    <a:pt x="123" y="153"/>
                  </a:lnTo>
                  <a:lnTo>
                    <a:pt x="118" y="141"/>
                  </a:lnTo>
                  <a:lnTo>
                    <a:pt x="42" y="172"/>
                  </a:lnTo>
                  <a:lnTo>
                    <a:pt x="38" y="164"/>
                  </a:lnTo>
                  <a:lnTo>
                    <a:pt x="114" y="133"/>
                  </a:lnTo>
                  <a:lnTo>
                    <a:pt x="110" y="122"/>
                  </a:lnTo>
                  <a:lnTo>
                    <a:pt x="110" y="122"/>
                  </a:lnTo>
                  <a:close/>
                  <a:moveTo>
                    <a:pt x="73" y="232"/>
                  </a:moveTo>
                  <a:lnTo>
                    <a:pt x="153" y="190"/>
                  </a:lnTo>
                  <a:lnTo>
                    <a:pt x="149" y="183"/>
                  </a:lnTo>
                  <a:lnTo>
                    <a:pt x="115" y="200"/>
                  </a:lnTo>
                  <a:lnTo>
                    <a:pt x="103" y="177"/>
                  </a:lnTo>
                  <a:lnTo>
                    <a:pt x="137" y="163"/>
                  </a:lnTo>
                  <a:lnTo>
                    <a:pt x="133" y="155"/>
                  </a:lnTo>
                  <a:lnTo>
                    <a:pt x="50" y="192"/>
                  </a:lnTo>
                  <a:lnTo>
                    <a:pt x="54" y="200"/>
                  </a:lnTo>
                  <a:lnTo>
                    <a:pt x="95" y="180"/>
                  </a:lnTo>
                  <a:lnTo>
                    <a:pt x="108" y="204"/>
                  </a:lnTo>
                  <a:lnTo>
                    <a:pt x="69" y="225"/>
                  </a:lnTo>
                  <a:lnTo>
                    <a:pt x="73" y="23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1" name="iSlïḋê"/>
            <p:cNvSpPr/>
            <p:nvPr/>
          </p:nvSpPr>
          <p:spPr bwMode="auto">
            <a:xfrm>
              <a:off x="2192338" y="3840163"/>
              <a:ext cx="303213" cy="306388"/>
            </a:xfrm>
            <a:custGeom>
              <a:avLst/>
              <a:gdLst>
                <a:gd name="T0" fmla="*/ 20 w 191"/>
                <a:gd name="T1" fmla="*/ 59 h 193"/>
                <a:gd name="T2" fmla="*/ 13 w 191"/>
                <a:gd name="T3" fmla="*/ 60 h 193"/>
                <a:gd name="T4" fmla="*/ 9 w 191"/>
                <a:gd name="T5" fmla="*/ 56 h 193"/>
                <a:gd name="T6" fmla="*/ 8 w 191"/>
                <a:gd name="T7" fmla="*/ 50 h 193"/>
                <a:gd name="T8" fmla="*/ 10 w 191"/>
                <a:gd name="T9" fmla="*/ 45 h 193"/>
                <a:gd name="T10" fmla="*/ 14 w 191"/>
                <a:gd name="T11" fmla="*/ 39 h 193"/>
                <a:gd name="T12" fmla="*/ 24 w 191"/>
                <a:gd name="T13" fmla="*/ 30 h 193"/>
                <a:gd name="T14" fmla="*/ 38 w 191"/>
                <a:gd name="T15" fmla="*/ 19 h 193"/>
                <a:gd name="T16" fmla="*/ 52 w 191"/>
                <a:gd name="T17" fmla="*/ 12 h 193"/>
                <a:gd name="T18" fmla="*/ 60 w 191"/>
                <a:gd name="T19" fmla="*/ 10 h 193"/>
                <a:gd name="T20" fmla="*/ 65 w 191"/>
                <a:gd name="T21" fmla="*/ 10 h 193"/>
                <a:gd name="T22" fmla="*/ 69 w 191"/>
                <a:gd name="T23" fmla="*/ 12 h 193"/>
                <a:gd name="T24" fmla="*/ 71 w 191"/>
                <a:gd name="T25" fmla="*/ 18 h 193"/>
                <a:gd name="T26" fmla="*/ 69 w 191"/>
                <a:gd name="T27" fmla="*/ 24 h 193"/>
                <a:gd name="T28" fmla="*/ 61 w 191"/>
                <a:gd name="T29" fmla="*/ 32 h 193"/>
                <a:gd name="T30" fmla="*/ 69 w 191"/>
                <a:gd name="T31" fmla="*/ 36 h 193"/>
                <a:gd name="T32" fmla="*/ 75 w 191"/>
                <a:gd name="T33" fmla="*/ 31 h 193"/>
                <a:gd name="T34" fmla="*/ 77 w 191"/>
                <a:gd name="T35" fmla="*/ 25 h 193"/>
                <a:gd name="T36" fmla="*/ 79 w 191"/>
                <a:gd name="T37" fmla="*/ 19 h 193"/>
                <a:gd name="T38" fmla="*/ 78 w 191"/>
                <a:gd name="T39" fmla="*/ 13 h 193"/>
                <a:gd name="T40" fmla="*/ 75 w 191"/>
                <a:gd name="T41" fmla="*/ 7 h 193"/>
                <a:gd name="T42" fmla="*/ 71 w 191"/>
                <a:gd name="T43" fmla="*/ 3 h 193"/>
                <a:gd name="T44" fmla="*/ 64 w 191"/>
                <a:gd name="T45" fmla="*/ 0 h 193"/>
                <a:gd name="T46" fmla="*/ 55 w 191"/>
                <a:gd name="T47" fmla="*/ 2 h 193"/>
                <a:gd name="T48" fmla="*/ 42 w 191"/>
                <a:gd name="T49" fmla="*/ 7 h 193"/>
                <a:gd name="T50" fmla="*/ 29 w 191"/>
                <a:gd name="T51" fmla="*/ 16 h 193"/>
                <a:gd name="T52" fmla="*/ 17 w 191"/>
                <a:gd name="T53" fmla="*/ 25 h 193"/>
                <a:gd name="T54" fmla="*/ 8 w 191"/>
                <a:gd name="T55" fmla="*/ 35 h 193"/>
                <a:gd name="T56" fmla="*/ 2 w 191"/>
                <a:gd name="T57" fmla="*/ 43 h 193"/>
                <a:gd name="T58" fmla="*/ 0 w 191"/>
                <a:gd name="T59" fmla="*/ 51 h 193"/>
                <a:gd name="T60" fmla="*/ 2 w 191"/>
                <a:gd name="T61" fmla="*/ 58 h 193"/>
                <a:gd name="T62" fmla="*/ 5 w 191"/>
                <a:gd name="T63" fmla="*/ 64 h 193"/>
                <a:gd name="T64" fmla="*/ 9 w 191"/>
                <a:gd name="T65" fmla="*/ 67 h 193"/>
                <a:gd name="T66" fmla="*/ 14 w 191"/>
                <a:gd name="T67" fmla="*/ 69 h 193"/>
                <a:gd name="T68" fmla="*/ 20 w 191"/>
                <a:gd name="T69" fmla="*/ 68 h 193"/>
                <a:gd name="T70" fmla="*/ 28 w 191"/>
                <a:gd name="T71" fmla="*/ 65 h 193"/>
                <a:gd name="T72" fmla="*/ 29 w 191"/>
                <a:gd name="T73" fmla="*/ 55 h 193"/>
                <a:gd name="T74" fmla="*/ 43 w 191"/>
                <a:gd name="T75" fmla="*/ 107 h 193"/>
                <a:gd name="T76" fmla="*/ 27 w 191"/>
                <a:gd name="T77" fmla="*/ 89 h 193"/>
                <a:gd name="T78" fmla="*/ 97 w 191"/>
                <a:gd name="T79" fmla="*/ 33 h 193"/>
                <a:gd name="T80" fmla="*/ 110 w 191"/>
                <a:gd name="T81" fmla="*/ 47 h 193"/>
                <a:gd name="T82" fmla="*/ 48 w 191"/>
                <a:gd name="T83" fmla="*/ 112 h 193"/>
                <a:gd name="T84" fmla="*/ 124 w 191"/>
                <a:gd name="T85" fmla="*/ 60 h 193"/>
                <a:gd name="T86" fmla="*/ 64 w 191"/>
                <a:gd name="T87" fmla="*/ 127 h 193"/>
                <a:gd name="T88" fmla="*/ 169 w 191"/>
                <a:gd name="T89" fmla="*/ 95 h 193"/>
                <a:gd name="T90" fmla="*/ 149 w 191"/>
                <a:gd name="T91" fmla="*/ 82 h 193"/>
                <a:gd name="T92" fmla="*/ 82 w 191"/>
                <a:gd name="T93" fmla="*/ 143 h 193"/>
                <a:gd name="T94" fmla="*/ 99 w 191"/>
                <a:gd name="T95" fmla="*/ 156 h 193"/>
                <a:gd name="T96" fmla="*/ 145 w 191"/>
                <a:gd name="T97" fmla="*/ 188 h 193"/>
                <a:gd name="T98" fmla="*/ 182 w 191"/>
                <a:gd name="T99" fmla="*/ 105 h 193"/>
                <a:gd name="T100" fmla="*/ 147 w 191"/>
                <a:gd name="T101" fmla="*/ 148 h 193"/>
                <a:gd name="T102" fmla="*/ 153 w 191"/>
                <a:gd name="T103" fmla="*/ 14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91" h="193">
                  <a:moveTo>
                    <a:pt x="29" y="55"/>
                  </a:moveTo>
                  <a:lnTo>
                    <a:pt x="24" y="57"/>
                  </a:lnTo>
                  <a:lnTo>
                    <a:pt x="20" y="59"/>
                  </a:lnTo>
                  <a:lnTo>
                    <a:pt x="17" y="60"/>
                  </a:lnTo>
                  <a:lnTo>
                    <a:pt x="15" y="60"/>
                  </a:lnTo>
                  <a:lnTo>
                    <a:pt x="13" y="60"/>
                  </a:lnTo>
                  <a:lnTo>
                    <a:pt x="12" y="59"/>
                  </a:lnTo>
                  <a:lnTo>
                    <a:pt x="10" y="58"/>
                  </a:lnTo>
                  <a:lnTo>
                    <a:pt x="9" y="56"/>
                  </a:lnTo>
                  <a:lnTo>
                    <a:pt x="8" y="54"/>
                  </a:lnTo>
                  <a:lnTo>
                    <a:pt x="8" y="51"/>
                  </a:lnTo>
                  <a:lnTo>
                    <a:pt x="8" y="50"/>
                  </a:lnTo>
                  <a:lnTo>
                    <a:pt x="8" y="48"/>
                  </a:lnTo>
                  <a:lnTo>
                    <a:pt x="9" y="47"/>
                  </a:lnTo>
                  <a:lnTo>
                    <a:pt x="10" y="45"/>
                  </a:lnTo>
                  <a:lnTo>
                    <a:pt x="11" y="43"/>
                  </a:lnTo>
                  <a:lnTo>
                    <a:pt x="12" y="42"/>
                  </a:lnTo>
                  <a:lnTo>
                    <a:pt x="14" y="39"/>
                  </a:lnTo>
                  <a:lnTo>
                    <a:pt x="16" y="37"/>
                  </a:lnTo>
                  <a:lnTo>
                    <a:pt x="20" y="33"/>
                  </a:lnTo>
                  <a:lnTo>
                    <a:pt x="24" y="30"/>
                  </a:lnTo>
                  <a:lnTo>
                    <a:pt x="28" y="27"/>
                  </a:lnTo>
                  <a:lnTo>
                    <a:pt x="33" y="23"/>
                  </a:lnTo>
                  <a:lnTo>
                    <a:pt x="38" y="19"/>
                  </a:lnTo>
                  <a:lnTo>
                    <a:pt x="43" y="17"/>
                  </a:lnTo>
                  <a:lnTo>
                    <a:pt x="48" y="15"/>
                  </a:lnTo>
                  <a:lnTo>
                    <a:pt x="52" y="12"/>
                  </a:lnTo>
                  <a:lnTo>
                    <a:pt x="56" y="11"/>
                  </a:lnTo>
                  <a:lnTo>
                    <a:pt x="58" y="10"/>
                  </a:lnTo>
                  <a:lnTo>
                    <a:pt x="60" y="10"/>
                  </a:lnTo>
                  <a:lnTo>
                    <a:pt x="61" y="9"/>
                  </a:lnTo>
                  <a:lnTo>
                    <a:pt x="64" y="9"/>
                  </a:lnTo>
                  <a:lnTo>
                    <a:pt x="65" y="10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4"/>
                  </a:lnTo>
                  <a:lnTo>
                    <a:pt x="71" y="16"/>
                  </a:lnTo>
                  <a:lnTo>
                    <a:pt x="71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69" y="24"/>
                  </a:lnTo>
                  <a:lnTo>
                    <a:pt x="68" y="27"/>
                  </a:lnTo>
                  <a:lnTo>
                    <a:pt x="65" y="29"/>
                  </a:lnTo>
                  <a:lnTo>
                    <a:pt x="61" y="32"/>
                  </a:lnTo>
                  <a:lnTo>
                    <a:pt x="65" y="39"/>
                  </a:lnTo>
                  <a:lnTo>
                    <a:pt x="67" y="38"/>
                  </a:lnTo>
                  <a:lnTo>
                    <a:pt x="69" y="36"/>
                  </a:lnTo>
                  <a:lnTo>
                    <a:pt x="71" y="35"/>
                  </a:lnTo>
                  <a:lnTo>
                    <a:pt x="73" y="33"/>
                  </a:lnTo>
                  <a:lnTo>
                    <a:pt x="75" y="31"/>
                  </a:lnTo>
                  <a:lnTo>
                    <a:pt x="76" y="29"/>
                  </a:lnTo>
                  <a:lnTo>
                    <a:pt x="77" y="27"/>
                  </a:lnTo>
                  <a:lnTo>
                    <a:pt x="77" y="25"/>
                  </a:lnTo>
                  <a:lnTo>
                    <a:pt x="78" y="23"/>
                  </a:lnTo>
                  <a:lnTo>
                    <a:pt x="79" y="21"/>
                  </a:lnTo>
                  <a:lnTo>
                    <a:pt x="79" y="19"/>
                  </a:lnTo>
                  <a:lnTo>
                    <a:pt x="79" y="17"/>
                  </a:lnTo>
                  <a:lnTo>
                    <a:pt x="78" y="15"/>
                  </a:lnTo>
                  <a:lnTo>
                    <a:pt x="78" y="13"/>
                  </a:lnTo>
                  <a:lnTo>
                    <a:pt x="77" y="11"/>
                  </a:lnTo>
                  <a:lnTo>
                    <a:pt x="77" y="9"/>
                  </a:lnTo>
                  <a:lnTo>
                    <a:pt x="75" y="7"/>
                  </a:lnTo>
                  <a:lnTo>
                    <a:pt x="74" y="5"/>
                  </a:lnTo>
                  <a:lnTo>
                    <a:pt x="73" y="3"/>
                  </a:lnTo>
                  <a:lnTo>
                    <a:pt x="71" y="3"/>
                  </a:lnTo>
                  <a:lnTo>
                    <a:pt x="69" y="1"/>
                  </a:lnTo>
                  <a:lnTo>
                    <a:pt x="66" y="1"/>
                  </a:lnTo>
                  <a:lnTo>
                    <a:pt x="64" y="0"/>
                  </a:lnTo>
                  <a:lnTo>
                    <a:pt x="61" y="0"/>
                  </a:lnTo>
                  <a:lnTo>
                    <a:pt x="58" y="1"/>
                  </a:lnTo>
                  <a:lnTo>
                    <a:pt x="55" y="2"/>
                  </a:lnTo>
                  <a:lnTo>
                    <a:pt x="51" y="3"/>
                  </a:lnTo>
                  <a:lnTo>
                    <a:pt x="47" y="5"/>
                  </a:lnTo>
                  <a:lnTo>
                    <a:pt x="42" y="7"/>
                  </a:lnTo>
                  <a:lnTo>
                    <a:pt x="38" y="10"/>
                  </a:lnTo>
                  <a:lnTo>
                    <a:pt x="34" y="13"/>
                  </a:lnTo>
                  <a:lnTo>
                    <a:pt x="29" y="16"/>
                  </a:lnTo>
                  <a:lnTo>
                    <a:pt x="24" y="19"/>
                  </a:lnTo>
                  <a:lnTo>
                    <a:pt x="20" y="22"/>
                  </a:lnTo>
                  <a:lnTo>
                    <a:pt x="17" y="25"/>
                  </a:lnTo>
                  <a:lnTo>
                    <a:pt x="13" y="29"/>
                  </a:lnTo>
                  <a:lnTo>
                    <a:pt x="10" y="32"/>
                  </a:lnTo>
                  <a:lnTo>
                    <a:pt x="8" y="35"/>
                  </a:lnTo>
                  <a:lnTo>
                    <a:pt x="5" y="38"/>
                  </a:lnTo>
                  <a:lnTo>
                    <a:pt x="4" y="41"/>
                  </a:lnTo>
                  <a:lnTo>
                    <a:pt x="2" y="43"/>
                  </a:lnTo>
                  <a:lnTo>
                    <a:pt x="1" y="46"/>
                  </a:lnTo>
                  <a:lnTo>
                    <a:pt x="0" y="48"/>
                  </a:lnTo>
                  <a:lnTo>
                    <a:pt x="0" y="51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2" y="58"/>
                  </a:lnTo>
                  <a:lnTo>
                    <a:pt x="3" y="60"/>
                  </a:lnTo>
                  <a:lnTo>
                    <a:pt x="4" y="63"/>
                  </a:lnTo>
                  <a:lnTo>
                    <a:pt x="5" y="64"/>
                  </a:lnTo>
                  <a:lnTo>
                    <a:pt x="6" y="66"/>
                  </a:lnTo>
                  <a:lnTo>
                    <a:pt x="8" y="67"/>
                  </a:lnTo>
                  <a:lnTo>
                    <a:pt x="9" y="67"/>
                  </a:lnTo>
                  <a:lnTo>
                    <a:pt x="11" y="68"/>
                  </a:lnTo>
                  <a:lnTo>
                    <a:pt x="12" y="69"/>
                  </a:lnTo>
                  <a:lnTo>
                    <a:pt x="14" y="69"/>
                  </a:lnTo>
                  <a:lnTo>
                    <a:pt x="16" y="69"/>
                  </a:lnTo>
                  <a:lnTo>
                    <a:pt x="19" y="69"/>
                  </a:lnTo>
                  <a:lnTo>
                    <a:pt x="20" y="68"/>
                  </a:lnTo>
                  <a:lnTo>
                    <a:pt x="23" y="67"/>
                  </a:lnTo>
                  <a:lnTo>
                    <a:pt x="25" y="67"/>
                  </a:lnTo>
                  <a:lnTo>
                    <a:pt x="28" y="65"/>
                  </a:lnTo>
                  <a:lnTo>
                    <a:pt x="30" y="63"/>
                  </a:lnTo>
                  <a:lnTo>
                    <a:pt x="33" y="62"/>
                  </a:lnTo>
                  <a:lnTo>
                    <a:pt x="29" y="55"/>
                  </a:lnTo>
                  <a:lnTo>
                    <a:pt x="29" y="55"/>
                  </a:lnTo>
                  <a:close/>
                  <a:moveTo>
                    <a:pt x="48" y="112"/>
                  </a:moveTo>
                  <a:lnTo>
                    <a:pt x="43" y="107"/>
                  </a:lnTo>
                  <a:lnTo>
                    <a:pt x="78" y="76"/>
                  </a:lnTo>
                  <a:lnTo>
                    <a:pt x="64" y="59"/>
                  </a:lnTo>
                  <a:lnTo>
                    <a:pt x="27" y="89"/>
                  </a:lnTo>
                  <a:lnTo>
                    <a:pt x="21" y="83"/>
                  </a:lnTo>
                  <a:lnTo>
                    <a:pt x="91" y="27"/>
                  </a:lnTo>
                  <a:lnTo>
                    <a:pt x="97" y="33"/>
                  </a:lnTo>
                  <a:lnTo>
                    <a:pt x="70" y="54"/>
                  </a:lnTo>
                  <a:lnTo>
                    <a:pt x="84" y="71"/>
                  </a:lnTo>
                  <a:lnTo>
                    <a:pt x="110" y="47"/>
                  </a:lnTo>
                  <a:lnTo>
                    <a:pt x="116" y="53"/>
                  </a:lnTo>
                  <a:lnTo>
                    <a:pt x="48" y="112"/>
                  </a:lnTo>
                  <a:lnTo>
                    <a:pt x="48" y="112"/>
                  </a:lnTo>
                  <a:close/>
                  <a:moveTo>
                    <a:pt x="64" y="127"/>
                  </a:moveTo>
                  <a:lnTo>
                    <a:pt x="58" y="121"/>
                  </a:lnTo>
                  <a:lnTo>
                    <a:pt x="124" y="60"/>
                  </a:lnTo>
                  <a:lnTo>
                    <a:pt x="130" y="66"/>
                  </a:lnTo>
                  <a:lnTo>
                    <a:pt x="64" y="127"/>
                  </a:lnTo>
                  <a:lnTo>
                    <a:pt x="64" y="127"/>
                  </a:lnTo>
                  <a:close/>
                  <a:moveTo>
                    <a:pt x="99" y="156"/>
                  </a:moveTo>
                  <a:lnTo>
                    <a:pt x="105" y="161"/>
                  </a:lnTo>
                  <a:lnTo>
                    <a:pt x="169" y="95"/>
                  </a:lnTo>
                  <a:lnTo>
                    <a:pt x="163" y="91"/>
                  </a:lnTo>
                  <a:lnTo>
                    <a:pt x="122" y="131"/>
                  </a:lnTo>
                  <a:lnTo>
                    <a:pt x="149" y="82"/>
                  </a:lnTo>
                  <a:lnTo>
                    <a:pt x="139" y="74"/>
                  </a:lnTo>
                  <a:lnTo>
                    <a:pt x="75" y="136"/>
                  </a:lnTo>
                  <a:lnTo>
                    <a:pt x="82" y="143"/>
                  </a:lnTo>
                  <a:lnTo>
                    <a:pt x="137" y="86"/>
                  </a:lnTo>
                  <a:lnTo>
                    <a:pt x="99" y="156"/>
                  </a:lnTo>
                  <a:lnTo>
                    <a:pt x="99" y="156"/>
                  </a:lnTo>
                  <a:close/>
                  <a:moveTo>
                    <a:pt x="147" y="148"/>
                  </a:moveTo>
                  <a:lnTo>
                    <a:pt x="160" y="159"/>
                  </a:lnTo>
                  <a:lnTo>
                    <a:pt x="145" y="188"/>
                  </a:lnTo>
                  <a:lnTo>
                    <a:pt x="153" y="193"/>
                  </a:lnTo>
                  <a:lnTo>
                    <a:pt x="191" y="111"/>
                  </a:lnTo>
                  <a:lnTo>
                    <a:pt x="182" y="105"/>
                  </a:lnTo>
                  <a:lnTo>
                    <a:pt x="115" y="168"/>
                  </a:lnTo>
                  <a:lnTo>
                    <a:pt x="121" y="173"/>
                  </a:lnTo>
                  <a:lnTo>
                    <a:pt x="147" y="148"/>
                  </a:lnTo>
                  <a:lnTo>
                    <a:pt x="147" y="148"/>
                  </a:lnTo>
                  <a:close/>
                  <a:moveTo>
                    <a:pt x="163" y="151"/>
                  </a:moveTo>
                  <a:lnTo>
                    <a:pt x="153" y="143"/>
                  </a:lnTo>
                  <a:lnTo>
                    <a:pt x="178" y="119"/>
                  </a:lnTo>
                  <a:lnTo>
                    <a:pt x="163" y="15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2" name="îšľiḋé"/>
            <p:cNvSpPr/>
            <p:nvPr/>
          </p:nvSpPr>
          <p:spPr bwMode="auto">
            <a:xfrm>
              <a:off x="2944813" y="3957638"/>
              <a:ext cx="39688" cy="73025"/>
            </a:xfrm>
            <a:custGeom>
              <a:avLst/>
              <a:gdLst>
                <a:gd name="T0" fmla="*/ 13 w 25"/>
                <a:gd name="T1" fmla="*/ 0 h 46"/>
                <a:gd name="T2" fmla="*/ 20 w 25"/>
                <a:gd name="T3" fmla="*/ 29 h 46"/>
                <a:gd name="T4" fmla="*/ 24 w 25"/>
                <a:gd name="T5" fmla="*/ 28 h 46"/>
                <a:gd name="T6" fmla="*/ 25 w 25"/>
                <a:gd name="T7" fmla="*/ 32 h 46"/>
                <a:gd name="T8" fmla="*/ 21 w 25"/>
                <a:gd name="T9" fmla="*/ 33 h 46"/>
                <a:gd name="T10" fmla="*/ 24 w 25"/>
                <a:gd name="T11" fmla="*/ 45 h 46"/>
                <a:gd name="T12" fmla="*/ 20 w 25"/>
                <a:gd name="T13" fmla="*/ 46 h 46"/>
                <a:gd name="T14" fmla="*/ 17 w 25"/>
                <a:gd name="T15" fmla="*/ 33 h 46"/>
                <a:gd name="T16" fmla="*/ 2 w 25"/>
                <a:gd name="T17" fmla="*/ 37 h 46"/>
                <a:gd name="T18" fmla="*/ 0 w 25"/>
                <a:gd name="T19" fmla="*/ 33 h 46"/>
                <a:gd name="T20" fmla="*/ 11 w 25"/>
                <a:gd name="T21" fmla="*/ 0 h 46"/>
                <a:gd name="T22" fmla="*/ 13 w 25"/>
                <a:gd name="T23" fmla="*/ 0 h 46"/>
                <a:gd name="T24" fmla="*/ 13 w 25"/>
                <a:gd name="T25" fmla="*/ 0 h 46"/>
                <a:gd name="T26" fmla="*/ 16 w 25"/>
                <a:gd name="T27" fmla="*/ 29 h 46"/>
                <a:gd name="T28" fmla="*/ 11 w 25"/>
                <a:gd name="T29" fmla="*/ 7 h 46"/>
                <a:gd name="T30" fmla="*/ 3 w 25"/>
                <a:gd name="T31" fmla="*/ 33 h 46"/>
                <a:gd name="T32" fmla="*/ 16 w 25"/>
                <a:gd name="T33" fmla="*/ 2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46">
                  <a:moveTo>
                    <a:pt x="13" y="0"/>
                  </a:moveTo>
                  <a:lnTo>
                    <a:pt x="20" y="29"/>
                  </a:lnTo>
                  <a:lnTo>
                    <a:pt x="24" y="28"/>
                  </a:lnTo>
                  <a:lnTo>
                    <a:pt x="25" y="32"/>
                  </a:lnTo>
                  <a:lnTo>
                    <a:pt x="21" y="33"/>
                  </a:lnTo>
                  <a:lnTo>
                    <a:pt x="24" y="45"/>
                  </a:lnTo>
                  <a:lnTo>
                    <a:pt x="20" y="46"/>
                  </a:lnTo>
                  <a:lnTo>
                    <a:pt x="17" y="33"/>
                  </a:lnTo>
                  <a:lnTo>
                    <a:pt x="2" y="37"/>
                  </a:lnTo>
                  <a:lnTo>
                    <a:pt x="0" y="33"/>
                  </a:lnTo>
                  <a:lnTo>
                    <a:pt x="11" y="0"/>
                  </a:lnTo>
                  <a:lnTo>
                    <a:pt x="13" y="0"/>
                  </a:lnTo>
                  <a:lnTo>
                    <a:pt x="13" y="0"/>
                  </a:lnTo>
                  <a:close/>
                  <a:moveTo>
                    <a:pt x="16" y="29"/>
                  </a:moveTo>
                  <a:lnTo>
                    <a:pt x="11" y="7"/>
                  </a:lnTo>
                  <a:lnTo>
                    <a:pt x="3" y="33"/>
                  </a:lnTo>
                  <a:lnTo>
                    <a:pt x="16" y="2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3" name="îṩliḍè"/>
            <p:cNvSpPr/>
            <p:nvPr/>
          </p:nvSpPr>
          <p:spPr bwMode="auto">
            <a:xfrm>
              <a:off x="2720976" y="3960813"/>
              <a:ext cx="38100" cy="71438"/>
            </a:xfrm>
            <a:custGeom>
              <a:avLst/>
              <a:gdLst>
                <a:gd name="T0" fmla="*/ 16 w 24"/>
                <a:gd name="T1" fmla="*/ 10 h 45"/>
                <a:gd name="T2" fmla="*/ 16 w 24"/>
                <a:gd name="T3" fmla="*/ 8 h 45"/>
                <a:gd name="T4" fmla="*/ 16 w 24"/>
                <a:gd name="T5" fmla="*/ 7 h 45"/>
                <a:gd name="T6" fmla="*/ 16 w 24"/>
                <a:gd name="T7" fmla="*/ 6 h 45"/>
                <a:gd name="T8" fmla="*/ 15 w 24"/>
                <a:gd name="T9" fmla="*/ 5 h 45"/>
                <a:gd name="T10" fmla="*/ 12 w 24"/>
                <a:gd name="T11" fmla="*/ 5 h 45"/>
                <a:gd name="T12" fmla="*/ 9 w 24"/>
                <a:gd name="T13" fmla="*/ 5 h 45"/>
                <a:gd name="T14" fmla="*/ 10 w 24"/>
                <a:gd name="T15" fmla="*/ 3 h 45"/>
                <a:gd name="T16" fmla="*/ 13 w 24"/>
                <a:gd name="T17" fmla="*/ 3 h 45"/>
                <a:gd name="T18" fmla="*/ 17 w 24"/>
                <a:gd name="T19" fmla="*/ 3 h 45"/>
                <a:gd name="T20" fmla="*/ 20 w 24"/>
                <a:gd name="T21" fmla="*/ 2 h 45"/>
                <a:gd name="T22" fmla="*/ 24 w 24"/>
                <a:gd name="T23" fmla="*/ 0 h 45"/>
                <a:gd name="T24" fmla="*/ 14 w 24"/>
                <a:gd name="T25" fmla="*/ 39 h 45"/>
                <a:gd name="T26" fmla="*/ 14 w 24"/>
                <a:gd name="T27" fmla="*/ 39 h 45"/>
                <a:gd name="T28" fmla="*/ 14 w 24"/>
                <a:gd name="T29" fmla="*/ 40 h 45"/>
                <a:gd name="T30" fmla="*/ 14 w 24"/>
                <a:gd name="T31" fmla="*/ 41 h 45"/>
                <a:gd name="T32" fmla="*/ 14 w 24"/>
                <a:gd name="T33" fmla="*/ 42 h 45"/>
                <a:gd name="T34" fmla="*/ 16 w 24"/>
                <a:gd name="T35" fmla="*/ 43 h 45"/>
                <a:gd name="T36" fmla="*/ 18 w 24"/>
                <a:gd name="T37" fmla="*/ 43 h 45"/>
                <a:gd name="T38" fmla="*/ 18 w 24"/>
                <a:gd name="T39" fmla="*/ 45 h 45"/>
                <a:gd name="T40" fmla="*/ 0 w 24"/>
                <a:gd name="T41" fmla="*/ 40 h 45"/>
                <a:gd name="T42" fmla="*/ 1 w 24"/>
                <a:gd name="T43" fmla="*/ 39 h 45"/>
                <a:gd name="T44" fmla="*/ 4 w 24"/>
                <a:gd name="T45" fmla="*/ 39 h 45"/>
                <a:gd name="T46" fmla="*/ 6 w 24"/>
                <a:gd name="T47" fmla="*/ 39 h 45"/>
                <a:gd name="T48" fmla="*/ 7 w 24"/>
                <a:gd name="T49" fmla="*/ 39 h 45"/>
                <a:gd name="T50" fmla="*/ 8 w 24"/>
                <a:gd name="T51" fmla="*/ 39 h 45"/>
                <a:gd name="T52" fmla="*/ 8 w 24"/>
                <a:gd name="T53" fmla="*/ 39 h 45"/>
                <a:gd name="T54" fmla="*/ 8 w 24"/>
                <a:gd name="T55" fmla="*/ 39 h 45"/>
                <a:gd name="T56" fmla="*/ 16 w 24"/>
                <a:gd name="T5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" h="45">
                  <a:moveTo>
                    <a:pt x="16" y="10"/>
                  </a:moveTo>
                  <a:lnTo>
                    <a:pt x="16" y="8"/>
                  </a:lnTo>
                  <a:lnTo>
                    <a:pt x="16" y="7"/>
                  </a:lnTo>
                  <a:lnTo>
                    <a:pt x="16" y="6"/>
                  </a:lnTo>
                  <a:lnTo>
                    <a:pt x="15" y="5"/>
                  </a:lnTo>
                  <a:lnTo>
                    <a:pt x="12" y="5"/>
                  </a:lnTo>
                  <a:lnTo>
                    <a:pt x="9" y="5"/>
                  </a:lnTo>
                  <a:lnTo>
                    <a:pt x="10" y="3"/>
                  </a:lnTo>
                  <a:lnTo>
                    <a:pt x="13" y="3"/>
                  </a:lnTo>
                  <a:lnTo>
                    <a:pt x="17" y="3"/>
                  </a:lnTo>
                  <a:lnTo>
                    <a:pt x="20" y="2"/>
                  </a:lnTo>
                  <a:lnTo>
                    <a:pt x="24" y="0"/>
                  </a:lnTo>
                  <a:lnTo>
                    <a:pt x="14" y="39"/>
                  </a:lnTo>
                  <a:lnTo>
                    <a:pt x="14" y="39"/>
                  </a:lnTo>
                  <a:lnTo>
                    <a:pt x="14" y="40"/>
                  </a:lnTo>
                  <a:lnTo>
                    <a:pt x="14" y="41"/>
                  </a:lnTo>
                  <a:lnTo>
                    <a:pt x="14" y="42"/>
                  </a:lnTo>
                  <a:lnTo>
                    <a:pt x="16" y="43"/>
                  </a:lnTo>
                  <a:lnTo>
                    <a:pt x="18" y="43"/>
                  </a:lnTo>
                  <a:lnTo>
                    <a:pt x="18" y="45"/>
                  </a:lnTo>
                  <a:lnTo>
                    <a:pt x="0" y="40"/>
                  </a:lnTo>
                  <a:lnTo>
                    <a:pt x="1" y="39"/>
                  </a:lnTo>
                  <a:lnTo>
                    <a:pt x="4" y="39"/>
                  </a:lnTo>
                  <a:lnTo>
                    <a:pt x="6" y="39"/>
                  </a:lnTo>
                  <a:lnTo>
                    <a:pt x="7" y="39"/>
                  </a:lnTo>
                  <a:lnTo>
                    <a:pt x="8" y="39"/>
                  </a:lnTo>
                  <a:lnTo>
                    <a:pt x="8" y="39"/>
                  </a:lnTo>
                  <a:lnTo>
                    <a:pt x="8" y="39"/>
                  </a:lnTo>
                  <a:lnTo>
                    <a:pt x="16" y="1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4" name="îsḻíḓe"/>
            <p:cNvSpPr/>
            <p:nvPr/>
          </p:nvSpPr>
          <p:spPr bwMode="auto">
            <a:xfrm>
              <a:off x="2797176" y="3963988"/>
              <a:ext cx="36513" cy="71438"/>
            </a:xfrm>
            <a:custGeom>
              <a:avLst/>
              <a:gdLst>
                <a:gd name="T0" fmla="*/ 1 w 23"/>
                <a:gd name="T1" fmla="*/ 45 h 45"/>
                <a:gd name="T2" fmla="*/ 6 w 23"/>
                <a:gd name="T3" fmla="*/ 42 h 45"/>
                <a:gd name="T4" fmla="*/ 10 w 23"/>
                <a:gd name="T5" fmla="*/ 39 h 45"/>
                <a:gd name="T6" fmla="*/ 14 w 23"/>
                <a:gd name="T7" fmla="*/ 33 h 45"/>
                <a:gd name="T8" fmla="*/ 16 w 23"/>
                <a:gd name="T9" fmla="*/ 25 h 45"/>
                <a:gd name="T10" fmla="*/ 12 w 23"/>
                <a:gd name="T11" fmla="*/ 28 h 45"/>
                <a:gd name="T12" fmla="*/ 11 w 23"/>
                <a:gd name="T13" fmla="*/ 29 h 45"/>
                <a:gd name="T14" fmla="*/ 8 w 23"/>
                <a:gd name="T15" fmla="*/ 29 h 45"/>
                <a:gd name="T16" fmla="*/ 5 w 23"/>
                <a:gd name="T17" fmla="*/ 27 h 45"/>
                <a:gd name="T18" fmla="*/ 3 w 23"/>
                <a:gd name="T19" fmla="*/ 24 h 45"/>
                <a:gd name="T20" fmla="*/ 1 w 23"/>
                <a:gd name="T21" fmla="*/ 20 h 45"/>
                <a:gd name="T22" fmla="*/ 0 w 23"/>
                <a:gd name="T23" fmla="*/ 14 h 45"/>
                <a:gd name="T24" fmla="*/ 1 w 23"/>
                <a:gd name="T25" fmla="*/ 9 h 45"/>
                <a:gd name="T26" fmla="*/ 4 w 23"/>
                <a:gd name="T27" fmla="*/ 5 h 45"/>
                <a:gd name="T28" fmla="*/ 5 w 23"/>
                <a:gd name="T29" fmla="*/ 2 h 45"/>
                <a:gd name="T30" fmla="*/ 8 w 23"/>
                <a:gd name="T31" fmla="*/ 1 h 45"/>
                <a:gd name="T32" fmla="*/ 12 w 23"/>
                <a:gd name="T33" fmla="*/ 0 h 45"/>
                <a:gd name="T34" fmla="*/ 14 w 23"/>
                <a:gd name="T35" fmla="*/ 0 h 45"/>
                <a:gd name="T36" fmla="*/ 16 w 23"/>
                <a:gd name="T37" fmla="*/ 1 h 45"/>
                <a:gd name="T38" fmla="*/ 20 w 23"/>
                <a:gd name="T39" fmla="*/ 6 h 45"/>
                <a:gd name="T40" fmla="*/ 23 w 23"/>
                <a:gd name="T41" fmla="*/ 13 h 45"/>
                <a:gd name="T42" fmla="*/ 23 w 23"/>
                <a:gd name="T43" fmla="*/ 21 h 45"/>
                <a:gd name="T44" fmla="*/ 22 w 23"/>
                <a:gd name="T45" fmla="*/ 29 h 45"/>
                <a:gd name="T46" fmla="*/ 20 w 23"/>
                <a:gd name="T47" fmla="*/ 33 h 45"/>
                <a:gd name="T48" fmla="*/ 18 w 23"/>
                <a:gd name="T49" fmla="*/ 37 h 45"/>
                <a:gd name="T50" fmla="*/ 15 w 23"/>
                <a:gd name="T51" fmla="*/ 40 h 45"/>
                <a:gd name="T52" fmla="*/ 11 w 23"/>
                <a:gd name="T53" fmla="*/ 42 h 45"/>
                <a:gd name="T54" fmla="*/ 7 w 23"/>
                <a:gd name="T55" fmla="*/ 45 h 45"/>
                <a:gd name="T56" fmla="*/ 1 w 23"/>
                <a:gd name="T57" fmla="*/ 45 h 45"/>
                <a:gd name="T58" fmla="*/ 16 w 23"/>
                <a:gd name="T59" fmla="*/ 7 h 45"/>
                <a:gd name="T60" fmla="*/ 13 w 23"/>
                <a:gd name="T61" fmla="*/ 4 h 45"/>
                <a:gd name="T62" fmla="*/ 12 w 23"/>
                <a:gd name="T63" fmla="*/ 3 h 45"/>
                <a:gd name="T64" fmla="*/ 9 w 23"/>
                <a:gd name="T65" fmla="*/ 3 h 45"/>
                <a:gd name="T66" fmla="*/ 8 w 23"/>
                <a:gd name="T67" fmla="*/ 4 h 45"/>
                <a:gd name="T68" fmla="*/ 6 w 23"/>
                <a:gd name="T69" fmla="*/ 5 h 45"/>
                <a:gd name="T70" fmla="*/ 5 w 23"/>
                <a:gd name="T71" fmla="*/ 9 h 45"/>
                <a:gd name="T72" fmla="*/ 5 w 23"/>
                <a:gd name="T73" fmla="*/ 13 h 45"/>
                <a:gd name="T74" fmla="*/ 5 w 23"/>
                <a:gd name="T75" fmla="*/ 21 h 45"/>
                <a:gd name="T76" fmla="*/ 7 w 23"/>
                <a:gd name="T77" fmla="*/ 25 h 45"/>
                <a:gd name="T78" fmla="*/ 8 w 23"/>
                <a:gd name="T79" fmla="*/ 25 h 45"/>
                <a:gd name="T80" fmla="*/ 11 w 23"/>
                <a:gd name="T81" fmla="*/ 25 h 45"/>
                <a:gd name="T82" fmla="*/ 15 w 23"/>
                <a:gd name="T83" fmla="*/ 24 h 45"/>
                <a:gd name="T84" fmla="*/ 16 w 23"/>
                <a:gd name="T85" fmla="*/ 23 h 45"/>
                <a:gd name="T86" fmla="*/ 17 w 23"/>
                <a:gd name="T87" fmla="*/ 21 h 45"/>
                <a:gd name="T88" fmla="*/ 18 w 23"/>
                <a:gd name="T89" fmla="*/ 16 h 45"/>
                <a:gd name="T90" fmla="*/ 17 w 23"/>
                <a:gd name="T91" fmla="*/ 11 h 45"/>
                <a:gd name="T92" fmla="*/ 16 w 23"/>
                <a:gd name="T93" fmla="*/ 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3" h="45">
                  <a:moveTo>
                    <a:pt x="1" y="45"/>
                  </a:moveTo>
                  <a:lnTo>
                    <a:pt x="1" y="45"/>
                  </a:lnTo>
                  <a:lnTo>
                    <a:pt x="4" y="44"/>
                  </a:lnTo>
                  <a:lnTo>
                    <a:pt x="6" y="42"/>
                  </a:lnTo>
                  <a:lnTo>
                    <a:pt x="8" y="41"/>
                  </a:lnTo>
                  <a:lnTo>
                    <a:pt x="10" y="39"/>
                  </a:lnTo>
                  <a:lnTo>
                    <a:pt x="12" y="36"/>
                  </a:lnTo>
                  <a:lnTo>
                    <a:pt x="14" y="33"/>
                  </a:lnTo>
                  <a:lnTo>
                    <a:pt x="16" y="29"/>
                  </a:lnTo>
                  <a:lnTo>
                    <a:pt x="16" y="25"/>
                  </a:lnTo>
                  <a:lnTo>
                    <a:pt x="14" y="26"/>
                  </a:lnTo>
                  <a:lnTo>
                    <a:pt x="12" y="28"/>
                  </a:lnTo>
                  <a:lnTo>
                    <a:pt x="12" y="28"/>
                  </a:lnTo>
                  <a:lnTo>
                    <a:pt x="11" y="29"/>
                  </a:lnTo>
                  <a:lnTo>
                    <a:pt x="9" y="29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2"/>
                  </a:lnTo>
                  <a:lnTo>
                    <a:pt x="1" y="20"/>
                  </a:lnTo>
                  <a:lnTo>
                    <a:pt x="0" y="17"/>
                  </a:lnTo>
                  <a:lnTo>
                    <a:pt x="0" y="14"/>
                  </a:lnTo>
                  <a:lnTo>
                    <a:pt x="1" y="12"/>
                  </a:lnTo>
                  <a:lnTo>
                    <a:pt x="1" y="9"/>
                  </a:lnTo>
                  <a:lnTo>
                    <a:pt x="2" y="7"/>
                  </a:lnTo>
                  <a:lnTo>
                    <a:pt x="4" y="5"/>
                  </a:lnTo>
                  <a:lnTo>
                    <a:pt x="4" y="3"/>
                  </a:lnTo>
                  <a:lnTo>
                    <a:pt x="5" y="2"/>
                  </a:lnTo>
                  <a:lnTo>
                    <a:pt x="7" y="1"/>
                  </a:lnTo>
                  <a:lnTo>
                    <a:pt x="8" y="1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6" y="1"/>
                  </a:lnTo>
                  <a:lnTo>
                    <a:pt x="16" y="1"/>
                  </a:lnTo>
                  <a:lnTo>
                    <a:pt x="19" y="4"/>
                  </a:lnTo>
                  <a:lnTo>
                    <a:pt x="20" y="6"/>
                  </a:lnTo>
                  <a:lnTo>
                    <a:pt x="22" y="9"/>
                  </a:lnTo>
                  <a:lnTo>
                    <a:pt x="23" y="13"/>
                  </a:lnTo>
                  <a:lnTo>
                    <a:pt x="23" y="17"/>
                  </a:lnTo>
                  <a:lnTo>
                    <a:pt x="23" y="21"/>
                  </a:lnTo>
                  <a:lnTo>
                    <a:pt x="23" y="25"/>
                  </a:lnTo>
                  <a:lnTo>
                    <a:pt x="22" y="29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19" y="35"/>
                  </a:lnTo>
                  <a:lnTo>
                    <a:pt x="18" y="37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8" y="44"/>
                  </a:lnTo>
                  <a:lnTo>
                    <a:pt x="7" y="45"/>
                  </a:lnTo>
                  <a:lnTo>
                    <a:pt x="4" y="45"/>
                  </a:lnTo>
                  <a:lnTo>
                    <a:pt x="1" y="45"/>
                  </a:lnTo>
                  <a:lnTo>
                    <a:pt x="1" y="45"/>
                  </a:lnTo>
                  <a:close/>
                  <a:moveTo>
                    <a:pt x="16" y="7"/>
                  </a:moveTo>
                  <a:lnTo>
                    <a:pt x="15" y="5"/>
                  </a:lnTo>
                  <a:lnTo>
                    <a:pt x="13" y="4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1" y="3"/>
                  </a:lnTo>
                  <a:lnTo>
                    <a:pt x="9" y="3"/>
                  </a:lnTo>
                  <a:lnTo>
                    <a:pt x="8" y="3"/>
                  </a:lnTo>
                  <a:lnTo>
                    <a:pt x="8" y="4"/>
                  </a:lnTo>
                  <a:lnTo>
                    <a:pt x="7" y="5"/>
                  </a:lnTo>
                  <a:lnTo>
                    <a:pt x="6" y="5"/>
                  </a:lnTo>
                  <a:lnTo>
                    <a:pt x="5" y="7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3"/>
                  </a:lnTo>
                  <a:lnTo>
                    <a:pt x="5" y="17"/>
                  </a:lnTo>
                  <a:lnTo>
                    <a:pt x="5" y="21"/>
                  </a:lnTo>
                  <a:lnTo>
                    <a:pt x="6" y="23"/>
                  </a:lnTo>
                  <a:lnTo>
                    <a:pt x="7" y="25"/>
                  </a:lnTo>
                  <a:lnTo>
                    <a:pt x="8" y="25"/>
                  </a:lnTo>
                  <a:lnTo>
                    <a:pt x="8" y="25"/>
                  </a:lnTo>
                  <a:lnTo>
                    <a:pt x="10" y="25"/>
                  </a:lnTo>
                  <a:lnTo>
                    <a:pt x="11" y="25"/>
                  </a:lnTo>
                  <a:lnTo>
                    <a:pt x="13" y="25"/>
                  </a:lnTo>
                  <a:lnTo>
                    <a:pt x="15" y="24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16" y="22"/>
                  </a:lnTo>
                  <a:lnTo>
                    <a:pt x="17" y="21"/>
                  </a:lnTo>
                  <a:lnTo>
                    <a:pt x="17" y="19"/>
                  </a:lnTo>
                  <a:lnTo>
                    <a:pt x="18" y="16"/>
                  </a:lnTo>
                  <a:lnTo>
                    <a:pt x="17" y="13"/>
                  </a:lnTo>
                  <a:lnTo>
                    <a:pt x="17" y="11"/>
                  </a:lnTo>
                  <a:lnTo>
                    <a:pt x="16" y="9"/>
                  </a:lnTo>
                  <a:lnTo>
                    <a:pt x="16" y="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5" name="í$1îḍê"/>
            <p:cNvSpPr/>
            <p:nvPr/>
          </p:nvSpPr>
          <p:spPr bwMode="auto">
            <a:xfrm>
              <a:off x="2874963" y="3962401"/>
              <a:ext cx="34925" cy="74613"/>
            </a:xfrm>
            <a:custGeom>
              <a:avLst/>
              <a:gdLst>
                <a:gd name="T0" fmla="*/ 0 w 22"/>
                <a:gd name="T1" fmla="*/ 10 h 47"/>
                <a:gd name="T2" fmla="*/ 1 w 22"/>
                <a:gd name="T3" fmla="*/ 6 h 47"/>
                <a:gd name="T4" fmla="*/ 4 w 22"/>
                <a:gd name="T5" fmla="*/ 2 h 47"/>
                <a:gd name="T6" fmla="*/ 8 w 22"/>
                <a:gd name="T7" fmla="*/ 1 h 47"/>
                <a:gd name="T8" fmla="*/ 12 w 22"/>
                <a:gd name="T9" fmla="*/ 1 h 47"/>
                <a:gd name="T10" fmla="*/ 16 w 22"/>
                <a:gd name="T11" fmla="*/ 2 h 47"/>
                <a:gd name="T12" fmla="*/ 18 w 22"/>
                <a:gd name="T13" fmla="*/ 6 h 47"/>
                <a:gd name="T14" fmla="*/ 20 w 22"/>
                <a:gd name="T15" fmla="*/ 10 h 47"/>
                <a:gd name="T16" fmla="*/ 19 w 22"/>
                <a:gd name="T17" fmla="*/ 14 h 47"/>
                <a:gd name="T18" fmla="*/ 16 w 22"/>
                <a:gd name="T19" fmla="*/ 18 h 47"/>
                <a:gd name="T20" fmla="*/ 15 w 22"/>
                <a:gd name="T21" fmla="*/ 22 h 47"/>
                <a:gd name="T22" fmla="*/ 17 w 22"/>
                <a:gd name="T23" fmla="*/ 24 h 47"/>
                <a:gd name="T24" fmla="*/ 20 w 22"/>
                <a:gd name="T25" fmla="*/ 26 h 47"/>
                <a:gd name="T26" fmla="*/ 21 w 22"/>
                <a:gd name="T27" fmla="*/ 29 h 47"/>
                <a:gd name="T28" fmla="*/ 22 w 22"/>
                <a:gd name="T29" fmla="*/ 33 h 47"/>
                <a:gd name="T30" fmla="*/ 21 w 22"/>
                <a:gd name="T31" fmla="*/ 38 h 47"/>
                <a:gd name="T32" fmla="*/ 18 w 22"/>
                <a:gd name="T33" fmla="*/ 42 h 47"/>
                <a:gd name="T34" fmla="*/ 14 w 22"/>
                <a:gd name="T35" fmla="*/ 46 h 47"/>
                <a:gd name="T36" fmla="*/ 10 w 22"/>
                <a:gd name="T37" fmla="*/ 47 h 47"/>
                <a:gd name="T38" fmla="*/ 6 w 22"/>
                <a:gd name="T39" fmla="*/ 47 h 47"/>
                <a:gd name="T40" fmla="*/ 4 w 22"/>
                <a:gd name="T41" fmla="*/ 46 h 47"/>
                <a:gd name="T42" fmla="*/ 1 w 22"/>
                <a:gd name="T43" fmla="*/ 45 h 47"/>
                <a:gd name="T44" fmla="*/ 0 w 22"/>
                <a:gd name="T45" fmla="*/ 42 h 47"/>
                <a:gd name="T46" fmla="*/ 1 w 22"/>
                <a:gd name="T47" fmla="*/ 40 h 47"/>
                <a:gd name="T48" fmla="*/ 4 w 22"/>
                <a:gd name="T49" fmla="*/ 39 h 47"/>
                <a:gd name="T50" fmla="*/ 5 w 22"/>
                <a:gd name="T51" fmla="*/ 40 h 47"/>
                <a:gd name="T52" fmla="*/ 7 w 22"/>
                <a:gd name="T53" fmla="*/ 42 h 47"/>
                <a:gd name="T54" fmla="*/ 9 w 22"/>
                <a:gd name="T55" fmla="*/ 43 h 47"/>
                <a:gd name="T56" fmla="*/ 12 w 22"/>
                <a:gd name="T57" fmla="*/ 42 h 47"/>
                <a:gd name="T58" fmla="*/ 14 w 22"/>
                <a:gd name="T59" fmla="*/ 41 h 47"/>
                <a:gd name="T60" fmla="*/ 16 w 22"/>
                <a:gd name="T61" fmla="*/ 38 h 47"/>
                <a:gd name="T62" fmla="*/ 17 w 22"/>
                <a:gd name="T63" fmla="*/ 36 h 47"/>
                <a:gd name="T64" fmla="*/ 17 w 22"/>
                <a:gd name="T65" fmla="*/ 34 h 47"/>
                <a:gd name="T66" fmla="*/ 17 w 22"/>
                <a:gd name="T67" fmla="*/ 30 h 47"/>
                <a:gd name="T68" fmla="*/ 16 w 22"/>
                <a:gd name="T69" fmla="*/ 28 h 47"/>
                <a:gd name="T70" fmla="*/ 13 w 22"/>
                <a:gd name="T71" fmla="*/ 26 h 47"/>
                <a:gd name="T72" fmla="*/ 9 w 22"/>
                <a:gd name="T73" fmla="*/ 24 h 47"/>
                <a:gd name="T74" fmla="*/ 6 w 22"/>
                <a:gd name="T75" fmla="*/ 22 h 47"/>
                <a:gd name="T76" fmla="*/ 9 w 22"/>
                <a:gd name="T77" fmla="*/ 22 h 47"/>
                <a:gd name="T78" fmla="*/ 12 w 22"/>
                <a:gd name="T79" fmla="*/ 19 h 47"/>
                <a:gd name="T80" fmla="*/ 14 w 22"/>
                <a:gd name="T81" fmla="*/ 16 h 47"/>
                <a:gd name="T82" fmla="*/ 14 w 22"/>
                <a:gd name="T83" fmla="*/ 13 h 47"/>
                <a:gd name="T84" fmla="*/ 14 w 22"/>
                <a:gd name="T85" fmla="*/ 9 h 47"/>
                <a:gd name="T86" fmla="*/ 12 w 22"/>
                <a:gd name="T87" fmla="*/ 6 h 47"/>
                <a:gd name="T88" fmla="*/ 11 w 22"/>
                <a:gd name="T89" fmla="*/ 6 h 47"/>
                <a:gd name="T90" fmla="*/ 8 w 22"/>
                <a:gd name="T91" fmla="*/ 5 h 47"/>
                <a:gd name="T92" fmla="*/ 6 w 22"/>
                <a:gd name="T93" fmla="*/ 6 h 47"/>
                <a:gd name="T94" fmla="*/ 4 w 22"/>
                <a:gd name="T95" fmla="*/ 6 h 47"/>
                <a:gd name="T96" fmla="*/ 3 w 22"/>
                <a:gd name="T97" fmla="*/ 8 h 47"/>
                <a:gd name="T98" fmla="*/ 2 w 22"/>
                <a:gd name="T99" fmla="*/ 1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2" h="47">
                  <a:moveTo>
                    <a:pt x="0" y="11"/>
                  </a:moveTo>
                  <a:lnTo>
                    <a:pt x="0" y="10"/>
                  </a:lnTo>
                  <a:lnTo>
                    <a:pt x="1" y="8"/>
                  </a:lnTo>
                  <a:lnTo>
                    <a:pt x="1" y="6"/>
                  </a:lnTo>
                  <a:lnTo>
                    <a:pt x="3" y="5"/>
                  </a:lnTo>
                  <a:lnTo>
                    <a:pt x="4" y="2"/>
                  </a:lnTo>
                  <a:lnTo>
                    <a:pt x="6" y="2"/>
                  </a:lnTo>
                  <a:lnTo>
                    <a:pt x="8" y="1"/>
                  </a:lnTo>
                  <a:lnTo>
                    <a:pt x="10" y="0"/>
                  </a:lnTo>
                  <a:lnTo>
                    <a:pt x="12" y="1"/>
                  </a:lnTo>
                  <a:lnTo>
                    <a:pt x="14" y="2"/>
                  </a:lnTo>
                  <a:lnTo>
                    <a:pt x="16" y="2"/>
                  </a:lnTo>
                  <a:lnTo>
                    <a:pt x="17" y="4"/>
                  </a:lnTo>
                  <a:lnTo>
                    <a:pt x="18" y="6"/>
                  </a:lnTo>
                  <a:lnTo>
                    <a:pt x="19" y="8"/>
                  </a:lnTo>
                  <a:lnTo>
                    <a:pt x="20" y="10"/>
                  </a:lnTo>
                  <a:lnTo>
                    <a:pt x="20" y="12"/>
                  </a:lnTo>
                  <a:lnTo>
                    <a:pt x="19" y="14"/>
                  </a:lnTo>
                  <a:lnTo>
                    <a:pt x="17" y="17"/>
                  </a:lnTo>
                  <a:lnTo>
                    <a:pt x="16" y="18"/>
                  </a:lnTo>
                  <a:lnTo>
                    <a:pt x="13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7" y="24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0" y="27"/>
                  </a:lnTo>
                  <a:lnTo>
                    <a:pt x="21" y="29"/>
                  </a:lnTo>
                  <a:lnTo>
                    <a:pt x="21" y="30"/>
                  </a:lnTo>
                  <a:lnTo>
                    <a:pt x="22" y="33"/>
                  </a:lnTo>
                  <a:lnTo>
                    <a:pt x="22" y="35"/>
                  </a:lnTo>
                  <a:lnTo>
                    <a:pt x="21" y="38"/>
                  </a:lnTo>
                  <a:lnTo>
                    <a:pt x="20" y="40"/>
                  </a:lnTo>
                  <a:lnTo>
                    <a:pt x="18" y="42"/>
                  </a:lnTo>
                  <a:lnTo>
                    <a:pt x="16" y="44"/>
                  </a:lnTo>
                  <a:lnTo>
                    <a:pt x="14" y="46"/>
                  </a:lnTo>
                  <a:lnTo>
                    <a:pt x="12" y="46"/>
                  </a:lnTo>
                  <a:lnTo>
                    <a:pt x="10" y="47"/>
                  </a:lnTo>
                  <a:lnTo>
                    <a:pt x="7" y="47"/>
                  </a:lnTo>
                  <a:lnTo>
                    <a:pt x="6" y="47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2" y="46"/>
                  </a:lnTo>
                  <a:lnTo>
                    <a:pt x="1" y="45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40"/>
                  </a:lnTo>
                  <a:lnTo>
                    <a:pt x="3" y="39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5" y="40"/>
                  </a:lnTo>
                  <a:lnTo>
                    <a:pt x="6" y="41"/>
                  </a:lnTo>
                  <a:lnTo>
                    <a:pt x="7" y="42"/>
                  </a:lnTo>
                  <a:lnTo>
                    <a:pt x="8" y="43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2" y="42"/>
                  </a:lnTo>
                  <a:lnTo>
                    <a:pt x="13" y="42"/>
                  </a:lnTo>
                  <a:lnTo>
                    <a:pt x="14" y="41"/>
                  </a:lnTo>
                  <a:lnTo>
                    <a:pt x="16" y="40"/>
                  </a:lnTo>
                  <a:lnTo>
                    <a:pt x="16" y="38"/>
                  </a:lnTo>
                  <a:lnTo>
                    <a:pt x="17" y="38"/>
                  </a:lnTo>
                  <a:lnTo>
                    <a:pt x="17" y="36"/>
                  </a:lnTo>
                  <a:lnTo>
                    <a:pt x="17" y="34"/>
                  </a:lnTo>
                  <a:lnTo>
                    <a:pt x="17" y="34"/>
                  </a:lnTo>
                  <a:lnTo>
                    <a:pt x="17" y="32"/>
                  </a:lnTo>
                  <a:lnTo>
                    <a:pt x="17" y="30"/>
                  </a:lnTo>
                  <a:lnTo>
                    <a:pt x="16" y="29"/>
                  </a:lnTo>
                  <a:lnTo>
                    <a:pt x="16" y="28"/>
                  </a:lnTo>
                  <a:lnTo>
                    <a:pt x="15" y="26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9" y="24"/>
                  </a:lnTo>
                  <a:lnTo>
                    <a:pt x="6" y="24"/>
                  </a:lnTo>
                  <a:lnTo>
                    <a:pt x="6" y="22"/>
                  </a:lnTo>
                  <a:lnTo>
                    <a:pt x="8" y="22"/>
                  </a:lnTo>
                  <a:lnTo>
                    <a:pt x="9" y="22"/>
                  </a:lnTo>
                  <a:lnTo>
                    <a:pt x="10" y="21"/>
                  </a:lnTo>
                  <a:lnTo>
                    <a:pt x="12" y="19"/>
                  </a:lnTo>
                  <a:lnTo>
                    <a:pt x="13" y="18"/>
                  </a:lnTo>
                  <a:lnTo>
                    <a:pt x="14" y="16"/>
                  </a:lnTo>
                  <a:lnTo>
                    <a:pt x="14" y="14"/>
                  </a:lnTo>
                  <a:lnTo>
                    <a:pt x="14" y="13"/>
                  </a:lnTo>
                  <a:lnTo>
                    <a:pt x="14" y="10"/>
                  </a:lnTo>
                  <a:lnTo>
                    <a:pt x="14" y="9"/>
                  </a:lnTo>
                  <a:lnTo>
                    <a:pt x="13" y="8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0" y="5"/>
                  </a:lnTo>
                  <a:lnTo>
                    <a:pt x="8" y="5"/>
                  </a:lnTo>
                  <a:lnTo>
                    <a:pt x="7" y="5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7"/>
                  </a:lnTo>
                  <a:lnTo>
                    <a:pt x="3" y="8"/>
                  </a:lnTo>
                  <a:lnTo>
                    <a:pt x="3" y="10"/>
                  </a:lnTo>
                  <a:lnTo>
                    <a:pt x="2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  <p:grpSp>
        <p:nvGrpSpPr>
          <p:cNvPr id="11" name="组合 10"/>
          <p:cNvGrpSpPr>
            <a:grpSpLocks noChangeAspect="1"/>
          </p:cNvGrpSpPr>
          <p:nvPr/>
        </p:nvGrpSpPr>
        <p:grpSpPr>
          <a:xfrm>
            <a:off x="5605780" y="3322320"/>
            <a:ext cx="1000760" cy="1000760"/>
            <a:chOff x="3437020" y="3157655"/>
            <a:chExt cx="863676" cy="863988"/>
          </a:xfrm>
        </p:grpSpPr>
        <p:sp>
          <p:nvSpPr>
            <p:cNvPr id="12" name="椭圆 20"/>
            <p:cNvSpPr>
              <a:spLocks noChangeArrowheads="1"/>
            </p:cNvSpPr>
            <p:nvPr/>
          </p:nvSpPr>
          <p:spPr bwMode="auto">
            <a:xfrm>
              <a:off x="3437020" y="3157655"/>
              <a:ext cx="863676" cy="863988"/>
            </a:xfrm>
            <a:prstGeom prst="ellipse">
              <a:avLst/>
            </a:prstGeom>
            <a:solidFill>
              <a:srgbClr val="013B6D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3603965" y="3301680"/>
              <a:ext cx="519264" cy="531742"/>
              <a:chOff x="9901114" y="2870043"/>
              <a:chExt cx="1094967" cy="1121279"/>
            </a:xfrm>
          </p:grpSpPr>
          <p:sp>
            <p:nvSpPr>
              <p:cNvPr id="14" name="Freeform 5"/>
              <p:cNvSpPr/>
              <p:nvPr/>
            </p:nvSpPr>
            <p:spPr bwMode="auto">
              <a:xfrm>
                <a:off x="10585467" y="2870043"/>
                <a:ext cx="234963" cy="800500"/>
              </a:xfrm>
              <a:custGeom>
                <a:avLst/>
                <a:gdLst>
                  <a:gd name="T0" fmla="*/ 2 w 43"/>
                  <a:gd name="T1" fmla="*/ 115 h 115"/>
                  <a:gd name="T2" fmla="*/ 3 w 43"/>
                  <a:gd name="T3" fmla="*/ 115 h 115"/>
                  <a:gd name="T4" fmla="*/ 3 w 43"/>
                  <a:gd name="T5" fmla="*/ 115 h 115"/>
                  <a:gd name="T6" fmla="*/ 3 w 43"/>
                  <a:gd name="T7" fmla="*/ 115 h 115"/>
                  <a:gd name="T8" fmla="*/ 4 w 43"/>
                  <a:gd name="T9" fmla="*/ 115 h 115"/>
                  <a:gd name="T10" fmla="*/ 4 w 43"/>
                  <a:gd name="T11" fmla="*/ 115 h 115"/>
                  <a:gd name="T12" fmla="*/ 5 w 43"/>
                  <a:gd name="T13" fmla="*/ 114 h 115"/>
                  <a:gd name="T14" fmla="*/ 22 w 43"/>
                  <a:gd name="T15" fmla="*/ 98 h 115"/>
                  <a:gd name="T16" fmla="*/ 38 w 43"/>
                  <a:gd name="T17" fmla="*/ 114 h 115"/>
                  <a:gd name="T18" fmla="*/ 39 w 43"/>
                  <a:gd name="T19" fmla="*/ 115 h 115"/>
                  <a:gd name="T20" fmla="*/ 39 w 43"/>
                  <a:gd name="T21" fmla="*/ 115 h 115"/>
                  <a:gd name="T22" fmla="*/ 40 w 43"/>
                  <a:gd name="T23" fmla="*/ 115 h 115"/>
                  <a:gd name="T24" fmla="*/ 40 w 43"/>
                  <a:gd name="T25" fmla="*/ 115 h 115"/>
                  <a:gd name="T26" fmla="*/ 40 w 43"/>
                  <a:gd name="T27" fmla="*/ 115 h 115"/>
                  <a:gd name="T28" fmla="*/ 41 w 43"/>
                  <a:gd name="T29" fmla="*/ 115 h 115"/>
                  <a:gd name="T30" fmla="*/ 42 w 43"/>
                  <a:gd name="T31" fmla="*/ 114 h 115"/>
                  <a:gd name="T32" fmla="*/ 43 w 43"/>
                  <a:gd name="T33" fmla="*/ 112 h 115"/>
                  <a:gd name="T34" fmla="*/ 43 w 43"/>
                  <a:gd name="T35" fmla="*/ 27 h 115"/>
                  <a:gd name="T36" fmla="*/ 43 w 43"/>
                  <a:gd name="T37" fmla="*/ 13 h 115"/>
                  <a:gd name="T38" fmla="*/ 43 w 43"/>
                  <a:gd name="T39" fmla="*/ 3 h 115"/>
                  <a:gd name="T40" fmla="*/ 42 w 43"/>
                  <a:gd name="T41" fmla="*/ 1 h 115"/>
                  <a:gd name="T42" fmla="*/ 40 w 43"/>
                  <a:gd name="T43" fmla="*/ 0 h 115"/>
                  <a:gd name="T44" fmla="*/ 3 w 43"/>
                  <a:gd name="T45" fmla="*/ 0 h 115"/>
                  <a:gd name="T46" fmla="*/ 3 w 43"/>
                  <a:gd name="T47" fmla="*/ 0 h 115"/>
                  <a:gd name="T48" fmla="*/ 2 w 43"/>
                  <a:gd name="T49" fmla="*/ 1 h 115"/>
                  <a:gd name="T50" fmla="*/ 2 w 43"/>
                  <a:gd name="T51" fmla="*/ 1 h 115"/>
                  <a:gd name="T52" fmla="*/ 0 w 43"/>
                  <a:gd name="T53" fmla="*/ 3 h 115"/>
                  <a:gd name="T54" fmla="*/ 0 w 43"/>
                  <a:gd name="T55" fmla="*/ 13 h 115"/>
                  <a:gd name="T56" fmla="*/ 0 w 43"/>
                  <a:gd name="T57" fmla="*/ 27 h 115"/>
                  <a:gd name="T58" fmla="*/ 0 w 43"/>
                  <a:gd name="T59" fmla="*/ 112 h 115"/>
                  <a:gd name="T60" fmla="*/ 2 w 43"/>
                  <a:gd name="T61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3" h="115">
                    <a:moveTo>
                      <a:pt x="2" y="115"/>
                    </a:moveTo>
                    <a:cubicBezTo>
                      <a:pt x="2" y="115"/>
                      <a:pt x="2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4" y="115"/>
                      <a:pt x="4" y="115"/>
                    </a:cubicBezTo>
                    <a:cubicBezTo>
                      <a:pt x="4" y="115"/>
                      <a:pt x="4" y="115"/>
                      <a:pt x="4" y="115"/>
                    </a:cubicBezTo>
                    <a:cubicBezTo>
                      <a:pt x="4" y="115"/>
                      <a:pt x="5" y="114"/>
                      <a:pt x="5" y="114"/>
                    </a:cubicBezTo>
                    <a:cubicBezTo>
                      <a:pt x="22" y="98"/>
                      <a:pt x="22" y="98"/>
                      <a:pt x="22" y="98"/>
                    </a:cubicBezTo>
                    <a:cubicBezTo>
                      <a:pt x="38" y="114"/>
                      <a:pt x="38" y="114"/>
                      <a:pt x="38" y="114"/>
                    </a:cubicBezTo>
                    <a:cubicBezTo>
                      <a:pt x="38" y="114"/>
                      <a:pt x="39" y="115"/>
                      <a:pt x="39" y="115"/>
                    </a:cubicBezTo>
                    <a:cubicBezTo>
                      <a:pt x="39" y="115"/>
                      <a:pt x="39" y="115"/>
                      <a:pt x="39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1" y="115"/>
                      <a:pt x="41" y="115"/>
                      <a:pt x="41" y="115"/>
                    </a:cubicBezTo>
                    <a:cubicBezTo>
                      <a:pt x="42" y="115"/>
                      <a:pt x="42" y="114"/>
                      <a:pt x="42" y="114"/>
                    </a:cubicBezTo>
                    <a:cubicBezTo>
                      <a:pt x="43" y="114"/>
                      <a:pt x="43" y="113"/>
                      <a:pt x="43" y="112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43" y="3"/>
                      <a:pt x="43" y="2"/>
                      <a:pt x="42" y="1"/>
                    </a:cubicBezTo>
                    <a:cubicBezTo>
                      <a:pt x="42" y="1"/>
                      <a:pt x="41" y="0"/>
                      <a:pt x="4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3"/>
                      <a:pt x="1" y="114"/>
                      <a:pt x="2" y="11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 6"/>
              <p:cNvSpPr/>
              <p:nvPr/>
            </p:nvSpPr>
            <p:spPr bwMode="auto">
              <a:xfrm>
                <a:off x="10044830" y="3280407"/>
                <a:ext cx="289711" cy="34679"/>
              </a:xfrm>
              <a:custGeom>
                <a:avLst/>
                <a:gdLst>
                  <a:gd name="T0" fmla="*/ 0 w 53"/>
                  <a:gd name="T1" fmla="*/ 3 h 5"/>
                  <a:gd name="T2" fmla="*/ 3 w 53"/>
                  <a:gd name="T3" fmla="*/ 5 h 5"/>
                  <a:gd name="T4" fmla="*/ 50 w 53"/>
                  <a:gd name="T5" fmla="*/ 5 h 5"/>
                  <a:gd name="T6" fmla="*/ 53 w 53"/>
                  <a:gd name="T7" fmla="*/ 3 h 5"/>
                  <a:gd name="T8" fmla="*/ 50 w 53"/>
                  <a:gd name="T9" fmla="*/ 0 h 5"/>
                  <a:gd name="T10" fmla="*/ 3 w 53"/>
                  <a:gd name="T11" fmla="*/ 0 h 5"/>
                  <a:gd name="T12" fmla="*/ 0 w 53"/>
                  <a:gd name="T13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0" y="3"/>
                    </a:move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3"/>
                    </a:cubicBezTo>
                    <a:cubicBezTo>
                      <a:pt x="53" y="1"/>
                      <a:pt x="52" y="0"/>
                      <a:pt x="5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 7"/>
              <p:cNvSpPr/>
              <p:nvPr/>
            </p:nvSpPr>
            <p:spPr bwMode="auto">
              <a:xfrm>
                <a:off x="10044830" y="3442241"/>
                <a:ext cx="289711" cy="34679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 8"/>
              <p:cNvSpPr/>
              <p:nvPr/>
            </p:nvSpPr>
            <p:spPr bwMode="auto">
              <a:xfrm>
                <a:off x="10044830" y="3601186"/>
                <a:ext cx="289711" cy="34679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 9"/>
              <p:cNvSpPr>
                <a:spLocks noEditPoints="1"/>
              </p:cNvSpPr>
              <p:nvPr/>
            </p:nvSpPr>
            <p:spPr bwMode="auto">
              <a:xfrm>
                <a:off x="9901114" y="2953851"/>
                <a:ext cx="1094967" cy="1037471"/>
              </a:xfrm>
              <a:custGeom>
                <a:avLst/>
                <a:gdLst>
                  <a:gd name="T0" fmla="*/ 177 w 200"/>
                  <a:gd name="T1" fmla="*/ 3 h 149"/>
                  <a:gd name="T2" fmla="*/ 177 w 200"/>
                  <a:gd name="T3" fmla="*/ 17 h 149"/>
                  <a:gd name="T4" fmla="*/ 186 w 200"/>
                  <a:gd name="T5" fmla="*/ 21 h 149"/>
                  <a:gd name="T6" fmla="*/ 186 w 200"/>
                  <a:gd name="T7" fmla="*/ 134 h 149"/>
                  <a:gd name="T8" fmla="*/ 107 w 200"/>
                  <a:gd name="T9" fmla="*/ 134 h 149"/>
                  <a:gd name="T10" fmla="*/ 107 w 200"/>
                  <a:gd name="T11" fmla="*/ 21 h 149"/>
                  <a:gd name="T12" fmla="*/ 117 w 200"/>
                  <a:gd name="T13" fmla="*/ 17 h 149"/>
                  <a:gd name="T14" fmla="*/ 117 w 200"/>
                  <a:gd name="T15" fmla="*/ 3 h 149"/>
                  <a:gd name="T16" fmla="*/ 100 w 200"/>
                  <a:gd name="T17" fmla="*/ 9 h 149"/>
                  <a:gd name="T18" fmla="*/ 53 w 200"/>
                  <a:gd name="T19" fmla="*/ 0 h 149"/>
                  <a:gd name="T20" fmla="*/ 0 w 200"/>
                  <a:gd name="T21" fmla="*/ 20 h 149"/>
                  <a:gd name="T22" fmla="*/ 0 w 200"/>
                  <a:gd name="T23" fmla="*/ 142 h 149"/>
                  <a:gd name="T24" fmla="*/ 2 w 200"/>
                  <a:gd name="T25" fmla="*/ 147 h 149"/>
                  <a:gd name="T26" fmla="*/ 8 w 200"/>
                  <a:gd name="T27" fmla="*/ 149 h 149"/>
                  <a:gd name="T28" fmla="*/ 53 w 200"/>
                  <a:gd name="T29" fmla="*/ 145 h 149"/>
                  <a:gd name="T30" fmla="*/ 99 w 200"/>
                  <a:gd name="T31" fmla="*/ 149 h 149"/>
                  <a:gd name="T32" fmla="*/ 99 w 200"/>
                  <a:gd name="T33" fmla="*/ 149 h 149"/>
                  <a:gd name="T34" fmla="*/ 100 w 200"/>
                  <a:gd name="T35" fmla="*/ 149 h 149"/>
                  <a:gd name="T36" fmla="*/ 100 w 200"/>
                  <a:gd name="T37" fmla="*/ 149 h 149"/>
                  <a:gd name="T38" fmla="*/ 101 w 200"/>
                  <a:gd name="T39" fmla="*/ 149 h 149"/>
                  <a:gd name="T40" fmla="*/ 101 w 200"/>
                  <a:gd name="T41" fmla="*/ 149 h 149"/>
                  <a:gd name="T42" fmla="*/ 146 w 200"/>
                  <a:gd name="T43" fmla="*/ 145 h 149"/>
                  <a:gd name="T44" fmla="*/ 192 w 200"/>
                  <a:gd name="T45" fmla="*/ 149 h 149"/>
                  <a:gd name="T46" fmla="*/ 193 w 200"/>
                  <a:gd name="T47" fmla="*/ 149 h 149"/>
                  <a:gd name="T48" fmla="*/ 197 w 200"/>
                  <a:gd name="T49" fmla="*/ 147 h 149"/>
                  <a:gd name="T50" fmla="*/ 200 w 200"/>
                  <a:gd name="T51" fmla="*/ 142 h 149"/>
                  <a:gd name="T52" fmla="*/ 200 w 200"/>
                  <a:gd name="T53" fmla="*/ 20 h 149"/>
                  <a:gd name="T54" fmla="*/ 177 w 200"/>
                  <a:gd name="T55" fmla="*/ 3 h 149"/>
                  <a:gd name="T56" fmla="*/ 93 w 200"/>
                  <a:gd name="T57" fmla="*/ 134 h 149"/>
                  <a:gd name="T58" fmla="*/ 53 w 200"/>
                  <a:gd name="T59" fmla="*/ 131 h 149"/>
                  <a:gd name="T60" fmla="*/ 14 w 200"/>
                  <a:gd name="T61" fmla="*/ 134 h 149"/>
                  <a:gd name="T62" fmla="*/ 14 w 200"/>
                  <a:gd name="T63" fmla="*/ 21 h 149"/>
                  <a:gd name="T64" fmla="*/ 53 w 200"/>
                  <a:gd name="T65" fmla="*/ 14 h 149"/>
                  <a:gd name="T66" fmla="*/ 93 w 200"/>
                  <a:gd name="T67" fmla="*/ 21 h 149"/>
                  <a:gd name="T68" fmla="*/ 93 w 200"/>
                  <a:gd name="T69" fmla="*/ 134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00" h="149">
                    <a:moveTo>
                      <a:pt x="177" y="3"/>
                    </a:moveTo>
                    <a:cubicBezTo>
                      <a:pt x="177" y="17"/>
                      <a:pt x="177" y="17"/>
                      <a:pt x="177" y="17"/>
                    </a:cubicBezTo>
                    <a:cubicBezTo>
                      <a:pt x="181" y="18"/>
                      <a:pt x="185" y="20"/>
                      <a:pt x="186" y="21"/>
                    </a:cubicBezTo>
                    <a:cubicBezTo>
                      <a:pt x="186" y="134"/>
                      <a:pt x="186" y="134"/>
                      <a:pt x="186" y="134"/>
                    </a:cubicBezTo>
                    <a:cubicBezTo>
                      <a:pt x="161" y="130"/>
                      <a:pt x="131" y="130"/>
                      <a:pt x="107" y="134"/>
                    </a:cubicBezTo>
                    <a:cubicBezTo>
                      <a:pt x="107" y="21"/>
                      <a:pt x="107" y="21"/>
                      <a:pt x="107" y="21"/>
                    </a:cubicBezTo>
                    <a:cubicBezTo>
                      <a:pt x="108" y="20"/>
                      <a:pt x="111" y="18"/>
                      <a:pt x="117" y="17"/>
                    </a:cubicBezTo>
                    <a:cubicBezTo>
                      <a:pt x="117" y="3"/>
                      <a:pt x="117" y="3"/>
                      <a:pt x="117" y="3"/>
                    </a:cubicBezTo>
                    <a:cubicBezTo>
                      <a:pt x="110" y="4"/>
                      <a:pt x="104" y="6"/>
                      <a:pt x="100" y="9"/>
                    </a:cubicBezTo>
                    <a:cubicBezTo>
                      <a:pt x="90" y="2"/>
                      <a:pt x="70" y="0"/>
                      <a:pt x="53" y="0"/>
                    </a:cubicBezTo>
                    <a:cubicBezTo>
                      <a:pt x="29" y="0"/>
                      <a:pt x="0" y="5"/>
                      <a:pt x="0" y="20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0" y="144"/>
                      <a:pt x="1" y="146"/>
                      <a:pt x="2" y="147"/>
                    </a:cubicBezTo>
                    <a:cubicBezTo>
                      <a:pt x="4" y="148"/>
                      <a:pt x="6" y="149"/>
                      <a:pt x="8" y="149"/>
                    </a:cubicBezTo>
                    <a:cubicBezTo>
                      <a:pt x="22" y="146"/>
                      <a:pt x="37" y="145"/>
                      <a:pt x="53" y="145"/>
                    </a:cubicBezTo>
                    <a:cubicBezTo>
                      <a:pt x="69" y="145"/>
                      <a:pt x="85" y="146"/>
                      <a:pt x="99" y="149"/>
                    </a:cubicBezTo>
                    <a:cubicBezTo>
                      <a:pt x="99" y="149"/>
                      <a:pt x="99" y="149"/>
                      <a:pt x="99" y="149"/>
                    </a:cubicBezTo>
                    <a:cubicBezTo>
                      <a:pt x="99" y="149"/>
                      <a:pt x="99" y="149"/>
                      <a:pt x="100" y="149"/>
                    </a:cubicBezTo>
                    <a:cubicBezTo>
                      <a:pt x="100" y="149"/>
                      <a:pt x="100" y="149"/>
                      <a:pt x="100" y="149"/>
                    </a:cubicBezTo>
                    <a:cubicBezTo>
                      <a:pt x="100" y="149"/>
                      <a:pt x="100" y="149"/>
                      <a:pt x="101" y="149"/>
                    </a:cubicBezTo>
                    <a:cubicBezTo>
                      <a:pt x="101" y="149"/>
                      <a:pt x="101" y="149"/>
                      <a:pt x="101" y="149"/>
                    </a:cubicBezTo>
                    <a:cubicBezTo>
                      <a:pt x="115" y="146"/>
                      <a:pt x="130" y="145"/>
                      <a:pt x="146" y="145"/>
                    </a:cubicBezTo>
                    <a:cubicBezTo>
                      <a:pt x="162" y="145"/>
                      <a:pt x="178" y="146"/>
                      <a:pt x="192" y="149"/>
                    </a:cubicBezTo>
                    <a:cubicBezTo>
                      <a:pt x="192" y="149"/>
                      <a:pt x="192" y="149"/>
                      <a:pt x="193" y="149"/>
                    </a:cubicBezTo>
                    <a:cubicBezTo>
                      <a:pt x="194" y="149"/>
                      <a:pt x="196" y="148"/>
                      <a:pt x="197" y="147"/>
                    </a:cubicBezTo>
                    <a:cubicBezTo>
                      <a:pt x="199" y="146"/>
                      <a:pt x="200" y="144"/>
                      <a:pt x="200" y="142"/>
                    </a:cubicBezTo>
                    <a:cubicBezTo>
                      <a:pt x="200" y="20"/>
                      <a:pt x="200" y="20"/>
                      <a:pt x="200" y="20"/>
                    </a:cubicBezTo>
                    <a:cubicBezTo>
                      <a:pt x="200" y="11"/>
                      <a:pt x="190" y="6"/>
                      <a:pt x="177" y="3"/>
                    </a:cubicBezTo>
                    <a:close/>
                    <a:moveTo>
                      <a:pt x="93" y="134"/>
                    </a:moveTo>
                    <a:cubicBezTo>
                      <a:pt x="80" y="132"/>
                      <a:pt x="67" y="131"/>
                      <a:pt x="53" y="131"/>
                    </a:cubicBezTo>
                    <a:cubicBezTo>
                      <a:pt x="40" y="131"/>
                      <a:pt x="26" y="132"/>
                      <a:pt x="14" y="13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18"/>
                      <a:pt x="30" y="14"/>
                      <a:pt x="53" y="14"/>
                    </a:cubicBezTo>
                    <a:cubicBezTo>
                      <a:pt x="76" y="14"/>
                      <a:pt x="90" y="18"/>
                      <a:pt x="93" y="21"/>
                    </a:cubicBezTo>
                    <a:lnTo>
                      <a:pt x="93" y="134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9" name="组合 18"/>
          <p:cNvGrpSpPr>
            <a:grpSpLocks noChangeAspect="1"/>
          </p:cNvGrpSpPr>
          <p:nvPr/>
        </p:nvGrpSpPr>
        <p:grpSpPr>
          <a:xfrm>
            <a:off x="8129270" y="2493010"/>
            <a:ext cx="1000760" cy="1002665"/>
            <a:chOff x="3437020" y="4201727"/>
            <a:chExt cx="863676" cy="865576"/>
          </a:xfrm>
        </p:grpSpPr>
        <p:sp>
          <p:nvSpPr>
            <p:cNvPr id="20" name="椭圆 21"/>
            <p:cNvSpPr>
              <a:spLocks noChangeArrowheads="1"/>
            </p:cNvSpPr>
            <p:nvPr/>
          </p:nvSpPr>
          <p:spPr bwMode="auto">
            <a:xfrm>
              <a:off x="3437020" y="4201727"/>
              <a:ext cx="863676" cy="865576"/>
            </a:xfrm>
            <a:prstGeom prst="ellipse">
              <a:avLst/>
            </a:prstGeom>
            <a:solidFill>
              <a:srgbClr val="013B6D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grpSp>
          <p:nvGrpSpPr>
            <p:cNvPr id="21" name="Group 4"/>
            <p:cNvGrpSpPr>
              <a:grpSpLocks noChangeAspect="1"/>
            </p:cNvGrpSpPr>
            <p:nvPr/>
          </p:nvGrpSpPr>
          <p:grpSpPr bwMode="auto">
            <a:xfrm>
              <a:off x="3626902" y="4339091"/>
              <a:ext cx="476560" cy="578496"/>
              <a:chOff x="2694" y="1931"/>
              <a:chExt cx="374" cy="454"/>
            </a:xfrm>
            <a:solidFill>
              <a:schemeClr val="bg1"/>
            </a:solidFill>
          </p:grpSpPr>
          <p:sp>
            <p:nvSpPr>
              <p:cNvPr id="22" name="Freeform 5"/>
              <p:cNvSpPr>
                <a:spLocks noEditPoints="1"/>
              </p:cNvSpPr>
              <p:nvPr/>
            </p:nvSpPr>
            <p:spPr bwMode="auto">
              <a:xfrm>
                <a:off x="2694" y="1931"/>
                <a:ext cx="374" cy="454"/>
              </a:xfrm>
              <a:custGeom>
                <a:avLst/>
                <a:gdLst>
                  <a:gd name="T0" fmla="*/ 127 w 155"/>
                  <a:gd name="T1" fmla="*/ 7 h 189"/>
                  <a:gd name="T2" fmla="*/ 124 w 155"/>
                  <a:gd name="T3" fmla="*/ 0 h 189"/>
                  <a:gd name="T4" fmla="*/ 122 w 155"/>
                  <a:gd name="T5" fmla="*/ 7 h 189"/>
                  <a:gd name="T6" fmla="*/ 96 w 155"/>
                  <a:gd name="T7" fmla="*/ 3 h 189"/>
                  <a:gd name="T8" fmla="*/ 90 w 155"/>
                  <a:gd name="T9" fmla="*/ 3 h 189"/>
                  <a:gd name="T10" fmla="*/ 64 w 155"/>
                  <a:gd name="T11" fmla="*/ 7 h 189"/>
                  <a:gd name="T12" fmla="*/ 62 w 155"/>
                  <a:gd name="T13" fmla="*/ 0 h 189"/>
                  <a:gd name="T14" fmla="*/ 59 w 155"/>
                  <a:gd name="T15" fmla="*/ 7 h 189"/>
                  <a:gd name="T16" fmla="*/ 33 w 155"/>
                  <a:gd name="T17" fmla="*/ 3 h 189"/>
                  <a:gd name="T18" fmla="*/ 27 w 155"/>
                  <a:gd name="T19" fmla="*/ 3 h 189"/>
                  <a:gd name="T20" fmla="*/ 7 w 155"/>
                  <a:gd name="T21" fmla="*/ 7 h 189"/>
                  <a:gd name="T22" fmla="*/ 0 w 155"/>
                  <a:gd name="T23" fmla="*/ 182 h 189"/>
                  <a:gd name="T24" fmla="*/ 148 w 155"/>
                  <a:gd name="T25" fmla="*/ 189 h 189"/>
                  <a:gd name="T26" fmla="*/ 155 w 155"/>
                  <a:gd name="T27" fmla="*/ 13 h 189"/>
                  <a:gd name="T28" fmla="*/ 124 w 155"/>
                  <a:gd name="T29" fmla="*/ 40 h 189"/>
                  <a:gd name="T30" fmla="*/ 127 w 155"/>
                  <a:gd name="T31" fmla="*/ 31 h 189"/>
                  <a:gd name="T32" fmla="*/ 124 w 155"/>
                  <a:gd name="T33" fmla="*/ 44 h 189"/>
                  <a:gd name="T34" fmla="*/ 122 w 155"/>
                  <a:gd name="T35" fmla="*/ 31 h 189"/>
                  <a:gd name="T36" fmla="*/ 124 w 155"/>
                  <a:gd name="T37" fmla="*/ 40 h 189"/>
                  <a:gd name="T38" fmla="*/ 96 w 155"/>
                  <a:gd name="T39" fmla="*/ 37 h 189"/>
                  <a:gd name="T40" fmla="*/ 100 w 155"/>
                  <a:gd name="T41" fmla="*/ 37 h 189"/>
                  <a:gd name="T42" fmla="*/ 86 w 155"/>
                  <a:gd name="T43" fmla="*/ 37 h 189"/>
                  <a:gd name="T44" fmla="*/ 90 w 155"/>
                  <a:gd name="T45" fmla="*/ 37 h 189"/>
                  <a:gd name="T46" fmla="*/ 62 w 155"/>
                  <a:gd name="T47" fmla="*/ 40 h 189"/>
                  <a:gd name="T48" fmla="*/ 64 w 155"/>
                  <a:gd name="T49" fmla="*/ 31 h 189"/>
                  <a:gd name="T50" fmla="*/ 62 w 155"/>
                  <a:gd name="T51" fmla="*/ 44 h 189"/>
                  <a:gd name="T52" fmla="*/ 59 w 155"/>
                  <a:gd name="T53" fmla="*/ 31 h 189"/>
                  <a:gd name="T54" fmla="*/ 62 w 155"/>
                  <a:gd name="T55" fmla="*/ 40 h 189"/>
                  <a:gd name="T56" fmla="*/ 33 w 155"/>
                  <a:gd name="T57" fmla="*/ 37 h 189"/>
                  <a:gd name="T58" fmla="*/ 37 w 155"/>
                  <a:gd name="T59" fmla="*/ 37 h 189"/>
                  <a:gd name="T60" fmla="*/ 23 w 155"/>
                  <a:gd name="T61" fmla="*/ 37 h 189"/>
                  <a:gd name="T62" fmla="*/ 27 w 155"/>
                  <a:gd name="T63" fmla="*/ 37 h 189"/>
                  <a:gd name="T64" fmla="*/ 141 w 155"/>
                  <a:gd name="T65" fmla="*/ 175 h 189"/>
                  <a:gd name="T66" fmla="*/ 14 w 155"/>
                  <a:gd name="T67" fmla="*/ 20 h 189"/>
                  <a:gd name="T68" fmla="*/ 27 w 155"/>
                  <a:gd name="T69" fmla="*/ 25 h 189"/>
                  <a:gd name="T70" fmla="*/ 30 w 155"/>
                  <a:gd name="T71" fmla="*/ 50 h 189"/>
                  <a:gd name="T72" fmla="*/ 33 w 155"/>
                  <a:gd name="T73" fmla="*/ 25 h 189"/>
                  <a:gd name="T74" fmla="*/ 59 w 155"/>
                  <a:gd name="T75" fmla="*/ 20 h 189"/>
                  <a:gd name="T76" fmla="*/ 49 w 155"/>
                  <a:gd name="T77" fmla="*/ 37 h 189"/>
                  <a:gd name="T78" fmla="*/ 74 w 155"/>
                  <a:gd name="T79" fmla="*/ 37 h 189"/>
                  <a:gd name="T80" fmla="*/ 64 w 155"/>
                  <a:gd name="T81" fmla="*/ 20 h 189"/>
                  <a:gd name="T82" fmla="*/ 90 w 155"/>
                  <a:gd name="T83" fmla="*/ 25 h 189"/>
                  <a:gd name="T84" fmla="*/ 93 w 155"/>
                  <a:gd name="T85" fmla="*/ 50 h 189"/>
                  <a:gd name="T86" fmla="*/ 96 w 155"/>
                  <a:gd name="T87" fmla="*/ 25 h 189"/>
                  <a:gd name="T88" fmla="*/ 122 w 155"/>
                  <a:gd name="T89" fmla="*/ 20 h 189"/>
                  <a:gd name="T90" fmla="*/ 112 w 155"/>
                  <a:gd name="T91" fmla="*/ 37 h 189"/>
                  <a:gd name="T92" fmla="*/ 137 w 155"/>
                  <a:gd name="T93" fmla="*/ 37 h 189"/>
                  <a:gd name="T94" fmla="*/ 127 w 155"/>
                  <a:gd name="T95" fmla="*/ 20 h 189"/>
                  <a:gd name="T96" fmla="*/ 141 w 155"/>
                  <a:gd name="T97" fmla="*/ 175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5" h="189">
                    <a:moveTo>
                      <a:pt x="148" y="7"/>
                    </a:moveTo>
                    <a:cubicBezTo>
                      <a:pt x="127" y="7"/>
                      <a:pt x="127" y="7"/>
                      <a:pt x="127" y="7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1"/>
                      <a:pt x="126" y="0"/>
                      <a:pt x="124" y="0"/>
                    </a:cubicBezTo>
                    <a:cubicBezTo>
                      <a:pt x="123" y="0"/>
                      <a:pt x="122" y="1"/>
                      <a:pt x="122" y="3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3"/>
                      <a:pt x="96" y="3"/>
                      <a:pt x="96" y="3"/>
                    </a:cubicBezTo>
                    <a:cubicBezTo>
                      <a:pt x="96" y="1"/>
                      <a:pt x="94" y="0"/>
                      <a:pt x="93" y="0"/>
                    </a:cubicBezTo>
                    <a:cubicBezTo>
                      <a:pt x="91" y="0"/>
                      <a:pt x="90" y="1"/>
                      <a:pt x="90" y="3"/>
                    </a:cubicBezTo>
                    <a:cubicBezTo>
                      <a:pt x="90" y="7"/>
                      <a:pt x="90" y="7"/>
                      <a:pt x="90" y="7"/>
                    </a:cubicBezTo>
                    <a:cubicBezTo>
                      <a:pt x="64" y="7"/>
                      <a:pt x="64" y="7"/>
                      <a:pt x="64" y="7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1"/>
                      <a:pt x="63" y="0"/>
                      <a:pt x="62" y="0"/>
                    </a:cubicBezTo>
                    <a:cubicBezTo>
                      <a:pt x="60" y="0"/>
                      <a:pt x="59" y="1"/>
                      <a:pt x="59" y="3"/>
                    </a:cubicBezTo>
                    <a:cubicBezTo>
                      <a:pt x="59" y="7"/>
                      <a:pt x="59" y="7"/>
                      <a:pt x="59" y="7"/>
                    </a:cubicBezTo>
                    <a:cubicBezTo>
                      <a:pt x="33" y="7"/>
                      <a:pt x="33" y="7"/>
                      <a:pt x="33" y="7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3" y="1"/>
                      <a:pt x="32" y="0"/>
                      <a:pt x="30" y="0"/>
                    </a:cubicBezTo>
                    <a:cubicBezTo>
                      <a:pt x="29" y="0"/>
                      <a:pt x="27" y="1"/>
                      <a:pt x="27" y="3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3" y="7"/>
                      <a:pt x="0" y="10"/>
                      <a:pt x="0" y="13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6"/>
                      <a:pt x="3" y="189"/>
                      <a:pt x="7" y="189"/>
                    </a:cubicBezTo>
                    <a:cubicBezTo>
                      <a:pt x="148" y="189"/>
                      <a:pt x="148" y="189"/>
                      <a:pt x="148" y="189"/>
                    </a:cubicBezTo>
                    <a:cubicBezTo>
                      <a:pt x="152" y="189"/>
                      <a:pt x="155" y="186"/>
                      <a:pt x="155" y="182"/>
                    </a:cubicBezTo>
                    <a:cubicBezTo>
                      <a:pt x="155" y="13"/>
                      <a:pt x="155" y="13"/>
                      <a:pt x="155" y="13"/>
                    </a:cubicBezTo>
                    <a:cubicBezTo>
                      <a:pt x="155" y="10"/>
                      <a:pt x="152" y="7"/>
                      <a:pt x="148" y="7"/>
                    </a:cubicBezTo>
                    <a:close/>
                    <a:moveTo>
                      <a:pt x="124" y="40"/>
                    </a:moveTo>
                    <a:cubicBezTo>
                      <a:pt x="126" y="40"/>
                      <a:pt x="127" y="39"/>
                      <a:pt x="127" y="37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30" y="32"/>
                      <a:pt x="131" y="35"/>
                      <a:pt x="131" y="37"/>
                    </a:cubicBezTo>
                    <a:cubicBezTo>
                      <a:pt x="131" y="41"/>
                      <a:pt x="128" y="44"/>
                      <a:pt x="124" y="44"/>
                    </a:cubicBezTo>
                    <a:cubicBezTo>
                      <a:pt x="120" y="44"/>
                      <a:pt x="117" y="41"/>
                      <a:pt x="117" y="37"/>
                    </a:cubicBezTo>
                    <a:cubicBezTo>
                      <a:pt x="117" y="34"/>
                      <a:pt x="119" y="32"/>
                      <a:pt x="122" y="31"/>
                    </a:cubicBezTo>
                    <a:cubicBezTo>
                      <a:pt x="122" y="37"/>
                      <a:pt x="122" y="37"/>
                      <a:pt x="122" y="37"/>
                    </a:cubicBezTo>
                    <a:cubicBezTo>
                      <a:pt x="122" y="39"/>
                      <a:pt x="123" y="40"/>
                      <a:pt x="124" y="40"/>
                    </a:cubicBezTo>
                    <a:close/>
                    <a:moveTo>
                      <a:pt x="93" y="40"/>
                    </a:moveTo>
                    <a:cubicBezTo>
                      <a:pt x="94" y="40"/>
                      <a:pt x="96" y="39"/>
                      <a:pt x="96" y="37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8" y="32"/>
                      <a:pt x="100" y="35"/>
                      <a:pt x="100" y="37"/>
                    </a:cubicBezTo>
                    <a:cubicBezTo>
                      <a:pt x="100" y="41"/>
                      <a:pt x="97" y="44"/>
                      <a:pt x="93" y="44"/>
                    </a:cubicBezTo>
                    <a:cubicBezTo>
                      <a:pt x="89" y="44"/>
                      <a:pt x="86" y="41"/>
                      <a:pt x="86" y="37"/>
                    </a:cubicBezTo>
                    <a:cubicBezTo>
                      <a:pt x="86" y="34"/>
                      <a:pt x="88" y="32"/>
                      <a:pt x="90" y="31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90" y="39"/>
                      <a:pt x="91" y="40"/>
                      <a:pt x="93" y="40"/>
                    </a:cubicBezTo>
                    <a:close/>
                    <a:moveTo>
                      <a:pt x="62" y="40"/>
                    </a:moveTo>
                    <a:cubicBezTo>
                      <a:pt x="63" y="40"/>
                      <a:pt x="64" y="39"/>
                      <a:pt x="64" y="37"/>
                    </a:cubicBezTo>
                    <a:cubicBezTo>
                      <a:pt x="64" y="31"/>
                      <a:pt x="64" y="31"/>
                      <a:pt x="64" y="31"/>
                    </a:cubicBezTo>
                    <a:cubicBezTo>
                      <a:pt x="67" y="32"/>
                      <a:pt x="69" y="35"/>
                      <a:pt x="69" y="37"/>
                    </a:cubicBezTo>
                    <a:cubicBezTo>
                      <a:pt x="69" y="41"/>
                      <a:pt x="65" y="44"/>
                      <a:pt x="62" y="44"/>
                    </a:cubicBezTo>
                    <a:cubicBezTo>
                      <a:pt x="58" y="44"/>
                      <a:pt x="54" y="41"/>
                      <a:pt x="54" y="37"/>
                    </a:cubicBezTo>
                    <a:cubicBezTo>
                      <a:pt x="54" y="34"/>
                      <a:pt x="56" y="32"/>
                      <a:pt x="59" y="31"/>
                    </a:cubicBezTo>
                    <a:cubicBezTo>
                      <a:pt x="59" y="37"/>
                      <a:pt x="59" y="37"/>
                      <a:pt x="59" y="37"/>
                    </a:cubicBezTo>
                    <a:cubicBezTo>
                      <a:pt x="59" y="39"/>
                      <a:pt x="60" y="40"/>
                      <a:pt x="62" y="40"/>
                    </a:cubicBezTo>
                    <a:close/>
                    <a:moveTo>
                      <a:pt x="30" y="40"/>
                    </a:moveTo>
                    <a:cubicBezTo>
                      <a:pt x="32" y="40"/>
                      <a:pt x="33" y="39"/>
                      <a:pt x="33" y="37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5" y="32"/>
                      <a:pt x="37" y="35"/>
                      <a:pt x="37" y="37"/>
                    </a:cubicBezTo>
                    <a:cubicBezTo>
                      <a:pt x="37" y="41"/>
                      <a:pt x="34" y="44"/>
                      <a:pt x="30" y="44"/>
                    </a:cubicBezTo>
                    <a:cubicBezTo>
                      <a:pt x="26" y="44"/>
                      <a:pt x="23" y="41"/>
                      <a:pt x="23" y="37"/>
                    </a:cubicBezTo>
                    <a:cubicBezTo>
                      <a:pt x="23" y="34"/>
                      <a:pt x="25" y="32"/>
                      <a:pt x="27" y="31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27" y="39"/>
                      <a:pt x="29" y="40"/>
                      <a:pt x="30" y="40"/>
                    </a:cubicBezTo>
                    <a:close/>
                    <a:moveTo>
                      <a:pt x="141" y="175"/>
                    </a:moveTo>
                    <a:cubicBezTo>
                      <a:pt x="14" y="175"/>
                      <a:pt x="14" y="175"/>
                      <a:pt x="14" y="175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2" y="26"/>
                      <a:pt x="18" y="31"/>
                      <a:pt x="18" y="37"/>
                    </a:cubicBezTo>
                    <a:cubicBezTo>
                      <a:pt x="18" y="44"/>
                      <a:pt x="23" y="50"/>
                      <a:pt x="30" y="50"/>
                    </a:cubicBezTo>
                    <a:cubicBezTo>
                      <a:pt x="37" y="50"/>
                      <a:pt x="43" y="44"/>
                      <a:pt x="43" y="37"/>
                    </a:cubicBezTo>
                    <a:cubicBezTo>
                      <a:pt x="43" y="31"/>
                      <a:pt x="39" y="26"/>
                      <a:pt x="33" y="25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25"/>
                      <a:pt x="59" y="25"/>
                      <a:pt x="59" y="25"/>
                    </a:cubicBezTo>
                    <a:cubicBezTo>
                      <a:pt x="53" y="26"/>
                      <a:pt x="49" y="31"/>
                      <a:pt x="49" y="37"/>
                    </a:cubicBezTo>
                    <a:cubicBezTo>
                      <a:pt x="49" y="44"/>
                      <a:pt x="55" y="50"/>
                      <a:pt x="62" y="50"/>
                    </a:cubicBezTo>
                    <a:cubicBezTo>
                      <a:pt x="68" y="50"/>
                      <a:pt x="74" y="44"/>
                      <a:pt x="74" y="37"/>
                    </a:cubicBezTo>
                    <a:cubicBezTo>
                      <a:pt x="74" y="31"/>
                      <a:pt x="70" y="26"/>
                      <a:pt x="64" y="25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25"/>
                      <a:pt x="90" y="25"/>
                      <a:pt x="90" y="25"/>
                    </a:cubicBezTo>
                    <a:cubicBezTo>
                      <a:pt x="85" y="26"/>
                      <a:pt x="80" y="31"/>
                      <a:pt x="80" y="37"/>
                    </a:cubicBezTo>
                    <a:cubicBezTo>
                      <a:pt x="80" y="44"/>
                      <a:pt x="86" y="50"/>
                      <a:pt x="93" y="50"/>
                    </a:cubicBezTo>
                    <a:cubicBezTo>
                      <a:pt x="100" y="50"/>
                      <a:pt x="105" y="44"/>
                      <a:pt x="105" y="37"/>
                    </a:cubicBezTo>
                    <a:cubicBezTo>
                      <a:pt x="105" y="31"/>
                      <a:pt x="101" y="26"/>
                      <a:pt x="96" y="25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122" y="20"/>
                      <a:pt x="122" y="20"/>
                      <a:pt x="122" y="20"/>
                    </a:cubicBezTo>
                    <a:cubicBezTo>
                      <a:pt x="122" y="25"/>
                      <a:pt x="122" y="25"/>
                      <a:pt x="122" y="25"/>
                    </a:cubicBezTo>
                    <a:cubicBezTo>
                      <a:pt x="116" y="26"/>
                      <a:pt x="112" y="31"/>
                      <a:pt x="112" y="37"/>
                    </a:cubicBezTo>
                    <a:cubicBezTo>
                      <a:pt x="112" y="44"/>
                      <a:pt x="117" y="50"/>
                      <a:pt x="124" y="50"/>
                    </a:cubicBezTo>
                    <a:cubicBezTo>
                      <a:pt x="131" y="50"/>
                      <a:pt x="137" y="44"/>
                      <a:pt x="137" y="37"/>
                    </a:cubicBezTo>
                    <a:cubicBezTo>
                      <a:pt x="137" y="31"/>
                      <a:pt x="133" y="26"/>
                      <a:pt x="127" y="25"/>
                    </a:cubicBezTo>
                    <a:cubicBezTo>
                      <a:pt x="127" y="20"/>
                      <a:pt x="127" y="20"/>
                      <a:pt x="127" y="20"/>
                    </a:cubicBezTo>
                    <a:cubicBezTo>
                      <a:pt x="141" y="20"/>
                      <a:pt x="141" y="20"/>
                      <a:pt x="141" y="20"/>
                    </a:cubicBezTo>
                    <a:lnTo>
                      <a:pt x="141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6"/>
              <p:cNvSpPr/>
              <p:nvPr/>
            </p:nvSpPr>
            <p:spPr bwMode="auto">
              <a:xfrm>
                <a:off x="2820" y="2272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7"/>
              <p:cNvSpPr/>
              <p:nvPr/>
            </p:nvSpPr>
            <p:spPr bwMode="auto">
              <a:xfrm>
                <a:off x="2820" y="2190"/>
                <a:ext cx="181" cy="14"/>
              </a:xfrm>
              <a:custGeom>
                <a:avLst/>
                <a:gdLst>
                  <a:gd name="T0" fmla="*/ 73 w 75"/>
                  <a:gd name="T1" fmla="*/ 0 h 6"/>
                  <a:gd name="T2" fmla="*/ 2 w 75"/>
                  <a:gd name="T3" fmla="*/ 0 h 6"/>
                  <a:gd name="T4" fmla="*/ 0 w 75"/>
                  <a:gd name="T5" fmla="*/ 3 h 6"/>
                  <a:gd name="T6" fmla="*/ 2 w 75"/>
                  <a:gd name="T7" fmla="*/ 6 h 6"/>
                  <a:gd name="T8" fmla="*/ 73 w 75"/>
                  <a:gd name="T9" fmla="*/ 6 h 6"/>
                  <a:gd name="T10" fmla="*/ 75 w 75"/>
                  <a:gd name="T11" fmla="*/ 3 h 6"/>
                  <a:gd name="T12" fmla="*/ 73 w 75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6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2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4" y="6"/>
                      <a:pt x="75" y="5"/>
                      <a:pt x="75" y="3"/>
                    </a:cubicBezTo>
                    <a:cubicBezTo>
                      <a:pt x="75" y="2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8"/>
              <p:cNvSpPr/>
              <p:nvPr/>
            </p:nvSpPr>
            <p:spPr bwMode="auto">
              <a:xfrm>
                <a:off x="2820" y="2111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9"/>
              <p:cNvSpPr/>
              <p:nvPr/>
            </p:nvSpPr>
            <p:spPr bwMode="auto">
              <a:xfrm>
                <a:off x="2755" y="2096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10"/>
              <p:cNvSpPr/>
              <p:nvPr/>
            </p:nvSpPr>
            <p:spPr bwMode="auto">
              <a:xfrm>
                <a:off x="2755" y="2176"/>
                <a:ext cx="41" cy="43"/>
              </a:xfrm>
              <a:custGeom>
                <a:avLst/>
                <a:gdLst>
                  <a:gd name="T0" fmla="*/ 15 w 17"/>
                  <a:gd name="T1" fmla="*/ 0 h 18"/>
                  <a:gd name="T2" fmla="*/ 3 w 17"/>
                  <a:gd name="T3" fmla="*/ 0 h 18"/>
                  <a:gd name="T4" fmla="*/ 0 w 17"/>
                  <a:gd name="T5" fmla="*/ 3 h 18"/>
                  <a:gd name="T6" fmla="*/ 0 w 17"/>
                  <a:gd name="T7" fmla="*/ 15 h 18"/>
                  <a:gd name="T8" fmla="*/ 3 w 17"/>
                  <a:gd name="T9" fmla="*/ 18 h 18"/>
                  <a:gd name="T10" fmla="*/ 15 w 17"/>
                  <a:gd name="T11" fmla="*/ 18 h 18"/>
                  <a:gd name="T12" fmla="*/ 17 w 17"/>
                  <a:gd name="T13" fmla="*/ 15 h 18"/>
                  <a:gd name="T14" fmla="*/ 17 w 17"/>
                  <a:gd name="T15" fmla="*/ 3 h 18"/>
                  <a:gd name="T16" fmla="*/ 15 w 17"/>
                  <a:gd name="T1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8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7"/>
                      <a:pt x="1" y="18"/>
                      <a:pt x="3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6" y="18"/>
                      <a:pt x="17" y="17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2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Freeform 11"/>
              <p:cNvSpPr/>
              <p:nvPr/>
            </p:nvSpPr>
            <p:spPr bwMode="auto">
              <a:xfrm>
                <a:off x="2755" y="2257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29" name="组合 28"/>
          <p:cNvGrpSpPr>
            <a:grpSpLocks noChangeAspect="1"/>
          </p:cNvGrpSpPr>
          <p:nvPr/>
        </p:nvGrpSpPr>
        <p:grpSpPr>
          <a:xfrm>
            <a:off x="918845" y="3718560"/>
            <a:ext cx="1000760" cy="1002665"/>
            <a:chOff x="3437020" y="1033173"/>
            <a:chExt cx="863676" cy="865577"/>
          </a:xfrm>
        </p:grpSpPr>
        <p:sp>
          <p:nvSpPr>
            <p:cNvPr id="30" name="椭圆 18"/>
            <p:cNvSpPr>
              <a:spLocks noChangeArrowheads="1"/>
            </p:cNvSpPr>
            <p:nvPr/>
          </p:nvSpPr>
          <p:spPr bwMode="auto">
            <a:xfrm>
              <a:off x="3437020" y="1033173"/>
              <a:ext cx="863676" cy="865577"/>
            </a:xfrm>
            <a:prstGeom prst="ellipse">
              <a:avLst/>
            </a:prstGeom>
            <a:solidFill>
              <a:srgbClr val="013B6D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013B6D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7275" y="1169757"/>
              <a:ext cx="552644" cy="566109"/>
            </a:xfrm>
            <a:prstGeom prst="rect">
              <a:avLst/>
            </a:prstGeom>
          </p:spPr>
        </p:pic>
      </p:grpSp>
      <p:grpSp>
        <p:nvGrpSpPr>
          <p:cNvPr id="32" name="组合 31"/>
          <p:cNvGrpSpPr>
            <a:grpSpLocks noChangeAspect="1"/>
          </p:cNvGrpSpPr>
          <p:nvPr/>
        </p:nvGrpSpPr>
        <p:grpSpPr>
          <a:xfrm>
            <a:off x="3191510" y="4077970"/>
            <a:ext cx="1000760" cy="1002665"/>
            <a:chOff x="3437020" y="2074814"/>
            <a:chExt cx="863676" cy="865577"/>
          </a:xfrm>
        </p:grpSpPr>
        <p:sp>
          <p:nvSpPr>
            <p:cNvPr id="33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rgbClr val="013B6D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sp>
        <p:nvSpPr>
          <p:cNvPr id="58" name="矩形 57">
            <a:extLst>
              <a:ext uri="{FF2B5EF4-FFF2-40B4-BE49-F238E27FC236}">
                <a16:creationId xmlns:a16="http://schemas.microsoft.com/office/drawing/2014/main" id="{73D037C6-6465-407F-8DBA-3AB406B02D65}"/>
              </a:ext>
            </a:extLst>
          </p:cNvPr>
          <p:cNvSpPr/>
          <p:nvPr/>
        </p:nvSpPr>
        <p:spPr>
          <a:xfrm>
            <a:off x="2300127" y="688392"/>
            <a:ext cx="1560830" cy="922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5400" b="1" dirty="0">
                <a:solidFill>
                  <a:srgbClr val="013B6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目录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BB6596F-4B53-4327-B07B-C5A917B06BBA}"/>
              </a:ext>
            </a:extLst>
          </p:cNvPr>
          <p:cNvSpPr txBox="1"/>
          <p:nvPr/>
        </p:nvSpPr>
        <p:spPr>
          <a:xfrm>
            <a:off x="2374265" y="1515745"/>
            <a:ext cx="141224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en-US" altLang="zh-CN" sz="2400" b="1" dirty="0">
                <a:solidFill>
                  <a:srgbClr val="013B6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+mn-ea"/>
              </a:rPr>
              <a:t>CONTENTS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 noChangeAspect="1"/>
          </p:cNvSpPr>
          <p:nvPr/>
        </p:nvSpPr>
        <p:spPr bwMode="auto">
          <a:xfrm>
            <a:off x="0" y="3037205"/>
            <a:ext cx="12200890" cy="1564640"/>
          </a:xfrm>
          <a:custGeom>
            <a:avLst/>
            <a:gdLst>
              <a:gd name="T0" fmla="*/ 0 w 2601"/>
              <a:gd name="T1" fmla="*/ 139 h 306"/>
              <a:gd name="T2" fmla="*/ 647 w 2601"/>
              <a:gd name="T3" fmla="*/ 304 h 306"/>
              <a:gd name="T4" fmla="*/ 1863 w 2601"/>
              <a:gd name="T5" fmla="*/ 11 h 306"/>
              <a:gd name="T6" fmla="*/ 2601 w 2601"/>
              <a:gd name="T7" fmla="*/ 259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01" h="306">
                <a:moveTo>
                  <a:pt x="0" y="139"/>
                </a:moveTo>
                <a:cubicBezTo>
                  <a:pt x="0" y="139"/>
                  <a:pt x="179" y="301"/>
                  <a:pt x="647" y="304"/>
                </a:cubicBezTo>
                <a:cubicBezTo>
                  <a:pt x="1090" y="306"/>
                  <a:pt x="1474" y="0"/>
                  <a:pt x="1863" y="11"/>
                </a:cubicBezTo>
                <a:cubicBezTo>
                  <a:pt x="2253" y="21"/>
                  <a:pt x="2601" y="259"/>
                  <a:pt x="2601" y="259"/>
                </a:cubicBezTo>
              </a:path>
            </a:pathLst>
          </a:custGeom>
          <a:noFill/>
          <a:ln w="22225" cap="flat">
            <a:solidFill>
              <a:srgbClr val="157E9F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/>
          </a:p>
        </p:txBody>
      </p:sp>
      <p:sp>
        <p:nvSpPr>
          <p:cNvPr id="44" name="矩形 30"/>
          <p:cNvSpPr txBox="1">
            <a:spLocks noChangeAspect="1" noChangeArrowheads="1"/>
          </p:cNvSpPr>
          <p:nvPr/>
        </p:nvSpPr>
        <p:spPr bwMode="auto">
          <a:xfrm>
            <a:off x="101573" y="4849802"/>
            <a:ext cx="2981987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dirty="0">
                <a:solidFill>
                  <a:srgbClr val="013B6D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01 研究背景及意义</a:t>
            </a:r>
          </a:p>
        </p:txBody>
      </p:sp>
      <p:sp>
        <p:nvSpPr>
          <p:cNvPr id="45" name="矩形 68"/>
          <p:cNvSpPr txBox="1">
            <a:spLocks noChangeAspect="1" noChangeArrowheads="1"/>
          </p:cNvSpPr>
          <p:nvPr/>
        </p:nvSpPr>
        <p:spPr bwMode="auto">
          <a:xfrm>
            <a:off x="7148428" y="1884340"/>
            <a:ext cx="2953923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dirty="0">
                <a:solidFill>
                  <a:srgbClr val="A6A6A6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04 研究条件与基础</a:t>
            </a:r>
            <a:endParaRPr lang="zh-CN" altLang="en-US" sz="2400" b="1" dirty="0">
              <a:solidFill>
                <a:srgbClr val="A6A6A6"/>
              </a:solidFill>
              <a:latin typeface="黑体" panose="02010609060101010101" pitchFamily="49" charset="-122"/>
              <a:ea typeface="黑体" panose="02010609060101010101" pitchFamily="49" charset="-122"/>
              <a:sym typeface="微软雅黑" panose="020B0503020204020204" pitchFamily="34" charset="-122"/>
            </a:endParaRPr>
          </a:p>
        </p:txBody>
      </p:sp>
      <p:sp>
        <p:nvSpPr>
          <p:cNvPr id="46" name="矩形 64"/>
          <p:cNvSpPr txBox="1">
            <a:spLocks noChangeAspect="1" noChangeArrowheads="1"/>
          </p:cNvSpPr>
          <p:nvPr/>
        </p:nvSpPr>
        <p:spPr bwMode="auto">
          <a:xfrm>
            <a:off x="2139315" y="3362325"/>
            <a:ext cx="2988945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dirty="0">
                <a:solidFill>
                  <a:srgbClr val="A6A6A6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02 国内外研究综述</a:t>
            </a:r>
          </a:p>
        </p:txBody>
      </p:sp>
      <p:sp>
        <p:nvSpPr>
          <p:cNvPr id="47" name="矩形 66"/>
          <p:cNvSpPr txBox="1">
            <a:spLocks noChangeAspect="1" noChangeArrowheads="1"/>
          </p:cNvSpPr>
          <p:nvPr/>
        </p:nvSpPr>
        <p:spPr bwMode="auto">
          <a:xfrm>
            <a:off x="4533265" y="4532630"/>
            <a:ext cx="3146425" cy="46037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dirty="0">
                <a:solidFill>
                  <a:srgbClr val="A6A6A6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03 研究方案</a:t>
            </a:r>
            <a:endParaRPr lang="zh-CN" altLang="en-US" sz="2400" b="1" dirty="0">
              <a:solidFill>
                <a:srgbClr val="A6A6A6"/>
              </a:solidFill>
              <a:latin typeface="黑体" panose="02010609060101010101" pitchFamily="49" charset="-122"/>
              <a:ea typeface="黑体" panose="02010609060101010101" pitchFamily="49" charset="-122"/>
              <a:sym typeface="微软雅黑" panose="020B0503020204020204" pitchFamily="34" charset="-122"/>
            </a:endParaRPr>
          </a:p>
        </p:txBody>
      </p:sp>
      <p:sp>
        <p:nvSpPr>
          <p:cNvPr id="51" name="矩形 68"/>
          <p:cNvSpPr txBox="1">
            <a:spLocks noChangeAspect="1" noChangeArrowheads="1"/>
          </p:cNvSpPr>
          <p:nvPr/>
        </p:nvSpPr>
        <p:spPr bwMode="auto">
          <a:xfrm>
            <a:off x="9439910" y="4273550"/>
            <a:ext cx="2653030" cy="83099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 dirty="0">
                <a:solidFill>
                  <a:srgbClr val="A6A6A6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05 章节安排、</a:t>
            </a:r>
            <a:endParaRPr lang="en-US" altLang="zh-CN" sz="2400" b="1" dirty="0">
              <a:solidFill>
                <a:srgbClr val="A6A6A6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0" algn="ctr">
              <a:buClrTx/>
              <a:buSzTx/>
              <a:buFontTx/>
            </a:pPr>
            <a:r>
              <a:rPr lang="zh-CN" altLang="en-US" sz="2400" b="1" dirty="0">
                <a:solidFill>
                  <a:srgbClr val="A6A6A6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进度计划</a:t>
            </a:r>
          </a:p>
        </p:txBody>
      </p:sp>
      <p:grpSp>
        <p:nvGrpSpPr>
          <p:cNvPr id="605" name="iṩļídê"/>
          <p:cNvGrpSpPr/>
          <p:nvPr/>
        </p:nvGrpSpPr>
        <p:grpSpPr>
          <a:xfrm>
            <a:off x="698882" y="535687"/>
            <a:ext cx="1440000" cy="1440000"/>
            <a:chOff x="1914526" y="2486026"/>
            <a:chExt cx="1882775" cy="1882775"/>
          </a:xfrm>
          <a:solidFill>
            <a:srgbClr val="013B6D"/>
          </a:solidFill>
        </p:grpSpPr>
        <p:sp>
          <p:nvSpPr>
            <p:cNvPr id="606" name="îśľîḋê"/>
            <p:cNvSpPr/>
            <p:nvPr/>
          </p:nvSpPr>
          <p:spPr bwMode="auto">
            <a:xfrm>
              <a:off x="2457451" y="3409951"/>
              <a:ext cx="795338" cy="371475"/>
            </a:xfrm>
            <a:custGeom>
              <a:avLst/>
              <a:gdLst>
                <a:gd name="T0" fmla="*/ 294 w 501"/>
                <a:gd name="T1" fmla="*/ 65 h 234"/>
                <a:gd name="T2" fmla="*/ 213 w 501"/>
                <a:gd name="T3" fmla="*/ 129 h 234"/>
                <a:gd name="T4" fmla="*/ 224 w 501"/>
                <a:gd name="T5" fmla="*/ 52 h 234"/>
                <a:gd name="T6" fmla="*/ 203 w 501"/>
                <a:gd name="T7" fmla="*/ 53 h 234"/>
                <a:gd name="T8" fmla="*/ 177 w 501"/>
                <a:gd name="T9" fmla="*/ 30 h 234"/>
                <a:gd name="T10" fmla="*/ 204 w 501"/>
                <a:gd name="T11" fmla="*/ 20 h 234"/>
                <a:gd name="T12" fmla="*/ 180 w 501"/>
                <a:gd name="T13" fmla="*/ 16 h 234"/>
                <a:gd name="T14" fmla="*/ 162 w 501"/>
                <a:gd name="T15" fmla="*/ 54 h 234"/>
                <a:gd name="T16" fmla="*/ 162 w 501"/>
                <a:gd name="T17" fmla="*/ 45 h 234"/>
                <a:gd name="T18" fmla="*/ 175 w 501"/>
                <a:gd name="T19" fmla="*/ 76 h 234"/>
                <a:gd name="T20" fmla="*/ 134 w 501"/>
                <a:gd name="T21" fmla="*/ 128 h 234"/>
                <a:gd name="T22" fmla="*/ 97 w 501"/>
                <a:gd name="T23" fmla="*/ 50 h 234"/>
                <a:gd name="T24" fmla="*/ 30 w 501"/>
                <a:gd name="T25" fmla="*/ 79 h 234"/>
                <a:gd name="T26" fmla="*/ 42 w 501"/>
                <a:gd name="T27" fmla="*/ 39 h 234"/>
                <a:gd name="T28" fmla="*/ 50 w 501"/>
                <a:gd name="T29" fmla="*/ 59 h 234"/>
                <a:gd name="T30" fmla="*/ 34 w 501"/>
                <a:gd name="T31" fmla="*/ 50 h 234"/>
                <a:gd name="T32" fmla="*/ 86 w 501"/>
                <a:gd name="T33" fmla="*/ 69 h 234"/>
                <a:gd name="T34" fmla="*/ 96 w 501"/>
                <a:gd name="T35" fmla="*/ 71 h 234"/>
                <a:gd name="T36" fmla="*/ 166 w 501"/>
                <a:gd name="T37" fmla="*/ 126 h 234"/>
                <a:gd name="T38" fmla="*/ 112 w 501"/>
                <a:gd name="T39" fmla="*/ 25 h 234"/>
                <a:gd name="T40" fmla="*/ 118 w 501"/>
                <a:gd name="T41" fmla="*/ 48 h 234"/>
                <a:gd name="T42" fmla="*/ 106 w 501"/>
                <a:gd name="T43" fmla="*/ 30 h 234"/>
                <a:gd name="T44" fmla="*/ 138 w 501"/>
                <a:gd name="T45" fmla="*/ 57 h 234"/>
                <a:gd name="T46" fmla="*/ 96 w 501"/>
                <a:gd name="T47" fmla="*/ 94 h 234"/>
                <a:gd name="T48" fmla="*/ 96 w 501"/>
                <a:gd name="T49" fmla="*/ 122 h 234"/>
                <a:gd name="T50" fmla="*/ 59 w 501"/>
                <a:gd name="T51" fmla="*/ 69 h 234"/>
                <a:gd name="T52" fmla="*/ 59 w 501"/>
                <a:gd name="T53" fmla="*/ 82 h 234"/>
                <a:gd name="T54" fmla="*/ 13 w 501"/>
                <a:gd name="T55" fmla="*/ 66 h 234"/>
                <a:gd name="T56" fmla="*/ 28 w 501"/>
                <a:gd name="T57" fmla="*/ 83 h 234"/>
                <a:gd name="T58" fmla="*/ 19 w 501"/>
                <a:gd name="T59" fmla="*/ 176 h 234"/>
                <a:gd name="T60" fmla="*/ 5 w 501"/>
                <a:gd name="T61" fmla="*/ 221 h 234"/>
                <a:gd name="T62" fmla="*/ 288 w 501"/>
                <a:gd name="T63" fmla="*/ 127 h 234"/>
                <a:gd name="T64" fmla="*/ 277 w 501"/>
                <a:gd name="T65" fmla="*/ 54 h 234"/>
                <a:gd name="T66" fmla="*/ 322 w 501"/>
                <a:gd name="T67" fmla="*/ 233 h 234"/>
                <a:gd name="T68" fmla="*/ 326 w 501"/>
                <a:gd name="T69" fmla="*/ 30 h 234"/>
                <a:gd name="T70" fmla="*/ 298 w 501"/>
                <a:gd name="T71" fmla="*/ 17 h 234"/>
                <a:gd name="T72" fmla="*/ 323 w 501"/>
                <a:gd name="T73" fmla="*/ 18 h 234"/>
                <a:gd name="T74" fmla="*/ 338 w 501"/>
                <a:gd name="T75" fmla="*/ 58 h 234"/>
                <a:gd name="T76" fmla="*/ 339 w 501"/>
                <a:gd name="T77" fmla="*/ 43 h 234"/>
                <a:gd name="T78" fmla="*/ 375 w 501"/>
                <a:gd name="T79" fmla="*/ 83 h 234"/>
                <a:gd name="T80" fmla="*/ 364 w 501"/>
                <a:gd name="T81" fmla="*/ 126 h 234"/>
                <a:gd name="T82" fmla="*/ 377 w 501"/>
                <a:gd name="T83" fmla="*/ 50 h 234"/>
                <a:gd name="T84" fmla="*/ 377 w 501"/>
                <a:gd name="T85" fmla="*/ 50 h 234"/>
                <a:gd name="T86" fmla="*/ 447 w 501"/>
                <a:gd name="T87" fmla="*/ 63 h 234"/>
                <a:gd name="T88" fmla="*/ 452 w 501"/>
                <a:gd name="T89" fmla="*/ 58 h 234"/>
                <a:gd name="T90" fmla="*/ 469 w 501"/>
                <a:gd name="T91" fmla="*/ 52 h 234"/>
                <a:gd name="T92" fmla="*/ 414 w 501"/>
                <a:gd name="T93" fmla="*/ 73 h 234"/>
                <a:gd name="T94" fmla="*/ 407 w 501"/>
                <a:gd name="T95" fmla="*/ 71 h 234"/>
                <a:gd name="T96" fmla="*/ 338 w 501"/>
                <a:gd name="T97" fmla="*/ 124 h 234"/>
                <a:gd name="T98" fmla="*/ 390 w 501"/>
                <a:gd name="T99" fmla="*/ 24 h 234"/>
                <a:gd name="T100" fmla="*/ 382 w 501"/>
                <a:gd name="T101" fmla="*/ 48 h 234"/>
                <a:gd name="T102" fmla="*/ 397 w 501"/>
                <a:gd name="T103" fmla="*/ 34 h 234"/>
                <a:gd name="T104" fmla="*/ 362 w 501"/>
                <a:gd name="T105" fmla="*/ 58 h 234"/>
                <a:gd name="T106" fmla="*/ 447 w 501"/>
                <a:gd name="T107" fmla="*/ 110 h 234"/>
                <a:gd name="T108" fmla="*/ 405 w 501"/>
                <a:gd name="T109" fmla="*/ 122 h 234"/>
                <a:gd name="T110" fmla="*/ 443 w 501"/>
                <a:gd name="T111" fmla="*/ 69 h 234"/>
                <a:gd name="T112" fmla="*/ 442 w 501"/>
                <a:gd name="T113" fmla="*/ 82 h 234"/>
                <a:gd name="T114" fmla="*/ 488 w 501"/>
                <a:gd name="T115" fmla="*/ 66 h 234"/>
                <a:gd name="T116" fmla="*/ 473 w 501"/>
                <a:gd name="T117" fmla="*/ 83 h 234"/>
                <a:gd name="T118" fmla="*/ 483 w 501"/>
                <a:gd name="T119" fmla="*/ 176 h 234"/>
                <a:gd name="T120" fmla="*/ 496 w 501"/>
                <a:gd name="T121" fmla="*/ 221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01" h="234">
                  <a:moveTo>
                    <a:pt x="250" y="76"/>
                  </a:moveTo>
                  <a:lnTo>
                    <a:pt x="294" y="76"/>
                  </a:lnTo>
                  <a:lnTo>
                    <a:pt x="294" y="103"/>
                  </a:lnTo>
                  <a:lnTo>
                    <a:pt x="250" y="103"/>
                  </a:lnTo>
                  <a:lnTo>
                    <a:pt x="207" y="103"/>
                  </a:lnTo>
                  <a:lnTo>
                    <a:pt x="207" y="76"/>
                  </a:lnTo>
                  <a:lnTo>
                    <a:pt x="250" y="76"/>
                  </a:lnTo>
                  <a:lnTo>
                    <a:pt x="250" y="76"/>
                  </a:lnTo>
                  <a:close/>
                  <a:moveTo>
                    <a:pt x="250" y="107"/>
                  </a:moveTo>
                  <a:lnTo>
                    <a:pt x="250" y="107"/>
                  </a:lnTo>
                  <a:lnTo>
                    <a:pt x="294" y="107"/>
                  </a:lnTo>
                  <a:lnTo>
                    <a:pt x="294" y="116"/>
                  </a:lnTo>
                  <a:lnTo>
                    <a:pt x="252" y="116"/>
                  </a:lnTo>
                  <a:lnTo>
                    <a:pt x="249" y="116"/>
                  </a:lnTo>
                  <a:lnTo>
                    <a:pt x="207" y="116"/>
                  </a:lnTo>
                  <a:lnTo>
                    <a:pt x="207" y="107"/>
                  </a:lnTo>
                  <a:lnTo>
                    <a:pt x="250" y="107"/>
                  </a:lnTo>
                  <a:lnTo>
                    <a:pt x="250" y="107"/>
                  </a:lnTo>
                  <a:close/>
                  <a:moveTo>
                    <a:pt x="247" y="65"/>
                  </a:moveTo>
                  <a:lnTo>
                    <a:pt x="254" y="65"/>
                  </a:lnTo>
                  <a:lnTo>
                    <a:pt x="294" y="65"/>
                  </a:lnTo>
                  <a:lnTo>
                    <a:pt x="294" y="74"/>
                  </a:lnTo>
                  <a:lnTo>
                    <a:pt x="250" y="74"/>
                  </a:lnTo>
                  <a:lnTo>
                    <a:pt x="250" y="74"/>
                  </a:lnTo>
                  <a:lnTo>
                    <a:pt x="250" y="74"/>
                  </a:lnTo>
                  <a:lnTo>
                    <a:pt x="250" y="74"/>
                  </a:lnTo>
                  <a:lnTo>
                    <a:pt x="207" y="74"/>
                  </a:lnTo>
                  <a:lnTo>
                    <a:pt x="207" y="65"/>
                  </a:lnTo>
                  <a:lnTo>
                    <a:pt x="247" y="65"/>
                  </a:lnTo>
                  <a:lnTo>
                    <a:pt x="247" y="65"/>
                  </a:lnTo>
                  <a:close/>
                  <a:moveTo>
                    <a:pt x="225" y="118"/>
                  </a:moveTo>
                  <a:lnTo>
                    <a:pt x="224" y="118"/>
                  </a:lnTo>
                  <a:lnTo>
                    <a:pt x="222" y="121"/>
                  </a:lnTo>
                  <a:lnTo>
                    <a:pt x="221" y="122"/>
                  </a:lnTo>
                  <a:lnTo>
                    <a:pt x="220" y="124"/>
                  </a:lnTo>
                  <a:lnTo>
                    <a:pt x="218" y="125"/>
                  </a:lnTo>
                  <a:lnTo>
                    <a:pt x="217" y="126"/>
                  </a:lnTo>
                  <a:lnTo>
                    <a:pt x="214" y="126"/>
                  </a:lnTo>
                  <a:lnTo>
                    <a:pt x="214" y="126"/>
                  </a:lnTo>
                  <a:lnTo>
                    <a:pt x="214" y="127"/>
                  </a:lnTo>
                  <a:lnTo>
                    <a:pt x="214" y="128"/>
                  </a:lnTo>
                  <a:lnTo>
                    <a:pt x="213" y="129"/>
                  </a:lnTo>
                  <a:lnTo>
                    <a:pt x="213" y="130"/>
                  </a:lnTo>
                  <a:lnTo>
                    <a:pt x="212" y="131"/>
                  </a:lnTo>
                  <a:lnTo>
                    <a:pt x="211" y="132"/>
                  </a:lnTo>
                  <a:lnTo>
                    <a:pt x="209" y="133"/>
                  </a:lnTo>
                  <a:lnTo>
                    <a:pt x="208" y="133"/>
                  </a:lnTo>
                  <a:lnTo>
                    <a:pt x="208" y="118"/>
                  </a:lnTo>
                  <a:lnTo>
                    <a:pt x="225" y="118"/>
                  </a:lnTo>
                  <a:lnTo>
                    <a:pt x="225" y="118"/>
                  </a:lnTo>
                  <a:close/>
                  <a:moveTo>
                    <a:pt x="207" y="62"/>
                  </a:moveTo>
                  <a:lnTo>
                    <a:pt x="209" y="62"/>
                  </a:lnTo>
                  <a:lnTo>
                    <a:pt x="212" y="62"/>
                  </a:lnTo>
                  <a:lnTo>
                    <a:pt x="216" y="62"/>
                  </a:lnTo>
                  <a:lnTo>
                    <a:pt x="219" y="61"/>
                  </a:lnTo>
                  <a:lnTo>
                    <a:pt x="221" y="59"/>
                  </a:lnTo>
                  <a:lnTo>
                    <a:pt x="222" y="58"/>
                  </a:lnTo>
                  <a:lnTo>
                    <a:pt x="222" y="58"/>
                  </a:lnTo>
                  <a:lnTo>
                    <a:pt x="223" y="56"/>
                  </a:lnTo>
                  <a:lnTo>
                    <a:pt x="224" y="54"/>
                  </a:lnTo>
                  <a:lnTo>
                    <a:pt x="224" y="54"/>
                  </a:lnTo>
                  <a:lnTo>
                    <a:pt x="224" y="53"/>
                  </a:lnTo>
                  <a:lnTo>
                    <a:pt x="224" y="52"/>
                  </a:lnTo>
                  <a:lnTo>
                    <a:pt x="222" y="49"/>
                  </a:lnTo>
                  <a:lnTo>
                    <a:pt x="220" y="46"/>
                  </a:lnTo>
                  <a:lnTo>
                    <a:pt x="218" y="45"/>
                  </a:lnTo>
                  <a:lnTo>
                    <a:pt x="217" y="45"/>
                  </a:lnTo>
                  <a:lnTo>
                    <a:pt x="215" y="45"/>
                  </a:lnTo>
                  <a:lnTo>
                    <a:pt x="214" y="46"/>
                  </a:lnTo>
                  <a:lnTo>
                    <a:pt x="211" y="49"/>
                  </a:lnTo>
                  <a:lnTo>
                    <a:pt x="209" y="52"/>
                  </a:lnTo>
                  <a:lnTo>
                    <a:pt x="208" y="53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62"/>
                  </a:lnTo>
                  <a:lnTo>
                    <a:pt x="207" y="62"/>
                  </a:lnTo>
                  <a:close/>
                  <a:moveTo>
                    <a:pt x="203" y="53"/>
                  </a:moveTo>
                  <a:lnTo>
                    <a:pt x="179" y="53"/>
                  </a:lnTo>
                  <a:lnTo>
                    <a:pt x="179" y="233"/>
                  </a:lnTo>
                  <a:lnTo>
                    <a:pt x="203" y="233"/>
                  </a:lnTo>
                  <a:lnTo>
                    <a:pt x="203" y="53"/>
                  </a:lnTo>
                  <a:lnTo>
                    <a:pt x="203" y="53"/>
                  </a:lnTo>
                  <a:close/>
                  <a:moveTo>
                    <a:pt x="206" y="30"/>
                  </a:moveTo>
                  <a:lnTo>
                    <a:pt x="206" y="30"/>
                  </a:lnTo>
                  <a:lnTo>
                    <a:pt x="207" y="30"/>
                  </a:lnTo>
                  <a:lnTo>
                    <a:pt x="207" y="30"/>
                  </a:lnTo>
                  <a:lnTo>
                    <a:pt x="207" y="30"/>
                  </a:lnTo>
                  <a:lnTo>
                    <a:pt x="207" y="48"/>
                  </a:lnTo>
                  <a:lnTo>
                    <a:pt x="207" y="49"/>
                  </a:lnTo>
                  <a:lnTo>
                    <a:pt x="207" y="50"/>
                  </a:lnTo>
                  <a:lnTo>
                    <a:pt x="206" y="50"/>
                  </a:lnTo>
                  <a:lnTo>
                    <a:pt x="206" y="50"/>
                  </a:lnTo>
                  <a:lnTo>
                    <a:pt x="177" y="50"/>
                  </a:lnTo>
                  <a:lnTo>
                    <a:pt x="176" y="50"/>
                  </a:lnTo>
                  <a:lnTo>
                    <a:pt x="175" y="50"/>
                  </a:lnTo>
                  <a:lnTo>
                    <a:pt x="175" y="49"/>
                  </a:lnTo>
                  <a:lnTo>
                    <a:pt x="175" y="48"/>
                  </a:lnTo>
                  <a:lnTo>
                    <a:pt x="175" y="30"/>
                  </a:lnTo>
                  <a:lnTo>
                    <a:pt x="175" y="30"/>
                  </a:lnTo>
                  <a:lnTo>
                    <a:pt x="175" y="30"/>
                  </a:lnTo>
                  <a:lnTo>
                    <a:pt x="176" y="30"/>
                  </a:lnTo>
                  <a:lnTo>
                    <a:pt x="177" y="30"/>
                  </a:lnTo>
                  <a:lnTo>
                    <a:pt x="206" y="30"/>
                  </a:lnTo>
                  <a:lnTo>
                    <a:pt x="206" y="30"/>
                  </a:lnTo>
                  <a:close/>
                  <a:moveTo>
                    <a:pt x="190" y="0"/>
                  </a:moveTo>
                  <a:lnTo>
                    <a:pt x="191" y="0"/>
                  </a:lnTo>
                  <a:lnTo>
                    <a:pt x="191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3" y="1"/>
                  </a:lnTo>
                  <a:lnTo>
                    <a:pt x="194" y="1"/>
                  </a:lnTo>
                  <a:lnTo>
                    <a:pt x="195" y="2"/>
                  </a:lnTo>
                  <a:lnTo>
                    <a:pt x="196" y="3"/>
                  </a:lnTo>
                  <a:lnTo>
                    <a:pt x="198" y="5"/>
                  </a:lnTo>
                  <a:lnTo>
                    <a:pt x="198" y="7"/>
                  </a:lnTo>
                  <a:lnTo>
                    <a:pt x="199" y="11"/>
                  </a:lnTo>
                  <a:lnTo>
                    <a:pt x="199" y="13"/>
                  </a:lnTo>
                  <a:lnTo>
                    <a:pt x="201" y="14"/>
                  </a:lnTo>
                  <a:lnTo>
                    <a:pt x="202" y="14"/>
                  </a:lnTo>
                  <a:lnTo>
                    <a:pt x="202" y="16"/>
                  </a:lnTo>
                  <a:lnTo>
                    <a:pt x="203" y="17"/>
                  </a:lnTo>
                  <a:lnTo>
                    <a:pt x="204" y="18"/>
                  </a:lnTo>
                  <a:lnTo>
                    <a:pt x="204" y="20"/>
                  </a:lnTo>
                  <a:lnTo>
                    <a:pt x="203" y="22"/>
                  </a:lnTo>
                  <a:lnTo>
                    <a:pt x="202" y="22"/>
                  </a:lnTo>
                  <a:lnTo>
                    <a:pt x="202" y="25"/>
                  </a:lnTo>
                  <a:lnTo>
                    <a:pt x="202" y="26"/>
                  </a:lnTo>
                  <a:lnTo>
                    <a:pt x="202" y="26"/>
                  </a:lnTo>
                  <a:lnTo>
                    <a:pt x="202" y="26"/>
                  </a:lnTo>
                  <a:lnTo>
                    <a:pt x="202" y="27"/>
                  </a:lnTo>
                  <a:lnTo>
                    <a:pt x="201" y="27"/>
                  </a:lnTo>
                  <a:lnTo>
                    <a:pt x="191" y="27"/>
                  </a:lnTo>
                  <a:lnTo>
                    <a:pt x="182" y="27"/>
                  </a:lnTo>
                  <a:lnTo>
                    <a:pt x="181" y="27"/>
                  </a:lnTo>
                  <a:lnTo>
                    <a:pt x="181" y="26"/>
                  </a:lnTo>
                  <a:lnTo>
                    <a:pt x="181" y="26"/>
                  </a:lnTo>
                  <a:lnTo>
                    <a:pt x="181" y="26"/>
                  </a:lnTo>
                  <a:lnTo>
                    <a:pt x="181" y="25"/>
                  </a:lnTo>
                  <a:lnTo>
                    <a:pt x="180" y="22"/>
                  </a:lnTo>
                  <a:lnTo>
                    <a:pt x="179" y="22"/>
                  </a:lnTo>
                  <a:lnTo>
                    <a:pt x="178" y="20"/>
                  </a:lnTo>
                  <a:lnTo>
                    <a:pt x="178" y="18"/>
                  </a:lnTo>
                  <a:lnTo>
                    <a:pt x="179" y="17"/>
                  </a:lnTo>
                  <a:lnTo>
                    <a:pt x="180" y="16"/>
                  </a:lnTo>
                  <a:lnTo>
                    <a:pt x="181" y="14"/>
                  </a:lnTo>
                  <a:lnTo>
                    <a:pt x="182" y="14"/>
                  </a:lnTo>
                  <a:lnTo>
                    <a:pt x="183" y="13"/>
                  </a:lnTo>
                  <a:lnTo>
                    <a:pt x="183" y="11"/>
                  </a:lnTo>
                  <a:lnTo>
                    <a:pt x="184" y="7"/>
                  </a:lnTo>
                  <a:lnTo>
                    <a:pt x="186" y="5"/>
                  </a:lnTo>
                  <a:lnTo>
                    <a:pt x="186" y="3"/>
                  </a:lnTo>
                  <a:lnTo>
                    <a:pt x="187" y="2"/>
                  </a:lnTo>
                  <a:lnTo>
                    <a:pt x="188" y="1"/>
                  </a:lnTo>
                  <a:lnTo>
                    <a:pt x="190" y="1"/>
                  </a:lnTo>
                  <a:lnTo>
                    <a:pt x="190" y="0"/>
                  </a:lnTo>
                  <a:lnTo>
                    <a:pt x="190" y="0"/>
                  </a:lnTo>
                  <a:close/>
                  <a:moveTo>
                    <a:pt x="174" y="52"/>
                  </a:moveTo>
                  <a:lnTo>
                    <a:pt x="174" y="62"/>
                  </a:lnTo>
                  <a:lnTo>
                    <a:pt x="168" y="62"/>
                  </a:lnTo>
                  <a:lnTo>
                    <a:pt x="166" y="62"/>
                  </a:lnTo>
                  <a:lnTo>
                    <a:pt x="166" y="61"/>
                  </a:lnTo>
                  <a:lnTo>
                    <a:pt x="164" y="59"/>
                  </a:lnTo>
                  <a:lnTo>
                    <a:pt x="163" y="58"/>
                  </a:lnTo>
                  <a:lnTo>
                    <a:pt x="162" y="55"/>
                  </a:lnTo>
                  <a:lnTo>
                    <a:pt x="162" y="54"/>
                  </a:lnTo>
                  <a:lnTo>
                    <a:pt x="161" y="53"/>
                  </a:lnTo>
                  <a:lnTo>
                    <a:pt x="159" y="51"/>
                  </a:lnTo>
                  <a:lnTo>
                    <a:pt x="158" y="50"/>
                  </a:lnTo>
                  <a:lnTo>
                    <a:pt x="156" y="47"/>
                  </a:lnTo>
                  <a:lnTo>
                    <a:pt x="156" y="46"/>
                  </a:lnTo>
                  <a:lnTo>
                    <a:pt x="156" y="46"/>
                  </a:lnTo>
                  <a:lnTo>
                    <a:pt x="156" y="45"/>
                  </a:lnTo>
                  <a:lnTo>
                    <a:pt x="157" y="44"/>
                  </a:lnTo>
                  <a:lnTo>
                    <a:pt x="158" y="42"/>
                  </a:lnTo>
                  <a:lnTo>
                    <a:pt x="159" y="42"/>
                  </a:lnTo>
                  <a:lnTo>
                    <a:pt x="160" y="42"/>
                  </a:lnTo>
                  <a:lnTo>
                    <a:pt x="161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3"/>
                  </a:lnTo>
                  <a:lnTo>
                    <a:pt x="161" y="44"/>
                  </a:lnTo>
                  <a:lnTo>
                    <a:pt x="162" y="45"/>
                  </a:lnTo>
                  <a:lnTo>
                    <a:pt x="162" y="46"/>
                  </a:lnTo>
                  <a:lnTo>
                    <a:pt x="163" y="46"/>
                  </a:lnTo>
                  <a:lnTo>
                    <a:pt x="164" y="46"/>
                  </a:lnTo>
                  <a:lnTo>
                    <a:pt x="166" y="47"/>
                  </a:lnTo>
                  <a:lnTo>
                    <a:pt x="169" y="48"/>
                  </a:lnTo>
                  <a:lnTo>
                    <a:pt x="170" y="50"/>
                  </a:lnTo>
                  <a:lnTo>
                    <a:pt x="171" y="51"/>
                  </a:lnTo>
                  <a:lnTo>
                    <a:pt x="173" y="52"/>
                  </a:lnTo>
                  <a:lnTo>
                    <a:pt x="174" y="52"/>
                  </a:lnTo>
                  <a:lnTo>
                    <a:pt x="174" y="52"/>
                  </a:lnTo>
                  <a:close/>
                  <a:moveTo>
                    <a:pt x="175" y="65"/>
                  </a:moveTo>
                  <a:lnTo>
                    <a:pt x="168" y="65"/>
                  </a:lnTo>
                  <a:lnTo>
                    <a:pt x="168" y="74"/>
                  </a:lnTo>
                  <a:lnTo>
                    <a:pt x="175" y="74"/>
                  </a:lnTo>
                  <a:lnTo>
                    <a:pt x="175" y="65"/>
                  </a:lnTo>
                  <a:lnTo>
                    <a:pt x="175" y="65"/>
                  </a:lnTo>
                  <a:close/>
                  <a:moveTo>
                    <a:pt x="175" y="76"/>
                  </a:moveTo>
                  <a:lnTo>
                    <a:pt x="126" y="76"/>
                  </a:lnTo>
                  <a:lnTo>
                    <a:pt x="126" y="83"/>
                  </a:lnTo>
                  <a:lnTo>
                    <a:pt x="175" y="83"/>
                  </a:lnTo>
                  <a:lnTo>
                    <a:pt x="175" y="76"/>
                  </a:lnTo>
                  <a:lnTo>
                    <a:pt x="175" y="76"/>
                  </a:lnTo>
                  <a:close/>
                  <a:moveTo>
                    <a:pt x="175" y="86"/>
                  </a:moveTo>
                  <a:lnTo>
                    <a:pt x="126" y="86"/>
                  </a:lnTo>
                  <a:lnTo>
                    <a:pt x="126" y="107"/>
                  </a:lnTo>
                  <a:lnTo>
                    <a:pt x="175" y="107"/>
                  </a:lnTo>
                  <a:lnTo>
                    <a:pt x="175" y="86"/>
                  </a:lnTo>
                  <a:lnTo>
                    <a:pt x="175" y="86"/>
                  </a:lnTo>
                  <a:close/>
                  <a:moveTo>
                    <a:pt x="175" y="110"/>
                  </a:moveTo>
                  <a:lnTo>
                    <a:pt x="126" y="110"/>
                  </a:lnTo>
                  <a:lnTo>
                    <a:pt x="126" y="117"/>
                  </a:lnTo>
                  <a:lnTo>
                    <a:pt x="175" y="117"/>
                  </a:lnTo>
                  <a:lnTo>
                    <a:pt x="175" y="110"/>
                  </a:lnTo>
                  <a:lnTo>
                    <a:pt x="175" y="110"/>
                  </a:lnTo>
                  <a:close/>
                  <a:moveTo>
                    <a:pt x="140" y="121"/>
                  </a:moveTo>
                  <a:lnTo>
                    <a:pt x="141" y="121"/>
                  </a:lnTo>
                  <a:lnTo>
                    <a:pt x="140" y="122"/>
                  </a:lnTo>
                  <a:lnTo>
                    <a:pt x="139" y="122"/>
                  </a:lnTo>
                  <a:lnTo>
                    <a:pt x="138" y="124"/>
                  </a:lnTo>
                  <a:lnTo>
                    <a:pt x="137" y="126"/>
                  </a:lnTo>
                  <a:lnTo>
                    <a:pt x="135" y="126"/>
                  </a:lnTo>
                  <a:lnTo>
                    <a:pt x="134" y="128"/>
                  </a:lnTo>
                  <a:lnTo>
                    <a:pt x="132" y="128"/>
                  </a:lnTo>
                  <a:lnTo>
                    <a:pt x="130" y="129"/>
                  </a:lnTo>
                  <a:lnTo>
                    <a:pt x="130" y="130"/>
                  </a:lnTo>
                  <a:lnTo>
                    <a:pt x="129" y="132"/>
                  </a:lnTo>
                  <a:lnTo>
                    <a:pt x="128" y="134"/>
                  </a:lnTo>
                  <a:lnTo>
                    <a:pt x="127" y="134"/>
                  </a:lnTo>
                  <a:lnTo>
                    <a:pt x="126" y="134"/>
                  </a:lnTo>
                  <a:lnTo>
                    <a:pt x="126" y="134"/>
                  </a:lnTo>
                  <a:lnTo>
                    <a:pt x="126" y="134"/>
                  </a:lnTo>
                  <a:lnTo>
                    <a:pt x="126" y="121"/>
                  </a:lnTo>
                  <a:lnTo>
                    <a:pt x="140" y="121"/>
                  </a:lnTo>
                  <a:lnTo>
                    <a:pt x="140" y="121"/>
                  </a:lnTo>
                  <a:close/>
                  <a:moveTo>
                    <a:pt x="122" y="73"/>
                  </a:moveTo>
                  <a:lnTo>
                    <a:pt x="100" y="73"/>
                  </a:lnTo>
                  <a:lnTo>
                    <a:pt x="100" y="233"/>
                  </a:lnTo>
                  <a:lnTo>
                    <a:pt x="122" y="233"/>
                  </a:lnTo>
                  <a:lnTo>
                    <a:pt x="122" y="73"/>
                  </a:lnTo>
                  <a:lnTo>
                    <a:pt x="122" y="73"/>
                  </a:lnTo>
                  <a:close/>
                  <a:moveTo>
                    <a:pt x="124" y="50"/>
                  </a:moveTo>
                  <a:lnTo>
                    <a:pt x="98" y="50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96" y="51"/>
                  </a:lnTo>
                  <a:lnTo>
                    <a:pt x="96" y="51"/>
                  </a:lnTo>
                  <a:lnTo>
                    <a:pt x="96" y="67"/>
                  </a:lnTo>
                  <a:lnTo>
                    <a:pt x="96" y="68"/>
                  </a:lnTo>
                  <a:lnTo>
                    <a:pt x="97" y="68"/>
                  </a:lnTo>
                  <a:lnTo>
                    <a:pt x="97" y="68"/>
                  </a:lnTo>
                  <a:lnTo>
                    <a:pt x="98" y="69"/>
                  </a:lnTo>
                  <a:lnTo>
                    <a:pt x="124" y="69"/>
                  </a:lnTo>
                  <a:lnTo>
                    <a:pt x="125" y="68"/>
                  </a:lnTo>
                  <a:lnTo>
                    <a:pt x="125" y="68"/>
                  </a:lnTo>
                  <a:lnTo>
                    <a:pt x="125" y="68"/>
                  </a:lnTo>
                  <a:lnTo>
                    <a:pt x="125" y="67"/>
                  </a:lnTo>
                  <a:lnTo>
                    <a:pt x="125" y="51"/>
                  </a:lnTo>
                  <a:lnTo>
                    <a:pt x="125" y="51"/>
                  </a:lnTo>
                  <a:lnTo>
                    <a:pt x="125" y="50"/>
                  </a:lnTo>
                  <a:lnTo>
                    <a:pt x="125" y="50"/>
                  </a:lnTo>
                  <a:lnTo>
                    <a:pt x="124" y="50"/>
                  </a:lnTo>
                  <a:lnTo>
                    <a:pt x="124" y="50"/>
                  </a:lnTo>
                  <a:close/>
                  <a:moveTo>
                    <a:pt x="52" y="79"/>
                  </a:moveTo>
                  <a:lnTo>
                    <a:pt x="30" y="79"/>
                  </a:lnTo>
                  <a:lnTo>
                    <a:pt x="30" y="232"/>
                  </a:lnTo>
                  <a:lnTo>
                    <a:pt x="51" y="232"/>
                  </a:lnTo>
                  <a:lnTo>
                    <a:pt x="51" y="88"/>
                  </a:lnTo>
                  <a:lnTo>
                    <a:pt x="52" y="88"/>
                  </a:lnTo>
                  <a:lnTo>
                    <a:pt x="52" y="79"/>
                  </a:lnTo>
                  <a:lnTo>
                    <a:pt x="52" y="79"/>
                  </a:lnTo>
                  <a:close/>
                  <a:moveTo>
                    <a:pt x="54" y="63"/>
                  </a:moveTo>
                  <a:lnTo>
                    <a:pt x="30" y="63"/>
                  </a:lnTo>
                  <a:lnTo>
                    <a:pt x="29" y="63"/>
                  </a:lnTo>
                  <a:lnTo>
                    <a:pt x="29" y="64"/>
                  </a:lnTo>
                  <a:lnTo>
                    <a:pt x="29" y="76"/>
                  </a:lnTo>
                  <a:lnTo>
                    <a:pt x="29" y="77"/>
                  </a:lnTo>
                  <a:lnTo>
                    <a:pt x="30" y="78"/>
                  </a:lnTo>
                  <a:lnTo>
                    <a:pt x="54" y="78"/>
                  </a:lnTo>
                  <a:lnTo>
                    <a:pt x="54" y="77"/>
                  </a:lnTo>
                  <a:lnTo>
                    <a:pt x="54" y="76"/>
                  </a:lnTo>
                  <a:lnTo>
                    <a:pt x="54" y="64"/>
                  </a:lnTo>
                  <a:lnTo>
                    <a:pt x="54" y="63"/>
                  </a:lnTo>
                  <a:lnTo>
                    <a:pt x="54" y="63"/>
                  </a:lnTo>
                  <a:lnTo>
                    <a:pt x="54" y="63"/>
                  </a:lnTo>
                  <a:close/>
                  <a:moveTo>
                    <a:pt x="42" y="39"/>
                  </a:moveTo>
                  <a:lnTo>
                    <a:pt x="42" y="39"/>
                  </a:lnTo>
                  <a:lnTo>
                    <a:pt x="43" y="39"/>
                  </a:lnTo>
                  <a:lnTo>
                    <a:pt x="45" y="40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47" y="45"/>
                  </a:lnTo>
                  <a:lnTo>
                    <a:pt x="48" y="47"/>
                  </a:lnTo>
                  <a:lnTo>
                    <a:pt x="49" y="49"/>
                  </a:lnTo>
                  <a:lnTo>
                    <a:pt x="50" y="50"/>
                  </a:lnTo>
                  <a:lnTo>
                    <a:pt x="50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1" y="53"/>
                  </a:lnTo>
                  <a:lnTo>
                    <a:pt x="51" y="54"/>
                  </a:lnTo>
                  <a:lnTo>
                    <a:pt x="51" y="55"/>
                  </a:lnTo>
                  <a:lnTo>
                    <a:pt x="50" y="56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8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1"/>
                  </a:lnTo>
                  <a:lnTo>
                    <a:pt x="50" y="61"/>
                  </a:lnTo>
                  <a:lnTo>
                    <a:pt x="42" y="61"/>
                  </a:lnTo>
                  <a:lnTo>
                    <a:pt x="42" y="61"/>
                  </a:lnTo>
                  <a:lnTo>
                    <a:pt x="42" y="61"/>
                  </a:lnTo>
                  <a:lnTo>
                    <a:pt x="34" y="61"/>
                  </a:lnTo>
                  <a:lnTo>
                    <a:pt x="34" y="61"/>
                  </a:lnTo>
                  <a:lnTo>
                    <a:pt x="34" y="59"/>
                  </a:lnTo>
                  <a:lnTo>
                    <a:pt x="34" y="59"/>
                  </a:lnTo>
                  <a:lnTo>
                    <a:pt x="34" y="58"/>
                  </a:lnTo>
                  <a:lnTo>
                    <a:pt x="34" y="58"/>
                  </a:lnTo>
                  <a:lnTo>
                    <a:pt x="34" y="58"/>
                  </a:lnTo>
                  <a:lnTo>
                    <a:pt x="34" y="57"/>
                  </a:lnTo>
                  <a:lnTo>
                    <a:pt x="34" y="56"/>
                  </a:lnTo>
                  <a:lnTo>
                    <a:pt x="33" y="55"/>
                  </a:lnTo>
                  <a:lnTo>
                    <a:pt x="32" y="54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49"/>
                  </a:lnTo>
                  <a:lnTo>
                    <a:pt x="35" y="47"/>
                  </a:lnTo>
                  <a:lnTo>
                    <a:pt x="36" y="45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39" y="40"/>
                  </a:lnTo>
                  <a:lnTo>
                    <a:pt x="40" y="39"/>
                  </a:lnTo>
                  <a:lnTo>
                    <a:pt x="41" y="39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42" y="39"/>
                  </a:lnTo>
                  <a:close/>
                  <a:moveTo>
                    <a:pt x="96" y="74"/>
                  </a:moveTo>
                  <a:lnTo>
                    <a:pt x="92" y="74"/>
                  </a:lnTo>
                  <a:lnTo>
                    <a:pt x="90" y="74"/>
                  </a:lnTo>
                  <a:lnTo>
                    <a:pt x="90" y="74"/>
                  </a:lnTo>
                  <a:lnTo>
                    <a:pt x="89" y="74"/>
                  </a:lnTo>
                  <a:lnTo>
                    <a:pt x="88" y="73"/>
                  </a:lnTo>
                  <a:lnTo>
                    <a:pt x="86" y="71"/>
                  </a:lnTo>
                  <a:lnTo>
                    <a:pt x="86" y="69"/>
                  </a:lnTo>
                  <a:lnTo>
                    <a:pt x="83" y="65"/>
                  </a:lnTo>
                  <a:lnTo>
                    <a:pt x="81" y="61"/>
                  </a:lnTo>
                  <a:lnTo>
                    <a:pt x="81" y="59"/>
                  </a:lnTo>
                  <a:lnTo>
                    <a:pt x="82" y="59"/>
                  </a:lnTo>
                  <a:lnTo>
                    <a:pt x="82" y="58"/>
                  </a:lnTo>
                  <a:lnTo>
                    <a:pt x="82" y="58"/>
                  </a:lnTo>
                  <a:lnTo>
                    <a:pt x="84" y="57"/>
                  </a:lnTo>
                  <a:lnTo>
                    <a:pt x="84" y="57"/>
                  </a:lnTo>
                  <a:lnTo>
                    <a:pt x="86" y="56"/>
                  </a:lnTo>
                  <a:lnTo>
                    <a:pt x="86" y="56"/>
                  </a:lnTo>
                  <a:lnTo>
                    <a:pt x="86" y="57"/>
                  </a:lnTo>
                  <a:lnTo>
                    <a:pt x="87" y="57"/>
                  </a:lnTo>
                  <a:lnTo>
                    <a:pt x="86" y="58"/>
                  </a:lnTo>
                  <a:lnTo>
                    <a:pt x="86" y="59"/>
                  </a:lnTo>
                  <a:lnTo>
                    <a:pt x="90" y="62"/>
                  </a:lnTo>
                  <a:lnTo>
                    <a:pt x="94" y="65"/>
                  </a:lnTo>
                  <a:lnTo>
                    <a:pt x="94" y="67"/>
                  </a:lnTo>
                  <a:lnTo>
                    <a:pt x="95" y="70"/>
                  </a:lnTo>
                  <a:lnTo>
                    <a:pt x="95" y="71"/>
                  </a:lnTo>
                  <a:lnTo>
                    <a:pt x="95" y="71"/>
                  </a:lnTo>
                  <a:lnTo>
                    <a:pt x="96" y="71"/>
                  </a:lnTo>
                  <a:lnTo>
                    <a:pt x="96" y="74"/>
                  </a:lnTo>
                  <a:lnTo>
                    <a:pt x="96" y="74"/>
                  </a:lnTo>
                  <a:close/>
                  <a:moveTo>
                    <a:pt x="96" y="76"/>
                  </a:moveTo>
                  <a:lnTo>
                    <a:pt x="91" y="76"/>
                  </a:lnTo>
                  <a:lnTo>
                    <a:pt x="91" y="83"/>
                  </a:lnTo>
                  <a:lnTo>
                    <a:pt x="96" y="83"/>
                  </a:lnTo>
                  <a:lnTo>
                    <a:pt x="96" y="76"/>
                  </a:lnTo>
                  <a:lnTo>
                    <a:pt x="96" y="76"/>
                  </a:lnTo>
                  <a:close/>
                  <a:moveTo>
                    <a:pt x="96" y="84"/>
                  </a:moveTo>
                  <a:lnTo>
                    <a:pt x="54" y="84"/>
                  </a:lnTo>
                  <a:lnTo>
                    <a:pt x="54" y="92"/>
                  </a:lnTo>
                  <a:lnTo>
                    <a:pt x="96" y="92"/>
                  </a:lnTo>
                  <a:lnTo>
                    <a:pt x="96" y="84"/>
                  </a:lnTo>
                  <a:lnTo>
                    <a:pt x="96" y="84"/>
                  </a:lnTo>
                  <a:close/>
                  <a:moveTo>
                    <a:pt x="162" y="121"/>
                  </a:moveTo>
                  <a:lnTo>
                    <a:pt x="161" y="121"/>
                  </a:lnTo>
                  <a:lnTo>
                    <a:pt x="162" y="122"/>
                  </a:lnTo>
                  <a:lnTo>
                    <a:pt x="162" y="122"/>
                  </a:lnTo>
                  <a:lnTo>
                    <a:pt x="163" y="124"/>
                  </a:lnTo>
                  <a:lnTo>
                    <a:pt x="164" y="126"/>
                  </a:lnTo>
                  <a:lnTo>
                    <a:pt x="166" y="126"/>
                  </a:lnTo>
                  <a:lnTo>
                    <a:pt x="167" y="128"/>
                  </a:lnTo>
                  <a:lnTo>
                    <a:pt x="169" y="128"/>
                  </a:lnTo>
                  <a:lnTo>
                    <a:pt x="170" y="129"/>
                  </a:lnTo>
                  <a:lnTo>
                    <a:pt x="171" y="130"/>
                  </a:lnTo>
                  <a:lnTo>
                    <a:pt x="172" y="132"/>
                  </a:lnTo>
                  <a:lnTo>
                    <a:pt x="173" y="134"/>
                  </a:lnTo>
                  <a:lnTo>
                    <a:pt x="174" y="134"/>
                  </a:lnTo>
                  <a:lnTo>
                    <a:pt x="174" y="134"/>
                  </a:lnTo>
                  <a:lnTo>
                    <a:pt x="175" y="134"/>
                  </a:lnTo>
                  <a:lnTo>
                    <a:pt x="175" y="134"/>
                  </a:lnTo>
                  <a:lnTo>
                    <a:pt x="175" y="121"/>
                  </a:lnTo>
                  <a:lnTo>
                    <a:pt x="162" y="121"/>
                  </a:lnTo>
                  <a:lnTo>
                    <a:pt x="162" y="121"/>
                  </a:lnTo>
                  <a:close/>
                  <a:moveTo>
                    <a:pt x="110" y="25"/>
                  </a:moveTo>
                  <a:lnTo>
                    <a:pt x="110" y="25"/>
                  </a:lnTo>
                  <a:lnTo>
                    <a:pt x="110" y="25"/>
                  </a:lnTo>
                  <a:lnTo>
                    <a:pt x="110" y="24"/>
                  </a:lnTo>
                  <a:lnTo>
                    <a:pt x="110" y="24"/>
                  </a:lnTo>
                  <a:lnTo>
                    <a:pt x="111" y="24"/>
                  </a:lnTo>
                  <a:lnTo>
                    <a:pt x="111" y="24"/>
                  </a:lnTo>
                  <a:lnTo>
                    <a:pt x="112" y="25"/>
                  </a:lnTo>
                  <a:lnTo>
                    <a:pt x="114" y="25"/>
                  </a:lnTo>
                  <a:lnTo>
                    <a:pt x="114" y="26"/>
                  </a:lnTo>
                  <a:lnTo>
                    <a:pt x="115" y="27"/>
                  </a:lnTo>
                  <a:lnTo>
                    <a:pt x="116" y="29"/>
                  </a:lnTo>
                  <a:lnTo>
                    <a:pt x="117" y="31"/>
                  </a:lnTo>
                  <a:lnTo>
                    <a:pt x="117" y="34"/>
                  </a:lnTo>
                  <a:lnTo>
                    <a:pt x="118" y="35"/>
                  </a:lnTo>
                  <a:lnTo>
                    <a:pt x="118" y="36"/>
                  </a:lnTo>
                  <a:lnTo>
                    <a:pt x="119" y="37"/>
                  </a:lnTo>
                  <a:lnTo>
                    <a:pt x="121" y="38"/>
                  </a:lnTo>
                  <a:lnTo>
                    <a:pt x="121" y="4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22" y="44"/>
                  </a:lnTo>
                  <a:lnTo>
                    <a:pt x="121" y="45"/>
                  </a:lnTo>
                  <a:lnTo>
                    <a:pt x="120" y="46"/>
                  </a:lnTo>
                  <a:lnTo>
                    <a:pt x="120" y="47"/>
                  </a:lnTo>
                  <a:lnTo>
                    <a:pt x="120" y="47"/>
                  </a:lnTo>
                  <a:lnTo>
                    <a:pt x="119" y="48"/>
                  </a:lnTo>
                  <a:lnTo>
                    <a:pt x="119" y="48"/>
                  </a:lnTo>
                  <a:lnTo>
                    <a:pt x="118" y="48"/>
                  </a:lnTo>
                  <a:lnTo>
                    <a:pt x="111" y="48"/>
                  </a:lnTo>
                  <a:lnTo>
                    <a:pt x="111" y="48"/>
                  </a:lnTo>
                  <a:lnTo>
                    <a:pt x="110" y="48"/>
                  </a:lnTo>
                  <a:lnTo>
                    <a:pt x="103" y="48"/>
                  </a:lnTo>
                  <a:lnTo>
                    <a:pt x="102" y="48"/>
                  </a:lnTo>
                  <a:lnTo>
                    <a:pt x="102" y="48"/>
                  </a:lnTo>
                  <a:lnTo>
                    <a:pt x="102" y="48"/>
                  </a:lnTo>
                  <a:lnTo>
                    <a:pt x="102" y="47"/>
                  </a:lnTo>
                  <a:lnTo>
                    <a:pt x="102" y="46"/>
                  </a:lnTo>
                  <a:lnTo>
                    <a:pt x="101" y="46"/>
                  </a:lnTo>
                  <a:lnTo>
                    <a:pt x="100" y="44"/>
                  </a:lnTo>
                  <a:lnTo>
                    <a:pt x="99" y="43"/>
                  </a:lnTo>
                  <a:lnTo>
                    <a:pt x="100" y="42"/>
                  </a:lnTo>
                  <a:lnTo>
                    <a:pt x="100" y="40"/>
                  </a:lnTo>
                  <a:lnTo>
                    <a:pt x="101" y="38"/>
                  </a:lnTo>
                  <a:lnTo>
                    <a:pt x="102" y="38"/>
                  </a:lnTo>
                  <a:lnTo>
                    <a:pt x="103" y="37"/>
                  </a:lnTo>
                  <a:lnTo>
                    <a:pt x="104" y="35"/>
                  </a:lnTo>
                  <a:lnTo>
                    <a:pt x="104" y="34"/>
                  </a:lnTo>
                  <a:lnTo>
                    <a:pt x="105" y="31"/>
                  </a:lnTo>
                  <a:lnTo>
                    <a:pt x="106" y="30"/>
                  </a:lnTo>
                  <a:lnTo>
                    <a:pt x="106" y="27"/>
                  </a:lnTo>
                  <a:lnTo>
                    <a:pt x="107" y="26"/>
                  </a:lnTo>
                  <a:lnTo>
                    <a:pt x="108" y="26"/>
                  </a:lnTo>
                  <a:lnTo>
                    <a:pt x="110" y="25"/>
                  </a:lnTo>
                  <a:lnTo>
                    <a:pt x="110" y="25"/>
                  </a:lnTo>
                  <a:lnTo>
                    <a:pt x="110" y="25"/>
                  </a:lnTo>
                  <a:close/>
                  <a:moveTo>
                    <a:pt x="126" y="74"/>
                  </a:moveTo>
                  <a:lnTo>
                    <a:pt x="130" y="74"/>
                  </a:lnTo>
                  <a:lnTo>
                    <a:pt x="131" y="74"/>
                  </a:lnTo>
                  <a:lnTo>
                    <a:pt x="132" y="74"/>
                  </a:lnTo>
                  <a:lnTo>
                    <a:pt x="134" y="74"/>
                  </a:lnTo>
                  <a:lnTo>
                    <a:pt x="134" y="73"/>
                  </a:lnTo>
                  <a:lnTo>
                    <a:pt x="135" y="71"/>
                  </a:lnTo>
                  <a:lnTo>
                    <a:pt x="136" y="69"/>
                  </a:lnTo>
                  <a:lnTo>
                    <a:pt x="138" y="65"/>
                  </a:lnTo>
                  <a:lnTo>
                    <a:pt x="141" y="61"/>
                  </a:lnTo>
                  <a:lnTo>
                    <a:pt x="141" y="59"/>
                  </a:lnTo>
                  <a:lnTo>
                    <a:pt x="140" y="59"/>
                  </a:lnTo>
                  <a:lnTo>
                    <a:pt x="139" y="58"/>
                  </a:lnTo>
                  <a:lnTo>
                    <a:pt x="139" y="58"/>
                  </a:lnTo>
                  <a:lnTo>
                    <a:pt x="138" y="57"/>
                  </a:lnTo>
                  <a:lnTo>
                    <a:pt x="138" y="57"/>
                  </a:lnTo>
                  <a:lnTo>
                    <a:pt x="136" y="56"/>
                  </a:lnTo>
                  <a:lnTo>
                    <a:pt x="136" y="56"/>
                  </a:lnTo>
                  <a:lnTo>
                    <a:pt x="135" y="57"/>
                  </a:lnTo>
                  <a:lnTo>
                    <a:pt x="135" y="57"/>
                  </a:lnTo>
                  <a:lnTo>
                    <a:pt x="135" y="58"/>
                  </a:lnTo>
                  <a:lnTo>
                    <a:pt x="136" y="59"/>
                  </a:lnTo>
                  <a:lnTo>
                    <a:pt x="132" y="62"/>
                  </a:lnTo>
                  <a:lnTo>
                    <a:pt x="128" y="65"/>
                  </a:lnTo>
                  <a:lnTo>
                    <a:pt x="127" y="67"/>
                  </a:lnTo>
                  <a:lnTo>
                    <a:pt x="127" y="70"/>
                  </a:lnTo>
                  <a:lnTo>
                    <a:pt x="126" y="71"/>
                  </a:lnTo>
                  <a:lnTo>
                    <a:pt x="126" y="71"/>
                  </a:lnTo>
                  <a:lnTo>
                    <a:pt x="126" y="71"/>
                  </a:lnTo>
                  <a:lnTo>
                    <a:pt x="126" y="74"/>
                  </a:lnTo>
                  <a:lnTo>
                    <a:pt x="126" y="74"/>
                  </a:lnTo>
                  <a:close/>
                  <a:moveTo>
                    <a:pt x="96" y="94"/>
                  </a:moveTo>
                  <a:lnTo>
                    <a:pt x="54" y="94"/>
                  </a:lnTo>
                  <a:lnTo>
                    <a:pt x="54" y="110"/>
                  </a:lnTo>
                  <a:lnTo>
                    <a:pt x="96" y="110"/>
                  </a:lnTo>
                  <a:lnTo>
                    <a:pt x="96" y="94"/>
                  </a:lnTo>
                  <a:lnTo>
                    <a:pt x="96" y="94"/>
                  </a:lnTo>
                  <a:close/>
                  <a:moveTo>
                    <a:pt x="96" y="113"/>
                  </a:moveTo>
                  <a:lnTo>
                    <a:pt x="54" y="113"/>
                  </a:lnTo>
                  <a:lnTo>
                    <a:pt x="54" y="120"/>
                  </a:lnTo>
                  <a:lnTo>
                    <a:pt x="96" y="120"/>
                  </a:lnTo>
                  <a:lnTo>
                    <a:pt x="96" y="113"/>
                  </a:lnTo>
                  <a:lnTo>
                    <a:pt x="96" y="113"/>
                  </a:lnTo>
                  <a:close/>
                  <a:moveTo>
                    <a:pt x="96" y="134"/>
                  </a:moveTo>
                  <a:lnTo>
                    <a:pt x="94" y="133"/>
                  </a:lnTo>
                  <a:lnTo>
                    <a:pt x="93" y="131"/>
                  </a:lnTo>
                  <a:lnTo>
                    <a:pt x="90" y="130"/>
                  </a:lnTo>
                  <a:lnTo>
                    <a:pt x="87" y="128"/>
                  </a:lnTo>
                  <a:lnTo>
                    <a:pt x="86" y="126"/>
                  </a:lnTo>
                  <a:lnTo>
                    <a:pt x="85" y="126"/>
                  </a:lnTo>
                  <a:lnTo>
                    <a:pt x="84" y="124"/>
                  </a:lnTo>
                  <a:lnTo>
                    <a:pt x="83" y="123"/>
                  </a:lnTo>
                  <a:lnTo>
                    <a:pt x="82" y="122"/>
                  </a:lnTo>
                  <a:lnTo>
                    <a:pt x="82" y="122"/>
                  </a:lnTo>
                  <a:lnTo>
                    <a:pt x="82" y="122"/>
                  </a:lnTo>
                  <a:lnTo>
                    <a:pt x="82" y="122"/>
                  </a:lnTo>
                  <a:lnTo>
                    <a:pt x="96" y="122"/>
                  </a:lnTo>
                  <a:lnTo>
                    <a:pt x="96" y="134"/>
                  </a:lnTo>
                  <a:lnTo>
                    <a:pt x="96" y="134"/>
                  </a:lnTo>
                  <a:close/>
                  <a:moveTo>
                    <a:pt x="55" y="134"/>
                  </a:moveTo>
                  <a:lnTo>
                    <a:pt x="56" y="134"/>
                  </a:lnTo>
                  <a:lnTo>
                    <a:pt x="58" y="131"/>
                  </a:lnTo>
                  <a:lnTo>
                    <a:pt x="61" y="130"/>
                  </a:lnTo>
                  <a:lnTo>
                    <a:pt x="63" y="128"/>
                  </a:lnTo>
                  <a:lnTo>
                    <a:pt x="65" y="126"/>
                  </a:lnTo>
                  <a:lnTo>
                    <a:pt x="66" y="126"/>
                  </a:lnTo>
                  <a:lnTo>
                    <a:pt x="67" y="124"/>
                  </a:lnTo>
                  <a:lnTo>
                    <a:pt x="67" y="123"/>
                  </a:lnTo>
                  <a:lnTo>
                    <a:pt x="68" y="122"/>
                  </a:lnTo>
                  <a:lnTo>
                    <a:pt x="68" y="122"/>
                  </a:lnTo>
                  <a:lnTo>
                    <a:pt x="55" y="122"/>
                  </a:lnTo>
                  <a:lnTo>
                    <a:pt x="55" y="134"/>
                  </a:lnTo>
                  <a:lnTo>
                    <a:pt x="55" y="134"/>
                  </a:lnTo>
                  <a:close/>
                  <a:moveTo>
                    <a:pt x="54" y="79"/>
                  </a:moveTo>
                  <a:lnTo>
                    <a:pt x="57" y="79"/>
                  </a:lnTo>
                  <a:lnTo>
                    <a:pt x="57" y="70"/>
                  </a:lnTo>
                  <a:lnTo>
                    <a:pt x="58" y="69"/>
                  </a:lnTo>
                  <a:lnTo>
                    <a:pt x="59" y="69"/>
                  </a:lnTo>
                  <a:lnTo>
                    <a:pt x="60" y="69"/>
                  </a:lnTo>
                  <a:lnTo>
                    <a:pt x="61" y="69"/>
                  </a:lnTo>
                  <a:lnTo>
                    <a:pt x="62" y="70"/>
                  </a:lnTo>
                  <a:lnTo>
                    <a:pt x="63" y="70"/>
                  </a:lnTo>
                  <a:lnTo>
                    <a:pt x="63" y="71"/>
                  </a:lnTo>
                  <a:lnTo>
                    <a:pt x="63" y="72"/>
                  </a:lnTo>
                  <a:lnTo>
                    <a:pt x="63" y="73"/>
                  </a:lnTo>
                  <a:lnTo>
                    <a:pt x="63" y="73"/>
                  </a:lnTo>
                  <a:lnTo>
                    <a:pt x="65" y="74"/>
                  </a:lnTo>
                  <a:lnTo>
                    <a:pt x="66" y="74"/>
                  </a:lnTo>
                  <a:lnTo>
                    <a:pt x="66" y="75"/>
                  </a:lnTo>
                  <a:lnTo>
                    <a:pt x="66" y="76"/>
                  </a:lnTo>
                  <a:lnTo>
                    <a:pt x="66" y="77"/>
                  </a:lnTo>
                  <a:lnTo>
                    <a:pt x="66" y="78"/>
                  </a:lnTo>
                  <a:lnTo>
                    <a:pt x="66" y="78"/>
                  </a:lnTo>
                  <a:lnTo>
                    <a:pt x="66" y="78"/>
                  </a:lnTo>
                  <a:lnTo>
                    <a:pt x="65" y="79"/>
                  </a:lnTo>
                  <a:lnTo>
                    <a:pt x="63" y="81"/>
                  </a:lnTo>
                  <a:lnTo>
                    <a:pt x="62" y="82"/>
                  </a:lnTo>
                  <a:lnTo>
                    <a:pt x="60" y="82"/>
                  </a:lnTo>
                  <a:lnTo>
                    <a:pt x="59" y="82"/>
                  </a:lnTo>
                  <a:lnTo>
                    <a:pt x="56" y="82"/>
                  </a:lnTo>
                  <a:lnTo>
                    <a:pt x="54" y="82"/>
                  </a:lnTo>
                  <a:lnTo>
                    <a:pt x="54" y="79"/>
                  </a:lnTo>
                  <a:lnTo>
                    <a:pt x="54" y="79"/>
                  </a:lnTo>
                  <a:close/>
                  <a:moveTo>
                    <a:pt x="28" y="83"/>
                  </a:moveTo>
                  <a:lnTo>
                    <a:pt x="24" y="83"/>
                  </a:lnTo>
                  <a:lnTo>
                    <a:pt x="22" y="83"/>
                  </a:lnTo>
                  <a:lnTo>
                    <a:pt x="21" y="82"/>
                  </a:lnTo>
                  <a:lnTo>
                    <a:pt x="21" y="82"/>
                  </a:lnTo>
                  <a:lnTo>
                    <a:pt x="19" y="82"/>
                  </a:lnTo>
                  <a:lnTo>
                    <a:pt x="18" y="79"/>
                  </a:lnTo>
                  <a:lnTo>
                    <a:pt x="18" y="77"/>
                  </a:lnTo>
                  <a:lnTo>
                    <a:pt x="17" y="75"/>
                  </a:lnTo>
                  <a:lnTo>
                    <a:pt x="16" y="74"/>
                  </a:lnTo>
                  <a:lnTo>
                    <a:pt x="15" y="73"/>
                  </a:lnTo>
                  <a:lnTo>
                    <a:pt x="15" y="72"/>
                  </a:lnTo>
                  <a:lnTo>
                    <a:pt x="14" y="71"/>
                  </a:lnTo>
                  <a:lnTo>
                    <a:pt x="14" y="70"/>
                  </a:lnTo>
                  <a:lnTo>
                    <a:pt x="13" y="70"/>
                  </a:lnTo>
                  <a:lnTo>
                    <a:pt x="13" y="68"/>
                  </a:lnTo>
                  <a:lnTo>
                    <a:pt x="13" y="66"/>
                  </a:lnTo>
                  <a:lnTo>
                    <a:pt x="14" y="65"/>
                  </a:lnTo>
                  <a:lnTo>
                    <a:pt x="14" y="65"/>
                  </a:lnTo>
                  <a:lnTo>
                    <a:pt x="15" y="65"/>
                  </a:lnTo>
                  <a:lnTo>
                    <a:pt x="15" y="64"/>
                  </a:lnTo>
                  <a:lnTo>
                    <a:pt x="16" y="64"/>
                  </a:lnTo>
                  <a:lnTo>
                    <a:pt x="17" y="65"/>
                  </a:lnTo>
                  <a:lnTo>
                    <a:pt x="17" y="65"/>
                  </a:lnTo>
                  <a:lnTo>
                    <a:pt x="17" y="66"/>
                  </a:lnTo>
                  <a:lnTo>
                    <a:pt x="17" y="67"/>
                  </a:lnTo>
                  <a:lnTo>
                    <a:pt x="19" y="68"/>
                  </a:lnTo>
                  <a:lnTo>
                    <a:pt x="22" y="70"/>
                  </a:lnTo>
                  <a:lnTo>
                    <a:pt x="22" y="70"/>
                  </a:lnTo>
                  <a:lnTo>
                    <a:pt x="24" y="71"/>
                  </a:lnTo>
                  <a:lnTo>
                    <a:pt x="25" y="72"/>
                  </a:lnTo>
                  <a:lnTo>
                    <a:pt x="26" y="74"/>
                  </a:lnTo>
                  <a:lnTo>
                    <a:pt x="26" y="76"/>
                  </a:lnTo>
                  <a:lnTo>
                    <a:pt x="26" y="78"/>
                  </a:lnTo>
                  <a:lnTo>
                    <a:pt x="26" y="79"/>
                  </a:lnTo>
                  <a:lnTo>
                    <a:pt x="26" y="79"/>
                  </a:lnTo>
                  <a:lnTo>
                    <a:pt x="28" y="79"/>
                  </a:lnTo>
                  <a:lnTo>
                    <a:pt x="28" y="83"/>
                  </a:lnTo>
                  <a:lnTo>
                    <a:pt x="28" y="83"/>
                  </a:lnTo>
                  <a:close/>
                  <a:moveTo>
                    <a:pt x="27" y="113"/>
                  </a:moveTo>
                  <a:lnTo>
                    <a:pt x="22" y="113"/>
                  </a:lnTo>
                  <a:lnTo>
                    <a:pt x="22" y="120"/>
                  </a:lnTo>
                  <a:lnTo>
                    <a:pt x="27" y="120"/>
                  </a:lnTo>
                  <a:lnTo>
                    <a:pt x="27" y="113"/>
                  </a:lnTo>
                  <a:lnTo>
                    <a:pt x="27" y="113"/>
                  </a:lnTo>
                  <a:close/>
                  <a:moveTo>
                    <a:pt x="28" y="84"/>
                  </a:moveTo>
                  <a:lnTo>
                    <a:pt x="22" y="84"/>
                  </a:lnTo>
                  <a:lnTo>
                    <a:pt x="22" y="92"/>
                  </a:lnTo>
                  <a:lnTo>
                    <a:pt x="28" y="92"/>
                  </a:lnTo>
                  <a:lnTo>
                    <a:pt x="28" y="84"/>
                  </a:lnTo>
                  <a:lnTo>
                    <a:pt x="28" y="84"/>
                  </a:lnTo>
                  <a:close/>
                  <a:moveTo>
                    <a:pt x="26" y="166"/>
                  </a:moveTo>
                  <a:lnTo>
                    <a:pt x="26" y="166"/>
                  </a:lnTo>
                  <a:lnTo>
                    <a:pt x="24" y="167"/>
                  </a:lnTo>
                  <a:lnTo>
                    <a:pt x="22" y="169"/>
                  </a:lnTo>
                  <a:lnTo>
                    <a:pt x="22" y="170"/>
                  </a:lnTo>
                  <a:lnTo>
                    <a:pt x="21" y="171"/>
                  </a:lnTo>
                  <a:lnTo>
                    <a:pt x="20" y="172"/>
                  </a:lnTo>
                  <a:lnTo>
                    <a:pt x="19" y="176"/>
                  </a:lnTo>
                  <a:lnTo>
                    <a:pt x="19" y="178"/>
                  </a:lnTo>
                  <a:lnTo>
                    <a:pt x="17" y="179"/>
                  </a:lnTo>
                  <a:lnTo>
                    <a:pt x="15" y="180"/>
                  </a:lnTo>
                  <a:lnTo>
                    <a:pt x="14" y="182"/>
                  </a:lnTo>
                  <a:lnTo>
                    <a:pt x="12" y="183"/>
                  </a:lnTo>
                  <a:lnTo>
                    <a:pt x="11" y="186"/>
                  </a:lnTo>
                  <a:lnTo>
                    <a:pt x="10" y="188"/>
                  </a:lnTo>
                  <a:lnTo>
                    <a:pt x="10" y="190"/>
                  </a:lnTo>
                  <a:lnTo>
                    <a:pt x="10" y="193"/>
                  </a:lnTo>
                  <a:lnTo>
                    <a:pt x="10" y="198"/>
                  </a:lnTo>
                  <a:lnTo>
                    <a:pt x="11" y="200"/>
                  </a:lnTo>
                  <a:lnTo>
                    <a:pt x="10" y="202"/>
                  </a:lnTo>
                  <a:lnTo>
                    <a:pt x="8" y="203"/>
                  </a:lnTo>
                  <a:lnTo>
                    <a:pt x="6" y="206"/>
                  </a:lnTo>
                  <a:lnTo>
                    <a:pt x="5" y="209"/>
                  </a:lnTo>
                  <a:lnTo>
                    <a:pt x="4" y="210"/>
                  </a:lnTo>
                  <a:lnTo>
                    <a:pt x="4" y="212"/>
                  </a:lnTo>
                  <a:lnTo>
                    <a:pt x="4" y="214"/>
                  </a:lnTo>
                  <a:lnTo>
                    <a:pt x="4" y="217"/>
                  </a:lnTo>
                  <a:lnTo>
                    <a:pt x="4" y="219"/>
                  </a:lnTo>
                  <a:lnTo>
                    <a:pt x="5" y="221"/>
                  </a:lnTo>
                  <a:lnTo>
                    <a:pt x="6" y="222"/>
                  </a:lnTo>
                  <a:lnTo>
                    <a:pt x="6" y="222"/>
                  </a:lnTo>
                  <a:lnTo>
                    <a:pt x="26" y="222"/>
                  </a:lnTo>
                  <a:lnTo>
                    <a:pt x="26" y="166"/>
                  </a:lnTo>
                  <a:lnTo>
                    <a:pt x="26" y="166"/>
                  </a:lnTo>
                  <a:close/>
                  <a:moveTo>
                    <a:pt x="27" y="226"/>
                  </a:moveTo>
                  <a:lnTo>
                    <a:pt x="0" y="226"/>
                  </a:lnTo>
                  <a:lnTo>
                    <a:pt x="0" y="234"/>
                  </a:lnTo>
                  <a:lnTo>
                    <a:pt x="27" y="234"/>
                  </a:lnTo>
                  <a:lnTo>
                    <a:pt x="27" y="226"/>
                  </a:lnTo>
                  <a:lnTo>
                    <a:pt x="27" y="226"/>
                  </a:lnTo>
                  <a:close/>
                  <a:moveTo>
                    <a:pt x="277" y="118"/>
                  </a:moveTo>
                  <a:lnTo>
                    <a:pt x="277" y="118"/>
                  </a:lnTo>
                  <a:lnTo>
                    <a:pt x="279" y="121"/>
                  </a:lnTo>
                  <a:lnTo>
                    <a:pt x="280" y="122"/>
                  </a:lnTo>
                  <a:lnTo>
                    <a:pt x="281" y="124"/>
                  </a:lnTo>
                  <a:lnTo>
                    <a:pt x="283" y="125"/>
                  </a:lnTo>
                  <a:lnTo>
                    <a:pt x="284" y="126"/>
                  </a:lnTo>
                  <a:lnTo>
                    <a:pt x="287" y="126"/>
                  </a:lnTo>
                  <a:lnTo>
                    <a:pt x="287" y="126"/>
                  </a:lnTo>
                  <a:lnTo>
                    <a:pt x="288" y="127"/>
                  </a:lnTo>
                  <a:lnTo>
                    <a:pt x="288" y="128"/>
                  </a:lnTo>
                  <a:lnTo>
                    <a:pt x="288" y="129"/>
                  </a:lnTo>
                  <a:lnTo>
                    <a:pt x="288" y="130"/>
                  </a:lnTo>
                  <a:lnTo>
                    <a:pt x="289" y="131"/>
                  </a:lnTo>
                  <a:lnTo>
                    <a:pt x="290" y="132"/>
                  </a:lnTo>
                  <a:lnTo>
                    <a:pt x="292" y="133"/>
                  </a:lnTo>
                  <a:lnTo>
                    <a:pt x="293" y="133"/>
                  </a:lnTo>
                  <a:lnTo>
                    <a:pt x="293" y="118"/>
                  </a:lnTo>
                  <a:lnTo>
                    <a:pt x="277" y="118"/>
                  </a:lnTo>
                  <a:lnTo>
                    <a:pt x="277" y="118"/>
                  </a:lnTo>
                  <a:close/>
                  <a:moveTo>
                    <a:pt x="294" y="62"/>
                  </a:moveTo>
                  <a:lnTo>
                    <a:pt x="292" y="62"/>
                  </a:lnTo>
                  <a:lnTo>
                    <a:pt x="289" y="62"/>
                  </a:lnTo>
                  <a:lnTo>
                    <a:pt x="285" y="62"/>
                  </a:lnTo>
                  <a:lnTo>
                    <a:pt x="282" y="61"/>
                  </a:lnTo>
                  <a:lnTo>
                    <a:pt x="280" y="59"/>
                  </a:lnTo>
                  <a:lnTo>
                    <a:pt x="279" y="58"/>
                  </a:lnTo>
                  <a:lnTo>
                    <a:pt x="279" y="58"/>
                  </a:lnTo>
                  <a:lnTo>
                    <a:pt x="278" y="56"/>
                  </a:lnTo>
                  <a:lnTo>
                    <a:pt x="277" y="54"/>
                  </a:lnTo>
                  <a:lnTo>
                    <a:pt x="277" y="54"/>
                  </a:lnTo>
                  <a:lnTo>
                    <a:pt x="277" y="53"/>
                  </a:lnTo>
                  <a:lnTo>
                    <a:pt x="277" y="52"/>
                  </a:lnTo>
                  <a:lnTo>
                    <a:pt x="279" y="49"/>
                  </a:lnTo>
                  <a:lnTo>
                    <a:pt x="281" y="46"/>
                  </a:lnTo>
                  <a:lnTo>
                    <a:pt x="283" y="45"/>
                  </a:lnTo>
                  <a:lnTo>
                    <a:pt x="284" y="45"/>
                  </a:lnTo>
                  <a:lnTo>
                    <a:pt x="286" y="45"/>
                  </a:lnTo>
                  <a:lnTo>
                    <a:pt x="287" y="46"/>
                  </a:lnTo>
                  <a:lnTo>
                    <a:pt x="290" y="49"/>
                  </a:lnTo>
                  <a:lnTo>
                    <a:pt x="292" y="52"/>
                  </a:lnTo>
                  <a:lnTo>
                    <a:pt x="294" y="53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62"/>
                  </a:lnTo>
                  <a:lnTo>
                    <a:pt x="294" y="62"/>
                  </a:lnTo>
                  <a:close/>
                  <a:moveTo>
                    <a:pt x="298" y="53"/>
                  </a:moveTo>
                  <a:lnTo>
                    <a:pt x="322" y="53"/>
                  </a:lnTo>
                  <a:lnTo>
                    <a:pt x="322" y="233"/>
                  </a:lnTo>
                  <a:lnTo>
                    <a:pt x="298" y="233"/>
                  </a:lnTo>
                  <a:lnTo>
                    <a:pt x="298" y="53"/>
                  </a:lnTo>
                  <a:lnTo>
                    <a:pt x="298" y="53"/>
                  </a:lnTo>
                  <a:close/>
                  <a:moveTo>
                    <a:pt x="295" y="30"/>
                  </a:moveTo>
                  <a:lnTo>
                    <a:pt x="295" y="30"/>
                  </a:lnTo>
                  <a:lnTo>
                    <a:pt x="294" y="30"/>
                  </a:lnTo>
                  <a:lnTo>
                    <a:pt x="294" y="30"/>
                  </a:lnTo>
                  <a:lnTo>
                    <a:pt x="294" y="30"/>
                  </a:lnTo>
                  <a:lnTo>
                    <a:pt x="294" y="48"/>
                  </a:lnTo>
                  <a:lnTo>
                    <a:pt x="294" y="49"/>
                  </a:lnTo>
                  <a:lnTo>
                    <a:pt x="294" y="50"/>
                  </a:lnTo>
                  <a:lnTo>
                    <a:pt x="295" y="50"/>
                  </a:lnTo>
                  <a:lnTo>
                    <a:pt x="295" y="50"/>
                  </a:lnTo>
                  <a:lnTo>
                    <a:pt x="325" y="50"/>
                  </a:lnTo>
                  <a:lnTo>
                    <a:pt x="325" y="50"/>
                  </a:lnTo>
                  <a:lnTo>
                    <a:pt x="326" y="50"/>
                  </a:lnTo>
                  <a:lnTo>
                    <a:pt x="326" y="49"/>
                  </a:lnTo>
                  <a:lnTo>
                    <a:pt x="326" y="48"/>
                  </a:lnTo>
                  <a:lnTo>
                    <a:pt x="326" y="30"/>
                  </a:lnTo>
                  <a:lnTo>
                    <a:pt x="326" y="30"/>
                  </a:lnTo>
                  <a:lnTo>
                    <a:pt x="326" y="30"/>
                  </a:lnTo>
                  <a:lnTo>
                    <a:pt x="325" y="30"/>
                  </a:lnTo>
                  <a:lnTo>
                    <a:pt x="325" y="30"/>
                  </a:lnTo>
                  <a:lnTo>
                    <a:pt x="295" y="30"/>
                  </a:lnTo>
                  <a:lnTo>
                    <a:pt x="295" y="30"/>
                  </a:lnTo>
                  <a:close/>
                  <a:moveTo>
                    <a:pt x="311" y="0"/>
                  </a:moveTo>
                  <a:lnTo>
                    <a:pt x="310" y="0"/>
                  </a:lnTo>
                  <a:lnTo>
                    <a:pt x="310" y="0"/>
                  </a:lnTo>
                  <a:lnTo>
                    <a:pt x="310" y="0"/>
                  </a:lnTo>
                  <a:lnTo>
                    <a:pt x="309" y="0"/>
                  </a:lnTo>
                  <a:lnTo>
                    <a:pt x="308" y="1"/>
                  </a:lnTo>
                  <a:lnTo>
                    <a:pt x="307" y="1"/>
                  </a:lnTo>
                  <a:lnTo>
                    <a:pt x="306" y="2"/>
                  </a:lnTo>
                  <a:lnTo>
                    <a:pt x="305" y="3"/>
                  </a:lnTo>
                  <a:lnTo>
                    <a:pt x="303" y="5"/>
                  </a:lnTo>
                  <a:lnTo>
                    <a:pt x="303" y="7"/>
                  </a:lnTo>
                  <a:lnTo>
                    <a:pt x="302" y="11"/>
                  </a:lnTo>
                  <a:lnTo>
                    <a:pt x="302" y="13"/>
                  </a:lnTo>
                  <a:lnTo>
                    <a:pt x="300" y="14"/>
                  </a:lnTo>
                  <a:lnTo>
                    <a:pt x="299" y="14"/>
                  </a:lnTo>
                  <a:lnTo>
                    <a:pt x="299" y="16"/>
                  </a:lnTo>
                  <a:lnTo>
                    <a:pt x="298" y="17"/>
                  </a:lnTo>
                  <a:lnTo>
                    <a:pt x="297" y="18"/>
                  </a:lnTo>
                  <a:lnTo>
                    <a:pt x="297" y="20"/>
                  </a:lnTo>
                  <a:lnTo>
                    <a:pt x="298" y="22"/>
                  </a:lnTo>
                  <a:lnTo>
                    <a:pt x="299" y="22"/>
                  </a:lnTo>
                  <a:lnTo>
                    <a:pt x="299" y="25"/>
                  </a:lnTo>
                  <a:lnTo>
                    <a:pt x="299" y="26"/>
                  </a:lnTo>
                  <a:lnTo>
                    <a:pt x="299" y="26"/>
                  </a:lnTo>
                  <a:lnTo>
                    <a:pt x="299" y="26"/>
                  </a:lnTo>
                  <a:lnTo>
                    <a:pt x="299" y="27"/>
                  </a:lnTo>
                  <a:lnTo>
                    <a:pt x="300" y="27"/>
                  </a:lnTo>
                  <a:lnTo>
                    <a:pt x="310" y="27"/>
                  </a:lnTo>
                  <a:lnTo>
                    <a:pt x="319" y="27"/>
                  </a:lnTo>
                  <a:lnTo>
                    <a:pt x="320" y="27"/>
                  </a:lnTo>
                  <a:lnTo>
                    <a:pt x="320" y="26"/>
                  </a:lnTo>
                  <a:lnTo>
                    <a:pt x="321" y="26"/>
                  </a:lnTo>
                  <a:lnTo>
                    <a:pt x="321" y="26"/>
                  </a:lnTo>
                  <a:lnTo>
                    <a:pt x="321" y="25"/>
                  </a:lnTo>
                  <a:lnTo>
                    <a:pt x="321" y="22"/>
                  </a:lnTo>
                  <a:lnTo>
                    <a:pt x="322" y="22"/>
                  </a:lnTo>
                  <a:lnTo>
                    <a:pt x="323" y="20"/>
                  </a:lnTo>
                  <a:lnTo>
                    <a:pt x="323" y="18"/>
                  </a:lnTo>
                  <a:lnTo>
                    <a:pt x="322" y="17"/>
                  </a:lnTo>
                  <a:lnTo>
                    <a:pt x="321" y="16"/>
                  </a:lnTo>
                  <a:lnTo>
                    <a:pt x="320" y="14"/>
                  </a:lnTo>
                  <a:lnTo>
                    <a:pt x="319" y="14"/>
                  </a:lnTo>
                  <a:lnTo>
                    <a:pt x="318" y="13"/>
                  </a:lnTo>
                  <a:lnTo>
                    <a:pt x="318" y="11"/>
                  </a:lnTo>
                  <a:lnTo>
                    <a:pt x="317" y="7"/>
                  </a:lnTo>
                  <a:lnTo>
                    <a:pt x="316" y="5"/>
                  </a:lnTo>
                  <a:lnTo>
                    <a:pt x="315" y="3"/>
                  </a:lnTo>
                  <a:lnTo>
                    <a:pt x="314" y="2"/>
                  </a:lnTo>
                  <a:lnTo>
                    <a:pt x="313" y="1"/>
                  </a:lnTo>
                  <a:lnTo>
                    <a:pt x="312" y="1"/>
                  </a:lnTo>
                  <a:lnTo>
                    <a:pt x="311" y="0"/>
                  </a:lnTo>
                  <a:lnTo>
                    <a:pt x="311" y="0"/>
                  </a:lnTo>
                  <a:close/>
                  <a:moveTo>
                    <a:pt x="327" y="52"/>
                  </a:moveTo>
                  <a:lnTo>
                    <a:pt x="327" y="62"/>
                  </a:lnTo>
                  <a:lnTo>
                    <a:pt x="333" y="62"/>
                  </a:lnTo>
                  <a:lnTo>
                    <a:pt x="335" y="62"/>
                  </a:lnTo>
                  <a:lnTo>
                    <a:pt x="336" y="61"/>
                  </a:lnTo>
                  <a:lnTo>
                    <a:pt x="337" y="59"/>
                  </a:lnTo>
                  <a:lnTo>
                    <a:pt x="338" y="58"/>
                  </a:lnTo>
                  <a:lnTo>
                    <a:pt x="339" y="55"/>
                  </a:lnTo>
                  <a:lnTo>
                    <a:pt x="339" y="54"/>
                  </a:lnTo>
                  <a:lnTo>
                    <a:pt x="340" y="53"/>
                  </a:lnTo>
                  <a:lnTo>
                    <a:pt x="342" y="51"/>
                  </a:lnTo>
                  <a:lnTo>
                    <a:pt x="343" y="50"/>
                  </a:lnTo>
                  <a:lnTo>
                    <a:pt x="345" y="47"/>
                  </a:lnTo>
                  <a:lnTo>
                    <a:pt x="345" y="46"/>
                  </a:lnTo>
                  <a:lnTo>
                    <a:pt x="345" y="46"/>
                  </a:lnTo>
                  <a:lnTo>
                    <a:pt x="345" y="45"/>
                  </a:lnTo>
                  <a:lnTo>
                    <a:pt x="344" y="44"/>
                  </a:lnTo>
                  <a:lnTo>
                    <a:pt x="343" y="42"/>
                  </a:lnTo>
                  <a:lnTo>
                    <a:pt x="342" y="42"/>
                  </a:lnTo>
                  <a:lnTo>
                    <a:pt x="341" y="42"/>
                  </a:lnTo>
                  <a:lnTo>
                    <a:pt x="340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3"/>
                  </a:lnTo>
                  <a:lnTo>
                    <a:pt x="340" y="44"/>
                  </a:lnTo>
                  <a:lnTo>
                    <a:pt x="339" y="45"/>
                  </a:lnTo>
                  <a:lnTo>
                    <a:pt x="339" y="46"/>
                  </a:lnTo>
                  <a:lnTo>
                    <a:pt x="338" y="46"/>
                  </a:lnTo>
                  <a:lnTo>
                    <a:pt x="337" y="46"/>
                  </a:lnTo>
                  <a:lnTo>
                    <a:pt x="335" y="47"/>
                  </a:lnTo>
                  <a:lnTo>
                    <a:pt x="332" y="48"/>
                  </a:lnTo>
                  <a:lnTo>
                    <a:pt x="331" y="50"/>
                  </a:lnTo>
                  <a:lnTo>
                    <a:pt x="330" y="51"/>
                  </a:lnTo>
                  <a:lnTo>
                    <a:pt x="328" y="52"/>
                  </a:lnTo>
                  <a:lnTo>
                    <a:pt x="327" y="52"/>
                  </a:lnTo>
                  <a:lnTo>
                    <a:pt x="327" y="52"/>
                  </a:lnTo>
                  <a:close/>
                  <a:moveTo>
                    <a:pt x="326" y="65"/>
                  </a:moveTo>
                  <a:lnTo>
                    <a:pt x="333" y="65"/>
                  </a:lnTo>
                  <a:lnTo>
                    <a:pt x="333" y="74"/>
                  </a:lnTo>
                  <a:lnTo>
                    <a:pt x="326" y="74"/>
                  </a:lnTo>
                  <a:lnTo>
                    <a:pt x="326" y="65"/>
                  </a:lnTo>
                  <a:lnTo>
                    <a:pt x="326" y="65"/>
                  </a:lnTo>
                  <a:close/>
                  <a:moveTo>
                    <a:pt x="326" y="76"/>
                  </a:moveTo>
                  <a:lnTo>
                    <a:pt x="375" y="76"/>
                  </a:lnTo>
                  <a:lnTo>
                    <a:pt x="375" y="83"/>
                  </a:lnTo>
                  <a:lnTo>
                    <a:pt x="326" y="83"/>
                  </a:lnTo>
                  <a:lnTo>
                    <a:pt x="326" y="76"/>
                  </a:lnTo>
                  <a:lnTo>
                    <a:pt x="326" y="76"/>
                  </a:lnTo>
                  <a:close/>
                  <a:moveTo>
                    <a:pt x="326" y="86"/>
                  </a:moveTo>
                  <a:lnTo>
                    <a:pt x="375" y="86"/>
                  </a:lnTo>
                  <a:lnTo>
                    <a:pt x="375" y="107"/>
                  </a:lnTo>
                  <a:lnTo>
                    <a:pt x="326" y="107"/>
                  </a:lnTo>
                  <a:lnTo>
                    <a:pt x="326" y="86"/>
                  </a:lnTo>
                  <a:lnTo>
                    <a:pt x="326" y="86"/>
                  </a:lnTo>
                  <a:close/>
                  <a:moveTo>
                    <a:pt x="326" y="110"/>
                  </a:moveTo>
                  <a:lnTo>
                    <a:pt x="375" y="110"/>
                  </a:lnTo>
                  <a:lnTo>
                    <a:pt x="375" y="117"/>
                  </a:lnTo>
                  <a:lnTo>
                    <a:pt x="326" y="117"/>
                  </a:lnTo>
                  <a:lnTo>
                    <a:pt x="326" y="110"/>
                  </a:lnTo>
                  <a:lnTo>
                    <a:pt x="326" y="110"/>
                  </a:lnTo>
                  <a:close/>
                  <a:moveTo>
                    <a:pt x="361" y="121"/>
                  </a:moveTo>
                  <a:lnTo>
                    <a:pt x="361" y="121"/>
                  </a:lnTo>
                  <a:lnTo>
                    <a:pt x="361" y="122"/>
                  </a:lnTo>
                  <a:lnTo>
                    <a:pt x="362" y="122"/>
                  </a:lnTo>
                  <a:lnTo>
                    <a:pt x="363" y="124"/>
                  </a:lnTo>
                  <a:lnTo>
                    <a:pt x="364" y="126"/>
                  </a:lnTo>
                  <a:lnTo>
                    <a:pt x="366" y="126"/>
                  </a:lnTo>
                  <a:lnTo>
                    <a:pt x="367" y="128"/>
                  </a:lnTo>
                  <a:lnTo>
                    <a:pt x="369" y="128"/>
                  </a:lnTo>
                  <a:lnTo>
                    <a:pt x="371" y="129"/>
                  </a:lnTo>
                  <a:lnTo>
                    <a:pt x="371" y="130"/>
                  </a:lnTo>
                  <a:lnTo>
                    <a:pt x="372" y="132"/>
                  </a:lnTo>
                  <a:lnTo>
                    <a:pt x="373" y="134"/>
                  </a:lnTo>
                  <a:lnTo>
                    <a:pt x="374" y="134"/>
                  </a:lnTo>
                  <a:lnTo>
                    <a:pt x="375" y="134"/>
                  </a:lnTo>
                  <a:lnTo>
                    <a:pt x="375" y="134"/>
                  </a:lnTo>
                  <a:lnTo>
                    <a:pt x="375" y="134"/>
                  </a:lnTo>
                  <a:lnTo>
                    <a:pt x="375" y="121"/>
                  </a:lnTo>
                  <a:lnTo>
                    <a:pt x="361" y="121"/>
                  </a:lnTo>
                  <a:lnTo>
                    <a:pt x="361" y="121"/>
                  </a:lnTo>
                  <a:close/>
                  <a:moveTo>
                    <a:pt x="379" y="73"/>
                  </a:moveTo>
                  <a:lnTo>
                    <a:pt x="401" y="73"/>
                  </a:lnTo>
                  <a:lnTo>
                    <a:pt x="401" y="233"/>
                  </a:lnTo>
                  <a:lnTo>
                    <a:pt x="379" y="233"/>
                  </a:lnTo>
                  <a:lnTo>
                    <a:pt x="379" y="73"/>
                  </a:lnTo>
                  <a:lnTo>
                    <a:pt x="379" y="73"/>
                  </a:lnTo>
                  <a:close/>
                  <a:moveTo>
                    <a:pt x="377" y="50"/>
                  </a:moveTo>
                  <a:lnTo>
                    <a:pt x="404" y="50"/>
                  </a:lnTo>
                  <a:lnTo>
                    <a:pt x="404" y="50"/>
                  </a:lnTo>
                  <a:lnTo>
                    <a:pt x="404" y="50"/>
                  </a:lnTo>
                  <a:lnTo>
                    <a:pt x="405" y="51"/>
                  </a:lnTo>
                  <a:lnTo>
                    <a:pt x="405" y="51"/>
                  </a:lnTo>
                  <a:lnTo>
                    <a:pt x="405" y="67"/>
                  </a:lnTo>
                  <a:lnTo>
                    <a:pt x="405" y="68"/>
                  </a:lnTo>
                  <a:lnTo>
                    <a:pt x="404" y="68"/>
                  </a:lnTo>
                  <a:lnTo>
                    <a:pt x="404" y="68"/>
                  </a:lnTo>
                  <a:lnTo>
                    <a:pt x="404" y="69"/>
                  </a:lnTo>
                  <a:lnTo>
                    <a:pt x="377" y="69"/>
                  </a:lnTo>
                  <a:lnTo>
                    <a:pt x="377" y="68"/>
                  </a:lnTo>
                  <a:lnTo>
                    <a:pt x="376" y="68"/>
                  </a:lnTo>
                  <a:lnTo>
                    <a:pt x="376" y="68"/>
                  </a:lnTo>
                  <a:lnTo>
                    <a:pt x="376" y="67"/>
                  </a:lnTo>
                  <a:lnTo>
                    <a:pt x="376" y="51"/>
                  </a:lnTo>
                  <a:lnTo>
                    <a:pt x="376" y="51"/>
                  </a:lnTo>
                  <a:lnTo>
                    <a:pt x="376" y="50"/>
                  </a:lnTo>
                  <a:lnTo>
                    <a:pt x="377" y="50"/>
                  </a:lnTo>
                  <a:lnTo>
                    <a:pt x="377" y="50"/>
                  </a:lnTo>
                  <a:lnTo>
                    <a:pt x="377" y="50"/>
                  </a:lnTo>
                  <a:close/>
                  <a:moveTo>
                    <a:pt x="449" y="79"/>
                  </a:moveTo>
                  <a:lnTo>
                    <a:pt x="471" y="79"/>
                  </a:lnTo>
                  <a:lnTo>
                    <a:pt x="471" y="232"/>
                  </a:lnTo>
                  <a:lnTo>
                    <a:pt x="450" y="232"/>
                  </a:lnTo>
                  <a:lnTo>
                    <a:pt x="450" y="88"/>
                  </a:lnTo>
                  <a:lnTo>
                    <a:pt x="449" y="88"/>
                  </a:lnTo>
                  <a:lnTo>
                    <a:pt x="449" y="79"/>
                  </a:lnTo>
                  <a:lnTo>
                    <a:pt x="449" y="79"/>
                  </a:lnTo>
                  <a:close/>
                  <a:moveTo>
                    <a:pt x="447" y="63"/>
                  </a:moveTo>
                  <a:lnTo>
                    <a:pt x="471" y="63"/>
                  </a:lnTo>
                  <a:lnTo>
                    <a:pt x="472" y="63"/>
                  </a:lnTo>
                  <a:lnTo>
                    <a:pt x="473" y="64"/>
                  </a:lnTo>
                  <a:lnTo>
                    <a:pt x="473" y="76"/>
                  </a:lnTo>
                  <a:lnTo>
                    <a:pt x="472" y="77"/>
                  </a:lnTo>
                  <a:lnTo>
                    <a:pt x="471" y="78"/>
                  </a:lnTo>
                  <a:lnTo>
                    <a:pt x="447" y="78"/>
                  </a:lnTo>
                  <a:lnTo>
                    <a:pt x="447" y="77"/>
                  </a:lnTo>
                  <a:lnTo>
                    <a:pt x="447" y="76"/>
                  </a:lnTo>
                  <a:lnTo>
                    <a:pt x="447" y="64"/>
                  </a:lnTo>
                  <a:lnTo>
                    <a:pt x="447" y="63"/>
                  </a:lnTo>
                  <a:lnTo>
                    <a:pt x="447" y="63"/>
                  </a:lnTo>
                  <a:lnTo>
                    <a:pt x="447" y="63"/>
                  </a:lnTo>
                  <a:close/>
                  <a:moveTo>
                    <a:pt x="459" y="39"/>
                  </a:moveTo>
                  <a:lnTo>
                    <a:pt x="459" y="39"/>
                  </a:lnTo>
                  <a:lnTo>
                    <a:pt x="458" y="39"/>
                  </a:lnTo>
                  <a:lnTo>
                    <a:pt x="456" y="40"/>
                  </a:lnTo>
                  <a:lnTo>
                    <a:pt x="455" y="42"/>
                  </a:lnTo>
                  <a:lnTo>
                    <a:pt x="455" y="42"/>
                  </a:lnTo>
                  <a:lnTo>
                    <a:pt x="454" y="45"/>
                  </a:lnTo>
                  <a:lnTo>
                    <a:pt x="453" y="47"/>
                  </a:lnTo>
                  <a:lnTo>
                    <a:pt x="453" y="49"/>
                  </a:lnTo>
                  <a:lnTo>
                    <a:pt x="451" y="50"/>
                  </a:lnTo>
                  <a:lnTo>
                    <a:pt x="451" y="50"/>
                  </a:lnTo>
                  <a:lnTo>
                    <a:pt x="451" y="51"/>
                  </a:lnTo>
                  <a:lnTo>
                    <a:pt x="450" y="52"/>
                  </a:lnTo>
                  <a:lnTo>
                    <a:pt x="450" y="53"/>
                  </a:lnTo>
                  <a:lnTo>
                    <a:pt x="450" y="54"/>
                  </a:lnTo>
                  <a:lnTo>
                    <a:pt x="450" y="55"/>
                  </a:lnTo>
                  <a:lnTo>
                    <a:pt x="451" y="56"/>
                  </a:lnTo>
                  <a:lnTo>
                    <a:pt x="451" y="57"/>
                  </a:lnTo>
                  <a:lnTo>
                    <a:pt x="451" y="58"/>
                  </a:lnTo>
                  <a:lnTo>
                    <a:pt x="452" y="58"/>
                  </a:lnTo>
                  <a:lnTo>
                    <a:pt x="451" y="58"/>
                  </a:lnTo>
                  <a:lnTo>
                    <a:pt x="451" y="59"/>
                  </a:lnTo>
                  <a:lnTo>
                    <a:pt x="451" y="59"/>
                  </a:lnTo>
                  <a:lnTo>
                    <a:pt x="451" y="61"/>
                  </a:lnTo>
                  <a:lnTo>
                    <a:pt x="451" y="61"/>
                  </a:lnTo>
                  <a:lnTo>
                    <a:pt x="459" y="61"/>
                  </a:lnTo>
                  <a:lnTo>
                    <a:pt x="459" y="61"/>
                  </a:lnTo>
                  <a:lnTo>
                    <a:pt x="459" y="61"/>
                  </a:lnTo>
                  <a:lnTo>
                    <a:pt x="467" y="61"/>
                  </a:lnTo>
                  <a:lnTo>
                    <a:pt x="467" y="61"/>
                  </a:lnTo>
                  <a:lnTo>
                    <a:pt x="467" y="59"/>
                  </a:lnTo>
                  <a:lnTo>
                    <a:pt x="467" y="59"/>
                  </a:lnTo>
                  <a:lnTo>
                    <a:pt x="467" y="58"/>
                  </a:lnTo>
                  <a:lnTo>
                    <a:pt x="467" y="58"/>
                  </a:lnTo>
                  <a:lnTo>
                    <a:pt x="467" y="58"/>
                  </a:lnTo>
                  <a:lnTo>
                    <a:pt x="467" y="57"/>
                  </a:lnTo>
                  <a:lnTo>
                    <a:pt x="467" y="56"/>
                  </a:lnTo>
                  <a:lnTo>
                    <a:pt x="469" y="55"/>
                  </a:lnTo>
                  <a:lnTo>
                    <a:pt x="469" y="54"/>
                  </a:lnTo>
                  <a:lnTo>
                    <a:pt x="469" y="53"/>
                  </a:lnTo>
                  <a:lnTo>
                    <a:pt x="469" y="52"/>
                  </a:lnTo>
                  <a:lnTo>
                    <a:pt x="468" y="51"/>
                  </a:lnTo>
                  <a:lnTo>
                    <a:pt x="467" y="50"/>
                  </a:lnTo>
                  <a:lnTo>
                    <a:pt x="467" y="50"/>
                  </a:lnTo>
                  <a:lnTo>
                    <a:pt x="466" y="49"/>
                  </a:lnTo>
                  <a:lnTo>
                    <a:pt x="466" y="47"/>
                  </a:lnTo>
                  <a:lnTo>
                    <a:pt x="465" y="45"/>
                  </a:lnTo>
                  <a:lnTo>
                    <a:pt x="464" y="42"/>
                  </a:lnTo>
                  <a:lnTo>
                    <a:pt x="463" y="42"/>
                  </a:lnTo>
                  <a:lnTo>
                    <a:pt x="463" y="40"/>
                  </a:lnTo>
                  <a:lnTo>
                    <a:pt x="461" y="39"/>
                  </a:lnTo>
                  <a:lnTo>
                    <a:pt x="460" y="39"/>
                  </a:lnTo>
                  <a:lnTo>
                    <a:pt x="459" y="39"/>
                  </a:lnTo>
                  <a:lnTo>
                    <a:pt x="459" y="39"/>
                  </a:lnTo>
                  <a:lnTo>
                    <a:pt x="459" y="39"/>
                  </a:lnTo>
                  <a:lnTo>
                    <a:pt x="459" y="39"/>
                  </a:lnTo>
                  <a:close/>
                  <a:moveTo>
                    <a:pt x="405" y="74"/>
                  </a:moveTo>
                  <a:lnTo>
                    <a:pt x="409" y="74"/>
                  </a:lnTo>
                  <a:lnTo>
                    <a:pt x="411" y="74"/>
                  </a:lnTo>
                  <a:lnTo>
                    <a:pt x="411" y="74"/>
                  </a:lnTo>
                  <a:lnTo>
                    <a:pt x="412" y="74"/>
                  </a:lnTo>
                  <a:lnTo>
                    <a:pt x="414" y="73"/>
                  </a:lnTo>
                  <a:lnTo>
                    <a:pt x="415" y="71"/>
                  </a:lnTo>
                  <a:lnTo>
                    <a:pt x="415" y="69"/>
                  </a:lnTo>
                  <a:lnTo>
                    <a:pt x="418" y="65"/>
                  </a:lnTo>
                  <a:lnTo>
                    <a:pt x="420" y="61"/>
                  </a:lnTo>
                  <a:lnTo>
                    <a:pt x="420" y="59"/>
                  </a:lnTo>
                  <a:lnTo>
                    <a:pt x="419" y="59"/>
                  </a:lnTo>
                  <a:lnTo>
                    <a:pt x="419" y="58"/>
                  </a:lnTo>
                  <a:lnTo>
                    <a:pt x="419" y="58"/>
                  </a:lnTo>
                  <a:lnTo>
                    <a:pt x="418" y="57"/>
                  </a:lnTo>
                  <a:lnTo>
                    <a:pt x="417" y="57"/>
                  </a:lnTo>
                  <a:lnTo>
                    <a:pt x="415" y="56"/>
                  </a:lnTo>
                  <a:lnTo>
                    <a:pt x="415" y="56"/>
                  </a:lnTo>
                  <a:lnTo>
                    <a:pt x="415" y="57"/>
                  </a:lnTo>
                  <a:lnTo>
                    <a:pt x="414" y="57"/>
                  </a:lnTo>
                  <a:lnTo>
                    <a:pt x="415" y="58"/>
                  </a:lnTo>
                  <a:lnTo>
                    <a:pt x="415" y="59"/>
                  </a:lnTo>
                  <a:lnTo>
                    <a:pt x="411" y="62"/>
                  </a:lnTo>
                  <a:lnTo>
                    <a:pt x="407" y="65"/>
                  </a:lnTo>
                  <a:lnTo>
                    <a:pt x="407" y="67"/>
                  </a:lnTo>
                  <a:lnTo>
                    <a:pt x="407" y="70"/>
                  </a:lnTo>
                  <a:lnTo>
                    <a:pt x="407" y="71"/>
                  </a:lnTo>
                  <a:lnTo>
                    <a:pt x="407" y="71"/>
                  </a:lnTo>
                  <a:lnTo>
                    <a:pt x="405" y="71"/>
                  </a:lnTo>
                  <a:lnTo>
                    <a:pt x="405" y="74"/>
                  </a:lnTo>
                  <a:lnTo>
                    <a:pt x="405" y="74"/>
                  </a:lnTo>
                  <a:close/>
                  <a:moveTo>
                    <a:pt x="405" y="76"/>
                  </a:moveTo>
                  <a:lnTo>
                    <a:pt x="410" y="76"/>
                  </a:lnTo>
                  <a:lnTo>
                    <a:pt x="410" y="83"/>
                  </a:lnTo>
                  <a:lnTo>
                    <a:pt x="405" y="83"/>
                  </a:lnTo>
                  <a:lnTo>
                    <a:pt x="405" y="76"/>
                  </a:lnTo>
                  <a:lnTo>
                    <a:pt x="405" y="76"/>
                  </a:lnTo>
                  <a:close/>
                  <a:moveTo>
                    <a:pt x="405" y="84"/>
                  </a:moveTo>
                  <a:lnTo>
                    <a:pt x="447" y="84"/>
                  </a:lnTo>
                  <a:lnTo>
                    <a:pt x="447" y="92"/>
                  </a:lnTo>
                  <a:lnTo>
                    <a:pt x="405" y="92"/>
                  </a:lnTo>
                  <a:lnTo>
                    <a:pt x="405" y="84"/>
                  </a:lnTo>
                  <a:lnTo>
                    <a:pt x="405" y="84"/>
                  </a:lnTo>
                  <a:close/>
                  <a:moveTo>
                    <a:pt x="339" y="121"/>
                  </a:moveTo>
                  <a:lnTo>
                    <a:pt x="340" y="121"/>
                  </a:lnTo>
                  <a:lnTo>
                    <a:pt x="340" y="122"/>
                  </a:lnTo>
                  <a:lnTo>
                    <a:pt x="339" y="122"/>
                  </a:lnTo>
                  <a:lnTo>
                    <a:pt x="338" y="124"/>
                  </a:lnTo>
                  <a:lnTo>
                    <a:pt x="337" y="126"/>
                  </a:lnTo>
                  <a:lnTo>
                    <a:pt x="335" y="126"/>
                  </a:lnTo>
                  <a:lnTo>
                    <a:pt x="334" y="128"/>
                  </a:lnTo>
                  <a:lnTo>
                    <a:pt x="332" y="128"/>
                  </a:lnTo>
                  <a:lnTo>
                    <a:pt x="331" y="129"/>
                  </a:lnTo>
                  <a:lnTo>
                    <a:pt x="330" y="130"/>
                  </a:lnTo>
                  <a:lnTo>
                    <a:pt x="329" y="132"/>
                  </a:lnTo>
                  <a:lnTo>
                    <a:pt x="328" y="134"/>
                  </a:lnTo>
                  <a:lnTo>
                    <a:pt x="327" y="134"/>
                  </a:lnTo>
                  <a:lnTo>
                    <a:pt x="327" y="134"/>
                  </a:lnTo>
                  <a:lnTo>
                    <a:pt x="326" y="134"/>
                  </a:lnTo>
                  <a:lnTo>
                    <a:pt x="326" y="134"/>
                  </a:lnTo>
                  <a:lnTo>
                    <a:pt x="326" y="121"/>
                  </a:lnTo>
                  <a:lnTo>
                    <a:pt x="339" y="121"/>
                  </a:lnTo>
                  <a:lnTo>
                    <a:pt x="339" y="121"/>
                  </a:lnTo>
                  <a:close/>
                  <a:moveTo>
                    <a:pt x="391" y="25"/>
                  </a:moveTo>
                  <a:lnTo>
                    <a:pt x="391" y="25"/>
                  </a:lnTo>
                  <a:lnTo>
                    <a:pt x="391" y="25"/>
                  </a:lnTo>
                  <a:lnTo>
                    <a:pt x="391" y="24"/>
                  </a:lnTo>
                  <a:lnTo>
                    <a:pt x="391" y="24"/>
                  </a:lnTo>
                  <a:lnTo>
                    <a:pt x="390" y="24"/>
                  </a:lnTo>
                  <a:lnTo>
                    <a:pt x="390" y="24"/>
                  </a:lnTo>
                  <a:lnTo>
                    <a:pt x="389" y="25"/>
                  </a:lnTo>
                  <a:lnTo>
                    <a:pt x="388" y="25"/>
                  </a:lnTo>
                  <a:lnTo>
                    <a:pt x="387" y="26"/>
                  </a:lnTo>
                  <a:lnTo>
                    <a:pt x="387" y="27"/>
                  </a:lnTo>
                  <a:lnTo>
                    <a:pt x="385" y="29"/>
                  </a:lnTo>
                  <a:lnTo>
                    <a:pt x="384" y="31"/>
                  </a:lnTo>
                  <a:lnTo>
                    <a:pt x="384" y="34"/>
                  </a:lnTo>
                  <a:lnTo>
                    <a:pt x="384" y="35"/>
                  </a:lnTo>
                  <a:lnTo>
                    <a:pt x="383" y="36"/>
                  </a:lnTo>
                  <a:lnTo>
                    <a:pt x="382" y="37"/>
                  </a:lnTo>
                  <a:lnTo>
                    <a:pt x="380" y="38"/>
                  </a:lnTo>
                  <a:lnTo>
                    <a:pt x="380" y="40"/>
                  </a:lnTo>
                  <a:lnTo>
                    <a:pt x="379" y="42"/>
                  </a:lnTo>
                  <a:lnTo>
                    <a:pt x="379" y="42"/>
                  </a:lnTo>
                  <a:lnTo>
                    <a:pt x="379" y="44"/>
                  </a:lnTo>
                  <a:lnTo>
                    <a:pt x="380" y="45"/>
                  </a:lnTo>
                  <a:lnTo>
                    <a:pt x="381" y="46"/>
                  </a:lnTo>
                  <a:lnTo>
                    <a:pt x="381" y="47"/>
                  </a:lnTo>
                  <a:lnTo>
                    <a:pt x="382" y="47"/>
                  </a:lnTo>
                  <a:lnTo>
                    <a:pt x="382" y="48"/>
                  </a:lnTo>
                  <a:lnTo>
                    <a:pt x="382" y="48"/>
                  </a:lnTo>
                  <a:lnTo>
                    <a:pt x="383" y="48"/>
                  </a:lnTo>
                  <a:lnTo>
                    <a:pt x="390" y="48"/>
                  </a:lnTo>
                  <a:lnTo>
                    <a:pt x="390" y="48"/>
                  </a:lnTo>
                  <a:lnTo>
                    <a:pt x="391" y="48"/>
                  </a:lnTo>
                  <a:lnTo>
                    <a:pt x="398" y="48"/>
                  </a:lnTo>
                  <a:lnTo>
                    <a:pt x="399" y="48"/>
                  </a:lnTo>
                  <a:lnTo>
                    <a:pt x="399" y="48"/>
                  </a:lnTo>
                  <a:lnTo>
                    <a:pt x="399" y="48"/>
                  </a:lnTo>
                  <a:lnTo>
                    <a:pt x="399" y="47"/>
                  </a:lnTo>
                  <a:lnTo>
                    <a:pt x="399" y="46"/>
                  </a:lnTo>
                  <a:lnTo>
                    <a:pt x="401" y="46"/>
                  </a:lnTo>
                  <a:lnTo>
                    <a:pt x="401" y="44"/>
                  </a:lnTo>
                  <a:lnTo>
                    <a:pt x="402" y="43"/>
                  </a:lnTo>
                  <a:lnTo>
                    <a:pt x="401" y="42"/>
                  </a:lnTo>
                  <a:lnTo>
                    <a:pt x="401" y="40"/>
                  </a:lnTo>
                  <a:lnTo>
                    <a:pt x="400" y="38"/>
                  </a:lnTo>
                  <a:lnTo>
                    <a:pt x="399" y="38"/>
                  </a:lnTo>
                  <a:lnTo>
                    <a:pt x="398" y="37"/>
                  </a:lnTo>
                  <a:lnTo>
                    <a:pt x="397" y="35"/>
                  </a:lnTo>
                  <a:lnTo>
                    <a:pt x="397" y="34"/>
                  </a:lnTo>
                  <a:lnTo>
                    <a:pt x="396" y="31"/>
                  </a:lnTo>
                  <a:lnTo>
                    <a:pt x="395" y="30"/>
                  </a:lnTo>
                  <a:lnTo>
                    <a:pt x="395" y="27"/>
                  </a:lnTo>
                  <a:lnTo>
                    <a:pt x="394" y="26"/>
                  </a:lnTo>
                  <a:lnTo>
                    <a:pt x="393" y="26"/>
                  </a:lnTo>
                  <a:lnTo>
                    <a:pt x="392" y="25"/>
                  </a:lnTo>
                  <a:lnTo>
                    <a:pt x="391" y="25"/>
                  </a:lnTo>
                  <a:lnTo>
                    <a:pt x="391" y="25"/>
                  </a:lnTo>
                  <a:close/>
                  <a:moveTo>
                    <a:pt x="375" y="74"/>
                  </a:moveTo>
                  <a:lnTo>
                    <a:pt x="371" y="74"/>
                  </a:lnTo>
                  <a:lnTo>
                    <a:pt x="370" y="74"/>
                  </a:lnTo>
                  <a:lnTo>
                    <a:pt x="369" y="74"/>
                  </a:lnTo>
                  <a:lnTo>
                    <a:pt x="368" y="74"/>
                  </a:lnTo>
                  <a:lnTo>
                    <a:pt x="367" y="73"/>
                  </a:lnTo>
                  <a:lnTo>
                    <a:pt x="366" y="71"/>
                  </a:lnTo>
                  <a:lnTo>
                    <a:pt x="366" y="69"/>
                  </a:lnTo>
                  <a:lnTo>
                    <a:pt x="363" y="65"/>
                  </a:lnTo>
                  <a:lnTo>
                    <a:pt x="360" y="61"/>
                  </a:lnTo>
                  <a:lnTo>
                    <a:pt x="360" y="59"/>
                  </a:lnTo>
                  <a:lnTo>
                    <a:pt x="361" y="59"/>
                  </a:lnTo>
                  <a:lnTo>
                    <a:pt x="362" y="58"/>
                  </a:lnTo>
                  <a:lnTo>
                    <a:pt x="362" y="58"/>
                  </a:lnTo>
                  <a:lnTo>
                    <a:pt x="363" y="57"/>
                  </a:lnTo>
                  <a:lnTo>
                    <a:pt x="364" y="57"/>
                  </a:lnTo>
                  <a:lnTo>
                    <a:pt x="365" y="56"/>
                  </a:lnTo>
                  <a:lnTo>
                    <a:pt x="366" y="56"/>
                  </a:lnTo>
                  <a:lnTo>
                    <a:pt x="366" y="57"/>
                  </a:lnTo>
                  <a:lnTo>
                    <a:pt x="366" y="57"/>
                  </a:lnTo>
                  <a:lnTo>
                    <a:pt x="366" y="58"/>
                  </a:lnTo>
                  <a:lnTo>
                    <a:pt x="366" y="59"/>
                  </a:lnTo>
                  <a:lnTo>
                    <a:pt x="369" y="62"/>
                  </a:lnTo>
                  <a:lnTo>
                    <a:pt x="373" y="65"/>
                  </a:lnTo>
                  <a:lnTo>
                    <a:pt x="374" y="67"/>
                  </a:lnTo>
                  <a:lnTo>
                    <a:pt x="374" y="70"/>
                  </a:lnTo>
                  <a:lnTo>
                    <a:pt x="375" y="71"/>
                  </a:lnTo>
                  <a:lnTo>
                    <a:pt x="375" y="71"/>
                  </a:lnTo>
                  <a:lnTo>
                    <a:pt x="375" y="71"/>
                  </a:lnTo>
                  <a:lnTo>
                    <a:pt x="375" y="74"/>
                  </a:lnTo>
                  <a:lnTo>
                    <a:pt x="375" y="74"/>
                  </a:lnTo>
                  <a:close/>
                  <a:moveTo>
                    <a:pt x="405" y="94"/>
                  </a:moveTo>
                  <a:lnTo>
                    <a:pt x="447" y="94"/>
                  </a:lnTo>
                  <a:lnTo>
                    <a:pt x="447" y="110"/>
                  </a:lnTo>
                  <a:lnTo>
                    <a:pt x="405" y="110"/>
                  </a:lnTo>
                  <a:lnTo>
                    <a:pt x="405" y="94"/>
                  </a:lnTo>
                  <a:lnTo>
                    <a:pt x="405" y="94"/>
                  </a:lnTo>
                  <a:close/>
                  <a:moveTo>
                    <a:pt x="405" y="113"/>
                  </a:moveTo>
                  <a:lnTo>
                    <a:pt x="447" y="113"/>
                  </a:lnTo>
                  <a:lnTo>
                    <a:pt x="447" y="120"/>
                  </a:lnTo>
                  <a:lnTo>
                    <a:pt x="405" y="120"/>
                  </a:lnTo>
                  <a:lnTo>
                    <a:pt x="405" y="113"/>
                  </a:lnTo>
                  <a:lnTo>
                    <a:pt x="405" y="113"/>
                  </a:lnTo>
                  <a:close/>
                  <a:moveTo>
                    <a:pt x="405" y="134"/>
                  </a:moveTo>
                  <a:lnTo>
                    <a:pt x="407" y="133"/>
                  </a:lnTo>
                  <a:lnTo>
                    <a:pt x="409" y="131"/>
                  </a:lnTo>
                  <a:lnTo>
                    <a:pt x="411" y="130"/>
                  </a:lnTo>
                  <a:lnTo>
                    <a:pt x="414" y="128"/>
                  </a:lnTo>
                  <a:lnTo>
                    <a:pt x="415" y="126"/>
                  </a:lnTo>
                  <a:lnTo>
                    <a:pt x="416" y="126"/>
                  </a:lnTo>
                  <a:lnTo>
                    <a:pt x="418" y="124"/>
                  </a:lnTo>
                  <a:lnTo>
                    <a:pt x="418" y="123"/>
                  </a:lnTo>
                  <a:lnTo>
                    <a:pt x="419" y="122"/>
                  </a:lnTo>
                  <a:lnTo>
                    <a:pt x="419" y="122"/>
                  </a:lnTo>
                  <a:lnTo>
                    <a:pt x="405" y="122"/>
                  </a:lnTo>
                  <a:lnTo>
                    <a:pt x="405" y="134"/>
                  </a:lnTo>
                  <a:lnTo>
                    <a:pt x="405" y="134"/>
                  </a:lnTo>
                  <a:close/>
                  <a:moveTo>
                    <a:pt x="446" y="134"/>
                  </a:moveTo>
                  <a:lnTo>
                    <a:pt x="445" y="134"/>
                  </a:lnTo>
                  <a:lnTo>
                    <a:pt x="443" y="131"/>
                  </a:lnTo>
                  <a:lnTo>
                    <a:pt x="440" y="130"/>
                  </a:lnTo>
                  <a:lnTo>
                    <a:pt x="438" y="128"/>
                  </a:lnTo>
                  <a:lnTo>
                    <a:pt x="436" y="126"/>
                  </a:lnTo>
                  <a:lnTo>
                    <a:pt x="435" y="126"/>
                  </a:lnTo>
                  <a:lnTo>
                    <a:pt x="435" y="124"/>
                  </a:lnTo>
                  <a:lnTo>
                    <a:pt x="434" y="123"/>
                  </a:lnTo>
                  <a:lnTo>
                    <a:pt x="433" y="122"/>
                  </a:lnTo>
                  <a:lnTo>
                    <a:pt x="433" y="122"/>
                  </a:lnTo>
                  <a:lnTo>
                    <a:pt x="447" y="122"/>
                  </a:lnTo>
                  <a:lnTo>
                    <a:pt x="446" y="134"/>
                  </a:lnTo>
                  <a:lnTo>
                    <a:pt x="446" y="134"/>
                  </a:lnTo>
                  <a:close/>
                  <a:moveTo>
                    <a:pt x="447" y="79"/>
                  </a:moveTo>
                  <a:lnTo>
                    <a:pt x="444" y="79"/>
                  </a:lnTo>
                  <a:lnTo>
                    <a:pt x="444" y="70"/>
                  </a:lnTo>
                  <a:lnTo>
                    <a:pt x="443" y="69"/>
                  </a:lnTo>
                  <a:lnTo>
                    <a:pt x="443" y="69"/>
                  </a:lnTo>
                  <a:lnTo>
                    <a:pt x="441" y="69"/>
                  </a:lnTo>
                  <a:lnTo>
                    <a:pt x="440" y="69"/>
                  </a:lnTo>
                  <a:lnTo>
                    <a:pt x="439" y="70"/>
                  </a:lnTo>
                  <a:lnTo>
                    <a:pt x="438" y="70"/>
                  </a:lnTo>
                  <a:lnTo>
                    <a:pt x="438" y="71"/>
                  </a:lnTo>
                  <a:lnTo>
                    <a:pt x="438" y="72"/>
                  </a:lnTo>
                  <a:lnTo>
                    <a:pt x="438" y="73"/>
                  </a:lnTo>
                  <a:lnTo>
                    <a:pt x="438" y="73"/>
                  </a:lnTo>
                  <a:lnTo>
                    <a:pt x="436" y="74"/>
                  </a:lnTo>
                  <a:lnTo>
                    <a:pt x="435" y="74"/>
                  </a:lnTo>
                  <a:lnTo>
                    <a:pt x="435" y="75"/>
                  </a:lnTo>
                  <a:lnTo>
                    <a:pt x="435" y="76"/>
                  </a:lnTo>
                  <a:lnTo>
                    <a:pt x="435" y="77"/>
                  </a:lnTo>
                  <a:lnTo>
                    <a:pt x="435" y="78"/>
                  </a:lnTo>
                  <a:lnTo>
                    <a:pt x="435" y="78"/>
                  </a:lnTo>
                  <a:lnTo>
                    <a:pt x="435" y="78"/>
                  </a:lnTo>
                  <a:lnTo>
                    <a:pt x="436" y="79"/>
                  </a:lnTo>
                  <a:lnTo>
                    <a:pt x="438" y="81"/>
                  </a:lnTo>
                  <a:lnTo>
                    <a:pt x="439" y="82"/>
                  </a:lnTo>
                  <a:lnTo>
                    <a:pt x="441" y="82"/>
                  </a:lnTo>
                  <a:lnTo>
                    <a:pt x="442" y="82"/>
                  </a:lnTo>
                  <a:lnTo>
                    <a:pt x="445" y="82"/>
                  </a:lnTo>
                  <a:lnTo>
                    <a:pt x="447" y="82"/>
                  </a:lnTo>
                  <a:lnTo>
                    <a:pt x="447" y="79"/>
                  </a:lnTo>
                  <a:lnTo>
                    <a:pt x="447" y="79"/>
                  </a:lnTo>
                  <a:close/>
                  <a:moveTo>
                    <a:pt x="473" y="83"/>
                  </a:moveTo>
                  <a:lnTo>
                    <a:pt x="478" y="83"/>
                  </a:lnTo>
                  <a:lnTo>
                    <a:pt x="479" y="83"/>
                  </a:lnTo>
                  <a:lnTo>
                    <a:pt x="480" y="82"/>
                  </a:lnTo>
                  <a:lnTo>
                    <a:pt x="481" y="82"/>
                  </a:lnTo>
                  <a:lnTo>
                    <a:pt x="482" y="82"/>
                  </a:lnTo>
                  <a:lnTo>
                    <a:pt x="483" y="79"/>
                  </a:lnTo>
                  <a:lnTo>
                    <a:pt x="483" y="77"/>
                  </a:lnTo>
                  <a:lnTo>
                    <a:pt x="484" y="75"/>
                  </a:lnTo>
                  <a:lnTo>
                    <a:pt x="485" y="74"/>
                  </a:lnTo>
                  <a:lnTo>
                    <a:pt x="486" y="73"/>
                  </a:lnTo>
                  <a:lnTo>
                    <a:pt x="487" y="72"/>
                  </a:lnTo>
                  <a:lnTo>
                    <a:pt x="487" y="71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68"/>
                  </a:lnTo>
                  <a:lnTo>
                    <a:pt x="488" y="66"/>
                  </a:lnTo>
                  <a:lnTo>
                    <a:pt x="487" y="65"/>
                  </a:lnTo>
                  <a:lnTo>
                    <a:pt x="487" y="65"/>
                  </a:lnTo>
                  <a:lnTo>
                    <a:pt x="487" y="65"/>
                  </a:lnTo>
                  <a:lnTo>
                    <a:pt x="486" y="64"/>
                  </a:lnTo>
                  <a:lnTo>
                    <a:pt x="485" y="64"/>
                  </a:lnTo>
                  <a:lnTo>
                    <a:pt x="484" y="65"/>
                  </a:lnTo>
                  <a:lnTo>
                    <a:pt x="484" y="65"/>
                  </a:lnTo>
                  <a:lnTo>
                    <a:pt x="484" y="66"/>
                  </a:lnTo>
                  <a:lnTo>
                    <a:pt x="484" y="67"/>
                  </a:lnTo>
                  <a:lnTo>
                    <a:pt x="483" y="68"/>
                  </a:lnTo>
                  <a:lnTo>
                    <a:pt x="480" y="70"/>
                  </a:lnTo>
                  <a:lnTo>
                    <a:pt x="479" y="70"/>
                  </a:lnTo>
                  <a:lnTo>
                    <a:pt x="477" y="71"/>
                  </a:lnTo>
                  <a:lnTo>
                    <a:pt x="476" y="72"/>
                  </a:lnTo>
                  <a:lnTo>
                    <a:pt x="475" y="74"/>
                  </a:lnTo>
                  <a:lnTo>
                    <a:pt x="475" y="76"/>
                  </a:lnTo>
                  <a:lnTo>
                    <a:pt x="475" y="78"/>
                  </a:lnTo>
                  <a:lnTo>
                    <a:pt x="475" y="79"/>
                  </a:lnTo>
                  <a:lnTo>
                    <a:pt x="475" y="79"/>
                  </a:lnTo>
                  <a:lnTo>
                    <a:pt x="473" y="79"/>
                  </a:lnTo>
                  <a:lnTo>
                    <a:pt x="473" y="83"/>
                  </a:lnTo>
                  <a:lnTo>
                    <a:pt x="473" y="83"/>
                  </a:lnTo>
                  <a:close/>
                  <a:moveTo>
                    <a:pt x="474" y="113"/>
                  </a:moveTo>
                  <a:lnTo>
                    <a:pt x="479" y="113"/>
                  </a:lnTo>
                  <a:lnTo>
                    <a:pt x="479" y="120"/>
                  </a:lnTo>
                  <a:lnTo>
                    <a:pt x="474" y="120"/>
                  </a:lnTo>
                  <a:lnTo>
                    <a:pt x="474" y="113"/>
                  </a:lnTo>
                  <a:lnTo>
                    <a:pt x="474" y="113"/>
                  </a:lnTo>
                  <a:close/>
                  <a:moveTo>
                    <a:pt x="473" y="84"/>
                  </a:moveTo>
                  <a:lnTo>
                    <a:pt x="479" y="84"/>
                  </a:lnTo>
                  <a:lnTo>
                    <a:pt x="479" y="92"/>
                  </a:lnTo>
                  <a:lnTo>
                    <a:pt x="473" y="92"/>
                  </a:lnTo>
                  <a:lnTo>
                    <a:pt x="473" y="84"/>
                  </a:lnTo>
                  <a:lnTo>
                    <a:pt x="473" y="84"/>
                  </a:lnTo>
                  <a:close/>
                  <a:moveTo>
                    <a:pt x="475" y="166"/>
                  </a:moveTo>
                  <a:lnTo>
                    <a:pt x="475" y="166"/>
                  </a:lnTo>
                  <a:lnTo>
                    <a:pt x="477" y="167"/>
                  </a:lnTo>
                  <a:lnTo>
                    <a:pt x="479" y="169"/>
                  </a:lnTo>
                  <a:lnTo>
                    <a:pt x="479" y="170"/>
                  </a:lnTo>
                  <a:lnTo>
                    <a:pt x="480" y="171"/>
                  </a:lnTo>
                  <a:lnTo>
                    <a:pt x="481" y="172"/>
                  </a:lnTo>
                  <a:lnTo>
                    <a:pt x="483" y="176"/>
                  </a:lnTo>
                  <a:lnTo>
                    <a:pt x="483" y="178"/>
                  </a:lnTo>
                  <a:lnTo>
                    <a:pt x="484" y="179"/>
                  </a:lnTo>
                  <a:lnTo>
                    <a:pt x="486" y="180"/>
                  </a:lnTo>
                  <a:lnTo>
                    <a:pt x="487" y="182"/>
                  </a:lnTo>
                  <a:lnTo>
                    <a:pt x="489" y="183"/>
                  </a:lnTo>
                  <a:lnTo>
                    <a:pt x="490" y="186"/>
                  </a:lnTo>
                  <a:lnTo>
                    <a:pt x="491" y="188"/>
                  </a:lnTo>
                  <a:lnTo>
                    <a:pt x="491" y="190"/>
                  </a:lnTo>
                  <a:lnTo>
                    <a:pt x="491" y="193"/>
                  </a:lnTo>
                  <a:lnTo>
                    <a:pt x="491" y="198"/>
                  </a:lnTo>
                  <a:lnTo>
                    <a:pt x="490" y="200"/>
                  </a:lnTo>
                  <a:lnTo>
                    <a:pt x="491" y="202"/>
                  </a:lnTo>
                  <a:lnTo>
                    <a:pt x="493" y="203"/>
                  </a:lnTo>
                  <a:lnTo>
                    <a:pt x="495" y="206"/>
                  </a:lnTo>
                  <a:lnTo>
                    <a:pt x="497" y="209"/>
                  </a:lnTo>
                  <a:lnTo>
                    <a:pt x="497" y="210"/>
                  </a:lnTo>
                  <a:lnTo>
                    <a:pt x="497" y="212"/>
                  </a:lnTo>
                  <a:lnTo>
                    <a:pt x="497" y="214"/>
                  </a:lnTo>
                  <a:lnTo>
                    <a:pt x="497" y="217"/>
                  </a:lnTo>
                  <a:lnTo>
                    <a:pt x="497" y="219"/>
                  </a:lnTo>
                  <a:lnTo>
                    <a:pt x="496" y="221"/>
                  </a:lnTo>
                  <a:lnTo>
                    <a:pt x="496" y="222"/>
                  </a:lnTo>
                  <a:lnTo>
                    <a:pt x="495" y="222"/>
                  </a:lnTo>
                  <a:lnTo>
                    <a:pt x="475" y="222"/>
                  </a:lnTo>
                  <a:lnTo>
                    <a:pt x="475" y="166"/>
                  </a:lnTo>
                  <a:lnTo>
                    <a:pt x="475" y="166"/>
                  </a:lnTo>
                  <a:close/>
                  <a:moveTo>
                    <a:pt x="474" y="226"/>
                  </a:moveTo>
                  <a:lnTo>
                    <a:pt x="501" y="226"/>
                  </a:lnTo>
                  <a:lnTo>
                    <a:pt x="501" y="234"/>
                  </a:lnTo>
                  <a:lnTo>
                    <a:pt x="474" y="234"/>
                  </a:lnTo>
                  <a:lnTo>
                    <a:pt x="474" y="22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07" name="îṣḻïḋé"/>
            <p:cNvSpPr/>
            <p:nvPr/>
          </p:nvSpPr>
          <p:spPr bwMode="auto">
            <a:xfrm>
              <a:off x="1914526" y="2486026"/>
              <a:ext cx="1882775" cy="1882775"/>
            </a:xfrm>
            <a:custGeom>
              <a:avLst/>
              <a:gdLst>
                <a:gd name="T0" fmla="*/ 784 w 1186"/>
                <a:gd name="T1" fmla="*/ 31 h 1186"/>
                <a:gd name="T2" fmla="*/ 982 w 1186"/>
                <a:gd name="T3" fmla="*/ 145 h 1186"/>
                <a:gd name="T4" fmla="*/ 1122 w 1186"/>
                <a:gd name="T5" fmla="*/ 323 h 1186"/>
                <a:gd name="T6" fmla="*/ 1184 w 1186"/>
                <a:gd name="T7" fmla="*/ 548 h 1186"/>
                <a:gd name="T8" fmla="*/ 1171 w 1186"/>
                <a:gd name="T9" fmla="*/ 727 h 1186"/>
                <a:gd name="T10" fmla="*/ 1077 w 1186"/>
                <a:gd name="T11" fmla="*/ 936 h 1186"/>
                <a:gd name="T12" fmla="*/ 913 w 1186"/>
                <a:gd name="T13" fmla="*/ 1093 h 1186"/>
                <a:gd name="T14" fmla="*/ 698 w 1186"/>
                <a:gd name="T15" fmla="*/ 1177 h 1186"/>
                <a:gd name="T16" fmla="*/ 518 w 1186"/>
                <a:gd name="T17" fmla="*/ 1181 h 1186"/>
                <a:gd name="T18" fmla="*/ 298 w 1186"/>
                <a:gd name="T19" fmla="*/ 1108 h 1186"/>
                <a:gd name="T20" fmla="*/ 127 w 1186"/>
                <a:gd name="T21" fmla="*/ 960 h 1186"/>
                <a:gd name="T22" fmla="*/ 23 w 1186"/>
                <a:gd name="T23" fmla="*/ 756 h 1186"/>
                <a:gd name="T24" fmla="*/ 1 w 1186"/>
                <a:gd name="T25" fmla="*/ 578 h 1186"/>
                <a:gd name="T26" fmla="*/ 53 w 1186"/>
                <a:gd name="T27" fmla="*/ 349 h 1186"/>
                <a:gd name="T28" fmla="*/ 184 w 1186"/>
                <a:gd name="T29" fmla="*/ 164 h 1186"/>
                <a:gd name="T30" fmla="*/ 376 w 1186"/>
                <a:gd name="T31" fmla="*/ 42 h 1186"/>
                <a:gd name="T32" fmla="*/ 593 w 1186"/>
                <a:gd name="T33" fmla="*/ 0 h 1186"/>
                <a:gd name="T34" fmla="*/ 491 w 1186"/>
                <a:gd name="T35" fmla="*/ 233 h 1186"/>
                <a:gd name="T36" fmla="*/ 362 w 1186"/>
                <a:gd name="T37" fmla="*/ 299 h 1186"/>
                <a:gd name="T38" fmla="*/ 268 w 1186"/>
                <a:gd name="T39" fmla="*/ 407 h 1186"/>
                <a:gd name="T40" fmla="*/ 222 w 1186"/>
                <a:gd name="T41" fmla="*/ 546 h 1186"/>
                <a:gd name="T42" fmla="*/ 224 w 1186"/>
                <a:gd name="T43" fmla="*/ 660 h 1186"/>
                <a:gd name="T44" fmla="*/ 278 w 1186"/>
                <a:gd name="T45" fmla="*/ 795 h 1186"/>
                <a:gd name="T46" fmla="*/ 392 w 1186"/>
                <a:gd name="T47" fmla="*/ 908 h 1186"/>
                <a:gd name="T48" fmla="*/ 431 w 1186"/>
                <a:gd name="T49" fmla="*/ 916 h 1186"/>
                <a:gd name="T50" fmla="*/ 304 w 1186"/>
                <a:gd name="T51" fmla="*/ 809 h 1186"/>
                <a:gd name="T52" fmla="*/ 244 w 1186"/>
                <a:gd name="T53" fmla="*/ 684 h 1186"/>
                <a:gd name="T54" fmla="*/ 232 w 1186"/>
                <a:gd name="T55" fmla="*/ 575 h 1186"/>
                <a:gd name="T56" fmla="*/ 268 w 1186"/>
                <a:gd name="T57" fmla="*/ 437 h 1186"/>
                <a:gd name="T58" fmla="*/ 351 w 1186"/>
                <a:gd name="T59" fmla="*/ 326 h 1186"/>
                <a:gd name="T60" fmla="*/ 469 w 1186"/>
                <a:gd name="T61" fmla="*/ 254 h 1186"/>
                <a:gd name="T62" fmla="*/ 593 w 1186"/>
                <a:gd name="T63" fmla="*/ 232 h 1186"/>
                <a:gd name="T64" fmla="*/ 717 w 1186"/>
                <a:gd name="T65" fmla="*/ 254 h 1186"/>
                <a:gd name="T66" fmla="*/ 836 w 1186"/>
                <a:gd name="T67" fmla="*/ 326 h 1186"/>
                <a:gd name="T68" fmla="*/ 919 w 1186"/>
                <a:gd name="T69" fmla="*/ 437 h 1186"/>
                <a:gd name="T70" fmla="*/ 954 w 1186"/>
                <a:gd name="T71" fmla="*/ 575 h 1186"/>
                <a:gd name="T72" fmla="*/ 943 w 1186"/>
                <a:gd name="T73" fmla="*/ 684 h 1186"/>
                <a:gd name="T74" fmla="*/ 883 w 1186"/>
                <a:gd name="T75" fmla="*/ 809 h 1186"/>
                <a:gd name="T76" fmla="*/ 756 w 1186"/>
                <a:gd name="T77" fmla="*/ 916 h 1186"/>
                <a:gd name="T78" fmla="*/ 795 w 1186"/>
                <a:gd name="T79" fmla="*/ 909 h 1186"/>
                <a:gd name="T80" fmla="*/ 909 w 1186"/>
                <a:gd name="T81" fmla="*/ 795 h 1186"/>
                <a:gd name="T82" fmla="*/ 961 w 1186"/>
                <a:gd name="T83" fmla="*/ 660 h 1186"/>
                <a:gd name="T84" fmla="*/ 965 w 1186"/>
                <a:gd name="T85" fmla="*/ 546 h 1186"/>
                <a:gd name="T86" fmla="*/ 918 w 1186"/>
                <a:gd name="T87" fmla="*/ 407 h 1186"/>
                <a:gd name="T88" fmla="*/ 825 w 1186"/>
                <a:gd name="T89" fmla="*/ 299 h 1186"/>
                <a:gd name="T90" fmla="*/ 696 w 1186"/>
                <a:gd name="T91" fmla="*/ 233 h 1186"/>
                <a:gd name="T92" fmla="*/ 593 w 1186"/>
                <a:gd name="T93" fmla="*/ 14 h 1186"/>
                <a:gd name="T94" fmla="*/ 408 w 1186"/>
                <a:gd name="T95" fmla="*/ 44 h 1186"/>
                <a:gd name="T96" fmla="*/ 214 w 1186"/>
                <a:gd name="T97" fmla="*/ 155 h 1186"/>
                <a:gd name="T98" fmla="*/ 77 w 1186"/>
                <a:gd name="T99" fmla="*/ 330 h 1186"/>
                <a:gd name="T100" fmla="*/ 15 w 1186"/>
                <a:gd name="T101" fmla="*/ 548 h 1186"/>
                <a:gd name="T102" fmla="*/ 28 w 1186"/>
                <a:gd name="T103" fmla="*/ 724 h 1186"/>
                <a:gd name="T104" fmla="*/ 120 w 1186"/>
                <a:gd name="T105" fmla="*/ 928 h 1186"/>
                <a:gd name="T106" fmla="*/ 281 w 1186"/>
                <a:gd name="T107" fmla="*/ 1081 h 1186"/>
                <a:gd name="T108" fmla="*/ 491 w 1186"/>
                <a:gd name="T109" fmla="*/ 1164 h 1186"/>
                <a:gd name="T110" fmla="*/ 667 w 1186"/>
                <a:gd name="T111" fmla="*/ 1169 h 1186"/>
                <a:gd name="T112" fmla="*/ 882 w 1186"/>
                <a:gd name="T113" fmla="*/ 1096 h 1186"/>
                <a:gd name="T114" fmla="*/ 1050 w 1186"/>
                <a:gd name="T115" fmla="*/ 951 h 1186"/>
                <a:gd name="T116" fmla="*/ 1151 w 1186"/>
                <a:gd name="T117" fmla="*/ 752 h 1186"/>
                <a:gd name="T118" fmla="*/ 1173 w 1186"/>
                <a:gd name="T119" fmla="*/ 578 h 1186"/>
                <a:gd name="T120" fmla="*/ 1122 w 1186"/>
                <a:gd name="T121" fmla="*/ 355 h 1186"/>
                <a:gd name="T122" fmla="*/ 994 w 1186"/>
                <a:gd name="T123" fmla="*/ 174 h 1186"/>
                <a:gd name="T124" fmla="*/ 806 w 1186"/>
                <a:gd name="T125" fmla="*/ 54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86" h="1186">
                  <a:moveTo>
                    <a:pt x="593" y="0"/>
                  </a:moveTo>
                  <a:lnTo>
                    <a:pt x="593" y="0"/>
                  </a:lnTo>
                  <a:lnTo>
                    <a:pt x="593" y="0"/>
                  </a:lnTo>
                  <a:lnTo>
                    <a:pt x="609" y="1"/>
                  </a:lnTo>
                  <a:lnTo>
                    <a:pt x="624" y="1"/>
                  </a:lnTo>
                  <a:lnTo>
                    <a:pt x="639" y="2"/>
                  </a:lnTo>
                  <a:lnTo>
                    <a:pt x="654" y="3"/>
                  </a:lnTo>
                  <a:lnTo>
                    <a:pt x="669" y="5"/>
                  </a:lnTo>
                  <a:lnTo>
                    <a:pt x="684" y="7"/>
                  </a:lnTo>
                  <a:lnTo>
                    <a:pt x="698" y="10"/>
                  </a:lnTo>
                  <a:lnTo>
                    <a:pt x="713" y="13"/>
                  </a:lnTo>
                  <a:lnTo>
                    <a:pt x="727" y="15"/>
                  </a:lnTo>
                  <a:lnTo>
                    <a:pt x="741" y="19"/>
                  </a:lnTo>
                  <a:lnTo>
                    <a:pt x="756" y="23"/>
                  </a:lnTo>
                  <a:lnTo>
                    <a:pt x="769" y="27"/>
                  </a:lnTo>
                  <a:lnTo>
                    <a:pt x="784" y="31"/>
                  </a:lnTo>
                  <a:lnTo>
                    <a:pt x="797" y="36"/>
                  </a:lnTo>
                  <a:lnTo>
                    <a:pt x="811" y="42"/>
                  </a:lnTo>
                  <a:lnTo>
                    <a:pt x="825" y="47"/>
                  </a:lnTo>
                  <a:lnTo>
                    <a:pt x="837" y="53"/>
                  </a:lnTo>
                  <a:lnTo>
                    <a:pt x="850" y="59"/>
                  </a:lnTo>
                  <a:lnTo>
                    <a:pt x="863" y="65"/>
                  </a:lnTo>
                  <a:lnTo>
                    <a:pt x="876" y="72"/>
                  </a:lnTo>
                  <a:lnTo>
                    <a:pt x="889" y="79"/>
                  </a:lnTo>
                  <a:lnTo>
                    <a:pt x="901" y="87"/>
                  </a:lnTo>
                  <a:lnTo>
                    <a:pt x="913" y="94"/>
                  </a:lnTo>
                  <a:lnTo>
                    <a:pt x="925" y="102"/>
                  </a:lnTo>
                  <a:lnTo>
                    <a:pt x="937" y="110"/>
                  </a:lnTo>
                  <a:lnTo>
                    <a:pt x="948" y="119"/>
                  </a:lnTo>
                  <a:lnTo>
                    <a:pt x="959" y="127"/>
                  </a:lnTo>
                  <a:lnTo>
                    <a:pt x="970" y="135"/>
                  </a:lnTo>
                  <a:lnTo>
                    <a:pt x="982" y="145"/>
                  </a:lnTo>
                  <a:lnTo>
                    <a:pt x="992" y="155"/>
                  </a:lnTo>
                  <a:lnTo>
                    <a:pt x="1002" y="164"/>
                  </a:lnTo>
                  <a:lnTo>
                    <a:pt x="1013" y="174"/>
                  </a:lnTo>
                  <a:lnTo>
                    <a:pt x="1022" y="184"/>
                  </a:lnTo>
                  <a:lnTo>
                    <a:pt x="1032" y="195"/>
                  </a:lnTo>
                  <a:lnTo>
                    <a:pt x="1042" y="206"/>
                  </a:lnTo>
                  <a:lnTo>
                    <a:pt x="1050" y="216"/>
                  </a:lnTo>
                  <a:lnTo>
                    <a:pt x="1060" y="227"/>
                  </a:lnTo>
                  <a:lnTo>
                    <a:pt x="1069" y="239"/>
                  </a:lnTo>
                  <a:lnTo>
                    <a:pt x="1077" y="250"/>
                  </a:lnTo>
                  <a:lnTo>
                    <a:pt x="1085" y="262"/>
                  </a:lnTo>
                  <a:lnTo>
                    <a:pt x="1093" y="274"/>
                  </a:lnTo>
                  <a:lnTo>
                    <a:pt x="1101" y="286"/>
                  </a:lnTo>
                  <a:lnTo>
                    <a:pt x="1108" y="298"/>
                  </a:lnTo>
                  <a:lnTo>
                    <a:pt x="1114" y="311"/>
                  </a:lnTo>
                  <a:lnTo>
                    <a:pt x="1122" y="323"/>
                  </a:lnTo>
                  <a:lnTo>
                    <a:pt x="1128" y="336"/>
                  </a:lnTo>
                  <a:lnTo>
                    <a:pt x="1134" y="349"/>
                  </a:lnTo>
                  <a:lnTo>
                    <a:pt x="1140" y="363"/>
                  </a:lnTo>
                  <a:lnTo>
                    <a:pt x="1146" y="376"/>
                  </a:lnTo>
                  <a:lnTo>
                    <a:pt x="1150" y="389"/>
                  </a:lnTo>
                  <a:lnTo>
                    <a:pt x="1155" y="403"/>
                  </a:lnTo>
                  <a:lnTo>
                    <a:pt x="1160" y="417"/>
                  </a:lnTo>
                  <a:lnTo>
                    <a:pt x="1164" y="431"/>
                  </a:lnTo>
                  <a:lnTo>
                    <a:pt x="1167" y="445"/>
                  </a:lnTo>
                  <a:lnTo>
                    <a:pt x="1171" y="460"/>
                  </a:lnTo>
                  <a:lnTo>
                    <a:pt x="1174" y="474"/>
                  </a:lnTo>
                  <a:lnTo>
                    <a:pt x="1177" y="488"/>
                  </a:lnTo>
                  <a:lnTo>
                    <a:pt x="1179" y="503"/>
                  </a:lnTo>
                  <a:lnTo>
                    <a:pt x="1182" y="518"/>
                  </a:lnTo>
                  <a:lnTo>
                    <a:pt x="1183" y="532"/>
                  </a:lnTo>
                  <a:lnTo>
                    <a:pt x="1184" y="548"/>
                  </a:lnTo>
                  <a:lnTo>
                    <a:pt x="1186" y="563"/>
                  </a:lnTo>
                  <a:lnTo>
                    <a:pt x="1186" y="578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608"/>
                  </a:lnTo>
                  <a:lnTo>
                    <a:pt x="1186" y="624"/>
                  </a:lnTo>
                  <a:lnTo>
                    <a:pt x="1184" y="639"/>
                  </a:lnTo>
                  <a:lnTo>
                    <a:pt x="1183" y="654"/>
                  </a:lnTo>
                  <a:lnTo>
                    <a:pt x="1182" y="669"/>
                  </a:lnTo>
                  <a:lnTo>
                    <a:pt x="1179" y="684"/>
                  </a:lnTo>
                  <a:lnTo>
                    <a:pt x="1177" y="698"/>
                  </a:lnTo>
                  <a:lnTo>
                    <a:pt x="1174" y="713"/>
                  </a:lnTo>
                  <a:lnTo>
                    <a:pt x="1171" y="727"/>
                  </a:lnTo>
                  <a:lnTo>
                    <a:pt x="1167" y="741"/>
                  </a:lnTo>
                  <a:lnTo>
                    <a:pt x="1164" y="756"/>
                  </a:lnTo>
                  <a:lnTo>
                    <a:pt x="1160" y="769"/>
                  </a:lnTo>
                  <a:lnTo>
                    <a:pt x="1155" y="784"/>
                  </a:lnTo>
                  <a:lnTo>
                    <a:pt x="1150" y="797"/>
                  </a:lnTo>
                  <a:lnTo>
                    <a:pt x="1146" y="811"/>
                  </a:lnTo>
                  <a:lnTo>
                    <a:pt x="1140" y="824"/>
                  </a:lnTo>
                  <a:lnTo>
                    <a:pt x="1134" y="837"/>
                  </a:lnTo>
                  <a:lnTo>
                    <a:pt x="1128" y="851"/>
                  </a:lnTo>
                  <a:lnTo>
                    <a:pt x="1122" y="864"/>
                  </a:lnTo>
                  <a:lnTo>
                    <a:pt x="1114" y="876"/>
                  </a:lnTo>
                  <a:lnTo>
                    <a:pt x="1108" y="888"/>
                  </a:lnTo>
                  <a:lnTo>
                    <a:pt x="1101" y="900"/>
                  </a:lnTo>
                  <a:lnTo>
                    <a:pt x="1093" y="912"/>
                  </a:lnTo>
                  <a:lnTo>
                    <a:pt x="1085" y="924"/>
                  </a:lnTo>
                  <a:lnTo>
                    <a:pt x="1077" y="936"/>
                  </a:lnTo>
                  <a:lnTo>
                    <a:pt x="1069" y="948"/>
                  </a:lnTo>
                  <a:lnTo>
                    <a:pt x="1060" y="960"/>
                  </a:lnTo>
                  <a:lnTo>
                    <a:pt x="1050" y="970"/>
                  </a:lnTo>
                  <a:lnTo>
                    <a:pt x="1042" y="981"/>
                  </a:lnTo>
                  <a:lnTo>
                    <a:pt x="1032" y="992"/>
                  </a:lnTo>
                  <a:lnTo>
                    <a:pt x="1022" y="1002"/>
                  </a:lnTo>
                  <a:lnTo>
                    <a:pt x="1013" y="1012"/>
                  </a:lnTo>
                  <a:lnTo>
                    <a:pt x="1002" y="1022"/>
                  </a:lnTo>
                  <a:lnTo>
                    <a:pt x="992" y="1032"/>
                  </a:lnTo>
                  <a:lnTo>
                    <a:pt x="982" y="1041"/>
                  </a:lnTo>
                  <a:lnTo>
                    <a:pt x="970" y="1051"/>
                  </a:lnTo>
                  <a:lnTo>
                    <a:pt x="959" y="1060"/>
                  </a:lnTo>
                  <a:lnTo>
                    <a:pt x="948" y="1069"/>
                  </a:lnTo>
                  <a:lnTo>
                    <a:pt x="937" y="1077"/>
                  </a:lnTo>
                  <a:lnTo>
                    <a:pt x="925" y="1085"/>
                  </a:lnTo>
                  <a:lnTo>
                    <a:pt x="913" y="1093"/>
                  </a:lnTo>
                  <a:lnTo>
                    <a:pt x="901" y="1101"/>
                  </a:lnTo>
                  <a:lnTo>
                    <a:pt x="889" y="1108"/>
                  </a:lnTo>
                  <a:lnTo>
                    <a:pt x="876" y="1114"/>
                  </a:lnTo>
                  <a:lnTo>
                    <a:pt x="863" y="1121"/>
                  </a:lnTo>
                  <a:lnTo>
                    <a:pt x="850" y="1128"/>
                  </a:lnTo>
                  <a:lnTo>
                    <a:pt x="837" y="1134"/>
                  </a:lnTo>
                  <a:lnTo>
                    <a:pt x="825" y="1140"/>
                  </a:lnTo>
                  <a:lnTo>
                    <a:pt x="811" y="1145"/>
                  </a:lnTo>
                  <a:lnTo>
                    <a:pt x="797" y="1150"/>
                  </a:lnTo>
                  <a:lnTo>
                    <a:pt x="784" y="1155"/>
                  </a:lnTo>
                  <a:lnTo>
                    <a:pt x="769" y="1160"/>
                  </a:lnTo>
                  <a:lnTo>
                    <a:pt x="756" y="1164"/>
                  </a:lnTo>
                  <a:lnTo>
                    <a:pt x="741" y="1168"/>
                  </a:lnTo>
                  <a:lnTo>
                    <a:pt x="727" y="1171"/>
                  </a:lnTo>
                  <a:lnTo>
                    <a:pt x="713" y="1174"/>
                  </a:lnTo>
                  <a:lnTo>
                    <a:pt x="698" y="1177"/>
                  </a:lnTo>
                  <a:lnTo>
                    <a:pt x="684" y="1179"/>
                  </a:lnTo>
                  <a:lnTo>
                    <a:pt x="669" y="1181"/>
                  </a:lnTo>
                  <a:lnTo>
                    <a:pt x="654" y="1183"/>
                  </a:lnTo>
                  <a:lnTo>
                    <a:pt x="639" y="1185"/>
                  </a:lnTo>
                  <a:lnTo>
                    <a:pt x="624" y="1185"/>
                  </a:lnTo>
                  <a:lnTo>
                    <a:pt x="609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78" y="1186"/>
                  </a:lnTo>
                  <a:lnTo>
                    <a:pt x="563" y="1185"/>
                  </a:lnTo>
                  <a:lnTo>
                    <a:pt x="548" y="1185"/>
                  </a:lnTo>
                  <a:lnTo>
                    <a:pt x="532" y="1183"/>
                  </a:lnTo>
                  <a:lnTo>
                    <a:pt x="518" y="1181"/>
                  </a:lnTo>
                  <a:lnTo>
                    <a:pt x="503" y="1179"/>
                  </a:lnTo>
                  <a:lnTo>
                    <a:pt x="488" y="1177"/>
                  </a:lnTo>
                  <a:lnTo>
                    <a:pt x="474" y="1174"/>
                  </a:lnTo>
                  <a:lnTo>
                    <a:pt x="460" y="1171"/>
                  </a:lnTo>
                  <a:lnTo>
                    <a:pt x="445" y="1168"/>
                  </a:lnTo>
                  <a:lnTo>
                    <a:pt x="431" y="1164"/>
                  </a:lnTo>
                  <a:lnTo>
                    <a:pt x="417" y="1160"/>
                  </a:lnTo>
                  <a:lnTo>
                    <a:pt x="404" y="1155"/>
                  </a:lnTo>
                  <a:lnTo>
                    <a:pt x="389" y="1150"/>
                  </a:lnTo>
                  <a:lnTo>
                    <a:pt x="376" y="1145"/>
                  </a:lnTo>
                  <a:lnTo>
                    <a:pt x="363" y="1140"/>
                  </a:lnTo>
                  <a:lnTo>
                    <a:pt x="349" y="1134"/>
                  </a:lnTo>
                  <a:lnTo>
                    <a:pt x="336" y="1128"/>
                  </a:lnTo>
                  <a:lnTo>
                    <a:pt x="324" y="1121"/>
                  </a:lnTo>
                  <a:lnTo>
                    <a:pt x="311" y="1114"/>
                  </a:lnTo>
                  <a:lnTo>
                    <a:pt x="298" y="1108"/>
                  </a:lnTo>
                  <a:lnTo>
                    <a:pt x="286" y="1101"/>
                  </a:lnTo>
                  <a:lnTo>
                    <a:pt x="274" y="1093"/>
                  </a:lnTo>
                  <a:lnTo>
                    <a:pt x="262" y="1085"/>
                  </a:lnTo>
                  <a:lnTo>
                    <a:pt x="250" y="1077"/>
                  </a:lnTo>
                  <a:lnTo>
                    <a:pt x="239" y="1069"/>
                  </a:lnTo>
                  <a:lnTo>
                    <a:pt x="227" y="1060"/>
                  </a:lnTo>
                  <a:lnTo>
                    <a:pt x="216" y="1051"/>
                  </a:lnTo>
                  <a:lnTo>
                    <a:pt x="205" y="1041"/>
                  </a:lnTo>
                  <a:lnTo>
                    <a:pt x="195" y="1032"/>
                  </a:lnTo>
                  <a:lnTo>
                    <a:pt x="184" y="1022"/>
                  </a:lnTo>
                  <a:lnTo>
                    <a:pt x="174" y="1012"/>
                  </a:lnTo>
                  <a:lnTo>
                    <a:pt x="164" y="1002"/>
                  </a:lnTo>
                  <a:lnTo>
                    <a:pt x="155" y="992"/>
                  </a:lnTo>
                  <a:lnTo>
                    <a:pt x="145" y="981"/>
                  </a:lnTo>
                  <a:lnTo>
                    <a:pt x="135" y="970"/>
                  </a:lnTo>
                  <a:lnTo>
                    <a:pt x="127" y="960"/>
                  </a:lnTo>
                  <a:lnTo>
                    <a:pt x="118" y="948"/>
                  </a:lnTo>
                  <a:lnTo>
                    <a:pt x="110" y="936"/>
                  </a:lnTo>
                  <a:lnTo>
                    <a:pt x="102" y="924"/>
                  </a:lnTo>
                  <a:lnTo>
                    <a:pt x="94" y="912"/>
                  </a:lnTo>
                  <a:lnTo>
                    <a:pt x="87" y="900"/>
                  </a:lnTo>
                  <a:lnTo>
                    <a:pt x="79" y="888"/>
                  </a:lnTo>
                  <a:lnTo>
                    <a:pt x="71" y="876"/>
                  </a:lnTo>
                  <a:lnTo>
                    <a:pt x="65" y="864"/>
                  </a:lnTo>
                  <a:lnTo>
                    <a:pt x="59" y="851"/>
                  </a:lnTo>
                  <a:lnTo>
                    <a:pt x="53" y="837"/>
                  </a:lnTo>
                  <a:lnTo>
                    <a:pt x="47" y="824"/>
                  </a:lnTo>
                  <a:lnTo>
                    <a:pt x="42" y="811"/>
                  </a:lnTo>
                  <a:lnTo>
                    <a:pt x="36" y="797"/>
                  </a:lnTo>
                  <a:lnTo>
                    <a:pt x="31" y="784"/>
                  </a:lnTo>
                  <a:lnTo>
                    <a:pt x="27" y="769"/>
                  </a:lnTo>
                  <a:lnTo>
                    <a:pt x="23" y="756"/>
                  </a:lnTo>
                  <a:lnTo>
                    <a:pt x="19" y="741"/>
                  </a:lnTo>
                  <a:lnTo>
                    <a:pt x="15" y="727"/>
                  </a:lnTo>
                  <a:lnTo>
                    <a:pt x="12" y="713"/>
                  </a:lnTo>
                  <a:lnTo>
                    <a:pt x="10" y="698"/>
                  </a:lnTo>
                  <a:lnTo>
                    <a:pt x="7" y="684"/>
                  </a:lnTo>
                  <a:lnTo>
                    <a:pt x="5" y="669"/>
                  </a:lnTo>
                  <a:lnTo>
                    <a:pt x="3" y="654"/>
                  </a:lnTo>
                  <a:lnTo>
                    <a:pt x="2" y="639"/>
                  </a:lnTo>
                  <a:lnTo>
                    <a:pt x="1" y="624"/>
                  </a:lnTo>
                  <a:lnTo>
                    <a:pt x="1" y="608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1" y="578"/>
                  </a:lnTo>
                  <a:lnTo>
                    <a:pt x="1" y="563"/>
                  </a:lnTo>
                  <a:lnTo>
                    <a:pt x="2" y="548"/>
                  </a:lnTo>
                  <a:lnTo>
                    <a:pt x="3" y="532"/>
                  </a:lnTo>
                  <a:lnTo>
                    <a:pt x="5" y="518"/>
                  </a:lnTo>
                  <a:lnTo>
                    <a:pt x="7" y="503"/>
                  </a:lnTo>
                  <a:lnTo>
                    <a:pt x="10" y="488"/>
                  </a:lnTo>
                  <a:lnTo>
                    <a:pt x="12" y="474"/>
                  </a:lnTo>
                  <a:lnTo>
                    <a:pt x="15" y="460"/>
                  </a:lnTo>
                  <a:lnTo>
                    <a:pt x="19" y="445"/>
                  </a:lnTo>
                  <a:lnTo>
                    <a:pt x="23" y="431"/>
                  </a:lnTo>
                  <a:lnTo>
                    <a:pt x="27" y="417"/>
                  </a:lnTo>
                  <a:lnTo>
                    <a:pt x="31" y="403"/>
                  </a:lnTo>
                  <a:lnTo>
                    <a:pt x="36" y="389"/>
                  </a:lnTo>
                  <a:lnTo>
                    <a:pt x="42" y="376"/>
                  </a:lnTo>
                  <a:lnTo>
                    <a:pt x="47" y="363"/>
                  </a:lnTo>
                  <a:lnTo>
                    <a:pt x="53" y="349"/>
                  </a:lnTo>
                  <a:lnTo>
                    <a:pt x="59" y="336"/>
                  </a:lnTo>
                  <a:lnTo>
                    <a:pt x="65" y="323"/>
                  </a:lnTo>
                  <a:lnTo>
                    <a:pt x="71" y="311"/>
                  </a:lnTo>
                  <a:lnTo>
                    <a:pt x="79" y="298"/>
                  </a:lnTo>
                  <a:lnTo>
                    <a:pt x="87" y="286"/>
                  </a:lnTo>
                  <a:lnTo>
                    <a:pt x="94" y="274"/>
                  </a:lnTo>
                  <a:lnTo>
                    <a:pt x="102" y="262"/>
                  </a:lnTo>
                  <a:lnTo>
                    <a:pt x="110" y="250"/>
                  </a:lnTo>
                  <a:lnTo>
                    <a:pt x="118" y="239"/>
                  </a:lnTo>
                  <a:lnTo>
                    <a:pt x="127" y="227"/>
                  </a:lnTo>
                  <a:lnTo>
                    <a:pt x="135" y="216"/>
                  </a:lnTo>
                  <a:lnTo>
                    <a:pt x="145" y="206"/>
                  </a:lnTo>
                  <a:lnTo>
                    <a:pt x="155" y="195"/>
                  </a:lnTo>
                  <a:lnTo>
                    <a:pt x="164" y="184"/>
                  </a:lnTo>
                  <a:lnTo>
                    <a:pt x="174" y="174"/>
                  </a:lnTo>
                  <a:lnTo>
                    <a:pt x="184" y="164"/>
                  </a:lnTo>
                  <a:lnTo>
                    <a:pt x="195" y="155"/>
                  </a:lnTo>
                  <a:lnTo>
                    <a:pt x="205" y="145"/>
                  </a:lnTo>
                  <a:lnTo>
                    <a:pt x="216" y="135"/>
                  </a:lnTo>
                  <a:lnTo>
                    <a:pt x="227" y="127"/>
                  </a:lnTo>
                  <a:lnTo>
                    <a:pt x="239" y="119"/>
                  </a:lnTo>
                  <a:lnTo>
                    <a:pt x="250" y="110"/>
                  </a:lnTo>
                  <a:lnTo>
                    <a:pt x="262" y="102"/>
                  </a:lnTo>
                  <a:lnTo>
                    <a:pt x="274" y="94"/>
                  </a:lnTo>
                  <a:lnTo>
                    <a:pt x="286" y="87"/>
                  </a:lnTo>
                  <a:lnTo>
                    <a:pt x="298" y="79"/>
                  </a:lnTo>
                  <a:lnTo>
                    <a:pt x="311" y="72"/>
                  </a:lnTo>
                  <a:lnTo>
                    <a:pt x="324" y="65"/>
                  </a:lnTo>
                  <a:lnTo>
                    <a:pt x="336" y="59"/>
                  </a:lnTo>
                  <a:lnTo>
                    <a:pt x="349" y="53"/>
                  </a:lnTo>
                  <a:lnTo>
                    <a:pt x="363" y="47"/>
                  </a:lnTo>
                  <a:lnTo>
                    <a:pt x="376" y="42"/>
                  </a:lnTo>
                  <a:lnTo>
                    <a:pt x="389" y="36"/>
                  </a:lnTo>
                  <a:lnTo>
                    <a:pt x="404" y="31"/>
                  </a:lnTo>
                  <a:lnTo>
                    <a:pt x="417" y="27"/>
                  </a:lnTo>
                  <a:lnTo>
                    <a:pt x="431" y="23"/>
                  </a:lnTo>
                  <a:lnTo>
                    <a:pt x="445" y="19"/>
                  </a:lnTo>
                  <a:lnTo>
                    <a:pt x="460" y="15"/>
                  </a:lnTo>
                  <a:lnTo>
                    <a:pt x="474" y="13"/>
                  </a:lnTo>
                  <a:lnTo>
                    <a:pt x="488" y="10"/>
                  </a:lnTo>
                  <a:lnTo>
                    <a:pt x="503" y="7"/>
                  </a:lnTo>
                  <a:lnTo>
                    <a:pt x="518" y="5"/>
                  </a:lnTo>
                  <a:lnTo>
                    <a:pt x="532" y="3"/>
                  </a:lnTo>
                  <a:lnTo>
                    <a:pt x="548" y="2"/>
                  </a:lnTo>
                  <a:lnTo>
                    <a:pt x="563" y="1"/>
                  </a:lnTo>
                  <a:lnTo>
                    <a:pt x="578" y="1"/>
                  </a:lnTo>
                  <a:lnTo>
                    <a:pt x="593" y="0"/>
                  </a:lnTo>
                  <a:lnTo>
                    <a:pt x="593" y="0"/>
                  </a:lnTo>
                  <a:lnTo>
                    <a:pt x="593" y="0"/>
                  </a:lnTo>
                  <a:lnTo>
                    <a:pt x="593" y="0"/>
                  </a:lnTo>
                  <a:close/>
                  <a:moveTo>
                    <a:pt x="593" y="219"/>
                  </a:moveTo>
                  <a:lnTo>
                    <a:pt x="593" y="219"/>
                  </a:lnTo>
                  <a:lnTo>
                    <a:pt x="593" y="219"/>
                  </a:lnTo>
                  <a:lnTo>
                    <a:pt x="584" y="219"/>
                  </a:lnTo>
                  <a:lnTo>
                    <a:pt x="574" y="219"/>
                  </a:lnTo>
                  <a:lnTo>
                    <a:pt x="564" y="220"/>
                  </a:lnTo>
                  <a:lnTo>
                    <a:pt x="555" y="221"/>
                  </a:lnTo>
                  <a:lnTo>
                    <a:pt x="545" y="222"/>
                  </a:lnTo>
                  <a:lnTo>
                    <a:pt x="536" y="223"/>
                  </a:lnTo>
                  <a:lnTo>
                    <a:pt x="527" y="225"/>
                  </a:lnTo>
                  <a:lnTo>
                    <a:pt x="518" y="227"/>
                  </a:lnTo>
                  <a:lnTo>
                    <a:pt x="508" y="228"/>
                  </a:lnTo>
                  <a:lnTo>
                    <a:pt x="500" y="231"/>
                  </a:lnTo>
                  <a:lnTo>
                    <a:pt x="491" y="233"/>
                  </a:lnTo>
                  <a:lnTo>
                    <a:pt x="482" y="235"/>
                  </a:lnTo>
                  <a:lnTo>
                    <a:pt x="473" y="239"/>
                  </a:lnTo>
                  <a:lnTo>
                    <a:pt x="464" y="242"/>
                  </a:lnTo>
                  <a:lnTo>
                    <a:pt x="456" y="245"/>
                  </a:lnTo>
                  <a:lnTo>
                    <a:pt x="448" y="248"/>
                  </a:lnTo>
                  <a:lnTo>
                    <a:pt x="439" y="251"/>
                  </a:lnTo>
                  <a:lnTo>
                    <a:pt x="431" y="255"/>
                  </a:lnTo>
                  <a:lnTo>
                    <a:pt x="423" y="259"/>
                  </a:lnTo>
                  <a:lnTo>
                    <a:pt x="415" y="264"/>
                  </a:lnTo>
                  <a:lnTo>
                    <a:pt x="407" y="268"/>
                  </a:lnTo>
                  <a:lnTo>
                    <a:pt x="399" y="273"/>
                  </a:lnTo>
                  <a:lnTo>
                    <a:pt x="392" y="278"/>
                  </a:lnTo>
                  <a:lnTo>
                    <a:pt x="384" y="283"/>
                  </a:lnTo>
                  <a:lnTo>
                    <a:pt x="376" y="288"/>
                  </a:lnTo>
                  <a:lnTo>
                    <a:pt x="369" y="293"/>
                  </a:lnTo>
                  <a:lnTo>
                    <a:pt x="362" y="299"/>
                  </a:lnTo>
                  <a:lnTo>
                    <a:pt x="356" y="304"/>
                  </a:lnTo>
                  <a:lnTo>
                    <a:pt x="348" y="310"/>
                  </a:lnTo>
                  <a:lnTo>
                    <a:pt x="341" y="316"/>
                  </a:lnTo>
                  <a:lnTo>
                    <a:pt x="335" y="322"/>
                  </a:lnTo>
                  <a:lnTo>
                    <a:pt x="328" y="328"/>
                  </a:lnTo>
                  <a:lnTo>
                    <a:pt x="322" y="335"/>
                  </a:lnTo>
                  <a:lnTo>
                    <a:pt x="316" y="342"/>
                  </a:lnTo>
                  <a:lnTo>
                    <a:pt x="310" y="348"/>
                  </a:lnTo>
                  <a:lnTo>
                    <a:pt x="304" y="355"/>
                  </a:lnTo>
                  <a:lnTo>
                    <a:pt x="299" y="362"/>
                  </a:lnTo>
                  <a:lnTo>
                    <a:pt x="293" y="369"/>
                  </a:lnTo>
                  <a:lnTo>
                    <a:pt x="288" y="376"/>
                  </a:lnTo>
                  <a:lnTo>
                    <a:pt x="283" y="383"/>
                  </a:lnTo>
                  <a:lnTo>
                    <a:pt x="278" y="391"/>
                  </a:lnTo>
                  <a:lnTo>
                    <a:pt x="273" y="399"/>
                  </a:lnTo>
                  <a:lnTo>
                    <a:pt x="268" y="407"/>
                  </a:lnTo>
                  <a:lnTo>
                    <a:pt x="264" y="415"/>
                  </a:lnTo>
                  <a:lnTo>
                    <a:pt x="260" y="423"/>
                  </a:lnTo>
                  <a:lnTo>
                    <a:pt x="256" y="431"/>
                  </a:lnTo>
                  <a:lnTo>
                    <a:pt x="252" y="439"/>
                  </a:lnTo>
                  <a:lnTo>
                    <a:pt x="248" y="448"/>
                  </a:lnTo>
                  <a:lnTo>
                    <a:pt x="245" y="456"/>
                  </a:lnTo>
                  <a:lnTo>
                    <a:pt x="242" y="464"/>
                  </a:lnTo>
                  <a:lnTo>
                    <a:pt x="239" y="473"/>
                  </a:lnTo>
                  <a:lnTo>
                    <a:pt x="236" y="482"/>
                  </a:lnTo>
                  <a:lnTo>
                    <a:pt x="233" y="491"/>
                  </a:lnTo>
                  <a:lnTo>
                    <a:pt x="231" y="500"/>
                  </a:lnTo>
                  <a:lnTo>
                    <a:pt x="228" y="509"/>
                  </a:lnTo>
                  <a:lnTo>
                    <a:pt x="227" y="518"/>
                  </a:lnTo>
                  <a:lnTo>
                    <a:pt x="224" y="527"/>
                  </a:lnTo>
                  <a:lnTo>
                    <a:pt x="223" y="536"/>
                  </a:lnTo>
                  <a:lnTo>
                    <a:pt x="222" y="546"/>
                  </a:lnTo>
                  <a:lnTo>
                    <a:pt x="221" y="555"/>
                  </a:lnTo>
                  <a:lnTo>
                    <a:pt x="220" y="564"/>
                  </a:lnTo>
                  <a:lnTo>
                    <a:pt x="219" y="574"/>
                  </a:lnTo>
                  <a:lnTo>
                    <a:pt x="219" y="584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603"/>
                  </a:lnTo>
                  <a:lnTo>
                    <a:pt x="219" y="612"/>
                  </a:lnTo>
                  <a:lnTo>
                    <a:pt x="220" y="622"/>
                  </a:lnTo>
                  <a:lnTo>
                    <a:pt x="221" y="632"/>
                  </a:lnTo>
                  <a:lnTo>
                    <a:pt x="222" y="641"/>
                  </a:lnTo>
                  <a:lnTo>
                    <a:pt x="223" y="650"/>
                  </a:lnTo>
                  <a:lnTo>
                    <a:pt x="224" y="660"/>
                  </a:lnTo>
                  <a:lnTo>
                    <a:pt x="227" y="669"/>
                  </a:lnTo>
                  <a:lnTo>
                    <a:pt x="228" y="678"/>
                  </a:lnTo>
                  <a:lnTo>
                    <a:pt x="231" y="687"/>
                  </a:lnTo>
                  <a:lnTo>
                    <a:pt x="233" y="696"/>
                  </a:lnTo>
                  <a:lnTo>
                    <a:pt x="236" y="704"/>
                  </a:lnTo>
                  <a:lnTo>
                    <a:pt x="239" y="713"/>
                  </a:lnTo>
                  <a:lnTo>
                    <a:pt x="242" y="722"/>
                  </a:lnTo>
                  <a:lnTo>
                    <a:pt x="245" y="731"/>
                  </a:lnTo>
                  <a:lnTo>
                    <a:pt x="248" y="739"/>
                  </a:lnTo>
                  <a:lnTo>
                    <a:pt x="252" y="748"/>
                  </a:lnTo>
                  <a:lnTo>
                    <a:pt x="256" y="756"/>
                  </a:lnTo>
                  <a:lnTo>
                    <a:pt x="260" y="764"/>
                  </a:lnTo>
                  <a:lnTo>
                    <a:pt x="264" y="772"/>
                  </a:lnTo>
                  <a:lnTo>
                    <a:pt x="268" y="780"/>
                  </a:lnTo>
                  <a:lnTo>
                    <a:pt x="273" y="788"/>
                  </a:lnTo>
                  <a:lnTo>
                    <a:pt x="278" y="795"/>
                  </a:lnTo>
                  <a:lnTo>
                    <a:pt x="283" y="803"/>
                  </a:lnTo>
                  <a:lnTo>
                    <a:pt x="288" y="810"/>
                  </a:lnTo>
                  <a:lnTo>
                    <a:pt x="293" y="817"/>
                  </a:lnTo>
                  <a:lnTo>
                    <a:pt x="299" y="824"/>
                  </a:lnTo>
                  <a:lnTo>
                    <a:pt x="304" y="832"/>
                  </a:lnTo>
                  <a:lnTo>
                    <a:pt x="310" y="838"/>
                  </a:lnTo>
                  <a:lnTo>
                    <a:pt x="316" y="845"/>
                  </a:lnTo>
                  <a:lnTo>
                    <a:pt x="322" y="852"/>
                  </a:lnTo>
                  <a:lnTo>
                    <a:pt x="328" y="858"/>
                  </a:lnTo>
                  <a:lnTo>
                    <a:pt x="337" y="866"/>
                  </a:lnTo>
                  <a:lnTo>
                    <a:pt x="345" y="874"/>
                  </a:lnTo>
                  <a:lnTo>
                    <a:pt x="354" y="881"/>
                  </a:lnTo>
                  <a:lnTo>
                    <a:pt x="363" y="888"/>
                  </a:lnTo>
                  <a:lnTo>
                    <a:pt x="372" y="896"/>
                  </a:lnTo>
                  <a:lnTo>
                    <a:pt x="382" y="903"/>
                  </a:lnTo>
                  <a:lnTo>
                    <a:pt x="392" y="908"/>
                  </a:lnTo>
                  <a:lnTo>
                    <a:pt x="402" y="915"/>
                  </a:lnTo>
                  <a:lnTo>
                    <a:pt x="412" y="921"/>
                  </a:lnTo>
                  <a:lnTo>
                    <a:pt x="422" y="927"/>
                  </a:lnTo>
                  <a:lnTo>
                    <a:pt x="432" y="932"/>
                  </a:lnTo>
                  <a:lnTo>
                    <a:pt x="444" y="936"/>
                  </a:lnTo>
                  <a:lnTo>
                    <a:pt x="454" y="941"/>
                  </a:lnTo>
                  <a:lnTo>
                    <a:pt x="465" y="945"/>
                  </a:lnTo>
                  <a:lnTo>
                    <a:pt x="476" y="949"/>
                  </a:lnTo>
                  <a:lnTo>
                    <a:pt x="488" y="952"/>
                  </a:lnTo>
                  <a:lnTo>
                    <a:pt x="496" y="941"/>
                  </a:lnTo>
                  <a:lnTo>
                    <a:pt x="484" y="938"/>
                  </a:lnTo>
                  <a:lnTo>
                    <a:pt x="473" y="934"/>
                  </a:lnTo>
                  <a:lnTo>
                    <a:pt x="462" y="930"/>
                  </a:lnTo>
                  <a:lnTo>
                    <a:pt x="452" y="925"/>
                  </a:lnTo>
                  <a:lnTo>
                    <a:pt x="440" y="921"/>
                  </a:lnTo>
                  <a:lnTo>
                    <a:pt x="431" y="916"/>
                  </a:lnTo>
                  <a:lnTo>
                    <a:pt x="420" y="910"/>
                  </a:lnTo>
                  <a:lnTo>
                    <a:pt x="410" y="904"/>
                  </a:lnTo>
                  <a:lnTo>
                    <a:pt x="400" y="899"/>
                  </a:lnTo>
                  <a:lnTo>
                    <a:pt x="391" y="892"/>
                  </a:lnTo>
                  <a:lnTo>
                    <a:pt x="381" y="886"/>
                  </a:lnTo>
                  <a:lnTo>
                    <a:pt x="372" y="879"/>
                  </a:lnTo>
                  <a:lnTo>
                    <a:pt x="364" y="872"/>
                  </a:lnTo>
                  <a:lnTo>
                    <a:pt x="355" y="864"/>
                  </a:lnTo>
                  <a:lnTo>
                    <a:pt x="346" y="856"/>
                  </a:lnTo>
                  <a:lnTo>
                    <a:pt x="338" y="848"/>
                  </a:lnTo>
                  <a:lnTo>
                    <a:pt x="332" y="843"/>
                  </a:lnTo>
                  <a:lnTo>
                    <a:pt x="326" y="836"/>
                  </a:lnTo>
                  <a:lnTo>
                    <a:pt x="320" y="830"/>
                  </a:lnTo>
                  <a:lnTo>
                    <a:pt x="315" y="823"/>
                  </a:lnTo>
                  <a:lnTo>
                    <a:pt x="309" y="816"/>
                  </a:lnTo>
                  <a:lnTo>
                    <a:pt x="304" y="809"/>
                  </a:lnTo>
                  <a:lnTo>
                    <a:pt x="299" y="802"/>
                  </a:lnTo>
                  <a:lnTo>
                    <a:pt x="294" y="795"/>
                  </a:lnTo>
                  <a:lnTo>
                    <a:pt x="289" y="788"/>
                  </a:lnTo>
                  <a:lnTo>
                    <a:pt x="284" y="780"/>
                  </a:lnTo>
                  <a:lnTo>
                    <a:pt x="280" y="773"/>
                  </a:lnTo>
                  <a:lnTo>
                    <a:pt x="276" y="765"/>
                  </a:lnTo>
                  <a:lnTo>
                    <a:pt x="272" y="758"/>
                  </a:lnTo>
                  <a:lnTo>
                    <a:pt x="268" y="750"/>
                  </a:lnTo>
                  <a:lnTo>
                    <a:pt x="264" y="742"/>
                  </a:lnTo>
                  <a:lnTo>
                    <a:pt x="260" y="734"/>
                  </a:lnTo>
                  <a:lnTo>
                    <a:pt x="257" y="726"/>
                  </a:lnTo>
                  <a:lnTo>
                    <a:pt x="254" y="717"/>
                  </a:lnTo>
                  <a:lnTo>
                    <a:pt x="252" y="709"/>
                  </a:lnTo>
                  <a:lnTo>
                    <a:pt x="248" y="700"/>
                  </a:lnTo>
                  <a:lnTo>
                    <a:pt x="246" y="692"/>
                  </a:lnTo>
                  <a:lnTo>
                    <a:pt x="244" y="684"/>
                  </a:lnTo>
                  <a:lnTo>
                    <a:pt x="241" y="675"/>
                  </a:lnTo>
                  <a:lnTo>
                    <a:pt x="240" y="666"/>
                  </a:lnTo>
                  <a:lnTo>
                    <a:pt x="238" y="657"/>
                  </a:lnTo>
                  <a:lnTo>
                    <a:pt x="236" y="648"/>
                  </a:lnTo>
                  <a:lnTo>
                    <a:pt x="235" y="640"/>
                  </a:lnTo>
                  <a:lnTo>
                    <a:pt x="234" y="630"/>
                  </a:lnTo>
                  <a:lnTo>
                    <a:pt x="233" y="621"/>
                  </a:lnTo>
                  <a:lnTo>
                    <a:pt x="232" y="612"/>
                  </a:lnTo>
                  <a:lnTo>
                    <a:pt x="232" y="60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84"/>
                  </a:lnTo>
                  <a:lnTo>
                    <a:pt x="232" y="575"/>
                  </a:lnTo>
                  <a:lnTo>
                    <a:pt x="233" y="565"/>
                  </a:lnTo>
                  <a:lnTo>
                    <a:pt x="234" y="556"/>
                  </a:lnTo>
                  <a:lnTo>
                    <a:pt x="235" y="548"/>
                  </a:lnTo>
                  <a:lnTo>
                    <a:pt x="236" y="538"/>
                  </a:lnTo>
                  <a:lnTo>
                    <a:pt x="238" y="529"/>
                  </a:lnTo>
                  <a:lnTo>
                    <a:pt x="240" y="520"/>
                  </a:lnTo>
                  <a:lnTo>
                    <a:pt x="241" y="512"/>
                  </a:lnTo>
                  <a:lnTo>
                    <a:pt x="244" y="503"/>
                  </a:lnTo>
                  <a:lnTo>
                    <a:pt x="246" y="495"/>
                  </a:lnTo>
                  <a:lnTo>
                    <a:pt x="248" y="486"/>
                  </a:lnTo>
                  <a:lnTo>
                    <a:pt x="252" y="478"/>
                  </a:lnTo>
                  <a:lnTo>
                    <a:pt x="254" y="469"/>
                  </a:lnTo>
                  <a:lnTo>
                    <a:pt x="257" y="461"/>
                  </a:lnTo>
                  <a:lnTo>
                    <a:pt x="260" y="452"/>
                  </a:lnTo>
                  <a:lnTo>
                    <a:pt x="264" y="444"/>
                  </a:lnTo>
                  <a:lnTo>
                    <a:pt x="268" y="437"/>
                  </a:lnTo>
                  <a:lnTo>
                    <a:pt x="272" y="429"/>
                  </a:lnTo>
                  <a:lnTo>
                    <a:pt x="276" y="421"/>
                  </a:lnTo>
                  <a:lnTo>
                    <a:pt x="280" y="413"/>
                  </a:lnTo>
                  <a:lnTo>
                    <a:pt x="284" y="406"/>
                  </a:lnTo>
                  <a:lnTo>
                    <a:pt x="289" y="399"/>
                  </a:lnTo>
                  <a:lnTo>
                    <a:pt x="294" y="391"/>
                  </a:lnTo>
                  <a:lnTo>
                    <a:pt x="299" y="384"/>
                  </a:lnTo>
                  <a:lnTo>
                    <a:pt x="304" y="377"/>
                  </a:lnTo>
                  <a:lnTo>
                    <a:pt x="309" y="371"/>
                  </a:lnTo>
                  <a:lnTo>
                    <a:pt x="315" y="363"/>
                  </a:lnTo>
                  <a:lnTo>
                    <a:pt x="320" y="357"/>
                  </a:lnTo>
                  <a:lnTo>
                    <a:pt x="326" y="351"/>
                  </a:lnTo>
                  <a:lnTo>
                    <a:pt x="332" y="344"/>
                  </a:lnTo>
                  <a:lnTo>
                    <a:pt x="338" y="338"/>
                  </a:lnTo>
                  <a:lnTo>
                    <a:pt x="344" y="331"/>
                  </a:lnTo>
                  <a:lnTo>
                    <a:pt x="351" y="326"/>
                  </a:lnTo>
                  <a:lnTo>
                    <a:pt x="357" y="320"/>
                  </a:lnTo>
                  <a:lnTo>
                    <a:pt x="364" y="315"/>
                  </a:lnTo>
                  <a:lnTo>
                    <a:pt x="370" y="309"/>
                  </a:lnTo>
                  <a:lnTo>
                    <a:pt x="377" y="303"/>
                  </a:lnTo>
                  <a:lnTo>
                    <a:pt x="384" y="299"/>
                  </a:lnTo>
                  <a:lnTo>
                    <a:pt x="392" y="294"/>
                  </a:lnTo>
                  <a:lnTo>
                    <a:pt x="399" y="289"/>
                  </a:lnTo>
                  <a:lnTo>
                    <a:pt x="406" y="284"/>
                  </a:lnTo>
                  <a:lnTo>
                    <a:pt x="413" y="280"/>
                  </a:lnTo>
                  <a:lnTo>
                    <a:pt x="421" y="276"/>
                  </a:lnTo>
                  <a:lnTo>
                    <a:pt x="429" y="271"/>
                  </a:lnTo>
                  <a:lnTo>
                    <a:pt x="437" y="267"/>
                  </a:lnTo>
                  <a:lnTo>
                    <a:pt x="444" y="264"/>
                  </a:lnTo>
                  <a:lnTo>
                    <a:pt x="452" y="260"/>
                  </a:lnTo>
                  <a:lnTo>
                    <a:pt x="461" y="257"/>
                  </a:lnTo>
                  <a:lnTo>
                    <a:pt x="469" y="254"/>
                  </a:lnTo>
                  <a:lnTo>
                    <a:pt x="477" y="251"/>
                  </a:lnTo>
                  <a:lnTo>
                    <a:pt x="486" y="248"/>
                  </a:lnTo>
                  <a:lnTo>
                    <a:pt x="494" y="246"/>
                  </a:lnTo>
                  <a:lnTo>
                    <a:pt x="503" y="243"/>
                  </a:lnTo>
                  <a:lnTo>
                    <a:pt x="512" y="241"/>
                  </a:lnTo>
                  <a:lnTo>
                    <a:pt x="520" y="239"/>
                  </a:lnTo>
                  <a:lnTo>
                    <a:pt x="529" y="238"/>
                  </a:lnTo>
                  <a:lnTo>
                    <a:pt x="538" y="236"/>
                  </a:lnTo>
                  <a:lnTo>
                    <a:pt x="548" y="235"/>
                  </a:lnTo>
                  <a:lnTo>
                    <a:pt x="556" y="234"/>
                  </a:lnTo>
                  <a:lnTo>
                    <a:pt x="565" y="233"/>
                  </a:lnTo>
                  <a:lnTo>
                    <a:pt x="575" y="232"/>
                  </a:lnTo>
                  <a:lnTo>
                    <a:pt x="584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603" y="232"/>
                  </a:lnTo>
                  <a:lnTo>
                    <a:pt x="612" y="232"/>
                  </a:lnTo>
                  <a:lnTo>
                    <a:pt x="621" y="233"/>
                  </a:lnTo>
                  <a:lnTo>
                    <a:pt x="630" y="234"/>
                  </a:lnTo>
                  <a:lnTo>
                    <a:pt x="639" y="235"/>
                  </a:lnTo>
                  <a:lnTo>
                    <a:pt x="649" y="236"/>
                  </a:lnTo>
                  <a:lnTo>
                    <a:pt x="657" y="238"/>
                  </a:lnTo>
                  <a:lnTo>
                    <a:pt x="666" y="239"/>
                  </a:lnTo>
                  <a:lnTo>
                    <a:pt x="675" y="241"/>
                  </a:lnTo>
                  <a:lnTo>
                    <a:pt x="684" y="243"/>
                  </a:lnTo>
                  <a:lnTo>
                    <a:pt x="693" y="246"/>
                  </a:lnTo>
                  <a:lnTo>
                    <a:pt x="701" y="248"/>
                  </a:lnTo>
                  <a:lnTo>
                    <a:pt x="709" y="251"/>
                  </a:lnTo>
                  <a:lnTo>
                    <a:pt x="717" y="254"/>
                  </a:lnTo>
                  <a:lnTo>
                    <a:pt x="726" y="257"/>
                  </a:lnTo>
                  <a:lnTo>
                    <a:pt x="733" y="260"/>
                  </a:lnTo>
                  <a:lnTo>
                    <a:pt x="742" y="264"/>
                  </a:lnTo>
                  <a:lnTo>
                    <a:pt x="750" y="267"/>
                  </a:lnTo>
                  <a:lnTo>
                    <a:pt x="757" y="271"/>
                  </a:lnTo>
                  <a:lnTo>
                    <a:pt x="765" y="276"/>
                  </a:lnTo>
                  <a:lnTo>
                    <a:pt x="773" y="280"/>
                  </a:lnTo>
                  <a:lnTo>
                    <a:pt x="781" y="284"/>
                  </a:lnTo>
                  <a:lnTo>
                    <a:pt x="788" y="289"/>
                  </a:lnTo>
                  <a:lnTo>
                    <a:pt x="795" y="294"/>
                  </a:lnTo>
                  <a:lnTo>
                    <a:pt x="802" y="299"/>
                  </a:lnTo>
                  <a:lnTo>
                    <a:pt x="809" y="303"/>
                  </a:lnTo>
                  <a:lnTo>
                    <a:pt x="817" y="309"/>
                  </a:lnTo>
                  <a:lnTo>
                    <a:pt x="823" y="315"/>
                  </a:lnTo>
                  <a:lnTo>
                    <a:pt x="829" y="320"/>
                  </a:lnTo>
                  <a:lnTo>
                    <a:pt x="836" y="326"/>
                  </a:lnTo>
                  <a:lnTo>
                    <a:pt x="842" y="331"/>
                  </a:lnTo>
                  <a:lnTo>
                    <a:pt x="849" y="338"/>
                  </a:lnTo>
                  <a:lnTo>
                    <a:pt x="855" y="344"/>
                  </a:lnTo>
                  <a:lnTo>
                    <a:pt x="861" y="351"/>
                  </a:lnTo>
                  <a:lnTo>
                    <a:pt x="866" y="357"/>
                  </a:lnTo>
                  <a:lnTo>
                    <a:pt x="872" y="363"/>
                  </a:lnTo>
                  <a:lnTo>
                    <a:pt x="877" y="371"/>
                  </a:lnTo>
                  <a:lnTo>
                    <a:pt x="883" y="377"/>
                  </a:lnTo>
                  <a:lnTo>
                    <a:pt x="888" y="384"/>
                  </a:lnTo>
                  <a:lnTo>
                    <a:pt x="893" y="391"/>
                  </a:lnTo>
                  <a:lnTo>
                    <a:pt x="897" y="399"/>
                  </a:lnTo>
                  <a:lnTo>
                    <a:pt x="902" y="406"/>
                  </a:lnTo>
                  <a:lnTo>
                    <a:pt x="906" y="413"/>
                  </a:lnTo>
                  <a:lnTo>
                    <a:pt x="911" y="421"/>
                  </a:lnTo>
                  <a:lnTo>
                    <a:pt x="915" y="429"/>
                  </a:lnTo>
                  <a:lnTo>
                    <a:pt x="919" y="437"/>
                  </a:lnTo>
                  <a:lnTo>
                    <a:pt x="923" y="444"/>
                  </a:lnTo>
                  <a:lnTo>
                    <a:pt x="926" y="452"/>
                  </a:lnTo>
                  <a:lnTo>
                    <a:pt x="929" y="461"/>
                  </a:lnTo>
                  <a:lnTo>
                    <a:pt x="933" y="469"/>
                  </a:lnTo>
                  <a:lnTo>
                    <a:pt x="936" y="478"/>
                  </a:lnTo>
                  <a:lnTo>
                    <a:pt x="938" y="486"/>
                  </a:lnTo>
                  <a:lnTo>
                    <a:pt x="941" y="495"/>
                  </a:lnTo>
                  <a:lnTo>
                    <a:pt x="943" y="503"/>
                  </a:lnTo>
                  <a:lnTo>
                    <a:pt x="945" y="512"/>
                  </a:lnTo>
                  <a:lnTo>
                    <a:pt x="947" y="520"/>
                  </a:lnTo>
                  <a:lnTo>
                    <a:pt x="949" y="529"/>
                  </a:lnTo>
                  <a:lnTo>
                    <a:pt x="950" y="538"/>
                  </a:lnTo>
                  <a:lnTo>
                    <a:pt x="952" y="548"/>
                  </a:lnTo>
                  <a:lnTo>
                    <a:pt x="953" y="556"/>
                  </a:lnTo>
                  <a:lnTo>
                    <a:pt x="953" y="565"/>
                  </a:lnTo>
                  <a:lnTo>
                    <a:pt x="954" y="575"/>
                  </a:lnTo>
                  <a:lnTo>
                    <a:pt x="954" y="584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603"/>
                  </a:lnTo>
                  <a:lnTo>
                    <a:pt x="954" y="612"/>
                  </a:lnTo>
                  <a:lnTo>
                    <a:pt x="953" y="621"/>
                  </a:lnTo>
                  <a:lnTo>
                    <a:pt x="953" y="630"/>
                  </a:lnTo>
                  <a:lnTo>
                    <a:pt x="952" y="640"/>
                  </a:lnTo>
                  <a:lnTo>
                    <a:pt x="950" y="648"/>
                  </a:lnTo>
                  <a:lnTo>
                    <a:pt x="949" y="657"/>
                  </a:lnTo>
                  <a:lnTo>
                    <a:pt x="947" y="666"/>
                  </a:lnTo>
                  <a:lnTo>
                    <a:pt x="945" y="675"/>
                  </a:lnTo>
                  <a:lnTo>
                    <a:pt x="943" y="684"/>
                  </a:lnTo>
                  <a:lnTo>
                    <a:pt x="941" y="692"/>
                  </a:lnTo>
                  <a:lnTo>
                    <a:pt x="938" y="700"/>
                  </a:lnTo>
                  <a:lnTo>
                    <a:pt x="936" y="709"/>
                  </a:lnTo>
                  <a:lnTo>
                    <a:pt x="933" y="717"/>
                  </a:lnTo>
                  <a:lnTo>
                    <a:pt x="929" y="726"/>
                  </a:lnTo>
                  <a:lnTo>
                    <a:pt x="926" y="734"/>
                  </a:lnTo>
                  <a:lnTo>
                    <a:pt x="923" y="742"/>
                  </a:lnTo>
                  <a:lnTo>
                    <a:pt x="919" y="750"/>
                  </a:lnTo>
                  <a:lnTo>
                    <a:pt x="915" y="758"/>
                  </a:lnTo>
                  <a:lnTo>
                    <a:pt x="911" y="765"/>
                  </a:lnTo>
                  <a:lnTo>
                    <a:pt x="906" y="773"/>
                  </a:lnTo>
                  <a:lnTo>
                    <a:pt x="902" y="780"/>
                  </a:lnTo>
                  <a:lnTo>
                    <a:pt x="897" y="788"/>
                  </a:lnTo>
                  <a:lnTo>
                    <a:pt x="893" y="795"/>
                  </a:lnTo>
                  <a:lnTo>
                    <a:pt x="888" y="802"/>
                  </a:lnTo>
                  <a:lnTo>
                    <a:pt x="883" y="809"/>
                  </a:lnTo>
                  <a:lnTo>
                    <a:pt x="877" y="816"/>
                  </a:lnTo>
                  <a:lnTo>
                    <a:pt x="872" y="823"/>
                  </a:lnTo>
                  <a:lnTo>
                    <a:pt x="866" y="830"/>
                  </a:lnTo>
                  <a:lnTo>
                    <a:pt x="861" y="836"/>
                  </a:lnTo>
                  <a:lnTo>
                    <a:pt x="855" y="843"/>
                  </a:lnTo>
                  <a:lnTo>
                    <a:pt x="849" y="848"/>
                  </a:lnTo>
                  <a:lnTo>
                    <a:pt x="841" y="856"/>
                  </a:lnTo>
                  <a:lnTo>
                    <a:pt x="832" y="864"/>
                  </a:lnTo>
                  <a:lnTo>
                    <a:pt x="823" y="872"/>
                  </a:lnTo>
                  <a:lnTo>
                    <a:pt x="814" y="879"/>
                  </a:lnTo>
                  <a:lnTo>
                    <a:pt x="805" y="886"/>
                  </a:lnTo>
                  <a:lnTo>
                    <a:pt x="796" y="892"/>
                  </a:lnTo>
                  <a:lnTo>
                    <a:pt x="786" y="899"/>
                  </a:lnTo>
                  <a:lnTo>
                    <a:pt x="777" y="904"/>
                  </a:lnTo>
                  <a:lnTo>
                    <a:pt x="766" y="910"/>
                  </a:lnTo>
                  <a:lnTo>
                    <a:pt x="756" y="916"/>
                  </a:lnTo>
                  <a:lnTo>
                    <a:pt x="745" y="921"/>
                  </a:lnTo>
                  <a:lnTo>
                    <a:pt x="735" y="925"/>
                  </a:lnTo>
                  <a:lnTo>
                    <a:pt x="725" y="930"/>
                  </a:lnTo>
                  <a:lnTo>
                    <a:pt x="713" y="934"/>
                  </a:lnTo>
                  <a:lnTo>
                    <a:pt x="702" y="938"/>
                  </a:lnTo>
                  <a:lnTo>
                    <a:pt x="691" y="941"/>
                  </a:lnTo>
                  <a:lnTo>
                    <a:pt x="699" y="952"/>
                  </a:lnTo>
                  <a:lnTo>
                    <a:pt x="710" y="949"/>
                  </a:lnTo>
                  <a:lnTo>
                    <a:pt x="721" y="945"/>
                  </a:lnTo>
                  <a:lnTo>
                    <a:pt x="733" y="941"/>
                  </a:lnTo>
                  <a:lnTo>
                    <a:pt x="743" y="936"/>
                  </a:lnTo>
                  <a:lnTo>
                    <a:pt x="754" y="932"/>
                  </a:lnTo>
                  <a:lnTo>
                    <a:pt x="765" y="927"/>
                  </a:lnTo>
                  <a:lnTo>
                    <a:pt x="775" y="921"/>
                  </a:lnTo>
                  <a:lnTo>
                    <a:pt x="785" y="915"/>
                  </a:lnTo>
                  <a:lnTo>
                    <a:pt x="795" y="909"/>
                  </a:lnTo>
                  <a:lnTo>
                    <a:pt x="805" y="903"/>
                  </a:lnTo>
                  <a:lnTo>
                    <a:pt x="814" y="896"/>
                  </a:lnTo>
                  <a:lnTo>
                    <a:pt x="823" y="888"/>
                  </a:lnTo>
                  <a:lnTo>
                    <a:pt x="833" y="881"/>
                  </a:lnTo>
                  <a:lnTo>
                    <a:pt x="841" y="874"/>
                  </a:lnTo>
                  <a:lnTo>
                    <a:pt x="850" y="866"/>
                  </a:lnTo>
                  <a:lnTo>
                    <a:pt x="858" y="858"/>
                  </a:lnTo>
                  <a:lnTo>
                    <a:pt x="865" y="852"/>
                  </a:lnTo>
                  <a:lnTo>
                    <a:pt x="871" y="845"/>
                  </a:lnTo>
                  <a:lnTo>
                    <a:pt x="877" y="838"/>
                  </a:lnTo>
                  <a:lnTo>
                    <a:pt x="882" y="832"/>
                  </a:lnTo>
                  <a:lnTo>
                    <a:pt x="888" y="824"/>
                  </a:lnTo>
                  <a:lnTo>
                    <a:pt x="893" y="817"/>
                  </a:lnTo>
                  <a:lnTo>
                    <a:pt x="898" y="810"/>
                  </a:lnTo>
                  <a:lnTo>
                    <a:pt x="904" y="803"/>
                  </a:lnTo>
                  <a:lnTo>
                    <a:pt x="909" y="795"/>
                  </a:lnTo>
                  <a:lnTo>
                    <a:pt x="913" y="788"/>
                  </a:lnTo>
                  <a:lnTo>
                    <a:pt x="918" y="780"/>
                  </a:lnTo>
                  <a:lnTo>
                    <a:pt x="923" y="772"/>
                  </a:lnTo>
                  <a:lnTo>
                    <a:pt x="927" y="764"/>
                  </a:lnTo>
                  <a:lnTo>
                    <a:pt x="931" y="756"/>
                  </a:lnTo>
                  <a:lnTo>
                    <a:pt x="935" y="748"/>
                  </a:lnTo>
                  <a:lnTo>
                    <a:pt x="938" y="739"/>
                  </a:lnTo>
                  <a:lnTo>
                    <a:pt x="941" y="731"/>
                  </a:lnTo>
                  <a:lnTo>
                    <a:pt x="945" y="722"/>
                  </a:lnTo>
                  <a:lnTo>
                    <a:pt x="948" y="713"/>
                  </a:lnTo>
                  <a:lnTo>
                    <a:pt x="951" y="704"/>
                  </a:lnTo>
                  <a:lnTo>
                    <a:pt x="953" y="696"/>
                  </a:lnTo>
                  <a:lnTo>
                    <a:pt x="956" y="687"/>
                  </a:lnTo>
                  <a:lnTo>
                    <a:pt x="958" y="678"/>
                  </a:lnTo>
                  <a:lnTo>
                    <a:pt x="960" y="669"/>
                  </a:lnTo>
                  <a:lnTo>
                    <a:pt x="961" y="660"/>
                  </a:lnTo>
                  <a:lnTo>
                    <a:pt x="964" y="650"/>
                  </a:lnTo>
                  <a:lnTo>
                    <a:pt x="965" y="641"/>
                  </a:lnTo>
                  <a:lnTo>
                    <a:pt x="965" y="632"/>
                  </a:lnTo>
                  <a:lnTo>
                    <a:pt x="967" y="622"/>
                  </a:lnTo>
                  <a:lnTo>
                    <a:pt x="967" y="612"/>
                  </a:lnTo>
                  <a:lnTo>
                    <a:pt x="968" y="60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84"/>
                  </a:lnTo>
                  <a:lnTo>
                    <a:pt x="967" y="574"/>
                  </a:lnTo>
                  <a:lnTo>
                    <a:pt x="967" y="564"/>
                  </a:lnTo>
                  <a:lnTo>
                    <a:pt x="965" y="555"/>
                  </a:lnTo>
                  <a:lnTo>
                    <a:pt x="965" y="546"/>
                  </a:lnTo>
                  <a:lnTo>
                    <a:pt x="964" y="536"/>
                  </a:lnTo>
                  <a:lnTo>
                    <a:pt x="961" y="527"/>
                  </a:lnTo>
                  <a:lnTo>
                    <a:pt x="960" y="518"/>
                  </a:lnTo>
                  <a:lnTo>
                    <a:pt x="958" y="509"/>
                  </a:lnTo>
                  <a:lnTo>
                    <a:pt x="956" y="500"/>
                  </a:lnTo>
                  <a:lnTo>
                    <a:pt x="953" y="491"/>
                  </a:lnTo>
                  <a:lnTo>
                    <a:pt x="951" y="482"/>
                  </a:lnTo>
                  <a:lnTo>
                    <a:pt x="948" y="473"/>
                  </a:lnTo>
                  <a:lnTo>
                    <a:pt x="945" y="464"/>
                  </a:lnTo>
                  <a:lnTo>
                    <a:pt x="941" y="456"/>
                  </a:lnTo>
                  <a:lnTo>
                    <a:pt x="938" y="448"/>
                  </a:lnTo>
                  <a:lnTo>
                    <a:pt x="935" y="439"/>
                  </a:lnTo>
                  <a:lnTo>
                    <a:pt x="931" y="431"/>
                  </a:lnTo>
                  <a:lnTo>
                    <a:pt x="927" y="423"/>
                  </a:lnTo>
                  <a:lnTo>
                    <a:pt x="923" y="415"/>
                  </a:lnTo>
                  <a:lnTo>
                    <a:pt x="918" y="407"/>
                  </a:lnTo>
                  <a:lnTo>
                    <a:pt x="913" y="399"/>
                  </a:lnTo>
                  <a:lnTo>
                    <a:pt x="909" y="391"/>
                  </a:lnTo>
                  <a:lnTo>
                    <a:pt x="904" y="383"/>
                  </a:lnTo>
                  <a:lnTo>
                    <a:pt x="898" y="376"/>
                  </a:lnTo>
                  <a:lnTo>
                    <a:pt x="893" y="369"/>
                  </a:lnTo>
                  <a:lnTo>
                    <a:pt x="888" y="362"/>
                  </a:lnTo>
                  <a:lnTo>
                    <a:pt x="882" y="355"/>
                  </a:lnTo>
                  <a:lnTo>
                    <a:pt x="877" y="348"/>
                  </a:lnTo>
                  <a:lnTo>
                    <a:pt x="871" y="342"/>
                  </a:lnTo>
                  <a:lnTo>
                    <a:pt x="865" y="335"/>
                  </a:lnTo>
                  <a:lnTo>
                    <a:pt x="858" y="328"/>
                  </a:lnTo>
                  <a:lnTo>
                    <a:pt x="852" y="322"/>
                  </a:lnTo>
                  <a:lnTo>
                    <a:pt x="845" y="316"/>
                  </a:lnTo>
                  <a:lnTo>
                    <a:pt x="838" y="310"/>
                  </a:lnTo>
                  <a:lnTo>
                    <a:pt x="832" y="304"/>
                  </a:lnTo>
                  <a:lnTo>
                    <a:pt x="825" y="299"/>
                  </a:lnTo>
                  <a:lnTo>
                    <a:pt x="817" y="293"/>
                  </a:lnTo>
                  <a:lnTo>
                    <a:pt x="810" y="288"/>
                  </a:lnTo>
                  <a:lnTo>
                    <a:pt x="803" y="283"/>
                  </a:lnTo>
                  <a:lnTo>
                    <a:pt x="795" y="278"/>
                  </a:lnTo>
                  <a:lnTo>
                    <a:pt x="787" y="273"/>
                  </a:lnTo>
                  <a:lnTo>
                    <a:pt x="780" y="268"/>
                  </a:lnTo>
                  <a:lnTo>
                    <a:pt x="772" y="264"/>
                  </a:lnTo>
                  <a:lnTo>
                    <a:pt x="764" y="259"/>
                  </a:lnTo>
                  <a:lnTo>
                    <a:pt x="756" y="255"/>
                  </a:lnTo>
                  <a:lnTo>
                    <a:pt x="748" y="251"/>
                  </a:lnTo>
                  <a:lnTo>
                    <a:pt x="739" y="248"/>
                  </a:lnTo>
                  <a:lnTo>
                    <a:pt x="731" y="245"/>
                  </a:lnTo>
                  <a:lnTo>
                    <a:pt x="722" y="242"/>
                  </a:lnTo>
                  <a:lnTo>
                    <a:pt x="713" y="239"/>
                  </a:lnTo>
                  <a:lnTo>
                    <a:pt x="705" y="235"/>
                  </a:lnTo>
                  <a:lnTo>
                    <a:pt x="696" y="233"/>
                  </a:lnTo>
                  <a:lnTo>
                    <a:pt x="687" y="231"/>
                  </a:lnTo>
                  <a:lnTo>
                    <a:pt x="678" y="228"/>
                  </a:lnTo>
                  <a:lnTo>
                    <a:pt x="669" y="227"/>
                  </a:lnTo>
                  <a:lnTo>
                    <a:pt x="660" y="225"/>
                  </a:lnTo>
                  <a:lnTo>
                    <a:pt x="650" y="223"/>
                  </a:lnTo>
                  <a:lnTo>
                    <a:pt x="641" y="222"/>
                  </a:lnTo>
                  <a:lnTo>
                    <a:pt x="632" y="221"/>
                  </a:lnTo>
                  <a:lnTo>
                    <a:pt x="622" y="220"/>
                  </a:lnTo>
                  <a:lnTo>
                    <a:pt x="613" y="219"/>
                  </a:lnTo>
                  <a:lnTo>
                    <a:pt x="603" y="219"/>
                  </a:lnTo>
                  <a:lnTo>
                    <a:pt x="593" y="219"/>
                  </a:lnTo>
                  <a:lnTo>
                    <a:pt x="593" y="219"/>
                  </a:lnTo>
                  <a:lnTo>
                    <a:pt x="593" y="219"/>
                  </a:lnTo>
                  <a:lnTo>
                    <a:pt x="593" y="219"/>
                  </a:lnTo>
                  <a:close/>
                  <a:moveTo>
                    <a:pt x="593" y="14"/>
                  </a:moveTo>
                  <a:lnTo>
                    <a:pt x="593" y="14"/>
                  </a:lnTo>
                  <a:lnTo>
                    <a:pt x="593" y="14"/>
                  </a:lnTo>
                  <a:lnTo>
                    <a:pt x="593" y="14"/>
                  </a:lnTo>
                  <a:lnTo>
                    <a:pt x="593" y="14"/>
                  </a:lnTo>
                  <a:lnTo>
                    <a:pt x="578" y="14"/>
                  </a:lnTo>
                  <a:lnTo>
                    <a:pt x="564" y="15"/>
                  </a:lnTo>
                  <a:lnTo>
                    <a:pt x="548" y="15"/>
                  </a:lnTo>
                  <a:lnTo>
                    <a:pt x="534" y="16"/>
                  </a:lnTo>
                  <a:lnTo>
                    <a:pt x="520" y="19"/>
                  </a:lnTo>
                  <a:lnTo>
                    <a:pt x="505" y="20"/>
                  </a:lnTo>
                  <a:lnTo>
                    <a:pt x="491" y="23"/>
                  </a:lnTo>
                  <a:lnTo>
                    <a:pt x="476" y="26"/>
                  </a:lnTo>
                  <a:lnTo>
                    <a:pt x="463" y="28"/>
                  </a:lnTo>
                  <a:lnTo>
                    <a:pt x="448" y="32"/>
                  </a:lnTo>
                  <a:lnTo>
                    <a:pt x="435" y="35"/>
                  </a:lnTo>
                  <a:lnTo>
                    <a:pt x="421" y="40"/>
                  </a:lnTo>
                  <a:lnTo>
                    <a:pt x="408" y="44"/>
                  </a:lnTo>
                  <a:lnTo>
                    <a:pt x="394" y="49"/>
                  </a:lnTo>
                  <a:lnTo>
                    <a:pt x="381" y="54"/>
                  </a:lnTo>
                  <a:lnTo>
                    <a:pt x="368" y="59"/>
                  </a:lnTo>
                  <a:lnTo>
                    <a:pt x="355" y="65"/>
                  </a:lnTo>
                  <a:lnTo>
                    <a:pt x="342" y="71"/>
                  </a:lnTo>
                  <a:lnTo>
                    <a:pt x="329" y="77"/>
                  </a:lnTo>
                  <a:lnTo>
                    <a:pt x="317" y="83"/>
                  </a:lnTo>
                  <a:lnTo>
                    <a:pt x="305" y="91"/>
                  </a:lnTo>
                  <a:lnTo>
                    <a:pt x="292" y="98"/>
                  </a:lnTo>
                  <a:lnTo>
                    <a:pt x="281" y="105"/>
                  </a:lnTo>
                  <a:lnTo>
                    <a:pt x="269" y="113"/>
                  </a:lnTo>
                  <a:lnTo>
                    <a:pt x="258" y="120"/>
                  </a:lnTo>
                  <a:lnTo>
                    <a:pt x="247" y="129"/>
                  </a:lnTo>
                  <a:lnTo>
                    <a:pt x="236" y="137"/>
                  </a:lnTo>
                  <a:lnTo>
                    <a:pt x="224" y="146"/>
                  </a:lnTo>
                  <a:lnTo>
                    <a:pt x="214" y="155"/>
                  </a:lnTo>
                  <a:lnTo>
                    <a:pt x="203" y="164"/>
                  </a:lnTo>
                  <a:lnTo>
                    <a:pt x="193" y="174"/>
                  </a:lnTo>
                  <a:lnTo>
                    <a:pt x="183" y="183"/>
                  </a:lnTo>
                  <a:lnTo>
                    <a:pt x="174" y="194"/>
                  </a:lnTo>
                  <a:lnTo>
                    <a:pt x="164" y="203"/>
                  </a:lnTo>
                  <a:lnTo>
                    <a:pt x="155" y="214"/>
                  </a:lnTo>
                  <a:lnTo>
                    <a:pt x="146" y="224"/>
                  </a:lnTo>
                  <a:lnTo>
                    <a:pt x="137" y="235"/>
                  </a:lnTo>
                  <a:lnTo>
                    <a:pt x="129" y="247"/>
                  </a:lnTo>
                  <a:lnTo>
                    <a:pt x="120" y="258"/>
                  </a:lnTo>
                  <a:lnTo>
                    <a:pt x="112" y="269"/>
                  </a:lnTo>
                  <a:lnTo>
                    <a:pt x="105" y="281"/>
                  </a:lnTo>
                  <a:lnTo>
                    <a:pt x="98" y="292"/>
                  </a:lnTo>
                  <a:lnTo>
                    <a:pt x="91" y="305"/>
                  </a:lnTo>
                  <a:lnTo>
                    <a:pt x="83" y="317"/>
                  </a:lnTo>
                  <a:lnTo>
                    <a:pt x="77" y="330"/>
                  </a:lnTo>
                  <a:lnTo>
                    <a:pt x="71" y="342"/>
                  </a:lnTo>
                  <a:lnTo>
                    <a:pt x="65" y="355"/>
                  </a:lnTo>
                  <a:lnTo>
                    <a:pt x="59" y="367"/>
                  </a:lnTo>
                  <a:lnTo>
                    <a:pt x="54" y="381"/>
                  </a:lnTo>
                  <a:lnTo>
                    <a:pt x="49" y="394"/>
                  </a:lnTo>
                  <a:lnTo>
                    <a:pt x="44" y="408"/>
                  </a:lnTo>
                  <a:lnTo>
                    <a:pt x="39" y="421"/>
                  </a:lnTo>
                  <a:lnTo>
                    <a:pt x="35" y="435"/>
                  </a:lnTo>
                  <a:lnTo>
                    <a:pt x="32" y="448"/>
                  </a:lnTo>
                  <a:lnTo>
                    <a:pt x="28" y="463"/>
                  </a:lnTo>
                  <a:lnTo>
                    <a:pt x="25" y="476"/>
                  </a:lnTo>
                  <a:lnTo>
                    <a:pt x="23" y="491"/>
                  </a:lnTo>
                  <a:lnTo>
                    <a:pt x="20" y="505"/>
                  </a:lnTo>
                  <a:lnTo>
                    <a:pt x="18" y="520"/>
                  </a:lnTo>
                  <a:lnTo>
                    <a:pt x="16" y="534"/>
                  </a:lnTo>
                  <a:lnTo>
                    <a:pt x="15" y="548"/>
                  </a:lnTo>
                  <a:lnTo>
                    <a:pt x="15" y="564"/>
                  </a:lnTo>
                  <a:lnTo>
                    <a:pt x="14" y="578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608"/>
                  </a:lnTo>
                  <a:lnTo>
                    <a:pt x="15" y="623"/>
                  </a:lnTo>
                  <a:lnTo>
                    <a:pt x="15" y="638"/>
                  </a:lnTo>
                  <a:lnTo>
                    <a:pt x="16" y="652"/>
                  </a:lnTo>
                  <a:lnTo>
                    <a:pt x="18" y="667"/>
                  </a:lnTo>
                  <a:lnTo>
                    <a:pt x="20" y="682"/>
                  </a:lnTo>
                  <a:lnTo>
                    <a:pt x="23" y="696"/>
                  </a:lnTo>
                  <a:lnTo>
                    <a:pt x="25" y="710"/>
                  </a:lnTo>
                  <a:lnTo>
                    <a:pt x="28" y="724"/>
                  </a:lnTo>
                  <a:lnTo>
                    <a:pt x="32" y="738"/>
                  </a:lnTo>
                  <a:lnTo>
                    <a:pt x="35" y="752"/>
                  </a:lnTo>
                  <a:lnTo>
                    <a:pt x="40" y="765"/>
                  </a:lnTo>
                  <a:lnTo>
                    <a:pt x="44" y="779"/>
                  </a:lnTo>
                  <a:lnTo>
                    <a:pt x="49" y="792"/>
                  </a:lnTo>
                  <a:lnTo>
                    <a:pt x="54" y="806"/>
                  </a:lnTo>
                  <a:lnTo>
                    <a:pt x="59" y="819"/>
                  </a:lnTo>
                  <a:lnTo>
                    <a:pt x="65" y="832"/>
                  </a:lnTo>
                  <a:lnTo>
                    <a:pt x="71" y="844"/>
                  </a:lnTo>
                  <a:lnTo>
                    <a:pt x="77" y="857"/>
                  </a:lnTo>
                  <a:lnTo>
                    <a:pt x="83" y="869"/>
                  </a:lnTo>
                  <a:lnTo>
                    <a:pt x="91" y="882"/>
                  </a:lnTo>
                  <a:lnTo>
                    <a:pt x="98" y="894"/>
                  </a:lnTo>
                  <a:lnTo>
                    <a:pt x="105" y="906"/>
                  </a:lnTo>
                  <a:lnTo>
                    <a:pt x="112" y="917"/>
                  </a:lnTo>
                  <a:lnTo>
                    <a:pt x="120" y="928"/>
                  </a:lnTo>
                  <a:lnTo>
                    <a:pt x="129" y="940"/>
                  </a:lnTo>
                  <a:lnTo>
                    <a:pt x="137" y="951"/>
                  </a:lnTo>
                  <a:lnTo>
                    <a:pt x="146" y="962"/>
                  </a:lnTo>
                  <a:lnTo>
                    <a:pt x="155" y="972"/>
                  </a:lnTo>
                  <a:lnTo>
                    <a:pt x="164" y="983"/>
                  </a:lnTo>
                  <a:lnTo>
                    <a:pt x="174" y="993"/>
                  </a:lnTo>
                  <a:lnTo>
                    <a:pt x="183" y="1003"/>
                  </a:lnTo>
                  <a:lnTo>
                    <a:pt x="193" y="1012"/>
                  </a:lnTo>
                  <a:lnTo>
                    <a:pt x="203" y="1022"/>
                  </a:lnTo>
                  <a:lnTo>
                    <a:pt x="214" y="1032"/>
                  </a:lnTo>
                  <a:lnTo>
                    <a:pt x="224" y="1040"/>
                  </a:lnTo>
                  <a:lnTo>
                    <a:pt x="236" y="1049"/>
                  </a:lnTo>
                  <a:lnTo>
                    <a:pt x="247" y="1058"/>
                  </a:lnTo>
                  <a:lnTo>
                    <a:pt x="258" y="1066"/>
                  </a:lnTo>
                  <a:lnTo>
                    <a:pt x="269" y="1074"/>
                  </a:lnTo>
                  <a:lnTo>
                    <a:pt x="281" y="1081"/>
                  </a:lnTo>
                  <a:lnTo>
                    <a:pt x="292" y="1089"/>
                  </a:lnTo>
                  <a:lnTo>
                    <a:pt x="305" y="1096"/>
                  </a:lnTo>
                  <a:lnTo>
                    <a:pt x="317" y="1103"/>
                  </a:lnTo>
                  <a:lnTo>
                    <a:pt x="329" y="1109"/>
                  </a:lnTo>
                  <a:lnTo>
                    <a:pt x="342" y="1116"/>
                  </a:lnTo>
                  <a:lnTo>
                    <a:pt x="355" y="1121"/>
                  </a:lnTo>
                  <a:lnTo>
                    <a:pt x="368" y="1127"/>
                  </a:lnTo>
                  <a:lnTo>
                    <a:pt x="381" y="1133"/>
                  </a:lnTo>
                  <a:lnTo>
                    <a:pt x="394" y="1138"/>
                  </a:lnTo>
                  <a:lnTo>
                    <a:pt x="408" y="1142"/>
                  </a:lnTo>
                  <a:lnTo>
                    <a:pt x="421" y="1147"/>
                  </a:lnTo>
                  <a:lnTo>
                    <a:pt x="435" y="1151"/>
                  </a:lnTo>
                  <a:lnTo>
                    <a:pt x="448" y="1155"/>
                  </a:lnTo>
                  <a:lnTo>
                    <a:pt x="463" y="1158"/>
                  </a:lnTo>
                  <a:lnTo>
                    <a:pt x="476" y="1161"/>
                  </a:lnTo>
                  <a:lnTo>
                    <a:pt x="491" y="1164"/>
                  </a:lnTo>
                  <a:lnTo>
                    <a:pt x="505" y="1166"/>
                  </a:lnTo>
                  <a:lnTo>
                    <a:pt x="520" y="1169"/>
                  </a:lnTo>
                  <a:lnTo>
                    <a:pt x="534" y="1170"/>
                  </a:lnTo>
                  <a:lnTo>
                    <a:pt x="548" y="1171"/>
                  </a:lnTo>
                  <a:lnTo>
                    <a:pt x="564" y="1172"/>
                  </a:lnTo>
                  <a:lnTo>
                    <a:pt x="578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609" y="1173"/>
                  </a:lnTo>
                  <a:lnTo>
                    <a:pt x="623" y="1172"/>
                  </a:lnTo>
                  <a:lnTo>
                    <a:pt x="638" y="1171"/>
                  </a:lnTo>
                  <a:lnTo>
                    <a:pt x="653" y="1170"/>
                  </a:lnTo>
                  <a:lnTo>
                    <a:pt x="667" y="1169"/>
                  </a:lnTo>
                  <a:lnTo>
                    <a:pt x="681" y="1166"/>
                  </a:lnTo>
                  <a:lnTo>
                    <a:pt x="696" y="1164"/>
                  </a:lnTo>
                  <a:lnTo>
                    <a:pt x="710" y="1161"/>
                  </a:lnTo>
                  <a:lnTo>
                    <a:pt x="725" y="1158"/>
                  </a:lnTo>
                  <a:lnTo>
                    <a:pt x="738" y="1155"/>
                  </a:lnTo>
                  <a:lnTo>
                    <a:pt x="752" y="1151"/>
                  </a:lnTo>
                  <a:lnTo>
                    <a:pt x="765" y="1147"/>
                  </a:lnTo>
                  <a:lnTo>
                    <a:pt x="779" y="1142"/>
                  </a:lnTo>
                  <a:lnTo>
                    <a:pt x="793" y="1138"/>
                  </a:lnTo>
                  <a:lnTo>
                    <a:pt x="806" y="1133"/>
                  </a:lnTo>
                  <a:lnTo>
                    <a:pt x="819" y="1127"/>
                  </a:lnTo>
                  <a:lnTo>
                    <a:pt x="832" y="1121"/>
                  </a:lnTo>
                  <a:lnTo>
                    <a:pt x="845" y="1116"/>
                  </a:lnTo>
                  <a:lnTo>
                    <a:pt x="857" y="1109"/>
                  </a:lnTo>
                  <a:lnTo>
                    <a:pt x="869" y="1103"/>
                  </a:lnTo>
                  <a:lnTo>
                    <a:pt x="882" y="1096"/>
                  </a:lnTo>
                  <a:lnTo>
                    <a:pt x="893" y="1089"/>
                  </a:lnTo>
                  <a:lnTo>
                    <a:pt x="905" y="1081"/>
                  </a:lnTo>
                  <a:lnTo>
                    <a:pt x="917" y="1074"/>
                  </a:lnTo>
                  <a:lnTo>
                    <a:pt x="929" y="1066"/>
                  </a:lnTo>
                  <a:lnTo>
                    <a:pt x="940" y="1058"/>
                  </a:lnTo>
                  <a:lnTo>
                    <a:pt x="951" y="1049"/>
                  </a:lnTo>
                  <a:lnTo>
                    <a:pt x="961" y="1040"/>
                  </a:lnTo>
                  <a:lnTo>
                    <a:pt x="973" y="1032"/>
                  </a:lnTo>
                  <a:lnTo>
                    <a:pt x="983" y="1022"/>
                  </a:lnTo>
                  <a:lnTo>
                    <a:pt x="994" y="1012"/>
                  </a:lnTo>
                  <a:lnTo>
                    <a:pt x="1003" y="1003"/>
                  </a:lnTo>
                  <a:lnTo>
                    <a:pt x="1013" y="993"/>
                  </a:lnTo>
                  <a:lnTo>
                    <a:pt x="1022" y="983"/>
                  </a:lnTo>
                  <a:lnTo>
                    <a:pt x="1032" y="972"/>
                  </a:lnTo>
                  <a:lnTo>
                    <a:pt x="1041" y="962"/>
                  </a:lnTo>
                  <a:lnTo>
                    <a:pt x="1050" y="951"/>
                  </a:lnTo>
                  <a:lnTo>
                    <a:pt x="1058" y="940"/>
                  </a:lnTo>
                  <a:lnTo>
                    <a:pt x="1066" y="928"/>
                  </a:lnTo>
                  <a:lnTo>
                    <a:pt x="1074" y="917"/>
                  </a:lnTo>
                  <a:lnTo>
                    <a:pt x="1082" y="906"/>
                  </a:lnTo>
                  <a:lnTo>
                    <a:pt x="1089" y="894"/>
                  </a:lnTo>
                  <a:lnTo>
                    <a:pt x="1096" y="882"/>
                  </a:lnTo>
                  <a:lnTo>
                    <a:pt x="1103" y="869"/>
                  </a:lnTo>
                  <a:lnTo>
                    <a:pt x="1110" y="857"/>
                  </a:lnTo>
                  <a:lnTo>
                    <a:pt x="1116" y="844"/>
                  </a:lnTo>
                  <a:lnTo>
                    <a:pt x="1122" y="832"/>
                  </a:lnTo>
                  <a:lnTo>
                    <a:pt x="1127" y="819"/>
                  </a:lnTo>
                  <a:lnTo>
                    <a:pt x="1133" y="806"/>
                  </a:lnTo>
                  <a:lnTo>
                    <a:pt x="1138" y="792"/>
                  </a:lnTo>
                  <a:lnTo>
                    <a:pt x="1142" y="779"/>
                  </a:lnTo>
                  <a:lnTo>
                    <a:pt x="1147" y="765"/>
                  </a:lnTo>
                  <a:lnTo>
                    <a:pt x="1151" y="752"/>
                  </a:lnTo>
                  <a:lnTo>
                    <a:pt x="1154" y="738"/>
                  </a:lnTo>
                  <a:lnTo>
                    <a:pt x="1158" y="724"/>
                  </a:lnTo>
                  <a:lnTo>
                    <a:pt x="1162" y="710"/>
                  </a:lnTo>
                  <a:lnTo>
                    <a:pt x="1164" y="696"/>
                  </a:lnTo>
                  <a:lnTo>
                    <a:pt x="1166" y="682"/>
                  </a:lnTo>
                  <a:lnTo>
                    <a:pt x="1168" y="667"/>
                  </a:lnTo>
                  <a:lnTo>
                    <a:pt x="1170" y="652"/>
                  </a:lnTo>
                  <a:lnTo>
                    <a:pt x="1171" y="638"/>
                  </a:lnTo>
                  <a:lnTo>
                    <a:pt x="1172" y="623"/>
                  </a:lnTo>
                  <a:lnTo>
                    <a:pt x="1173" y="608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78"/>
                  </a:lnTo>
                  <a:lnTo>
                    <a:pt x="1172" y="564"/>
                  </a:lnTo>
                  <a:lnTo>
                    <a:pt x="1171" y="548"/>
                  </a:lnTo>
                  <a:lnTo>
                    <a:pt x="1170" y="534"/>
                  </a:lnTo>
                  <a:lnTo>
                    <a:pt x="1168" y="520"/>
                  </a:lnTo>
                  <a:lnTo>
                    <a:pt x="1166" y="505"/>
                  </a:lnTo>
                  <a:lnTo>
                    <a:pt x="1164" y="491"/>
                  </a:lnTo>
                  <a:lnTo>
                    <a:pt x="1162" y="476"/>
                  </a:lnTo>
                  <a:lnTo>
                    <a:pt x="1158" y="463"/>
                  </a:lnTo>
                  <a:lnTo>
                    <a:pt x="1154" y="448"/>
                  </a:lnTo>
                  <a:lnTo>
                    <a:pt x="1151" y="435"/>
                  </a:lnTo>
                  <a:lnTo>
                    <a:pt x="1147" y="421"/>
                  </a:lnTo>
                  <a:lnTo>
                    <a:pt x="1142" y="408"/>
                  </a:lnTo>
                  <a:lnTo>
                    <a:pt x="1138" y="394"/>
                  </a:lnTo>
                  <a:lnTo>
                    <a:pt x="1133" y="381"/>
                  </a:lnTo>
                  <a:lnTo>
                    <a:pt x="1127" y="367"/>
                  </a:lnTo>
                  <a:lnTo>
                    <a:pt x="1122" y="355"/>
                  </a:lnTo>
                  <a:lnTo>
                    <a:pt x="1116" y="342"/>
                  </a:lnTo>
                  <a:lnTo>
                    <a:pt x="1110" y="330"/>
                  </a:lnTo>
                  <a:lnTo>
                    <a:pt x="1103" y="317"/>
                  </a:lnTo>
                  <a:lnTo>
                    <a:pt x="1096" y="305"/>
                  </a:lnTo>
                  <a:lnTo>
                    <a:pt x="1089" y="292"/>
                  </a:lnTo>
                  <a:lnTo>
                    <a:pt x="1082" y="281"/>
                  </a:lnTo>
                  <a:lnTo>
                    <a:pt x="1074" y="269"/>
                  </a:lnTo>
                  <a:lnTo>
                    <a:pt x="1066" y="258"/>
                  </a:lnTo>
                  <a:lnTo>
                    <a:pt x="1058" y="247"/>
                  </a:lnTo>
                  <a:lnTo>
                    <a:pt x="1050" y="235"/>
                  </a:lnTo>
                  <a:lnTo>
                    <a:pt x="1041" y="224"/>
                  </a:lnTo>
                  <a:lnTo>
                    <a:pt x="1032" y="214"/>
                  </a:lnTo>
                  <a:lnTo>
                    <a:pt x="1022" y="203"/>
                  </a:lnTo>
                  <a:lnTo>
                    <a:pt x="1013" y="194"/>
                  </a:lnTo>
                  <a:lnTo>
                    <a:pt x="1003" y="183"/>
                  </a:lnTo>
                  <a:lnTo>
                    <a:pt x="994" y="174"/>
                  </a:lnTo>
                  <a:lnTo>
                    <a:pt x="983" y="164"/>
                  </a:lnTo>
                  <a:lnTo>
                    <a:pt x="973" y="155"/>
                  </a:lnTo>
                  <a:lnTo>
                    <a:pt x="961" y="146"/>
                  </a:lnTo>
                  <a:lnTo>
                    <a:pt x="951" y="137"/>
                  </a:lnTo>
                  <a:lnTo>
                    <a:pt x="940" y="129"/>
                  </a:lnTo>
                  <a:lnTo>
                    <a:pt x="929" y="120"/>
                  </a:lnTo>
                  <a:lnTo>
                    <a:pt x="917" y="113"/>
                  </a:lnTo>
                  <a:lnTo>
                    <a:pt x="905" y="105"/>
                  </a:lnTo>
                  <a:lnTo>
                    <a:pt x="893" y="98"/>
                  </a:lnTo>
                  <a:lnTo>
                    <a:pt x="882" y="91"/>
                  </a:lnTo>
                  <a:lnTo>
                    <a:pt x="869" y="83"/>
                  </a:lnTo>
                  <a:lnTo>
                    <a:pt x="857" y="77"/>
                  </a:lnTo>
                  <a:lnTo>
                    <a:pt x="845" y="71"/>
                  </a:lnTo>
                  <a:lnTo>
                    <a:pt x="832" y="65"/>
                  </a:lnTo>
                  <a:lnTo>
                    <a:pt x="819" y="59"/>
                  </a:lnTo>
                  <a:lnTo>
                    <a:pt x="806" y="54"/>
                  </a:lnTo>
                  <a:lnTo>
                    <a:pt x="793" y="49"/>
                  </a:lnTo>
                  <a:lnTo>
                    <a:pt x="779" y="44"/>
                  </a:lnTo>
                  <a:lnTo>
                    <a:pt x="765" y="40"/>
                  </a:lnTo>
                  <a:lnTo>
                    <a:pt x="752" y="35"/>
                  </a:lnTo>
                  <a:lnTo>
                    <a:pt x="738" y="32"/>
                  </a:lnTo>
                  <a:lnTo>
                    <a:pt x="725" y="28"/>
                  </a:lnTo>
                  <a:lnTo>
                    <a:pt x="710" y="26"/>
                  </a:lnTo>
                  <a:lnTo>
                    <a:pt x="696" y="23"/>
                  </a:lnTo>
                  <a:lnTo>
                    <a:pt x="681" y="20"/>
                  </a:lnTo>
                  <a:lnTo>
                    <a:pt x="667" y="19"/>
                  </a:lnTo>
                  <a:lnTo>
                    <a:pt x="653" y="16"/>
                  </a:lnTo>
                  <a:lnTo>
                    <a:pt x="638" y="15"/>
                  </a:lnTo>
                  <a:lnTo>
                    <a:pt x="623" y="15"/>
                  </a:lnTo>
                  <a:lnTo>
                    <a:pt x="609" y="14"/>
                  </a:lnTo>
                  <a:lnTo>
                    <a:pt x="593" y="1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08" name="îṥľîḋè"/>
            <p:cNvSpPr/>
            <p:nvPr/>
          </p:nvSpPr>
          <p:spPr bwMode="auto">
            <a:xfrm>
              <a:off x="2636838" y="3000376"/>
              <a:ext cx="433388" cy="309563"/>
            </a:xfrm>
            <a:custGeom>
              <a:avLst/>
              <a:gdLst>
                <a:gd name="T0" fmla="*/ 121 w 273"/>
                <a:gd name="T1" fmla="*/ 190 h 195"/>
                <a:gd name="T2" fmla="*/ 157 w 273"/>
                <a:gd name="T3" fmla="*/ 186 h 195"/>
                <a:gd name="T4" fmla="*/ 184 w 273"/>
                <a:gd name="T5" fmla="*/ 151 h 195"/>
                <a:gd name="T6" fmla="*/ 206 w 273"/>
                <a:gd name="T7" fmla="*/ 133 h 195"/>
                <a:gd name="T8" fmla="*/ 247 w 273"/>
                <a:gd name="T9" fmla="*/ 119 h 195"/>
                <a:gd name="T10" fmla="*/ 273 w 273"/>
                <a:gd name="T11" fmla="*/ 102 h 195"/>
                <a:gd name="T12" fmla="*/ 245 w 273"/>
                <a:gd name="T13" fmla="*/ 71 h 195"/>
                <a:gd name="T14" fmla="*/ 216 w 273"/>
                <a:gd name="T15" fmla="*/ 35 h 195"/>
                <a:gd name="T16" fmla="*/ 207 w 273"/>
                <a:gd name="T17" fmla="*/ 1 h 195"/>
                <a:gd name="T18" fmla="*/ 172 w 273"/>
                <a:gd name="T19" fmla="*/ 9 h 195"/>
                <a:gd name="T20" fmla="*/ 129 w 273"/>
                <a:gd name="T21" fmla="*/ 24 h 195"/>
                <a:gd name="T22" fmla="*/ 76 w 273"/>
                <a:gd name="T23" fmla="*/ 2 h 195"/>
                <a:gd name="T24" fmla="*/ 62 w 273"/>
                <a:gd name="T25" fmla="*/ 6 h 195"/>
                <a:gd name="T26" fmla="*/ 49 w 273"/>
                <a:gd name="T27" fmla="*/ 57 h 195"/>
                <a:gd name="T28" fmla="*/ 15 w 273"/>
                <a:gd name="T29" fmla="*/ 89 h 195"/>
                <a:gd name="T30" fmla="*/ 1 w 273"/>
                <a:gd name="T31" fmla="*/ 108 h 195"/>
                <a:gd name="T32" fmla="*/ 46 w 273"/>
                <a:gd name="T33" fmla="*/ 132 h 195"/>
                <a:gd name="T34" fmla="*/ 76 w 273"/>
                <a:gd name="T35" fmla="*/ 132 h 195"/>
                <a:gd name="T36" fmla="*/ 130 w 273"/>
                <a:gd name="T37" fmla="*/ 100 h 195"/>
                <a:gd name="T38" fmla="*/ 110 w 273"/>
                <a:gd name="T39" fmla="*/ 80 h 195"/>
                <a:gd name="T40" fmla="*/ 105 w 273"/>
                <a:gd name="T41" fmla="*/ 85 h 195"/>
                <a:gd name="T42" fmla="*/ 69 w 273"/>
                <a:gd name="T43" fmla="*/ 56 h 195"/>
                <a:gd name="T44" fmla="*/ 73 w 273"/>
                <a:gd name="T45" fmla="*/ 13 h 195"/>
                <a:gd name="T46" fmla="*/ 119 w 273"/>
                <a:gd name="T47" fmla="*/ 31 h 195"/>
                <a:gd name="T48" fmla="*/ 154 w 273"/>
                <a:gd name="T49" fmla="*/ 31 h 195"/>
                <a:gd name="T50" fmla="*/ 199 w 273"/>
                <a:gd name="T51" fmla="*/ 13 h 195"/>
                <a:gd name="T52" fmla="*/ 205 w 273"/>
                <a:gd name="T53" fmla="*/ 56 h 195"/>
                <a:gd name="T54" fmla="*/ 168 w 273"/>
                <a:gd name="T55" fmla="*/ 85 h 195"/>
                <a:gd name="T56" fmla="*/ 163 w 273"/>
                <a:gd name="T57" fmla="*/ 80 h 195"/>
                <a:gd name="T58" fmla="*/ 142 w 273"/>
                <a:gd name="T59" fmla="*/ 100 h 195"/>
                <a:gd name="T60" fmla="*/ 145 w 273"/>
                <a:gd name="T61" fmla="*/ 54 h 195"/>
                <a:gd name="T62" fmla="*/ 130 w 273"/>
                <a:gd name="T63" fmla="*/ 61 h 195"/>
                <a:gd name="T64" fmla="*/ 137 w 273"/>
                <a:gd name="T65" fmla="*/ 45 h 195"/>
                <a:gd name="T66" fmla="*/ 113 w 273"/>
                <a:gd name="T67" fmla="*/ 164 h 195"/>
                <a:gd name="T68" fmla="*/ 141 w 273"/>
                <a:gd name="T69" fmla="*/ 173 h 195"/>
                <a:gd name="T70" fmla="*/ 151 w 273"/>
                <a:gd name="T71" fmla="*/ 177 h 195"/>
                <a:gd name="T72" fmla="*/ 121 w 273"/>
                <a:gd name="T73" fmla="*/ 150 h 195"/>
                <a:gd name="T74" fmla="*/ 89 w 273"/>
                <a:gd name="T75" fmla="*/ 134 h 195"/>
                <a:gd name="T76" fmla="*/ 95 w 273"/>
                <a:gd name="T77" fmla="*/ 108 h 195"/>
                <a:gd name="T78" fmla="*/ 133 w 273"/>
                <a:gd name="T79" fmla="*/ 115 h 195"/>
                <a:gd name="T80" fmla="*/ 157 w 273"/>
                <a:gd name="T81" fmla="*/ 105 h 195"/>
                <a:gd name="T82" fmla="*/ 183 w 273"/>
                <a:gd name="T83" fmla="*/ 114 h 195"/>
                <a:gd name="T84" fmla="*/ 177 w 273"/>
                <a:gd name="T85" fmla="*/ 142 h 195"/>
                <a:gd name="T86" fmla="*/ 137 w 273"/>
                <a:gd name="T87" fmla="*/ 164 h 195"/>
                <a:gd name="T88" fmla="*/ 178 w 273"/>
                <a:gd name="T89" fmla="*/ 63 h 195"/>
                <a:gd name="T90" fmla="*/ 161 w 273"/>
                <a:gd name="T91" fmla="*/ 63 h 195"/>
                <a:gd name="T92" fmla="*/ 175 w 273"/>
                <a:gd name="T93" fmla="*/ 96 h 195"/>
                <a:gd name="T94" fmla="*/ 202 w 273"/>
                <a:gd name="T95" fmla="*/ 68 h 195"/>
                <a:gd name="T96" fmla="*/ 236 w 273"/>
                <a:gd name="T97" fmla="*/ 76 h 195"/>
                <a:gd name="T98" fmla="*/ 246 w 273"/>
                <a:gd name="T99" fmla="*/ 107 h 195"/>
                <a:gd name="T100" fmla="*/ 201 w 273"/>
                <a:gd name="T101" fmla="*/ 120 h 195"/>
                <a:gd name="T102" fmla="*/ 178 w 273"/>
                <a:gd name="T103" fmla="*/ 96 h 195"/>
                <a:gd name="T104" fmla="*/ 113 w 273"/>
                <a:gd name="T105" fmla="*/ 62 h 195"/>
                <a:gd name="T106" fmla="*/ 97 w 273"/>
                <a:gd name="T107" fmla="*/ 65 h 195"/>
                <a:gd name="T108" fmla="*/ 104 w 273"/>
                <a:gd name="T109" fmla="*/ 51 h 195"/>
                <a:gd name="T110" fmla="*/ 75 w 273"/>
                <a:gd name="T111" fmla="*/ 120 h 195"/>
                <a:gd name="T112" fmla="*/ 34 w 273"/>
                <a:gd name="T113" fmla="*/ 110 h 195"/>
                <a:gd name="T114" fmla="*/ 34 w 273"/>
                <a:gd name="T115" fmla="*/ 80 h 195"/>
                <a:gd name="T116" fmla="*/ 65 w 273"/>
                <a:gd name="T117" fmla="*/ 67 h 195"/>
                <a:gd name="T118" fmla="*/ 96 w 273"/>
                <a:gd name="T119" fmla="*/ 93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3" h="195">
                  <a:moveTo>
                    <a:pt x="97" y="154"/>
                  </a:moveTo>
                  <a:lnTo>
                    <a:pt x="98" y="158"/>
                  </a:lnTo>
                  <a:lnTo>
                    <a:pt x="100" y="162"/>
                  </a:lnTo>
                  <a:lnTo>
                    <a:pt x="101" y="166"/>
                  </a:lnTo>
                  <a:lnTo>
                    <a:pt x="103" y="170"/>
                  </a:lnTo>
                  <a:lnTo>
                    <a:pt x="105" y="174"/>
                  </a:lnTo>
                  <a:lnTo>
                    <a:pt x="108" y="177"/>
                  </a:lnTo>
                  <a:lnTo>
                    <a:pt x="111" y="181"/>
                  </a:lnTo>
                  <a:lnTo>
                    <a:pt x="113" y="184"/>
                  </a:lnTo>
                  <a:lnTo>
                    <a:pt x="116" y="186"/>
                  </a:lnTo>
                  <a:lnTo>
                    <a:pt x="119" y="188"/>
                  </a:lnTo>
                  <a:lnTo>
                    <a:pt x="121" y="190"/>
                  </a:lnTo>
                  <a:lnTo>
                    <a:pt x="124" y="191"/>
                  </a:lnTo>
                  <a:lnTo>
                    <a:pt x="126" y="192"/>
                  </a:lnTo>
                  <a:lnTo>
                    <a:pt x="130" y="193"/>
                  </a:lnTo>
                  <a:lnTo>
                    <a:pt x="133" y="194"/>
                  </a:lnTo>
                  <a:lnTo>
                    <a:pt x="137" y="195"/>
                  </a:lnTo>
                  <a:lnTo>
                    <a:pt x="140" y="194"/>
                  </a:lnTo>
                  <a:lnTo>
                    <a:pt x="143" y="193"/>
                  </a:lnTo>
                  <a:lnTo>
                    <a:pt x="146" y="192"/>
                  </a:lnTo>
                  <a:lnTo>
                    <a:pt x="149" y="191"/>
                  </a:lnTo>
                  <a:lnTo>
                    <a:pt x="152" y="190"/>
                  </a:lnTo>
                  <a:lnTo>
                    <a:pt x="154" y="188"/>
                  </a:lnTo>
                  <a:lnTo>
                    <a:pt x="157" y="186"/>
                  </a:lnTo>
                  <a:lnTo>
                    <a:pt x="159" y="184"/>
                  </a:lnTo>
                  <a:lnTo>
                    <a:pt x="162" y="181"/>
                  </a:lnTo>
                  <a:lnTo>
                    <a:pt x="165" y="177"/>
                  </a:lnTo>
                  <a:lnTo>
                    <a:pt x="167" y="174"/>
                  </a:lnTo>
                  <a:lnTo>
                    <a:pt x="170" y="170"/>
                  </a:lnTo>
                  <a:lnTo>
                    <a:pt x="171" y="166"/>
                  </a:lnTo>
                  <a:lnTo>
                    <a:pt x="174" y="162"/>
                  </a:lnTo>
                  <a:lnTo>
                    <a:pt x="175" y="158"/>
                  </a:lnTo>
                  <a:lnTo>
                    <a:pt x="177" y="154"/>
                  </a:lnTo>
                  <a:lnTo>
                    <a:pt x="177" y="154"/>
                  </a:lnTo>
                  <a:lnTo>
                    <a:pt x="180" y="152"/>
                  </a:lnTo>
                  <a:lnTo>
                    <a:pt x="184" y="151"/>
                  </a:lnTo>
                  <a:lnTo>
                    <a:pt x="186" y="149"/>
                  </a:lnTo>
                  <a:lnTo>
                    <a:pt x="190" y="147"/>
                  </a:lnTo>
                  <a:lnTo>
                    <a:pt x="192" y="144"/>
                  </a:lnTo>
                  <a:lnTo>
                    <a:pt x="194" y="140"/>
                  </a:lnTo>
                  <a:lnTo>
                    <a:pt x="196" y="136"/>
                  </a:lnTo>
                  <a:lnTo>
                    <a:pt x="197" y="132"/>
                  </a:lnTo>
                  <a:lnTo>
                    <a:pt x="197" y="132"/>
                  </a:lnTo>
                  <a:lnTo>
                    <a:pt x="198" y="131"/>
                  </a:lnTo>
                  <a:lnTo>
                    <a:pt x="198" y="132"/>
                  </a:lnTo>
                  <a:lnTo>
                    <a:pt x="198" y="132"/>
                  </a:lnTo>
                  <a:lnTo>
                    <a:pt x="202" y="132"/>
                  </a:lnTo>
                  <a:lnTo>
                    <a:pt x="206" y="133"/>
                  </a:lnTo>
                  <a:lnTo>
                    <a:pt x="210" y="134"/>
                  </a:lnTo>
                  <a:lnTo>
                    <a:pt x="215" y="134"/>
                  </a:lnTo>
                  <a:lnTo>
                    <a:pt x="219" y="133"/>
                  </a:lnTo>
                  <a:lnTo>
                    <a:pt x="222" y="132"/>
                  </a:lnTo>
                  <a:lnTo>
                    <a:pt x="225" y="132"/>
                  </a:lnTo>
                  <a:lnTo>
                    <a:pt x="227" y="132"/>
                  </a:lnTo>
                  <a:lnTo>
                    <a:pt x="229" y="131"/>
                  </a:lnTo>
                  <a:lnTo>
                    <a:pt x="231" y="129"/>
                  </a:lnTo>
                  <a:lnTo>
                    <a:pt x="233" y="128"/>
                  </a:lnTo>
                  <a:lnTo>
                    <a:pt x="237" y="124"/>
                  </a:lnTo>
                  <a:lnTo>
                    <a:pt x="242" y="121"/>
                  </a:lnTo>
                  <a:lnTo>
                    <a:pt x="247" y="119"/>
                  </a:lnTo>
                  <a:lnTo>
                    <a:pt x="254" y="116"/>
                  </a:lnTo>
                  <a:lnTo>
                    <a:pt x="260" y="113"/>
                  </a:lnTo>
                  <a:lnTo>
                    <a:pt x="266" y="111"/>
                  </a:lnTo>
                  <a:lnTo>
                    <a:pt x="268" y="110"/>
                  </a:lnTo>
                  <a:lnTo>
                    <a:pt x="270" y="109"/>
                  </a:lnTo>
                  <a:lnTo>
                    <a:pt x="271" y="108"/>
                  </a:lnTo>
                  <a:lnTo>
                    <a:pt x="272" y="107"/>
                  </a:lnTo>
                  <a:lnTo>
                    <a:pt x="273" y="106"/>
                  </a:lnTo>
                  <a:lnTo>
                    <a:pt x="273" y="105"/>
                  </a:lnTo>
                  <a:lnTo>
                    <a:pt x="273" y="104"/>
                  </a:lnTo>
                  <a:lnTo>
                    <a:pt x="273" y="104"/>
                  </a:lnTo>
                  <a:lnTo>
                    <a:pt x="273" y="102"/>
                  </a:lnTo>
                  <a:lnTo>
                    <a:pt x="272" y="101"/>
                  </a:lnTo>
                  <a:lnTo>
                    <a:pt x="271" y="100"/>
                  </a:lnTo>
                  <a:lnTo>
                    <a:pt x="270" y="99"/>
                  </a:lnTo>
                  <a:lnTo>
                    <a:pt x="266" y="96"/>
                  </a:lnTo>
                  <a:lnTo>
                    <a:pt x="261" y="91"/>
                  </a:lnTo>
                  <a:lnTo>
                    <a:pt x="258" y="89"/>
                  </a:lnTo>
                  <a:lnTo>
                    <a:pt x="255" y="86"/>
                  </a:lnTo>
                  <a:lnTo>
                    <a:pt x="253" y="83"/>
                  </a:lnTo>
                  <a:lnTo>
                    <a:pt x="251" y="79"/>
                  </a:lnTo>
                  <a:lnTo>
                    <a:pt x="249" y="76"/>
                  </a:lnTo>
                  <a:lnTo>
                    <a:pt x="247" y="74"/>
                  </a:lnTo>
                  <a:lnTo>
                    <a:pt x="245" y="71"/>
                  </a:lnTo>
                  <a:lnTo>
                    <a:pt x="242" y="67"/>
                  </a:lnTo>
                  <a:lnTo>
                    <a:pt x="238" y="65"/>
                  </a:lnTo>
                  <a:lnTo>
                    <a:pt x="234" y="62"/>
                  </a:lnTo>
                  <a:lnTo>
                    <a:pt x="230" y="59"/>
                  </a:lnTo>
                  <a:lnTo>
                    <a:pt x="227" y="58"/>
                  </a:lnTo>
                  <a:lnTo>
                    <a:pt x="224" y="57"/>
                  </a:lnTo>
                  <a:lnTo>
                    <a:pt x="220" y="56"/>
                  </a:lnTo>
                  <a:lnTo>
                    <a:pt x="220" y="54"/>
                  </a:lnTo>
                  <a:lnTo>
                    <a:pt x="220" y="50"/>
                  </a:lnTo>
                  <a:lnTo>
                    <a:pt x="219" y="46"/>
                  </a:lnTo>
                  <a:lnTo>
                    <a:pt x="219" y="43"/>
                  </a:lnTo>
                  <a:lnTo>
                    <a:pt x="216" y="35"/>
                  </a:lnTo>
                  <a:lnTo>
                    <a:pt x="214" y="27"/>
                  </a:lnTo>
                  <a:lnTo>
                    <a:pt x="212" y="23"/>
                  </a:lnTo>
                  <a:lnTo>
                    <a:pt x="211" y="19"/>
                  </a:lnTo>
                  <a:lnTo>
                    <a:pt x="210" y="13"/>
                  </a:lnTo>
                  <a:lnTo>
                    <a:pt x="210" y="8"/>
                  </a:lnTo>
                  <a:lnTo>
                    <a:pt x="210" y="6"/>
                  </a:lnTo>
                  <a:lnTo>
                    <a:pt x="210" y="4"/>
                  </a:lnTo>
                  <a:lnTo>
                    <a:pt x="210" y="3"/>
                  </a:lnTo>
                  <a:lnTo>
                    <a:pt x="210" y="3"/>
                  </a:lnTo>
                  <a:lnTo>
                    <a:pt x="210" y="2"/>
                  </a:lnTo>
                  <a:lnTo>
                    <a:pt x="209" y="2"/>
                  </a:lnTo>
                  <a:lnTo>
                    <a:pt x="207" y="1"/>
                  </a:lnTo>
                  <a:lnTo>
                    <a:pt x="205" y="0"/>
                  </a:lnTo>
                  <a:lnTo>
                    <a:pt x="203" y="0"/>
                  </a:lnTo>
                  <a:lnTo>
                    <a:pt x="202" y="0"/>
                  </a:lnTo>
                  <a:lnTo>
                    <a:pt x="201" y="0"/>
                  </a:lnTo>
                  <a:lnTo>
                    <a:pt x="200" y="1"/>
                  </a:lnTo>
                  <a:lnTo>
                    <a:pt x="197" y="2"/>
                  </a:lnTo>
                  <a:lnTo>
                    <a:pt x="194" y="3"/>
                  </a:lnTo>
                  <a:lnTo>
                    <a:pt x="190" y="5"/>
                  </a:lnTo>
                  <a:lnTo>
                    <a:pt x="186" y="6"/>
                  </a:lnTo>
                  <a:lnTo>
                    <a:pt x="182" y="7"/>
                  </a:lnTo>
                  <a:lnTo>
                    <a:pt x="177" y="7"/>
                  </a:lnTo>
                  <a:lnTo>
                    <a:pt x="172" y="9"/>
                  </a:lnTo>
                  <a:lnTo>
                    <a:pt x="169" y="11"/>
                  </a:lnTo>
                  <a:lnTo>
                    <a:pt x="164" y="12"/>
                  </a:lnTo>
                  <a:lnTo>
                    <a:pt x="160" y="15"/>
                  </a:lnTo>
                  <a:lnTo>
                    <a:pt x="156" y="17"/>
                  </a:lnTo>
                  <a:lnTo>
                    <a:pt x="152" y="19"/>
                  </a:lnTo>
                  <a:lnTo>
                    <a:pt x="145" y="24"/>
                  </a:lnTo>
                  <a:lnTo>
                    <a:pt x="137" y="30"/>
                  </a:lnTo>
                  <a:lnTo>
                    <a:pt x="137" y="30"/>
                  </a:lnTo>
                  <a:lnTo>
                    <a:pt x="137" y="30"/>
                  </a:lnTo>
                  <a:lnTo>
                    <a:pt x="136" y="30"/>
                  </a:lnTo>
                  <a:lnTo>
                    <a:pt x="136" y="30"/>
                  </a:lnTo>
                  <a:lnTo>
                    <a:pt x="129" y="24"/>
                  </a:lnTo>
                  <a:lnTo>
                    <a:pt x="121" y="19"/>
                  </a:lnTo>
                  <a:lnTo>
                    <a:pt x="117" y="17"/>
                  </a:lnTo>
                  <a:lnTo>
                    <a:pt x="113" y="15"/>
                  </a:lnTo>
                  <a:lnTo>
                    <a:pt x="109" y="12"/>
                  </a:lnTo>
                  <a:lnTo>
                    <a:pt x="105" y="11"/>
                  </a:lnTo>
                  <a:lnTo>
                    <a:pt x="101" y="9"/>
                  </a:lnTo>
                  <a:lnTo>
                    <a:pt x="96" y="7"/>
                  </a:lnTo>
                  <a:lnTo>
                    <a:pt x="91" y="7"/>
                  </a:lnTo>
                  <a:lnTo>
                    <a:pt x="87" y="6"/>
                  </a:lnTo>
                  <a:lnTo>
                    <a:pt x="83" y="5"/>
                  </a:lnTo>
                  <a:lnTo>
                    <a:pt x="80" y="3"/>
                  </a:lnTo>
                  <a:lnTo>
                    <a:pt x="76" y="2"/>
                  </a:lnTo>
                  <a:lnTo>
                    <a:pt x="73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66" y="1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3" y="3"/>
                  </a:lnTo>
                  <a:lnTo>
                    <a:pt x="63" y="3"/>
                  </a:lnTo>
                  <a:lnTo>
                    <a:pt x="63" y="4"/>
                  </a:lnTo>
                  <a:lnTo>
                    <a:pt x="62" y="6"/>
                  </a:lnTo>
                  <a:lnTo>
                    <a:pt x="63" y="8"/>
                  </a:lnTo>
                  <a:lnTo>
                    <a:pt x="62" y="13"/>
                  </a:lnTo>
                  <a:lnTo>
                    <a:pt x="61" y="19"/>
                  </a:lnTo>
                  <a:lnTo>
                    <a:pt x="61" y="23"/>
                  </a:lnTo>
                  <a:lnTo>
                    <a:pt x="60" y="27"/>
                  </a:lnTo>
                  <a:lnTo>
                    <a:pt x="57" y="35"/>
                  </a:lnTo>
                  <a:lnTo>
                    <a:pt x="54" y="43"/>
                  </a:lnTo>
                  <a:lnTo>
                    <a:pt x="53" y="46"/>
                  </a:lnTo>
                  <a:lnTo>
                    <a:pt x="53" y="50"/>
                  </a:lnTo>
                  <a:lnTo>
                    <a:pt x="53" y="54"/>
                  </a:lnTo>
                  <a:lnTo>
                    <a:pt x="53" y="56"/>
                  </a:lnTo>
                  <a:lnTo>
                    <a:pt x="49" y="57"/>
                  </a:lnTo>
                  <a:lnTo>
                    <a:pt x="46" y="58"/>
                  </a:lnTo>
                  <a:lnTo>
                    <a:pt x="43" y="59"/>
                  </a:lnTo>
                  <a:lnTo>
                    <a:pt x="39" y="62"/>
                  </a:lnTo>
                  <a:lnTo>
                    <a:pt x="34" y="65"/>
                  </a:lnTo>
                  <a:lnTo>
                    <a:pt x="31" y="67"/>
                  </a:lnTo>
                  <a:lnTo>
                    <a:pt x="29" y="71"/>
                  </a:lnTo>
                  <a:lnTo>
                    <a:pt x="26" y="74"/>
                  </a:lnTo>
                  <a:lnTo>
                    <a:pt x="24" y="76"/>
                  </a:lnTo>
                  <a:lnTo>
                    <a:pt x="22" y="79"/>
                  </a:lnTo>
                  <a:lnTo>
                    <a:pt x="20" y="83"/>
                  </a:lnTo>
                  <a:lnTo>
                    <a:pt x="17" y="86"/>
                  </a:lnTo>
                  <a:lnTo>
                    <a:pt x="15" y="89"/>
                  </a:lnTo>
                  <a:lnTo>
                    <a:pt x="13" y="91"/>
                  </a:lnTo>
                  <a:lnTo>
                    <a:pt x="7" y="96"/>
                  </a:lnTo>
                  <a:lnTo>
                    <a:pt x="3" y="99"/>
                  </a:lnTo>
                  <a:lnTo>
                    <a:pt x="1" y="100"/>
                  </a:lnTo>
                  <a:lnTo>
                    <a:pt x="1" y="101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5" y="110"/>
                  </a:lnTo>
                  <a:lnTo>
                    <a:pt x="7" y="111"/>
                  </a:lnTo>
                  <a:lnTo>
                    <a:pt x="13" y="113"/>
                  </a:lnTo>
                  <a:lnTo>
                    <a:pt x="20" y="116"/>
                  </a:lnTo>
                  <a:lnTo>
                    <a:pt x="26" y="119"/>
                  </a:lnTo>
                  <a:lnTo>
                    <a:pt x="31" y="121"/>
                  </a:lnTo>
                  <a:lnTo>
                    <a:pt x="36" y="124"/>
                  </a:lnTo>
                  <a:lnTo>
                    <a:pt x="40" y="128"/>
                  </a:lnTo>
                  <a:lnTo>
                    <a:pt x="42" y="129"/>
                  </a:lnTo>
                  <a:lnTo>
                    <a:pt x="44" y="131"/>
                  </a:lnTo>
                  <a:lnTo>
                    <a:pt x="46" y="132"/>
                  </a:lnTo>
                  <a:lnTo>
                    <a:pt x="48" y="132"/>
                  </a:lnTo>
                  <a:lnTo>
                    <a:pt x="50" y="132"/>
                  </a:lnTo>
                  <a:lnTo>
                    <a:pt x="54" y="133"/>
                  </a:lnTo>
                  <a:lnTo>
                    <a:pt x="58" y="134"/>
                  </a:lnTo>
                  <a:lnTo>
                    <a:pt x="62" y="134"/>
                  </a:lnTo>
                  <a:lnTo>
                    <a:pt x="67" y="133"/>
                  </a:lnTo>
                  <a:lnTo>
                    <a:pt x="72" y="132"/>
                  </a:lnTo>
                  <a:lnTo>
                    <a:pt x="74" y="132"/>
                  </a:lnTo>
                  <a:lnTo>
                    <a:pt x="76" y="132"/>
                  </a:lnTo>
                  <a:lnTo>
                    <a:pt x="76" y="131"/>
                  </a:lnTo>
                  <a:lnTo>
                    <a:pt x="76" y="132"/>
                  </a:lnTo>
                  <a:lnTo>
                    <a:pt x="76" y="132"/>
                  </a:lnTo>
                  <a:lnTo>
                    <a:pt x="77" y="136"/>
                  </a:lnTo>
                  <a:lnTo>
                    <a:pt x="79" y="140"/>
                  </a:lnTo>
                  <a:lnTo>
                    <a:pt x="81" y="144"/>
                  </a:lnTo>
                  <a:lnTo>
                    <a:pt x="84" y="147"/>
                  </a:lnTo>
                  <a:lnTo>
                    <a:pt x="86" y="149"/>
                  </a:lnTo>
                  <a:lnTo>
                    <a:pt x="89" y="151"/>
                  </a:lnTo>
                  <a:lnTo>
                    <a:pt x="93" y="152"/>
                  </a:lnTo>
                  <a:lnTo>
                    <a:pt x="97" y="154"/>
                  </a:lnTo>
                  <a:lnTo>
                    <a:pt x="97" y="154"/>
                  </a:lnTo>
                  <a:lnTo>
                    <a:pt x="97" y="154"/>
                  </a:lnTo>
                  <a:close/>
                  <a:moveTo>
                    <a:pt x="130" y="71"/>
                  </a:moveTo>
                  <a:lnTo>
                    <a:pt x="130" y="100"/>
                  </a:lnTo>
                  <a:lnTo>
                    <a:pt x="130" y="100"/>
                  </a:lnTo>
                  <a:lnTo>
                    <a:pt x="129" y="100"/>
                  </a:lnTo>
                  <a:lnTo>
                    <a:pt x="129" y="97"/>
                  </a:lnTo>
                  <a:lnTo>
                    <a:pt x="129" y="95"/>
                  </a:lnTo>
                  <a:lnTo>
                    <a:pt x="127" y="91"/>
                  </a:lnTo>
                  <a:lnTo>
                    <a:pt x="125" y="86"/>
                  </a:lnTo>
                  <a:lnTo>
                    <a:pt x="123" y="80"/>
                  </a:lnTo>
                  <a:lnTo>
                    <a:pt x="120" y="76"/>
                  </a:lnTo>
                  <a:lnTo>
                    <a:pt x="117" y="72"/>
                  </a:lnTo>
                  <a:lnTo>
                    <a:pt x="117" y="71"/>
                  </a:lnTo>
                  <a:lnTo>
                    <a:pt x="108" y="78"/>
                  </a:lnTo>
                  <a:lnTo>
                    <a:pt x="110" y="80"/>
                  </a:lnTo>
                  <a:lnTo>
                    <a:pt x="112" y="84"/>
                  </a:lnTo>
                  <a:lnTo>
                    <a:pt x="114" y="88"/>
                  </a:lnTo>
                  <a:lnTo>
                    <a:pt x="116" y="92"/>
                  </a:lnTo>
                  <a:lnTo>
                    <a:pt x="117" y="93"/>
                  </a:lnTo>
                  <a:lnTo>
                    <a:pt x="117" y="95"/>
                  </a:lnTo>
                  <a:lnTo>
                    <a:pt x="115" y="94"/>
                  </a:lnTo>
                  <a:lnTo>
                    <a:pt x="113" y="93"/>
                  </a:lnTo>
                  <a:lnTo>
                    <a:pt x="110" y="93"/>
                  </a:lnTo>
                  <a:lnTo>
                    <a:pt x="108" y="93"/>
                  </a:lnTo>
                  <a:lnTo>
                    <a:pt x="107" y="91"/>
                  </a:lnTo>
                  <a:lnTo>
                    <a:pt x="106" y="88"/>
                  </a:lnTo>
                  <a:lnTo>
                    <a:pt x="105" y="85"/>
                  </a:lnTo>
                  <a:lnTo>
                    <a:pt x="102" y="80"/>
                  </a:lnTo>
                  <a:lnTo>
                    <a:pt x="101" y="78"/>
                  </a:lnTo>
                  <a:lnTo>
                    <a:pt x="99" y="75"/>
                  </a:lnTo>
                  <a:lnTo>
                    <a:pt x="97" y="71"/>
                  </a:lnTo>
                  <a:lnTo>
                    <a:pt x="94" y="69"/>
                  </a:lnTo>
                  <a:lnTo>
                    <a:pt x="92" y="67"/>
                  </a:lnTo>
                  <a:lnTo>
                    <a:pt x="89" y="64"/>
                  </a:lnTo>
                  <a:lnTo>
                    <a:pt x="85" y="62"/>
                  </a:lnTo>
                  <a:lnTo>
                    <a:pt x="81" y="59"/>
                  </a:lnTo>
                  <a:lnTo>
                    <a:pt x="77" y="58"/>
                  </a:lnTo>
                  <a:lnTo>
                    <a:pt x="73" y="57"/>
                  </a:lnTo>
                  <a:lnTo>
                    <a:pt x="69" y="56"/>
                  </a:lnTo>
                  <a:lnTo>
                    <a:pt x="65" y="56"/>
                  </a:lnTo>
                  <a:lnTo>
                    <a:pt x="65" y="55"/>
                  </a:lnTo>
                  <a:lnTo>
                    <a:pt x="65" y="50"/>
                  </a:lnTo>
                  <a:lnTo>
                    <a:pt x="65" y="45"/>
                  </a:lnTo>
                  <a:lnTo>
                    <a:pt x="67" y="41"/>
                  </a:lnTo>
                  <a:lnTo>
                    <a:pt x="69" y="35"/>
                  </a:lnTo>
                  <a:lnTo>
                    <a:pt x="69" y="32"/>
                  </a:lnTo>
                  <a:lnTo>
                    <a:pt x="71" y="29"/>
                  </a:lnTo>
                  <a:lnTo>
                    <a:pt x="72" y="26"/>
                  </a:lnTo>
                  <a:lnTo>
                    <a:pt x="72" y="23"/>
                  </a:lnTo>
                  <a:lnTo>
                    <a:pt x="73" y="17"/>
                  </a:lnTo>
                  <a:lnTo>
                    <a:pt x="73" y="13"/>
                  </a:lnTo>
                  <a:lnTo>
                    <a:pt x="74" y="13"/>
                  </a:lnTo>
                  <a:lnTo>
                    <a:pt x="77" y="15"/>
                  </a:lnTo>
                  <a:lnTo>
                    <a:pt x="81" y="16"/>
                  </a:lnTo>
                  <a:lnTo>
                    <a:pt x="87" y="17"/>
                  </a:lnTo>
                  <a:lnTo>
                    <a:pt x="95" y="19"/>
                  </a:lnTo>
                  <a:lnTo>
                    <a:pt x="101" y="20"/>
                  </a:lnTo>
                  <a:lnTo>
                    <a:pt x="104" y="22"/>
                  </a:lnTo>
                  <a:lnTo>
                    <a:pt x="106" y="23"/>
                  </a:lnTo>
                  <a:lnTo>
                    <a:pt x="108" y="24"/>
                  </a:lnTo>
                  <a:lnTo>
                    <a:pt x="110" y="25"/>
                  </a:lnTo>
                  <a:lnTo>
                    <a:pt x="115" y="28"/>
                  </a:lnTo>
                  <a:lnTo>
                    <a:pt x="119" y="31"/>
                  </a:lnTo>
                  <a:lnTo>
                    <a:pt x="123" y="35"/>
                  </a:lnTo>
                  <a:lnTo>
                    <a:pt x="128" y="38"/>
                  </a:lnTo>
                  <a:lnTo>
                    <a:pt x="129" y="39"/>
                  </a:lnTo>
                  <a:lnTo>
                    <a:pt x="132" y="40"/>
                  </a:lnTo>
                  <a:lnTo>
                    <a:pt x="134" y="41"/>
                  </a:lnTo>
                  <a:lnTo>
                    <a:pt x="137" y="42"/>
                  </a:lnTo>
                  <a:lnTo>
                    <a:pt x="139" y="41"/>
                  </a:lnTo>
                  <a:lnTo>
                    <a:pt x="141" y="40"/>
                  </a:lnTo>
                  <a:lnTo>
                    <a:pt x="143" y="39"/>
                  </a:lnTo>
                  <a:lnTo>
                    <a:pt x="145" y="38"/>
                  </a:lnTo>
                  <a:lnTo>
                    <a:pt x="150" y="35"/>
                  </a:lnTo>
                  <a:lnTo>
                    <a:pt x="154" y="31"/>
                  </a:lnTo>
                  <a:lnTo>
                    <a:pt x="158" y="28"/>
                  </a:lnTo>
                  <a:lnTo>
                    <a:pt x="162" y="25"/>
                  </a:lnTo>
                  <a:lnTo>
                    <a:pt x="165" y="24"/>
                  </a:lnTo>
                  <a:lnTo>
                    <a:pt x="167" y="23"/>
                  </a:lnTo>
                  <a:lnTo>
                    <a:pt x="170" y="22"/>
                  </a:lnTo>
                  <a:lnTo>
                    <a:pt x="172" y="20"/>
                  </a:lnTo>
                  <a:lnTo>
                    <a:pt x="178" y="19"/>
                  </a:lnTo>
                  <a:lnTo>
                    <a:pt x="186" y="17"/>
                  </a:lnTo>
                  <a:lnTo>
                    <a:pt x="192" y="16"/>
                  </a:lnTo>
                  <a:lnTo>
                    <a:pt x="196" y="15"/>
                  </a:lnTo>
                  <a:lnTo>
                    <a:pt x="199" y="13"/>
                  </a:lnTo>
                  <a:lnTo>
                    <a:pt x="199" y="13"/>
                  </a:lnTo>
                  <a:lnTo>
                    <a:pt x="200" y="17"/>
                  </a:lnTo>
                  <a:lnTo>
                    <a:pt x="201" y="23"/>
                  </a:lnTo>
                  <a:lnTo>
                    <a:pt x="202" y="26"/>
                  </a:lnTo>
                  <a:lnTo>
                    <a:pt x="202" y="29"/>
                  </a:lnTo>
                  <a:lnTo>
                    <a:pt x="203" y="32"/>
                  </a:lnTo>
                  <a:lnTo>
                    <a:pt x="205" y="35"/>
                  </a:lnTo>
                  <a:lnTo>
                    <a:pt x="206" y="41"/>
                  </a:lnTo>
                  <a:lnTo>
                    <a:pt x="208" y="45"/>
                  </a:lnTo>
                  <a:lnTo>
                    <a:pt x="208" y="50"/>
                  </a:lnTo>
                  <a:lnTo>
                    <a:pt x="208" y="55"/>
                  </a:lnTo>
                  <a:lnTo>
                    <a:pt x="208" y="56"/>
                  </a:lnTo>
                  <a:lnTo>
                    <a:pt x="205" y="56"/>
                  </a:lnTo>
                  <a:lnTo>
                    <a:pt x="200" y="57"/>
                  </a:lnTo>
                  <a:lnTo>
                    <a:pt x="196" y="58"/>
                  </a:lnTo>
                  <a:lnTo>
                    <a:pt x="192" y="59"/>
                  </a:lnTo>
                  <a:lnTo>
                    <a:pt x="188" y="62"/>
                  </a:lnTo>
                  <a:lnTo>
                    <a:pt x="184" y="64"/>
                  </a:lnTo>
                  <a:lnTo>
                    <a:pt x="181" y="67"/>
                  </a:lnTo>
                  <a:lnTo>
                    <a:pt x="178" y="69"/>
                  </a:lnTo>
                  <a:lnTo>
                    <a:pt x="176" y="71"/>
                  </a:lnTo>
                  <a:lnTo>
                    <a:pt x="174" y="75"/>
                  </a:lnTo>
                  <a:lnTo>
                    <a:pt x="172" y="78"/>
                  </a:lnTo>
                  <a:lnTo>
                    <a:pt x="170" y="80"/>
                  </a:lnTo>
                  <a:lnTo>
                    <a:pt x="168" y="85"/>
                  </a:lnTo>
                  <a:lnTo>
                    <a:pt x="166" y="88"/>
                  </a:lnTo>
                  <a:lnTo>
                    <a:pt x="166" y="91"/>
                  </a:lnTo>
                  <a:lnTo>
                    <a:pt x="166" y="93"/>
                  </a:lnTo>
                  <a:lnTo>
                    <a:pt x="163" y="93"/>
                  </a:lnTo>
                  <a:lnTo>
                    <a:pt x="161" y="93"/>
                  </a:lnTo>
                  <a:lnTo>
                    <a:pt x="158" y="94"/>
                  </a:lnTo>
                  <a:lnTo>
                    <a:pt x="156" y="95"/>
                  </a:lnTo>
                  <a:lnTo>
                    <a:pt x="156" y="93"/>
                  </a:lnTo>
                  <a:lnTo>
                    <a:pt x="157" y="92"/>
                  </a:lnTo>
                  <a:lnTo>
                    <a:pt x="158" y="88"/>
                  </a:lnTo>
                  <a:lnTo>
                    <a:pt x="161" y="84"/>
                  </a:lnTo>
                  <a:lnTo>
                    <a:pt x="163" y="80"/>
                  </a:lnTo>
                  <a:lnTo>
                    <a:pt x="165" y="78"/>
                  </a:lnTo>
                  <a:lnTo>
                    <a:pt x="156" y="71"/>
                  </a:lnTo>
                  <a:lnTo>
                    <a:pt x="155" y="72"/>
                  </a:lnTo>
                  <a:lnTo>
                    <a:pt x="153" y="76"/>
                  </a:lnTo>
                  <a:lnTo>
                    <a:pt x="150" y="80"/>
                  </a:lnTo>
                  <a:lnTo>
                    <a:pt x="147" y="86"/>
                  </a:lnTo>
                  <a:lnTo>
                    <a:pt x="145" y="91"/>
                  </a:lnTo>
                  <a:lnTo>
                    <a:pt x="145" y="95"/>
                  </a:lnTo>
                  <a:lnTo>
                    <a:pt x="144" y="97"/>
                  </a:lnTo>
                  <a:lnTo>
                    <a:pt x="144" y="100"/>
                  </a:lnTo>
                  <a:lnTo>
                    <a:pt x="143" y="100"/>
                  </a:lnTo>
                  <a:lnTo>
                    <a:pt x="142" y="100"/>
                  </a:lnTo>
                  <a:lnTo>
                    <a:pt x="142" y="71"/>
                  </a:lnTo>
                  <a:lnTo>
                    <a:pt x="130" y="71"/>
                  </a:lnTo>
                  <a:lnTo>
                    <a:pt x="130" y="71"/>
                  </a:lnTo>
                  <a:close/>
                  <a:moveTo>
                    <a:pt x="137" y="45"/>
                  </a:moveTo>
                  <a:lnTo>
                    <a:pt x="138" y="45"/>
                  </a:lnTo>
                  <a:lnTo>
                    <a:pt x="140" y="46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4" y="49"/>
                  </a:lnTo>
                  <a:lnTo>
                    <a:pt x="145" y="51"/>
                  </a:lnTo>
                  <a:lnTo>
                    <a:pt x="145" y="52"/>
                  </a:lnTo>
                  <a:lnTo>
                    <a:pt x="145" y="54"/>
                  </a:lnTo>
                  <a:lnTo>
                    <a:pt x="145" y="56"/>
                  </a:lnTo>
                  <a:lnTo>
                    <a:pt x="145" y="58"/>
                  </a:lnTo>
                  <a:lnTo>
                    <a:pt x="144" y="59"/>
                  </a:lnTo>
                  <a:lnTo>
                    <a:pt x="143" y="61"/>
                  </a:lnTo>
                  <a:lnTo>
                    <a:pt x="141" y="62"/>
                  </a:lnTo>
                  <a:lnTo>
                    <a:pt x="140" y="63"/>
                  </a:lnTo>
                  <a:lnTo>
                    <a:pt x="138" y="63"/>
                  </a:lnTo>
                  <a:lnTo>
                    <a:pt x="137" y="63"/>
                  </a:lnTo>
                  <a:lnTo>
                    <a:pt x="134" y="63"/>
                  </a:lnTo>
                  <a:lnTo>
                    <a:pt x="133" y="63"/>
                  </a:lnTo>
                  <a:lnTo>
                    <a:pt x="131" y="62"/>
                  </a:lnTo>
                  <a:lnTo>
                    <a:pt x="130" y="61"/>
                  </a:lnTo>
                  <a:lnTo>
                    <a:pt x="129" y="59"/>
                  </a:lnTo>
                  <a:lnTo>
                    <a:pt x="128" y="58"/>
                  </a:lnTo>
                  <a:lnTo>
                    <a:pt x="127" y="56"/>
                  </a:lnTo>
                  <a:lnTo>
                    <a:pt x="127" y="54"/>
                  </a:lnTo>
                  <a:lnTo>
                    <a:pt x="127" y="52"/>
                  </a:lnTo>
                  <a:lnTo>
                    <a:pt x="128" y="51"/>
                  </a:lnTo>
                  <a:lnTo>
                    <a:pt x="129" y="49"/>
                  </a:lnTo>
                  <a:lnTo>
                    <a:pt x="130" y="47"/>
                  </a:lnTo>
                  <a:lnTo>
                    <a:pt x="131" y="47"/>
                  </a:lnTo>
                  <a:lnTo>
                    <a:pt x="133" y="46"/>
                  </a:lnTo>
                  <a:lnTo>
                    <a:pt x="134" y="45"/>
                  </a:lnTo>
                  <a:lnTo>
                    <a:pt x="137" y="45"/>
                  </a:lnTo>
                  <a:lnTo>
                    <a:pt x="137" y="45"/>
                  </a:lnTo>
                  <a:close/>
                  <a:moveTo>
                    <a:pt x="137" y="184"/>
                  </a:moveTo>
                  <a:lnTo>
                    <a:pt x="134" y="184"/>
                  </a:lnTo>
                  <a:lnTo>
                    <a:pt x="133" y="184"/>
                  </a:lnTo>
                  <a:lnTo>
                    <a:pt x="130" y="183"/>
                  </a:lnTo>
                  <a:lnTo>
                    <a:pt x="129" y="182"/>
                  </a:lnTo>
                  <a:lnTo>
                    <a:pt x="125" y="180"/>
                  </a:lnTo>
                  <a:lnTo>
                    <a:pt x="121" y="177"/>
                  </a:lnTo>
                  <a:lnTo>
                    <a:pt x="119" y="174"/>
                  </a:lnTo>
                  <a:lnTo>
                    <a:pt x="116" y="171"/>
                  </a:lnTo>
                  <a:lnTo>
                    <a:pt x="114" y="167"/>
                  </a:lnTo>
                  <a:lnTo>
                    <a:pt x="113" y="164"/>
                  </a:lnTo>
                  <a:lnTo>
                    <a:pt x="110" y="160"/>
                  </a:lnTo>
                  <a:lnTo>
                    <a:pt x="109" y="156"/>
                  </a:lnTo>
                  <a:lnTo>
                    <a:pt x="113" y="157"/>
                  </a:lnTo>
                  <a:lnTo>
                    <a:pt x="115" y="159"/>
                  </a:lnTo>
                  <a:lnTo>
                    <a:pt x="118" y="160"/>
                  </a:lnTo>
                  <a:lnTo>
                    <a:pt x="121" y="164"/>
                  </a:lnTo>
                  <a:lnTo>
                    <a:pt x="128" y="169"/>
                  </a:lnTo>
                  <a:lnTo>
                    <a:pt x="132" y="173"/>
                  </a:lnTo>
                  <a:lnTo>
                    <a:pt x="134" y="176"/>
                  </a:lnTo>
                  <a:lnTo>
                    <a:pt x="137" y="177"/>
                  </a:lnTo>
                  <a:lnTo>
                    <a:pt x="138" y="176"/>
                  </a:lnTo>
                  <a:lnTo>
                    <a:pt x="141" y="173"/>
                  </a:lnTo>
                  <a:lnTo>
                    <a:pt x="145" y="169"/>
                  </a:lnTo>
                  <a:lnTo>
                    <a:pt x="151" y="164"/>
                  </a:lnTo>
                  <a:lnTo>
                    <a:pt x="154" y="160"/>
                  </a:lnTo>
                  <a:lnTo>
                    <a:pt x="158" y="159"/>
                  </a:lnTo>
                  <a:lnTo>
                    <a:pt x="160" y="157"/>
                  </a:lnTo>
                  <a:lnTo>
                    <a:pt x="163" y="156"/>
                  </a:lnTo>
                  <a:lnTo>
                    <a:pt x="162" y="160"/>
                  </a:lnTo>
                  <a:lnTo>
                    <a:pt x="161" y="164"/>
                  </a:lnTo>
                  <a:lnTo>
                    <a:pt x="159" y="167"/>
                  </a:lnTo>
                  <a:lnTo>
                    <a:pt x="157" y="171"/>
                  </a:lnTo>
                  <a:lnTo>
                    <a:pt x="154" y="174"/>
                  </a:lnTo>
                  <a:lnTo>
                    <a:pt x="151" y="177"/>
                  </a:lnTo>
                  <a:lnTo>
                    <a:pt x="148" y="180"/>
                  </a:lnTo>
                  <a:lnTo>
                    <a:pt x="144" y="182"/>
                  </a:lnTo>
                  <a:lnTo>
                    <a:pt x="142" y="183"/>
                  </a:lnTo>
                  <a:lnTo>
                    <a:pt x="141" y="184"/>
                  </a:lnTo>
                  <a:lnTo>
                    <a:pt x="138" y="184"/>
                  </a:lnTo>
                  <a:lnTo>
                    <a:pt x="137" y="184"/>
                  </a:lnTo>
                  <a:lnTo>
                    <a:pt x="137" y="184"/>
                  </a:lnTo>
                  <a:close/>
                  <a:moveTo>
                    <a:pt x="137" y="164"/>
                  </a:moveTo>
                  <a:lnTo>
                    <a:pt x="134" y="161"/>
                  </a:lnTo>
                  <a:lnTo>
                    <a:pt x="130" y="157"/>
                  </a:lnTo>
                  <a:lnTo>
                    <a:pt x="125" y="153"/>
                  </a:lnTo>
                  <a:lnTo>
                    <a:pt x="121" y="150"/>
                  </a:lnTo>
                  <a:lnTo>
                    <a:pt x="119" y="148"/>
                  </a:lnTo>
                  <a:lnTo>
                    <a:pt x="117" y="148"/>
                  </a:lnTo>
                  <a:lnTo>
                    <a:pt x="114" y="147"/>
                  </a:lnTo>
                  <a:lnTo>
                    <a:pt x="112" y="146"/>
                  </a:lnTo>
                  <a:lnTo>
                    <a:pt x="105" y="144"/>
                  </a:lnTo>
                  <a:lnTo>
                    <a:pt x="100" y="143"/>
                  </a:lnTo>
                  <a:lnTo>
                    <a:pt x="97" y="143"/>
                  </a:lnTo>
                  <a:lnTo>
                    <a:pt x="96" y="142"/>
                  </a:lnTo>
                  <a:lnTo>
                    <a:pt x="95" y="141"/>
                  </a:lnTo>
                  <a:lnTo>
                    <a:pt x="93" y="140"/>
                  </a:lnTo>
                  <a:lnTo>
                    <a:pt x="91" y="137"/>
                  </a:lnTo>
                  <a:lnTo>
                    <a:pt x="89" y="134"/>
                  </a:lnTo>
                  <a:lnTo>
                    <a:pt x="87" y="132"/>
                  </a:lnTo>
                  <a:lnTo>
                    <a:pt x="86" y="128"/>
                  </a:lnTo>
                  <a:lnTo>
                    <a:pt x="85" y="125"/>
                  </a:lnTo>
                  <a:lnTo>
                    <a:pt x="86" y="123"/>
                  </a:lnTo>
                  <a:lnTo>
                    <a:pt x="87" y="120"/>
                  </a:lnTo>
                  <a:lnTo>
                    <a:pt x="88" y="118"/>
                  </a:lnTo>
                  <a:lnTo>
                    <a:pt x="89" y="116"/>
                  </a:lnTo>
                  <a:lnTo>
                    <a:pt x="89" y="114"/>
                  </a:lnTo>
                  <a:lnTo>
                    <a:pt x="91" y="112"/>
                  </a:lnTo>
                  <a:lnTo>
                    <a:pt x="93" y="111"/>
                  </a:lnTo>
                  <a:lnTo>
                    <a:pt x="93" y="109"/>
                  </a:lnTo>
                  <a:lnTo>
                    <a:pt x="95" y="108"/>
                  </a:lnTo>
                  <a:lnTo>
                    <a:pt x="97" y="108"/>
                  </a:lnTo>
                  <a:lnTo>
                    <a:pt x="99" y="106"/>
                  </a:lnTo>
                  <a:lnTo>
                    <a:pt x="101" y="106"/>
                  </a:lnTo>
                  <a:lnTo>
                    <a:pt x="102" y="105"/>
                  </a:lnTo>
                  <a:lnTo>
                    <a:pt x="106" y="104"/>
                  </a:lnTo>
                  <a:lnTo>
                    <a:pt x="109" y="104"/>
                  </a:lnTo>
                  <a:lnTo>
                    <a:pt x="113" y="104"/>
                  </a:lnTo>
                  <a:lnTo>
                    <a:pt x="116" y="105"/>
                  </a:lnTo>
                  <a:lnTo>
                    <a:pt x="119" y="107"/>
                  </a:lnTo>
                  <a:lnTo>
                    <a:pt x="122" y="108"/>
                  </a:lnTo>
                  <a:lnTo>
                    <a:pt x="129" y="112"/>
                  </a:lnTo>
                  <a:lnTo>
                    <a:pt x="133" y="115"/>
                  </a:lnTo>
                  <a:lnTo>
                    <a:pt x="134" y="116"/>
                  </a:lnTo>
                  <a:lnTo>
                    <a:pt x="135" y="116"/>
                  </a:lnTo>
                  <a:lnTo>
                    <a:pt x="136" y="116"/>
                  </a:lnTo>
                  <a:lnTo>
                    <a:pt x="137" y="116"/>
                  </a:lnTo>
                  <a:lnTo>
                    <a:pt x="137" y="116"/>
                  </a:lnTo>
                  <a:lnTo>
                    <a:pt x="137" y="116"/>
                  </a:lnTo>
                  <a:lnTo>
                    <a:pt x="139" y="116"/>
                  </a:lnTo>
                  <a:lnTo>
                    <a:pt x="140" y="115"/>
                  </a:lnTo>
                  <a:lnTo>
                    <a:pt x="145" y="112"/>
                  </a:lnTo>
                  <a:lnTo>
                    <a:pt x="150" y="108"/>
                  </a:lnTo>
                  <a:lnTo>
                    <a:pt x="154" y="107"/>
                  </a:lnTo>
                  <a:lnTo>
                    <a:pt x="157" y="105"/>
                  </a:lnTo>
                  <a:lnTo>
                    <a:pt x="160" y="104"/>
                  </a:lnTo>
                  <a:lnTo>
                    <a:pt x="163" y="104"/>
                  </a:lnTo>
                  <a:lnTo>
                    <a:pt x="167" y="104"/>
                  </a:lnTo>
                  <a:lnTo>
                    <a:pt x="171" y="105"/>
                  </a:lnTo>
                  <a:lnTo>
                    <a:pt x="173" y="106"/>
                  </a:lnTo>
                  <a:lnTo>
                    <a:pt x="174" y="106"/>
                  </a:lnTo>
                  <a:lnTo>
                    <a:pt x="176" y="108"/>
                  </a:lnTo>
                  <a:lnTo>
                    <a:pt x="178" y="108"/>
                  </a:lnTo>
                  <a:lnTo>
                    <a:pt x="179" y="109"/>
                  </a:lnTo>
                  <a:lnTo>
                    <a:pt x="181" y="111"/>
                  </a:lnTo>
                  <a:lnTo>
                    <a:pt x="182" y="112"/>
                  </a:lnTo>
                  <a:lnTo>
                    <a:pt x="183" y="114"/>
                  </a:lnTo>
                  <a:lnTo>
                    <a:pt x="184" y="116"/>
                  </a:lnTo>
                  <a:lnTo>
                    <a:pt x="186" y="118"/>
                  </a:lnTo>
                  <a:lnTo>
                    <a:pt x="186" y="120"/>
                  </a:lnTo>
                  <a:lnTo>
                    <a:pt x="187" y="123"/>
                  </a:lnTo>
                  <a:lnTo>
                    <a:pt x="187" y="125"/>
                  </a:lnTo>
                  <a:lnTo>
                    <a:pt x="186" y="128"/>
                  </a:lnTo>
                  <a:lnTo>
                    <a:pt x="186" y="132"/>
                  </a:lnTo>
                  <a:lnTo>
                    <a:pt x="184" y="134"/>
                  </a:lnTo>
                  <a:lnTo>
                    <a:pt x="182" y="137"/>
                  </a:lnTo>
                  <a:lnTo>
                    <a:pt x="180" y="140"/>
                  </a:lnTo>
                  <a:lnTo>
                    <a:pt x="178" y="141"/>
                  </a:lnTo>
                  <a:lnTo>
                    <a:pt x="177" y="142"/>
                  </a:lnTo>
                  <a:lnTo>
                    <a:pt x="175" y="143"/>
                  </a:lnTo>
                  <a:lnTo>
                    <a:pt x="174" y="143"/>
                  </a:lnTo>
                  <a:lnTo>
                    <a:pt x="167" y="144"/>
                  </a:lnTo>
                  <a:lnTo>
                    <a:pt x="162" y="146"/>
                  </a:lnTo>
                  <a:lnTo>
                    <a:pt x="158" y="147"/>
                  </a:lnTo>
                  <a:lnTo>
                    <a:pt x="156" y="148"/>
                  </a:lnTo>
                  <a:lnTo>
                    <a:pt x="154" y="148"/>
                  </a:lnTo>
                  <a:lnTo>
                    <a:pt x="152" y="150"/>
                  </a:lnTo>
                  <a:lnTo>
                    <a:pt x="147" y="153"/>
                  </a:lnTo>
                  <a:lnTo>
                    <a:pt x="143" y="157"/>
                  </a:lnTo>
                  <a:lnTo>
                    <a:pt x="139" y="161"/>
                  </a:lnTo>
                  <a:lnTo>
                    <a:pt x="137" y="164"/>
                  </a:lnTo>
                  <a:lnTo>
                    <a:pt x="137" y="164"/>
                  </a:lnTo>
                  <a:close/>
                  <a:moveTo>
                    <a:pt x="170" y="51"/>
                  </a:moveTo>
                  <a:lnTo>
                    <a:pt x="171" y="51"/>
                  </a:lnTo>
                  <a:lnTo>
                    <a:pt x="173" y="51"/>
                  </a:lnTo>
                  <a:lnTo>
                    <a:pt x="174" y="52"/>
                  </a:lnTo>
                  <a:lnTo>
                    <a:pt x="175" y="53"/>
                  </a:lnTo>
                  <a:lnTo>
                    <a:pt x="177" y="55"/>
                  </a:lnTo>
                  <a:lnTo>
                    <a:pt x="178" y="56"/>
                  </a:lnTo>
                  <a:lnTo>
                    <a:pt x="178" y="58"/>
                  </a:lnTo>
                  <a:lnTo>
                    <a:pt x="178" y="59"/>
                  </a:lnTo>
                  <a:lnTo>
                    <a:pt x="178" y="62"/>
                  </a:lnTo>
                  <a:lnTo>
                    <a:pt x="178" y="63"/>
                  </a:lnTo>
                  <a:lnTo>
                    <a:pt x="177" y="65"/>
                  </a:lnTo>
                  <a:lnTo>
                    <a:pt x="175" y="67"/>
                  </a:lnTo>
                  <a:lnTo>
                    <a:pt x="174" y="67"/>
                  </a:lnTo>
                  <a:lnTo>
                    <a:pt x="173" y="68"/>
                  </a:lnTo>
                  <a:lnTo>
                    <a:pt x="171" y="69"/>
                  </a:lnTo>
                  <a:lnTo>
                    <a:pt x="170" y="69"/>
                  </a:lnTo>
                  <a:lnTo>
                    <a:pt x="167" y="69"/>
                  </a:lnTo>
                  <a:lnTo>
                    <a:pt x="166" y="68"/>
                  </a:lnTo>
                  <a:lnTo>
                    <a:pt x="164" y="67"/>
                  </a:lnTo>
                  <a:lnTo>
                    <a:pt x="162" y="67"/>
                  </a:lnTo>
                  <a:lnTo>
                    <a:pt x="162" y="65"/>
                  </a:lnTo>
                  <a:lnTo>
                    <a:pt x="161" y="63"/>
                  </a:lnTo>
                  <a:lnTo>
                    <a:pt x="160" y="62"/>
                  </a:lnTo>
                  <a:lnTo>
                    <a:pt x="160" y="59"/>
                  </a:lnTo>
                  <a:lnTo>
                    <a:pt x="160" y="58"/>
                  </a:lnTo>
                  <a:lnTo>
                    <a:pt x="161" y="56"/>
                  </a:lnTo>
                  <a:lnTo>
                    <a:pt x="162" y="55"/>
                  </a:lnTo>
                  <a:lnTo>
                    <a:pt x="162" y="53"/>
                  </a:lnTo>
                  <a:lnTo>
                    <a:pt x="164" y="52"/>
                  </a:lnTo>
                  <a:lnTo>
                    <a:pt x="166" y="51"/>
                  </a:lnTo>
                  <a:lnTo>
                    <a:pt x="167" y="51"/>
                  </a:lnTo>
                  <a:lnTo>
                    <a:pt x="170" y="51"/>
                  </a:lnTo>
                  <a:lnTo>
                    <a:pt x="170" y="51"/>
                  </a:lnTo>
                  <a:close/>
                  <a:moveTo>
                    <a:pt x="175" y="96"/>
                  </a:moveTo>
                  <a:lnTo>
                    <a:pt x="177" y="95"/>
                  </a:lnTo>
                  <a:lnTo>
                    <a:pt x="177" y="93"/>
                  </a:lnTo>
                  <a:lnTo>
                    <a:pt x="179" y="88"/>
                  </a:lnTo>
                  <a:lnTo>
                    <a:pt x="181" y="84"/>
                  </a:lnTo>
                  <a:lnTo>
                    <a:pt x="183" y="81"/>
                  </a:lnTo>
                  <a:lnTo>
                    <a:pt x="186" y="78"/>
                  </a:lnTo>
                  <a:lnTo>
                    <a:pt x="188" y="76"/>
                  </a:lnTo>
                  <a:lnTo>
                    <a:pt x="190" y="74"/>
                  </a:lnTo>
                  <a:lnTo>
                    <a:pt x="194" y="72"/>
                  </a:lnTo>
                  <a:lnTo>
                    <a:pt x="196" y="71"/>
                  </a:lnTo>
                  <a:lnTo>
                    <a:pt x="198" y="69"/>
                  </a:lnTo>
                  <a:lnTo>
                    <a:pt x="202" y="68"/>
                  </a:lnTo>
                  <a:lnTo>
                    <a:pt x="205" y="67"/>
                  </a:lnTo>
                  <a:lnTo>
                    <a:pt x="209" y="67"/>
                  </a:lnTo>
                  <a:lnTo>
                    <a:pt x="213" y="67"/>
                  </a:lnTo>
                  <a:lnTo>
                    <a:pt x="217" y="67"/>
                  </a:lnTo>
                  <a:lnTo>
                    <a:pt x="221" y="67"/>
                  </a:lnTo>
                  <a:lnTo>
                    <a:pt x="223" y="68"/>
                  </a:lnTo>
                  <a:lnTo>
                    <a:pt x="226" y="69"/>
                  </a:lnTo>
                  <a:lnTo>
                    <a:pt x="229" y="71"/>
                  </a:lnTo>
                  <a:lnTo>
                    <a:pt x="230" y="72"/>
                  </a:lnTo>
                  <a:lnTo>
                    <a:pt x="232" y="73"/>
                  </a:lnTo>
                  <a:lnTo>
                    <a:pt x="234" y="75"/>
                  </a:lnTo>
                  <a:lnTo>
                    <a:pt x="236" y="76"/>
                  </a:lnTo>
                  <a:lnTo>
                    <a:pt x="238" y="79"/>
                  </a:lnTo>
                  <a:lnTo>
                    <a:pt x="238" y="80"/>
                  </a:lnTo>
                  <a:lnTo>
                    <a:pt x="240" y="82"/>
                  </a:lnTo>
                  <a:lnTo>
                    <a:pt x="242" y="86"/>
                  </a:lnTo>
                  <a:lnTo>
                    <a:pt x="244" y="89"/>
                  </a:lnTo>
                  <a:lnTo>
                    <a:pt x="247" y="93"/>
                  </a:lnTo>
                  <a:lnTo>
                    <a:pt x="251" y="98"/>
                  </a:lnTo>
                  <a:lnTo>
                    <a:pt x="254" y="101"/>
                  </a:lnTo>
                  <a:lnTo>
                    <a:pt x="256" y="102"/>
                  </a:lnTo>
                  <a:lnTo>
                    <a:pt x="254" y="103"/>
                  </a:lnTo>
                  <a:lnTo>
                    <a:pt x="249" y="105"/>
                  </a:lnTo>
                  <a:lnTo>
                    <a:pt x="246" y="107"/>
                  </a:lnTo>
                  <a:lnTo>
                    <a:pt x="242" y="108"/>
                  </a:lnTo>
                  <a:lnTo>
                    <a:pt x="238" y="110"/>
                  </a:lnTo>
                  <a:lnTo>
                    <a:pt x="236" y="112"/>
                  </a:lnTo>
                  <a:lnTo>
                    <a:pt x="230" y="116"/>
                  </a:lnTo>
                  <a:lnTo>
                    <a:pt x="224" y="120"/>
                  </a:lnTo>
                  <a:lnTo>
                    <a:pt x="222" y="120"/>
                  </a:lnTo>
                  <a:lnTo>
                    <a:pt x="218" y="121"/>
                  </a:lnTo>
                  <a:lnTo>
                    <a:pt x="215" y="122"/>
                  </a:lnTo>
                  <a:lnTo>
                    <a:pt x="211" y="122"/>
                  </a:lnTo>
                  <a:lnTo>
                    <a:pt x="207" y="121"/>
                  </a:lnTo>
                  <a:lnTo>
                    <a:pt x="204" y="120"/>
                  </a:lnTo>
                  <a:lnTo>
                    <a:pt x="201" y="120"/>
                  </a:lnTo>
                  <a:lnTo>
                    <a:pt x="198" y="120"/>
                  </a:lnTo>
                  <a:lnTo>
                    <a:pt x="198" y="120"/>
                  </a:lnTo>
                  <a:lnTo>
                    <a:pt x="197" y="119"/>
                  </a:lnTo>
                  <a:lnTo>
                    <a:pt x="195" y="115"/>
                  </a:lnTo>
                  <a:lnTo>
                    <a:pt x="194" y="112"/>
                  </a:lnTo>
                  <a:lnTo>
                    <a:pt x="191" y="108"/>
                  </a:lnTo>
                  <a:lnTo>
                    <a:pt x="190" y="106"/>
                  </a:lnTo>
                  <a:lnTo>
                    <a:pt x="186" y="104"/>
                  </a:lnTo>
                  <a:lnTo>
                    <a:pt x="184" y="100"/>
                  </a:lnTo>
                  <a:lnTo>
                    <a:pt x="182" y="99"/>
                  </a:lnTo>
                  <a:lnTo>
                    <a:pt x="180" y="98"/>
                  </a:lnTo>
                  <a:lnTo>
                    <a:pt x="178" y="96"/>
                  </a:lnTo>
                  <a:lnTo>
                    <a:pt x="175" y="96"/>
                  </a:lnTo>
                  <a:lnTo>
                    <a:pt x="175" y="96"/>
                  </a:lnTo>
                  <a:close/>
                  <a:moveTo>
                    <a:pt x="104" y="51"/>
                  </a:moveTo>
                  <a:lnTo>
                    <a:pt x="106" y="51"/>
                  </a:lnTo>
                  <a:lnTo>
                    <a:pt x="108" y="51"/>
                  </a:lnTo>
                  <a:lnTo>
                    <a:pt x="109" y="52"/>
                  </a:lnTo>
                  <a:lnTo>
                    <a:pt x="110" y="53"/>
                  </a:lnTo>
                  <a:lnTo>
                    <a:pt x="112" y="55"/>
                  </a:lnTo>
                  <a:lnTo>
                    <a:pt x="113" y="56"/>
                  </a:lnTo>
                  <a:lnTo>
                    <a:pt x="113" y="58"/>
                  </a:lnTo>
                  <a:lnTo>
                    <a:pt x="113" y="59"/>
                  </a:lnTo>
                  <a:lnTo>
                    <a:pt x="113" y="62"/>
                  </a:lnTo>
                  <a:lnTo>
                    <a:pt x="113" y="63"/>
                  </a:lnTo>
                  <a:lnTo>
                    <a:pt x="112" y="65"/>
                  </a:lnTo>
                  <a:lnTo>
                    <a:pt x="110" y="67"/>
                  </a:lnTo>
                  <a:lnTo>
                    <a:pt x="109" y="67"/>
                  </a:lnTo>
                  <a:lnTo>
                    <a:pt x="108" y="68"/>
                  </a:lnTo>
                  <a:lnTo>
                    <a:pt x="106" y="69"/>
                  </a:lnTo>
                  <a:lnTo>
                    <a:pt x="104" y="69"/>
                  </a:lnTo>
                  <a:lnTo>
                    <a:pt x="102" y="69"/>
                  </a:lnTo>
                  <a:lnTo>
                    <a:pt x="101" y="68"/>
                  </a:lnTo>
                  <a:lnTo>
                    <a:pt x="99" y="67"/>
                  </a:lnTo>
                  <a:lnTo>
                    <a:pt x="97" y="67"/>
                  </a:lnTo>
                  <a:lnTo>
                    <a:pt x="97" y="65"/>
                  </a:lnTo>
                  <a:lnTo>
                    <a:pt x="95" y="63"/>
                  </a:lnTo>
                  <a:lnTo>
                    <a:pt x="95" y="62"/>
                  </a:lnTo>
                  <a:lnTo>
                    <a:pt x="95" y="59"/>
                  </a:lnTo>
                  <a:lnTo>
                    <a:pt x="95" y="58"/>
                  </a:lnTo>
                  <a:lnTo>
                    <a:pt x="95" y="56"/>
                  </a:lnTo>
                  <a:lnTo>
                    <a:pt x="97" y="55"/>
                  </a:lnTo>
                  <a:lnTo>
                    <a:pt x="97" y="53"/>
                  </a:lnTo>
                  <a:lnTo>
                    <a:pt x="99" y="52"/>
                  </a:lnTo>
                  <a:lnTo>
                    <a:pt x="101" y="51"/>
                  </a:lnTo>
                  <a:lnTo>
                    <a:pt x="102" y="51"/>
                  </a:lnTo>
                  <a:lnTo>
                    <a:pt x="104" y="51"/>
                  </a:lnTo>
                  <a:lnTo>
                    <a:pt x="104" y="51"/>
                  </a:lnTo>
                  <a:close/>
                  <a:moveTo>
                    <a:pt x="97" y="96"/>
                  </a:moveTo>
                  <a:lnTo>
                    <a:pt x="95" y="96"/>
                  </a:lnTo>
                  <a:lnTo>
                    <a:pt x="93" y="98"/>
                  </a:lnTo>
                  <a:lnTo>
                    <a:pt x="91" y="99"/>
                  </a:lnTo>
                  <a:lnTo>
                    <a:pt x="89" y="100"/>
                  </a:lnTo>
                  <a:lnTo>
                    <a:pt x="86" y="104"/>
                  </a:lnTo>
                  <a:lnTo>
                    <a:pt x="84" y="106"/>
                  </a:lnTo>
                  <a:lnTo>
                    <a:pt x="81" y="108"/>
                  </a:lnTo>
                  <a:lnTo>
                    <a:pt x="80" y="112"/>
                  </a:lnTo>
                  <a:lnTo>
                    <a:pt x="77" y="115"/>
                  </a:lnTo>
                  <a:lnTo>
                    <a:pt x="77" y="119"/>
                  </a:lnTo>
                  <a:lnTo>
                    <a:pt x="75" y="120"/>
                  </a:lnTo>
                  <a:lnTo>
                    <a:pt x="74" y="120"/>
                  </a:lnTo>
                  <a:lnTo>
                    <a:pt x="73" y="120"/>
                  </a:lnTo>
                  <a:lnTo>
                    <a:pt x="69" y="120"/>
                  </a:lnTo>
                  <a:lnTo>
                    <a:pt x="65" y="121"/>
                  </a:lnTo>
                  <a:lnTo>
                    <a:pt x="61" y="122"/>
                  </a:lnTo>
                  <a:lnTo>
                    <a:pt x="58" y="122"/>
                  </a:lnTo>
                  <a:lnTo>
                    <a:pt x="54" y="121"/>
                  </a:lnTo>
                  <a:lnTo>
                    <a:pt x="51" y="120"/>
                  </a:lnTo>
                  <a:lnTo>
                    <a:pt x="49" y="120"/>
                  </a:lnTo>
                  <a:lnTo>
                    <a:pt x="43" y="116"/>
                  </a:lnTo>
                  <a:lnTo>
                    <a:pt x="37" y="112"/>
                  </a:lnTo>
                  <a:lnTo>
                    <a:pt x="34" y="110"/>
                  </a:lnTo>
                  <a:lnTo>
                    <a:pt x="31" y="108"/>
                  </a:lnTo>
                  <a:lnTo>
                    <a:pt x="28" y="107"/>
                  </a:lnTo>
                  <a:lnTo>
                    <a:pt x="25" y="105"/>
                  </a:lnTo>
                  <a:lnTo>
                    <a:pt x="19" y="103"/>
                  </a:lnTo>
                  <a:lnTo>
                    <a:pt x="17" y="102"/>
                  </a:lnTo>
                  <a:lnTo>
                    <a:pt x="18" y="101"/>
                  </a:lnTo>
                  <a:lnTo>
                    <a:pt x="21" y="98"/>
                  </a:lnTo>
                  <a:lnTo>
                    <a:pt x="25" y="93"/>
                  </a:lnTo>
                  <a:lnTo>
                    <a:pt x="29" y="89"/>
                  </a:lnTo>
                  <a:lnTo>
                    <a:pt x="31" y="86"/>
                  </a:lnTo>
                  <a:lnTo>
                    <a:pt x="33" y="82"/>
                  </a:lnTo>
                  <a:lnTo>
                    <a:pt x="34" y="80"/>
                  </a:lnTo>
                  <a:lnTo>
                    <a:pt x="36" y="79"/>
                  </a:lnTo>
                  <a:lnTo>
                    <a:pt x="37" y="76"/>
                  </a:lnTo>
                  <a:lnTo>
                    <a:pt x="39" y="75"/>
                  </a:lnTo>
                  <a:lnTo>
                    <a:pt x="41" y="73"/>
                  </a:lnTo>
                  <a:lnTo>
                    <a:pt x="43" y="72"/>
                  </a:lnTo>
                  <a:lnTo>
                    <a:pt x="45" y="71"/>
                  </a:lnTo>
                  <a:lnTo>
                    <a:pt x="47" y="69"/>
                  </a:lnTo>
                  <a:lnTo>
                    <a:pt x="49" y="68"/>
                  </a:lnTo>
                  <a:lnTo>
                    <a:pt x="53" y="67"/>
                  </a:lnTo>
                  <a:lnTo>
                    <a:pt x="56" y="67"/>
                  </a:lnTo>
                  <a:lnTo>
                    <a:pt x="60" y="67"/>
                  </a:lnTo>
                  <a:lnTo>
                    <a:pt x="65" y="67"/>
                  </a:lnTo>
                  <a:lnTo>
                    <a:pt x="68" y="67"/>
                  </a:lnTo>
                  <a:lnTo>
                    <a:pt x="71" y="68"/>
                  </a:lnTo>
                  <a:lnTo>
                    <a:pt x="74" y="69"/>
                  </a:lnTo>
                  <a:lnTo>
                    <a:pt x="77" y="71"/>
                  </a:lnTo>
                  <a:lnTo>
                    <a:pt x="80" y="72"/>
                  </a:lnTo>
                  <a:lnTo>
                    <a:pt x="82" y="74"/>
                  </a:lnTo>
                  <a:lnTo>
                    <a:pt x="85" y="76"/>
                  </a:lnTo>
                  <a:lnTo>
                    <a:pt x="88" y="78"/>
                  </a:lnTo>
                  <a:lnTo>
                    <a:pt x="90" y="81"/>
                  </a:lnTo>
                  <a:lnTo>
                    <a:pt x="92" y="84"/>
                  </a:lnTo>
                  <a:lnTo>
                    <a:pt x="93" y="88"/>
                  </a:lnTo>
                  <a:lnTo>
                    <a:pt x="96" y="93"/>
                  </a:lnTo>
                  <a:lnTo>
                    <a:pt x="97" y="95"/>
                  </a:lnTo>
                  <a:lnTo>
                    <a:pt x="97" y="9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09" name="iṣļiḍê"/>
            <p:cNvSpPr/>
            <p:nvPr/>
          </p:nvSpPr>
          <p:spPr bwMode="auto">
            <a:xfrm>
              <a:off x="2032001" y="3052763"/>
              <a:ext cx="236538" cy="215900"/>
            </a:xfrm>
            <a:custGeom>
              <a:avLst/>
              <a:gdLst>
                <a:gd name="T0" fmla="*/ 27 w 149"/>
                <a:gd name="T1" fmla="*/ 59 h 136"/>
                <a:gd name="T2" fmla="*/ 21 w 149"/>
                <a:gd name="T3" fmla="*/ 66 h 136"/>
                <a:gd name="T4" fmla="*/ 19 w 149"/>
                <a:gd name="T5" fmla="*/ 59 h 136"/>
                <a:gd name="T6" fmla="*/ 9 w 149"/>
                <a:gd name="T7" fmla="*/ 54 h 136"/>
                <a:gd name="T8" fmla="*/ 1 w 149"/>
                <a:gd name="T9" fmla="*/ 49 h 136"/>
                <a:gd name="T10" fmla="*/ 3 w 149"/>
                <a:gd name="T11" fmla="*/ 35 h 136"/>
                <a:gd name="T12" fmla="*/ 9 w 149"/>
                <a:gd name="T13" fmla="*/ 34 h 136"/>
                <a:gd name="T14" fmla="*/ 20 w 149"/>
                <a:gd name="T15" fmla="*/ 43 h 136"/>
                <a:gd name="T16" fmla="*/ 21 w 149"/>
                <a:gd name="T17" fmla="*/ 35 h 136"/>
                <a:gd name="T18" fmla="*/ 8 w 149"/>
                <a:gd name="T19" fmla="*/ 8 h 136"/>
                <a:gd name="T20" fmla="*/ 17 w 149"/>
                <a:gd name="T21" fmla="*/ 0 h 136"/>
                <a:gd name="T22" fmla="*/ 24 w 149"/>
                <a:gd name="T23" fmla="*/ 6 h 136"/>
                <a:gd name="T24" fmla="*/ 29 w 149"/>
                <a:gd name="T25" fmla="*/ 38 h 136"/>
                <a:gd name="T26" fmla="*/ 31 w 149"/>
                <a:gd name="T27" fmla="*/ 49 h 136"/>
                <a:gd name="T28" fmla="*/ 46 w 149"/>
                <a:gd name="T29" fmla="*/ 61 h 136"/>
                <a:gd name="T30" fmla="*/ 46 w 149"/>
                <a:gd name="T31" fmla="*/ 55 h 136"/>
                <a:gd name="T32" fmla="*/ 41 w 149"/>
                <a:gd name="T33" fmla="*/ 43 h 136"/>
                <a:gd name="T34" fmla="*/ 47 w 149"/>
                <a:gd name="T35" fmla="*/ 41 h 136"/>
                <a:gd name="T36" fmla="*/ 34 w 149"/>
                <a:gd name="T37" fmla="*/ 24 h 136"/>
                <a:gd name="T38" fmla="*/ 38 w 149"/>
                <a:gd name="T39" fmla="*/ 19 h 136"/>
                <a:gd name="T40" fmla="*/ 45 w 149"/>
                <a:gd name="T41" fmla="*/ 26 h 136"/>
                <a:gd name="T42" fmla="*/ 49 w 149"/>
                <a:gd name="T43" fmla="*/ 28 h 136"/>
                <a:gd name="T44" fmla="*/ 45 w 149"/>
                <a:gd name="T45" fmla="*/ 10 h 136"/>
                <a:gd name="T46" fmla="*/ 50 w 149"/>
                <a:gd name="T47" fmla="*/ 8 h 136"/>
                <a:gd name="T48" fmla="*/ 53 w 149"/>
                <a:gd name="T49" fmla="*/ 28 h 136"/>
                <a:gd name="T50" fmla="*/ 67 w 149"/>
                <a:gd name="T51" fmla="*/ 56 h 136"/>
                <a:gd name="T52" fmla="*/ 68 w 149"/>
                <a:gd name="T53" fmla="*/ 37 h 136"/>
                <a:gd name="T54" fmla="*/ 70 w 149"/>
                <a:gd name="T55" fmla="*/ 13 h 136"/>
                <a:gd name="T56" fmla="*/ 77 w 149"/>
                <a:gd name="T57" fmla="*/ 20 h 136"/>
                <a:gd name="T58" fmla="*/ 73 w 149"/>
                <a:gd name="T59" fmla="*/ 37 h 136"/>
                <a:gd name="T60" fmla="*/ 85 w 149"/>
                <a:gd name="T61" fmla="*/ 64 h 136"/>
                <a:gd name="T62" fmla="*/ 97 w 149"/>
                <a:gd name="T63" fmla="*/ 67 h 136"/>
                <a:gd name="T64" fmla="*/ 100 w 149"/>
                <a:gd name="T65" fmla="*/ 55 h 136"/>
                <a:gd name="T66" fmla="*/ 106 w 149"/>
                <a:gd name="T67" fmla="*/ 59 h 136"/>
                <a:gd name="T68" fmla="*/ 105 w 149"/>
                <a:gd name="T69" fmla="*/ 71 h 136"/>
                <a:gd name="T70" fmla="*/ 142 w 149"/>
                <a:gd name="T71" fmla="*/ 82 h 136"/>
                <a:gd name="T72" fmla="*/ 148 w 149"/>
                <a:gd name="T73" fmla="*/ 91 h 136"/>
                <a:gd name="T74" fmla="*/ 132 w 149"/>
                <a:gd name="T75" fmla="*/ 98 h 136"/>
                <a:gd name="T76" fmla="*/ 133 w 149"/>
                <a:gd name="T77" fmla="*/ 92 h 136"/>
                <a:gd name="T78" fmla="*/ 109 w 149"/>
                <a:gd name="T79" fmla="*/ 80 h 136"/>
                <a:gd name="T80" fmla="*/ 109 w 149"/>
                <a:gd name="T81" fmla="*/ 91 h 136"/>
                <a:gd name="T82" fmla="*/ 113 w 149"/>
                <a:gd name="T83" fmla="*/ 101 h 136"/>
                <a:gd name="T84" fmla="*/ 101 w 149"/>
                <a:gd name="T85" fmla="*/ 104 h 136"/>
                <a:gd name="T86" fmla="*/ 97 w 149"/>
                <a:gd name="T87" fmla="*/ 87 h 136"/>
                <a:gd name="T88" fmla="*/ 76 w 149"/>
                <a:gd name="T89" fmla="*/ 71 h 136"/>
                <a:gd name="T90" fmla="*/ 81 w 149"/>
                <a:gd name="T91" fmla="*/ 96 h 136"/>
                <a:gd name="T92" fmla="*/ 91 w 149"/>
                <a:gd name="T93" fmla="*/ 125 h 136"/>
                <a:gd name="T94" fmla="*/ 86 w 149"/>
                <a:gd name="T95" fmla="*/ 136 h 136"/>
                <a:gd name="T96" fmla="*/ 76 w 149"/>
                <a:gd name="T97" fmla="*/ 124 h 136"/>
                <a:gd name="T98" fmla="*/ 70 w 149"/>
                <a:gd name="T99" fmla="*/ 78 h 136"/>
                <a:gd name="T100" fmla="*/ 57 w 149"/>
                <a:gd name="T101" fmla="*/ 60 h 136"/>
                <a:gd name="T102" fmla="*/ 55 w 149"/>
                <a:gd name="T103" fmla="*/ 71 h 136"/>
                <a:gd name="T104" fmla="*/ 56 w 149"/>
                <a:gd name="T105" fmla="*/ 91 h 136"/>
                <a:gd name="T106" fmla="*/ 47 w 149"/>
                <a:gd name="T107" fmla="*/ 89 h 136"/>
                <a:gd name="T108" fmla="*/ 41 w 149"/>
                <a:gd name="T109" fmla="*/ 6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9" h="136">
                  <a:moveTo>
                    <a:pt x="32" y="60"/>
                  </a:moveTo>
                  <a:lnTo>
                    <a:pt x="31" y="60"/>
                  </a:lnTo>
                  <a:lnTo>
                    <a:pt x="29" y="59"/>
                  </a:lnTo>
                  <a:lnTo>
                    <a:pt x="29" y="58"/>
                  </a:lnTo>
                  <a:lnTo>
                    <a:pt x="28" y="58"/>
                  </a:lnTo>
                  <a:lnTo>
                    <a:pt x="27" y="58"/>
                  </a:lnTo>
                  <a:lnTo>
                    <a:pt x="27" y="59"/>
                  </a:lnTo>
                  <a:lnTo>
                    <a:pt x="26" y="62"/>
                  </a:lnTo>
                  <a:lnTo>
                    <a:pt x="25" y="64"/>
                  </a:lnTo>
                  <a:lnTo>
                    <a:pt x="25" y="66"/>
                  </a:lnTo>
                  <a:lnTo>
                    <a:pt x="24" y="66"/>
                  </a:lnTo>
                  <a:lnTo>
                    <a:pt x="24" y="67"/>
                  </a:lnTo>
                  <a:lnTo>
                    <a:pt x="23" y="67"/>
                  </a:lnTo>
                  <a:lnTo>
                    <a:pt x="21" y="66"/>
                  </a:lnTo>
                  <a:lnTo>
                    <a:pt x="20" y="66"/>
                  </a:lnTo>
                  <a:lnTo>
                    <a:pt x="19" y="65"/>
                  </a:lnTo>
                  <a:lnTo>
                    <a:pt x="18" y="65"/>
                  </a:lnTo>
                  <a:lnTo>
                    <a:pt x="18" y="64"/>
                  </a:lnTo>
                  <a:lnTo>
                    <a:pt x="18" y="63"/>
                  </a:lnTo>
                  <a:lnTo>
                    <a:pt x="18" y="62"/>
                  </a:lnTo>
                  <a:lnTo>
                    <a:pt x="19" y="59"/>
                  </a:lnTo>
                  <a:lnTo>
                    <a:pt x="19" y="58"/>
                  </a:lnTo>
                  <a:lnTo>
                    <a:pt x="19" y="57"/>
                  </a:lnTo>
                  <a:lnTo>
                    <a:pt x="19" y="56"/>
                  </a:lnTo>
                  <a:lnTo>
                    <a:pt x="18" y="56"/>
                  </a:lnTo>
                  <a:lnTo>
                    <a:pt x="16" y="55"/>
                  </a:lnTo>
                  <a:lnTo>
                    <a:pt x="13" y="55"/>
                  </a:lnTo>
                  <a:lnTo>
                    <a:pt x="9" y="54"/>
                  </a:lnTo>
                  <a:lnTo>
                    <a:pt x="8" y="53"/>
                  </a:lnTo>
                  <a:lnTo>
                    <a:pt x="7" y="52"/>
                  </a:lnTo>
                  <a:lnTo>
                    <a:pt x="5" y="52"/>
                  </a:lnTo>
                  <a:lnTo>
                    <a:pt x="3" y="51"/>
                  </a:lnTo>
                  <a:lnTo>
                    <a:pt x="2" y="51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0" y="46"/>
                  </a:lnTo>
                  <a:lnTo>
                    <a:pt x="1" y="43"/>
                  </a:lnTo>
                  <a:lnTo>
                    <a:pt x="1" y="41"/>
                  </a:lnTo>
                  <a:lnTo>
                    <a:pt x="1" y="39"/>
                  </a:lnTo>
                  <a:lnTo>
                    <a:pt x="1" y="38"/>
                  </a:lnTo>
                  <a:lnTo>
                    <a:pt x="2" y="37"/>
                  </a:lnTo>
                  <a:lnTo>
                    <a:pt x="3" y="35"/>
                  </a:lnTo>
                  <a:lnTo>
                    <a:pt x="4" y="35"/>
                  </a:lnTo>
                  <a:lnTo>
                    <a:pt x="5" y="34"/>
                  </a:lnTo>
                  <a:lnTo>
                    <a:pt x="5" y="34"/>
                  </a:lnTo>
                  <a:lnTo>
                    <a:pt x="6" y="34"/>
                  </a:lnTo>
                  <a:lnTo>
                    <a:pt x="7" y="34"/>
                  </a:lnTo>
                  <a:lnTo>
                    <a:pt x="9" y="34"/>
                  </a:lnTo>
                  <a:lnTo>
                    <a:pt x="9" y="34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2" y="35"/>
                  </a:lnTo>
                  <a:lnTo>
                    <a:pt x="13" y="37"/>
                  </a:lnTo>
                  <a:lnTo>
                    <a:pt x="16" y="39"/>
                  </a:lnTo>
                  <a:lnTo>
                    <a:pt x="19" y="42"/>
                  </a:lnTo>
                  <a:lnTo>
                    <a:pt x="20" y="43"/>
                  </a:lnTo>
                  <a:lnTo>
                    <a:pt x="21" y="43"/>
                  </a:lnTo>
                  <a:lnTo>
                    <a:pt x="21" y="43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22" y="42"/>
                  </a:lnTo>
                  <a:lnTo>
                    <a:pt x="21" y="39"/>
                  </a:lnTo>
                  <a:lnTo>
                    <a:pt x="21" y="35"/>
                  </a:lnTo>
                  <a:lnTo>
                    <a:pt x="19" y="30"/>
                  </a:lnTo>
                  <a:lnTo>
                    <a:pt x="17" y="26"/>
                  </a:lnTo>
                  <a:lnTo>
                    <a:pt x="14" y="19"/>
                  </a:lnTo>
                  <a:lnTo>
                    <a:pt x="11" y="14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8" y="8"/>
                  </a:lnTo>
                  <a:lnTo>
                    <a:pt x="8" y="7"/>
                  </a:lnTo>
                  <a:lnTo>
                    <a:pt x="9" y="6"/>
                  </a:lnTo>
                  <a:lnTo>
                    <a:pt x="9" y="4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1"/>
                  </a:lnTo>
                  <a:lnTo>
                    <a:pt x="21" y="2"/>
                  </a:lnTo>
                  <a:lnTo>
                    <a:pt x="23" y="3"/>
                  </a:lnTo>
                  <a:lnTo>
                    <a:pt x="24" y="4"/>
                  </a:lnTo>
                  <a:lnTo>
                    <a:pt x="24" y="6"/>
                  </a:lnTo>
                  <a:lnTo>
                    <a:pt x="24" y="9"/>
                  </a:lnTo>
                  <a:lnTo>
                    <a:pt x="24" y="13"/>
                  </a:lnTo>
                  <a:lnTo>
                    <a:pt x="25" y="17"/>
                  </a:lnTo>
                  <a:lnTo>
                    <a:pt x="27" y="23"/>
                  </a:lnTo>
                  <a:lnTo>
                    <a:pt x="27" y="28"/>
                  </a:lnTo>
                  <a:lnTo>
                    <a:pt x="28" y="32"/>
                  </a:lnTo>
                  <a:lnTo>
                    <a:pt x="29" y="38"/>
                  </a:lnTo>
                  <a:lnTo>
                    <a:pt x="29" y="41"/>
                  </a:lnTo>
                  <a:lnTo>
                    <a:pt x="29" y="45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30" y="49"/>
                  </a:lnTo>
                  <a:lnTo>
                    <a:pt x="31" y="49"/>
                  </a:lnTo>
                  <a:lnTo>
                    <a:pt x="32" y="49"/>
                  </a:lnTo>
                  <a:lnTo>
                    <a:pt x="33" y="50"/>
                  </a:lnTo>
                  <a:lnTo>
                    <a:pt x="36" y="52"/>
                  </a:lnTo>
                  <a:lnTo>
                    <a:pt x="39" y="55"/>
                  </a:lnTo>
                  <a:lnTo>
                    <a:pt x="41" y="57"/>
                  </a:lnTo>
                  <a:lnTo>
                    <a:pt x="44" y="59"/>
                  </a:lnTo>
                  <a:lnTo>
                    <a:pt x="46" y="61"/>
                  </a:lnTo>
                  <a:lnTo>
                    <a:pt x="46" y="61"/>
                  </a:lnTo>
                  <a:lnTo>
                    <a:pt x="47" y="61"/>
                  </a:lnTo>
                  <a:lnTo>
                    <a:pt x="47" y="60"/>
                  </a:lnTo>
                  <a:lnTo>
                    <a:pt x="47" y="59"/>
                  </a:lnTo>
                  <a:lnTo>
                    <a:pt x="47" y="57"/>
                  </a:lnTo>
                  <a:lnTo>
                    <a:pt x="47" y="56"/>
                  </a:lnTo>
                  <a:lnTo>
                    <a:pt x="46" y="55"/>
                  </a:lnTo>
                  <a:lnTo>
                    <a:pt x="46" y="54"/>
                  </a:lnTo>
                  <a:lnTo>
                    <a:pt x="44" y="51"/>
                  </a:lnTo>
                  <a:lnTo>
                    <a:pt x="41" y="47"/>
                  </a:lnTo>
                  <a:lnTo>
                    <a:pt x="41" y="46"/>
                  </a:lnTo>
                  <a:lnTo>
                    <a:pt x="41" y="44"/>
                  </a:lnTo>
                  <a:lnTo>
                    <a:pt x="41" y="43"/>
                  </a:lnTo>
                  <a:lnTo>
                    <a:pt x="41" y="43"/>
                  </a:lnTo>
                  <a:lnTo>
                    <a:pt x="41" y="42"/>
                  </a:lnTo>
                  <a:lnTo>
                    <a:pt x="41" y="42"/>
                  </a:lnTo>
                  <a:lnTo>
                    <a:pt x="44" y="42"/>
                  </a:lnTo>
                  <a:lnTo>
                    <a:pt x="46" y="42"/>
                  </a:lnTo>
                  <a:lnTo>
                    <a:pt x="47" y="42"/>
                  </a:lnTo>
                  <a:lnTo>
                    <a:pt x="47" y="42"/>
                  </a:lnTo>
                  <a:lnTo>
                    <a:pt x="47" y="41"/>
                  </a:lnTo>
                  <a:lnTo>
                    <a:pt x="46" y="40"/>
                  </a:lnTo>
                  <a:lnTo>
                    <a:pt x="44" y="37"/>
                  </a:lnTo>
                  <a:lnTo>
                    <a:pt x="41" y="34"/>
                  </a:lnTo>
                  <a:lnTo>
                    <a:pt x="38" y="30"/>
                  </a:lnTo>
                  <a:lnTo>
                    <a:pt x="37" y="28"/>
                  </a:lnTo>
                  <a:lnTo>
                    <a:pt x="35" y="26"/>
                  </a:lnTo>
                  <a:lnTo>
                    <a:pt x="34" y="24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34" y="21"/>
                  </a:lnTo>
                  <a:lnTo>
                    <a:pt x="35" y="19"/>
                  </a:lnTo>
                  <a:lnTo>
                    <a:pt x="36" y="19"/>
                  </a:lnTo>
                  <a:lnTo>
                    <a:pt x="37" y="19"/>
                  </a:lnTo>
                  <a:lnTo>
                    <a:pt x="38" y="19"/>
                  </a:lnTo>
                  <a:lnTo>
                    <a:pt x="39" y="19"/>
                  </a:lnTo>
                  <a:lnTo>
                    <a:pt x="41" y="20"/>
                  </a:lnTo>
                  <a:lnTo>
                    <a:pt x="41" y="22"/>
                  </a:lnTo>
                  <a:lnTo>
                    <a:pt x="42" y="23"/>
                  </a:lnTo>
                  <a:lnTo>
                    <a:pt x="44" y="25"/>
                  </a:lnTo>
                  <a:lnTo>
                    <a:pt x="44" y="26"/>
                  </a:lnTo>
                  <a:lnTo>
                    <a:pt x="45" y="26"/>
                  </a:lnTo>
                  <a:lnTo>
                    <a:pt x="45" y="27"/>
                  </a:lnTo>
                  <a:lnTo>
                    <a:pt x="46" y="27"/>
                  </a:lnTo>
                  <a:lnTo>
                    <a:pt x="47" y="28"/>
                  </a:lnTo>
                  <a:lnTo>
                    <a:pt x="48" y="29"/>
                  </a:lnTo>
                  <a:lnTo>
                    <a:pt x="49" y="29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8" y="23"/>
                  </a:lnTo>
                  <a:lnTo>
                    <a:pt x="46" y="19"/>
                  </a:lnTo>
                  <a:lnTo>
                    <a:pt x="45" y="16"/>
                  </a:lnTo>
                  <a:lnTo>
                    <a:pt x="45" y="14"/>
                  </a:lnTo>
                  <a:lnTo>
                    <a:pt x="45" y="13"/>
                  </a:lnTo>
                  <a:lnTo>
                    <a:pt x="45" y="10"/>
                  </a:lnTo>
                  <a:lnTo>
                    <a:pt x="46" y="8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0" y="8"/>
                  </a:lnTo>
                  <a:lnTo>
                    <a:pt x="51" y="10"/>
                  </a:lnTo>
                  <a:lnTo>
                    <a:pt x="51" y="12"/>
                  </a:lnTo>
                  <a:lnTo>
                    <a:pt x="52" y="15"/>
                  </a:lnTo>
                  <a:lnTo>
                    <a:pt x="53" y="18"/>
                  </a:lnTo>
                  <a:lnTo>
                    <a:pt x="53" y="22"/>
                  </a:lnTo>
                  <a:lnTo>
                    <a:pt x="53" y="26"/>
                  </a:lnTo>
                  <a:lnTo>
                    <a:pt x="53" y="28"/>
                  </a:lnTo>
                  <a:lnTo>
                    <a:pt x="53" y="30"/>
                  </a:lnTo>
                  <a:lnTo>
                    <a:pt x="53" y="32"/>
                  </a:lnTo>
                  <a:lnTo>
                    <a:pt x="56" y="37"/>
                  </a:lnTo>
                  <a:lnTo>
                    <a:pt x="60" y="44"/>
                  </a:lnTo>
                  <a:lnTo>
                    <a:pt x="64" y="51"/>
                  </a:lnTo>
                  <a:lnTo>
                    <a:pt x="66" y="55"/>
                  </a:lnTo>
                  <a:lnTo>
                    <a:pt x="67" y="56"/>
                  </a:lnTo>
                  <a:lnTo>
                    <a:pt x="68" y="56"/>
                  </a:lnTo>
                  <a:lnTo>
                    <a:pt x="68" y="56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68" y="47"/>
                  </a:lnTo>
                  <a:lnTo>
                    <a:pt x="68" y="37"/>
                  </a:lnTo>
                  <a:lnTo>
                    <a:pt x="68" y="30"/>
                  </a:lnTo>
                  <a:lnTo>
                    <a:pt x="68" y="26"/>
                  </a:lnTo>
                  <a:lnTo>
                    <a:pt x="68" y="22"/>
                  </a:lnTo>
                  <a:lnTo>
                    <a:pt x="68" y="19"/>
                  </a:lnTo>
                  <a:lnTo>
                    <a:pt x="69" y="16"/>
                  </a:lnTo>
                  <a:lnTo>
                    <a:pt x="70" y="14"/>
                  </a:lnTo>
                  <a:lnTo>
                    <a:pt x="70" y="13"/>
                  </a:lnTo>
                  <a:lnTo>
                    <a:pt x="71" y="13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3" y="14"/>
                  </a:lnTo>
                  <a:lnTo>
                    <a:pt x="76" y="15"/>
                  </a:lnTo>
                  <a:lnTo>
                    <a:pt x="77" y="18"/>
                  </a:lnTo>
                  <a:lnTo>
                    <a:pt x="77" y="20"/>
                  </a:lnTo>
                  <a:lnTo>
                    <a:pt x="77" y="22"/>
                  </a:lnTo>
                  <a:lnTo>
                    <a:pt x="77" y="25"/>
                  </a:lnTo>
                  <a:lnTo>
                    <a:pt x="76" y="26"/>
                  </a:lnTo>
                  <a:lnTo>
                    <a:pt x="74" y="29"/>
                  </a:lnTo>
                  <a:lnTo>
                    <a:pt x="74" y="30"/>
                  </a:lnTo>
                  <a:lnTo>
                    <a:pt x="73" y="34"/>
                  </a:lnTo>
                  <a:lnTo>
                    <a:pt x="73" y="37"/>
                  </a:lnTo>
                  <a:lnTo>
                    <a:pt x="73" y="40"/>
                  </a:lnTo>
                  <a:lnTo>
                    <a:pt x="73" y="47"/>
                  </a:lnTo>
                  <a:lnTo>
                    <a:pt x="73" y="52"/>
                  </a:lnTo>
                  <a:lnTo>
                    <a:pt x="74" y="56"/>
                  </a:lnTo>
                  <a:lnTo>
                    <a:pt x="74" y="58"/>
                  </a:lnTo>
                  <a:lnTo>
                    <a:pt x="78" y="60"/>
                  </a:lnTo>
                  <a:lnTo>
                    <a:pt x="85" y="64"/>
                  </a:lnTo>
                  <a:lnTo>
                    <a:pt x="89" y="66"/>
                  </a:lnTo>
                  <a:lnTo>
                    <a:pt x="92" y="67"/>
                  </a:lnTo>
                  <a:lnTo>
                    <a:pt x="94" y="67"/>
                  </a:lnTo>
                  <a:lnTo>
                    <a:pt x="95" y="67"/>
                  </a:lnTo>
                  <a:lnTo>
                    <a:pt x="96" y="67"/>
                  </a:lnTo>
                  <a:lnTo>
                    <a:pt x="97" y="67"/>
                  </a:lnTo>
                  <a:lnTo>
                    <a:pt x="97" y="67"/>
                  </a:lnTo>
                  <a:lnTo>
                    <a:pt x="97" y="66"/>
                  </a:lnTo>
                  <a:lnTo>
                    <a:pt x="97" y="63"/>
                  </a:lnTo>
                  <a:lnTo>
                    <a:pt x="97" y="59"/>
                  </a:lnTo>
                  <a:lnTo>
                    <a:pt x="97" y="58"/>
                  </a:lnTo>
                  <a:lnTo>
                    <a:pt x="98" y="56"/>
                  </a:lnTo>
                  <a:lnTo>
                    <a:pt x="99" y="55"/>
                  </a:lnTo>
                  <a:lnTo>
                    <a:pt x="100" y="55"/>
                  </a:lnTo>
                  <a:lnTo>
                    <a:pt x="101" y="55"/>
                  </a:lnTo>
                  <a:lnTo>
                    <a:pt x="102" y="55"/>
                  </a:lnTo>
                  <a:lnTo>
                    <a:pt x="104" y="55"/>
                  </a:lnTo>
                  <a:lnTo>
                    <a:pt x="105" y="56"/>
                  </a:lnTo>
                  <a:lnTo>
                    <a:pt x="105" y="57"/>
                  </a:lnTo>
                  <a:lnTo>
                    <a:pt x="105" y="58"/>
                  </a:lnTo>
                  <a:lnTo>
                    <a:pt x="106" y="59"/>
                  </a:lnTo>
                  <a:lnTo>
                    <a:pt x="106" y="59"/>
                  </a:lnTo>
                  <a:lnTo>
                    <a:pt x="105" y="63"/>
                  </a:lnTo>
                  <a:lnTo>
                    <a:pt x="105" y="66"/>
                  </a:lnTo>
                  <a:lnTo>
                    <a:pt x="104" y="67"/>
                  </a:lnTo>
                  <a:lnTo>
                    <a:pt x="104" y="69"/>
                  </a:lnTo>
                  <a:lnTo>
                    <a:pt x="105" y="71"/>
                  </a:lnTo>
                  <a:lnTo>
                    <a:pt x="105" y="71"/>
                  </a:lnTo>
                  <a:lnTo>
                    <a:pt x="110" y="73"/>
                  </a:lnTo>
                  <a:lnTo>
                    <a:pt x="120" y="75"/>
                  </a:lnTo>
                  <a:lnTo>
                    <a:pt x="129" y="78"/>
                  </a:lnTo>
                  <a:lnTo>
                    <a:pt x="135" y="79"/>
                  </a:lnTo>
                  <a:lnTo>
                    <a:pt x="137" y="80"/>
                  </a:lnTo>
                  <a:lnTo>
                    <a:pt x="140" y="81"/>
                  </a:lnTo>
                  <a:lnTo>
                    <a:pt x="142" y="82"/>
                  </a:lnTo>
                  <a:lnTo>
                    <a:pt x="145" y="84"/>
                  </a:lnTo>
                  <a:lnTo>
                    <a:pt x="147" y="86"/>
                  </a:lnTo>
                  <a:lnTo>
                    <a:pt x="149" y="87"/>
                  </a:lnTo>
                  <a:lnTo>
                    <a:pt x="149" y="88"/>
                  </a:lnTo>
                  <a:lnTo>
                    <a:pt x="149" y="89"/>
                  </a:lnTo>
                  <a:lnTo>
                    <a:pt x="148" y="90"/>
                  </a:lnTo>
                  <a:lnTo>
                    <a:pt x="148" y="91"/>
                  </a:lnTo>
                  <a:lnTo>
                    <a:pt x="144" y="95"/>
                  </a:lnTo>
                  <a:lnTo>
                    <a:pt x="140" y="97"/>
                  </a:lnTo>
                  <a:lnTo>
                    <a:pt x="137" y="98"/>
                  </a:lnTo>
                  <a:lnTo>
                    <a:pt x="135" y="99"/>
                  </a:lnTo>
                  <a:lnTo>
                    <a:pt x="133" y="98"/>
                  </a:lnTo>
                  <a:lnTo>
                    <a:pt x="133" y="98"/>
                  </a:lnTo>
                  <a:lnTo>
                    <a:pt x="132" y="98"/>
                  </a:lnTo>
                  <a:lnTo>
                    <a:pt x="132" y="97"/>
                  </a:lnTo>
                  <a:lnTo>
                    <a:pt x="132" y="96"/>
                  </a:lnTo>
                  <a:lnTo>
                    <a:pt x="133" y="95"/>
                  </a:lnTo>
                  <a:lnTo>
                    <a:pt x="133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3" y="92"/>
                  </a:lnTo>
                  <a:lnTo>
                    <a:pt x="131" y="91"/>
                  </a:lnTo>
                  <a:lnTo>
                    <a:pt x="129" y="90"/>
                  </a:lnTo>
                  <a:lnTo>
                    <a:pt x="126" y="88"/>
                  </a:lnTo>
                  <a:lnTo>
                    <a:pt x="122" y="87"/>
                  </a:lnTo>
                  <a:lnTo>
                    <a:pt x="115" y="83"/>
                  </a:lnTo>
                  <a:lnTo>
                    <a:pt x="110" y="81"/>
                  </a:lnTo>
                  <a:lnTo>
                    <a:pt x="109" y="80"/>
                  </a:lnTo>
                  <a:lnTo>
                    <a:pt x="107" y="80"/>
                  </a:lnTo>
                  <a:lnTo>
                    <a:pt x="107" y="80"/>
                  </a:lnTo>
                  <a:lnTo>
                    <a:pt x="106" y="80"/>
                  </a:lnTo>
                  <a:lnTo>
                    <a:pt x="106" y="83"/>
                  </a:lnTo>
                  <a:lnTo>
                    <a:pt x="107" y="86"/>
                  </a:lnTo>
                  <a:lnTo>
                    <a:pt x="108" y="89"/>
                  </a:lnTo>
                  <a:lnTo>
                    <a:pt x="109" y="91"/>
                  </a:lnTo>
                  <a:lnTo>
                    <a:pt x="110" y="92"/>
                  </a:lnTo>
                  <a:lnTo>
                    <a:pt x="113" y="95"/>
                  </a:lnTo>
                  <a:lnTo>
                    <a:pt x="113" y="97"/>
                  </a:lnTo>
                  <a:lnTo>
                    <a:pt x="113" y="99"/>
                  </a:lnTo>
                  <a:lnTo>
                    <a:pt x="113" y="99"/>
                  </a:lnTo>
                  <a:lnTo>
                    <a:pt x="113" y="100"/>
                  </a:lnTo>
                  <a:lnTo>
                    <a:pt x="113" y="101"/>
                  </a:lnTo>
                  <a:lnTo>
                    <a:pt x="112" y="102"/>
                  </a:lnTo>
                  <a:lnTo>
                    <a:pt x="109" y="103"/>
                  </a:lnTo>
                  <a:lnTo>
                    <a:pt x="108" y="104"/>
                  </a:lnTo>
                  <a:lnTo>
                    <a:pt x="105" y="104"/>
                  </a:lnTo>
                  <a:lnTo>
                    <a:pt x="104" y="104"/>
                  </a:lnTo>
                  <a:lnTo>
                    <a:pt x="102" y="104"/>
                  </a:lnTo>
                  <a:lnTo>
                    <a:pt x="101" y="104"/>
                  </a:lnTo>
                  <a:lnTo>
                    <a:pt x="100" y="103"/>
                  </a:lnTo>
                  <a:lnTo>
                    <a:pt x="100" y="103"/>
                  </a:lnTo>
                  <a:lnTo>
                    <a:pt x="100" y="100"/>
                  </a:lnTo>
                  <a:lnTo>
                    <a:pt x="100" y="99"/>
                  </a:lnTo>
                  <a:lnTo>
                    <a:pt x="100" y="96"/>
                  </a:lnTo>
                  <a:lnTo>
                    <a:pt x="98" y="91"/>
                  </a:lnTo>
                  <a:lnTo>
                    <a:pt x="97" y="87"/>
                  </a:lnTo>
                  <a:lnTo>
                    <a:pt x="97" y="83"/>
                  </a:lnTo>
                  <a:lnTo>
                    <a:pt x="97" y="79"/>
                  </a:lnTo>
                  <a:lnTo>
                    <a:pt x="97" y="77"/>
                  </a:lnTo>
                  <a:lnTo>
                    <a:pt x="77" y="70"/>
                  </a:lnTo>
                  <a:lnTo>
                    <a:pt x="77" y="70"/>
                  </a:lnTo>
                  <a:lnTo>
                    <a:pt x="77" y="70"/>
                  </a:lnTo>
                  <a:lnTo>
                    <a:pt x="76" y="71"/>
                  </a:lnTo>
                  <a:lnTo>
                    <a:pt x="76" y="71"/>
                  </a:lnTo>
                  <a:lnTo>
                    <a:pt x="76" y="72"/>
                  </a:lnTo>
                  <a:lnTo>
                    <a:pt x="76" y="74"/>
                  </a:lnTo>
                  <a:lnTo>
                    <a:pt x="77" y="79"/>
                  </a:lnTo>
                  <a:lnTo>
                    <a:pt x="78" y="87"/>
                  </a:lnTo>
                  <a:lnTo>
                    <a:pt x="79" y="91"/>
                  </a:lnTo>
                  <a:lnTo>
                    <a:pt x="81" y="96"/>
                  </a:lnTo>
                  <a:lnTo>
                    <a:pt x="82" y="101"/>
                  </a:lnTo>
                  <a:lnTo>
                    <a:pt x="84" y="106"/>
                  </a:lnTo>
                  <a:lnTo>
                    <a:pt x="87" y="115"/>
                  </a:lnTo>
                  <a:lnTo>
                    <a:pt x="90" y="120"/>
                  </a:lnTo>
                  <a:lnTo>
                    <a:pt x="90" y="122"/>
                  </a:lnTo>
                  <a:lnTo>
                    <a:pt x="91" y="123"/>
                  </a:lnTo>
                  <a:lnTo>
                    <a:pt x="91" y="125"/>
                  </a:lnTo>
                  <a:lnTo>
                    <a:pt x="91" y="127"/>
                  </a:lnTo>
                  <a:lnTo>
                    <a:pt x="90" y="130"/>
                  </a:lnTo>
                  <a:lnTo>
                    <a:pt x="89" y="132"/>
                  </a:lnTo>
                  <a:lnTo>
                    <a:pt x="89" y="134"/>
                  </a:lnTo>
                  <a:lnTo>
                    <a:pt x="88" y="135"/>
                  </a:lnTo>
                  <a:lnTo>
                    <a:pt x="86" y="136"/>
                  </a:lnTo>
                  <a:lnTo>
                    <a:pt x="86" y="136"/>
                  </a:lnTo>
                  <a:lnTo>
                    <a:pt x="85" y="136"/>
                  </a:lnTo>
                  <a:lnTo>
                    <a:pt x="85" y="136"/>
                  </a:lnTo>
                  <a:lnTo>
                    <a:pt x="82" y="135"/>
                  </a:lnTo>
                  <a:lnTo>
                    <a:pt x="79" y="134"/>
                  </a:lnTo>
                  <a:lnTo>
                    <a:pt x="77" y="131"/>
                  </a:lnTo>
                  <a:lnTo>
                    <a:pt x="77" y="127"/>
                  </a:lnTo>
                  <a:lnTo>
                    <a:pt x="76" y="124"/>
                  </a:lnTo>
                  <a:lnTo>
                    <a:pt x="75" y="121"/>
                  </a:lnTo>
                  <a:lnTo>
                    <a:pt x="73" y="114"/>
                  </a:lnTo>
                  <a:lnTo>
                    <a:pt x="73" y="106"/>
                  </a:lnTo>
                  <a:lnTo>
                    <a:pt x="72" y="99"/>
                  </a:lnTo>
                  <a:lnTo>
                    <a:pt x="72" y="91"/>
                  </a:lnTo>
                  <a:lnTo>
                    <a:pt x="71" y="84"/>
                  </a:lnTo>
                  <a:lnTo>
                    <a:pt x="70" y="78"/>
                  </a:lnTo>
                  <a:lnTo>
                    <a:pt x="70" y="73"/>
                  </a:lnTo>
                  <a:lnTo>
                    <a:pt x="69" y="70"/>
                  </a:lnTo>
                  <a:lnTo>
                    <a:pt x="69" y="67"/>
                  </a:lnTo>
                  <a:lnTo>
                    <a:pt x="69" y="67"/>
                  </a:lnTo>
                  <a:lnTo>
                    <a:pt x="67" y="66"/>
                  </a:lnTo>
                  <a:lnTo>
                    <a:pt x="62" y="63"/>
                  </a:lnTo>
                  <a:lnTo>
                    <a:pt x="57" y="60"/>
                  </a:lnTo>
                  <a:lnTo>
                    <a:pt x="55" y="59"/>
                  </a:lnTo>
                  <a:lnTo>
                    <a:pt x="54" y="59"/>
                  </a:lnTo>
                  <a:lnTo>
                    <a:pt x="54" y="59"/>
                  </a:lnTo>
                  <a:lnTo>
                    <a:pt x="54" y="60"/>
                  </a:lnTo>
                  <a:lnTo>
                    <a:pt x="54" y="62"/>
                  </a:lnTo>
                  <a:lnTo>
                    <a:pt x="54" y="67"/>
                  </a:lnTo>
                  <a:lnTo>
                    <a:pt x="55" y="71"/>
                  </a:lnTo>
                  <a:lnTo>
                    <a:pt x="55" y="75"/>
                  </a:lnTo>
                  <a:lnTo>
                    <a:pt x="55" y="79"/>
                  </a:lnTo>
                  <a:lnTo>
                    <a:pt x="57" y="83"/>
                  </a:lnTo>
                  <a:lnTo>
                    <a:pt x="57" y="86"/>
                  </a:lnTo>
                  <a:lnTo>
                    <a:pt x="57" y="87"/>
                  </a:lnTo>
                  <a:lnTo>
                    <a:pt x="57" y="89"/>
                  </a:lnTo>
                  <a:lnTo>
                    <a:pt x="56" y="91"/>
                  </a:lnTo>
                  <a:lnTo>
                    <a:pt x="55" y="91"/>
                  </a:lnTo>
                  <a:lnTo>
                    <a:pt x="53" y="92"/>
                  </a:lnTo>
                  <a:lnTo>
                    <a:pt x="51" y="92"/>
                  </a:lnTo>
                  <a:lnTo>
                    <a:pt x="49" y="92"/>
                  </a:lnTo>
                  <a:lnTo>
                    <a:pt x="49" y="91"/>
                  </a:lnTo>
                  <a:lnTo>
                    <a:pt x="48" y="90"/>
                  </a:lnTo>
                  <a:lnTo>
                    <a:pt x="47" y="89"/>
                  </a:lnTo>
                  <a:lnTo>
                    <a:pt x="47" y="87"/>
                  </a:lnTo>
                  <a:lnTo>
                    <a:pt x="46" y="85"/>
                  </a:lnTo>
                  <a:lnTo>
                    <a:pt x="46" y="78"/>
                  </a:lnTo>
                  <a:lnTo>
                    <a:pt x="46" y="73"/>
                  </a:lnTo>
                  <a:lnTo>
                    <a:pt x="45" y="71"/>
                  </a:lnTo>
                  <a:lnTo>
                    <a:pt x="44" y="71"/>
                  </a:lnTo>
                  <a:lnTo>
                    <a:pt x="41" y="68"/>
                  </a:lnTo>
                  <a:lnTo>
                    <a:pt x="38" y="66"/>
                  </a:lnTo>
                  <a:lnTo>
                    <a:pt x="35" y="63"/>
                  </a:lnTo>
                  <a:lnTo>
                    <a:pt x="32" y="6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0" name="iṣľîḓe"/>
            <p:cNvSpPr/>
            <p:nvPr/>
          </p:nvSpPr>
          <p:spPr bwMode="auto">
            <a:xfrm>
              <a:off x="2330451" y="2909888"/>
              <a:ext cx="60325" cy="63500"/>
            </a:xfrm>
            <a:custGeom>
              <a:avLst/>
              <a:gdLst>
                <a:gd name="T0" fmla="*/ 0 w 38"/>
                <a:gd name="T1" fmla="*/ 4 h 40"/>
                <a:gd name="T2" fmla="*/ 0 w 38"/>
                <a:gd name="T3" fmla="*/ 4 h 40"/>
                <a:gd name="T4" fmla="*/ 1 w 38"/>
                <a:gd name="T5" fmla="*/ 2 h 40"/>
                <a:gd name="T6" fmla="*/ 2 w 38"/>
                <a:gd name="T7" fmla="*/ 1 h 40"/>
                <a:gd name="T8" fmla="*/ 2 w 38"/>
                <a:gd name="T9" fmla="*/ 1 h 40"/>
                <a:gd name="T10" fmla="*/ 3 w 38"/>
                <a:gd name="T11" fmla="*/ 0 h 40"/>
                <a:gd name="T12" fmla="*/ 5 w 38"/>
                <a:gd name="T13" fmla="*/ 0 h 40"/>
                <a:gd name="T14" fmla="*/ 6 w 38"/>
                <a:gd name="T15" fmla="*/ 0 h 40"/>
                <a:gd name="T16" fmla="*/ 8 w 38"/>
                <a:gd name="T17" fmla="*/ 1 h 40"/>
                <a:gd name="T18" fmla="*/ 10 w 38"/>
                <a:gd name="T19" fmla="*/ 3 h 40"/>
                <a:gd name="T20" fmla="*/ 13 w 38"/>
                <a:gd name="T21" fmla="*/ 4 h 40"/>
                <a:gd name="T22" fmla="*/ 18 w 38"/>
                <a:gd name="T23" fmla="*/ 8 h 40"/>
                <a:gd name="T24" fmla="*/ 24 w 38"/>
                <a:gd name="T25" fmla="*/ 12 h 40"/>
                <a:gd name="T26" fmla="*/ 29 w 38"/>
                <a:gd name="T27" fmla="*/ 17 h 40"/>
                <a:gd name="T28" fmla="*/ 34 w 38"/>
                <a:gd name="T29" fmla="*/ 22 h 40"/>
                <a:gd name="T30" fmla="*/ 35 w 38"/>
                <a:gd name="T31" fmla="*/ 24 h 40"/>
                <a:gd name="T32" fmla="*/ 36 w 38"/>
                <a:gd name="T33" fmla="*/ 26 h 40"/>
                <a:gd name="T34" fmla="*/ 38 w 38"/>
                <a:gd name="T35" fmla="*/ 28 h 40"/>
                <a:gd name="T36" fmla="*/ 38 w 38"/>
                <a:gd name="T37" fmla="*/ 28 h 40"/>
                <a:gd name="T38" fmla="*/ 36 w 38"/>
                <a:gd name="T39" fmla="*/ 31 h 40"/>
                <a:gd name="T40" fmla="*/ 33 w 38"/>
                <a:gd name="T41" fmla="*/ 35 h 40"/>
                <a:gd name="T42" fmla="*/ 31 w 38"/>
                <a:gd name="T43" fmla="*/ 37 h 40"/>
                <a:gd name="T44" fmla="*/ 30 w 38"/>
                <a:gd name="T45" fmla="*/ 39 h 40"/>
                <a:gd name="T46" fmla="*/ 28 w 38"/>
                <a:gd name="T47" fmla="*/ 40 h 40"/>
                <a:gd name="T48" fmla="*/ 26 w 38"/>
                <a:gd name="T49" fmla="*/ 40 h 40"/>
                <a:gd name="T50" fmla="*/ 26 w 38"/>
                <a:gd name="T51" fmla="*/ 39 h 40"/>
                <a:gd name="T52" fmla="*/ 25 w 38"/>
                <a:gd name="T53" fmla="*/ 39 h 40"/>
                <a:gd name="T54" fmla="*/ 24 w 38"/>
                <a:gd name="T55" fmla="*/ 37 h 40"/>
                <a:gd name="T56" fmla="*/ 23 w 38"/>
                <a:gd name="T57" fmla="*/ 36 h 40"/>
                <a:gd name="T58" fmla="*/ 22 w 38"/>
                <a:gd name="T59" fmla="*/ 33 h 40"/>
                <a:gd name="T60" fmla="*/ 20 w 38"/>
                <a:gd name="T61" fmla="*/ 30 h 40"/>
                <a:gd name="T62" fmla="*/ 18 w 38"/>
                <a:gd name="T63" fmla="*/ 27 h 40"/>
                <a:gd name="T64" fmla="*/ 15 w 38"/>
                <a:gd name="T65" fmla="*/ 23 h 40"/>
                <a:gd name="T66" fmla="*/ 14 w 38"/>
                <a:gd name="T67" fmla="*/ 20 h 40"/>
                <a:gd name="T68" fmla="*/ 10 w 38"/>
                <a:gd name="T69" fmla="*/ 16 h 40"/>
                <a:gd name="T70" fmla="*/ 5 w 38"/>
                <a:gd name="T71" fmla="*/ 10 h 40"/>
                <a:gd name="T72" fmla="*/ 0 w 38"/>
                <a:gd name="T73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8" h="40">
                  <a:moveTo>
                    <a:pt x="0" y="4"/>
                  </a:moveTo>
                  <a:lnTo>
                    <a:pt x="0" y="4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1"/>
                  </a:lnTo>
                  <a:lnTo>
                    <a:pt x="10" y="3"/>
                  </a:lnTo>
                  <a:lnTo>
                    <a:pt x="13" y="4"/>
                  </a:lnTo>
                  <a:lnTo>
                    <a:pt x="18" y="8"/>
                  </a:lnTo>
                  <a:lnTo>
                    <a:pt x="24" y="12"/>
                  </a:lnTo>
                  <a:lnTo>
                    <a:pt x="29" y="17"/>
                  </a:lnTo>
                  <a:lnTo>
                    <a:pt x="34" y="22"/>
                  </a:lnTo>
                  <a:lnTo>
                    <a:pt x="35" y="24"/>
                  </a:lnTo>
                  <a:lnTo>
                    <a:pt x="36" y="26"/>
                  </a:lnTo>
                  <a:lnTo>
                    <a:pt x="38" y="28"/>
                  </a:lnTo>
                  <a:lnTo>
                    <a:pt x="38" y="28"/>
                  </a:lnTo>
                  <a:lnTo>
                    <a:pt x="36" y="31"/>
                  </a:lnTo>
                  <a:lnTo>
                    <a:pt x="33" y="35"/>
                  </a:lnTo>
                  <a:lnTo>
                    <a:pt x="31" y="37"/>
                  </a:lnTo>
                  <a:lnTo>
                    <a:pt x="30" y="39"/>
                  </a:lnTo>
                  <a:lnTo>
                    <a:pt x="28" y="40"/>
                  </a:lnTo>
                  <a:lnTo>
                    <a:pt x="26" y="40"/>
                  </a:lnTo>
                  <a:lnTo>
                    <a:pt x="26" y="39"/>
                  </a:lnTo>
                  <a:lnTo>
                    <a:pt x="25" y="39"/>
                  </a:lnTo>
                  <a:lnTo>
                    <a:pt x="24" y="37"/>
                  </a:lnTo>
                  <a:lnTo>
                    <a:pt x="23" y="36"/>
                  </a:lnTo>
                  <a:lnTo>
                    <a:pt x="22" y="33"/>
                  </a:lnTo>
                  <a:lnTo>
                    <a:pt x="20" y="30"/>
                  </a:lnTo>
                  <a:lnTo>
                    <a:pt x="18" y="27"/>
                  </a:lnTo>
                  <a:lnTo>
                    <a:pt x="15" y="23"/>
                  </a:lnTo>
                  <a:lnTo>
                    <a:pt x="14" y="20"/>
                  </a:lnTo>
                  <a:lnTo>
                    <a:pt x="10" y="16"/>
                  </a:lnTo>
                  <a:lnTo>
                    <a:pt x="5" y="10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1" name="îṡlide"/>
            <p:cNvSpPr/>
            <p:nvPr/>
          </p:nvSpPr>
          <p:spPr bwMode="auto">
            <a:xfrm>
              <a:off x="2266951" y="2749551"/>
              <a:ext cx="204788" cy="173038"/>
            </a:xfrm>
            <a:custGeom>
              <a:avLst/>
              <a:gdLst>
                <a:gd name="T0" fmla="*/ 17 w 129"/>
                <a:gd name="T1" fmla="*/ 93 h 109"/>
                <a:gd name="T2" fmla="*/ 11 w 129"/>
                <a:gd name="T3" fmla="*/ 93 h 109"/>
                <a:gd name="T4" fmla="*/ 3 w 129"/>
                <a:gd name="T5" fmla="*/ 95 h 109"/>
                <a:gd name="T6" fmla="*/ 5 w 129"/>
                <a:gd name="T7" fmla="*/ 86 h 109"/>
                <a:gd name="T8" fmla="*/ 13 w 129"/>
                <a:gd name="T9" fmla="*/ 60 h 109"/>
                <a:gd name="T10" fmla="*/ 16 w 129"/>
                <a:gd name="T11" fmla="*/ 44 h 109"/>
                <a:gd name="T12" fmla="*/ 4 w 129"/>
                <a:gd name="T13" fmla="*/ 21 h 109"/>
                <a:gd name="T14" fmla="*/ 1 w 129"/>
                <a:gd name="T15" fmla="*/ 15 h 109"/>
                <a:gd name="T16" fmla="*/ 22 w 129"/>
                <a:gd name="T17" fmla="*/ 17 h 109"/>
                <a:gd name="T18" fmla="*/ 27 w 129"/>
                <a:gd name="T19" fmla="*/ 9 h 109"/>
                <a:gd name="T20" fmla="*/ 35 w 129"/>
                <a:gd name="T21" fmla="*/ 17 h 109"/>
                <a:gd name="T22" fmla="*/ 33 w 129"/>
                <a:gd name="T23" fmla="*/ 37 h 109"/>
                <a:gd name="T24" fmla="*/ 37 w 129"/>
                <a:gd name="T25" fmla="*/ 64 h 109"/>
                <a:gd name="T26" fmla="*/ 42 w 129"/>
                <a:gd name="T27" fmla="*/ 73 h 109"/>
                <a:gd name="T28" fmla="*/ 46 w 129"/>
                <a:gd name="T29" fmla="*/ 65 h 109"/>
                <a:gd name="T30" fmla="*/ 47 w 129"/>
                <a:gd name="T31" fmla="*/ 50 h 109"/>
                <a:gd name="T32" fmla="*/ 45 w 129"/>
                <a:gd name="T33" fmla="*/ 42 h 109"/>
                <a:gd name="T34" fmla="*/ 46 w 129"/>
                <a:gd name="T35" fmla="*/ 36 h 109"/>
                <a:gd name="T36" fmla="*/ 52 w 129"/>
                <a:gd name="T37" fmla="*/ 16 h 109"/>
                <a:gd name="T38" fmla="*/ 58 w 129"/>
                <a:gd name="T39" fmla="*/ 1 h 109"/>
                <a:gd name="T40" fmla="*/ 66 w 129"/>
                <a:gd name="T41" fmla="*/ 8 h 109"/>
                <a:gd name="T42" fmla="*/ 101 w 129"/>
                <a:gd name="T43" fmla="*/ 50 h 109"/>
                <a:gd name="T44" fmla="*/ 128 w 129"/>
                <a:gd name="T45" fmla="*/ 82 h 109"/>
                <a:gd name="T46" fmla="*/ 122 w 129"/>
                <a:gd name="T47" fmla="*/ 89 h 109"/>
                <a:gd name="T48" fmla="*/ 96 w 129"/>
                <a:gd name="T49" fmla="*/ 90 h 109"/>
                <a:gd name="T50" fmla="*/ 102 w 129"/>
                <a:gd name="T51" fmla="*/ 86 h 109"/>
                <a:gd name="T52" fmla="*/ 110 w 129"/>
                <a:gd name="T53" fmla="*/ 80 h 109"/>
                <a:gd name="T54" fmla="*/ 78 w 129"/>
                <a:gd name="T55" fmla="*/ 41 h 109"/>
                <a:gd name="T56" fmla="*/ 59 w 129"/>
                <a:gd name="T57" fmla="*/ 13 h 109"/>
                <a:gd name="T58" fmla="*/ 55 w 129"/>
                <a:gd name="T59" fmla="*/ 28 h 109"/>
                <a:gd name="T60" fmla="*/ 58 w 129"/>
                <a:gd name="T61" fmla="*/ 35 h 109"/>
                <a:gd name="T62" fmla="*/ 63 w 129"/>
                <a:gd name="T63" fmla="*/ 41 h 109"/>
                <a:gd name="T64" fmla="*/ 56 w 129"/>
                <a:gd name="T65" fmla="*/ 58 h 109"/>
                <a:gd name="T66" fmla="*/ 58 w 129"/>
                <a:gd name="T67" fmla="*/ 71 h 109"/>
                <a:gd name="T68" fmla="*/ 56 w 129"/>
                <a:gd name="T69" fmla="*/ 77 h 109"/>
                <a:gd name="T70" fmla="*/ 43 w 129"/>
                <a:gd name="T71" fmla="*/ 96 h 109"/>
                <a:gd name="T72" fmla="*/ 39 w 129"/>
                <a:gd name="T73" fmla="*/ 97 h 109"/>
                <a:gd name="T74" fmla="*/ 42 w 129"/>
                <a:gd name="T75" fmla="*/ 80 h 109"/>
                <a:gd name="T76" fmla="*/ 37 w 129"/>
                <a:gd name="T77" fmla="*/ 73 h 109"/>
                <a:gd name="T78" fmla="*/ 28 w 129"/>
                <a:gd name="T79" fmla="*/ 57 h 109"/>
                <a:gd name="T80" fmla="*/ 22 w 129"/>
                <a:gd name="T81" fmla="*/ 66 h 109"/>
                <a:gd name="T82" fmla="*/ 70 w 129"/>
                <a:gd name="T83" fmla="*/ 90 h 109"/>
                <a:gd name="T84" fmla="*/ 72 w 129"/>
                <a:gd name="T85" fmla="*/ 107 h 109"/>
                <a:gd name="T86" fmla="*/ 79 w 129"/>
                <a:gd name="T87" fmla="*/ 101 h 109"/>
                <a:gd name="T88" fmla="*/ 87 w 129"/>
                <a:gd name="T89" fmla="*/ 107 h 109"/>
                <a:gd name="T90" fmla="*/ 96 w 129"/>
                <a:gd name="T91" fmla="*/ 109 h 109"/>
                <a:gd name="T92" fmla="*/ 100 w 129"/>
                <a:gd name="T93" fmla="*/ 106 h 109"/>
                <a:gd name="T94" fmla="*/ 88 w 129"/>
                <a:gd name="T95" fmla="*/ 89 h 109"/>
                <a:gd name="T96" fmla="*/ 86 w 129"/>
                <a:gd name="T97" fmla="*/ 73 h 109"/>
                <a:gd name="T98" fmla="*/ 80 w 129"/>
                <a:gd name="T99" fmla="*/ 77 h 109"/>
                <a:gd name="T100" fmla="*/ 70 w 129"/>
                <a:gd name="T101" fmla="*/ 90 h 109"/>
                <a:gd name="T102" fmla="*/ 69 w 129"/>
                <a:gd name="T103" fmla="*/ 82 h 109"/>
                <a:gd name="T104" fmla="*/ 75 w 129"/>
                <a:gd name="T105" fmla="*/ 70 h 109"/>
                <a:gd name="T106" fmla="*/ 71 w 129"/>
                <a:gd name="T107" fmla="*/ 67 h 109"/>
                <a:gd name="T108" fmla="*/ 65 w 129"/>
                <a:gd name="T109" fmla="*/ 71 h 109"/>
                <a:gd name="T110" fmla="*/ 62 w 129"/>
                <a:gd name="T111" fmla="*/ 77 h 109"/>
                <a:gd name="T112" fmla="*/ 58 w 129"/>
                <a:gd name="T113" fmla="*/ 85 h 109"/>
                <a:gd name="T114" fmla="*/ 62 w 129"/>
                <a:gd name="T115" fmla="*/ 86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9" h="109">
                  <a:moveTo>
                    <a:pt x="19" y="83"/>
                  </a:moveTo>
                  <a:lnTo>
                    <a:pt x="19" y="84"/>
                  </a:lnTo>
                  <a:lnTo>
                    <a:pt x="18" y="86"/>
                  </a:lnTo>
                  <a:lnTo>
                    <a:pt x="18" y="89"/>
                  </a:lnTo>
                  <a:lnTo>
                    <a:pt x="18" y="91"/>
                  </a:lnTo>
                  <a:lnTo>
                    <a:pt x="17" y="93"/>
                  </a:lnTo>
                  <a:lnTo>
                    <a:pt x="14" y="93"/>
                  </a:lnTo>
                  <a:lnTo>
                    <a:pt x="14" y="93"/>
                  </a:lnTo>
                  <a:lnTo>
                    <a:pt x="12" y="93"/>
                  </a:lnTo>
                  <a:lnTo>
                    <a:pt x="11" y="93"/>
                  </a:lnTo>
                  <a:lnTo>
                    <a:pt x="11" y="93"/>
                  </a:lnTo>
                  <a:lnTo>
                    <a:pt x="11" y="93"/>
                  </a:lnTo>
                  <a:lnTo>
                    <a:pt x="10" y="94"/>
                  </a:lnTo>
                  <a:lnTo>
                    <a:pt x="10" y="95"/>
                  </a:lnTo>
                  <a:lnTo>
                    <a:pt x="8" y="95"/>
                  </a:lnTo>
                  <a:lnTo>
                    <a:pt x="6" y="95"/>
                  </a:lnTo>
                  <a:lnTo>
                    <a:pt x="5" y="95"/>
                  </a:lnTo>
                  <a:lnTo>
                    <a:pt x="3" y="95"/>
                  </a:lnTo>
                  <a:lnTo>
                    <a:pt x="2" y="94"/>
                  </a:lnTo>
                  <a:lnTo>
                    <a:pt x="2" y="93"/>
                  </a:lnTo>
                  <a:lnTo>
                    <a:pt x="1" y="93"/>
                  </a:lnTo>
                  <a:lnTo>
                    <a:pt x="2" y="92"/>
                  </a:lnTo>
                  <a:lnTo>
                    <a:pt x="2" y="91"/>
                  </a:lnTo>
                  <a:lnTo>
                    <a:pt x="5" y="86"/>
                  </a:lnTo>
                  <a:lnTo>
                    <a:pt x="7" y="84"/>
                  </a:lnTo>
                  <a:lnTo>
                    <a:pt x="8" y="80"/>
                  </a:lnTo>
                  <a:lnTo>
                    <a:pt x="10" y="75"/>
                  </a:lnTo>
                  <a:lnTo>
                    <a:pt x="11" y="69"/>
                  </a:lnTo>
                  <a:lnTo>
                    <a:pt x="12" y="65"/>
                  </a:lnTo>
                  <a:lnTo>
                    <a:pt x="13" y="60"/>
                  </a:lnTo>
                  <a:lnTo>
                    <a:pt x="14" y="54"/>
                  </a:lnTo>
                  <a:lnTo>
                    <a:pt x="16" y="50"/>
                  </a:lnTo>
                  <a:lnTo>
                    <a:pt x="17" y="49"/>
                  </a:lnTo>
                  <a:lnTo>
                    <a:pt x="17" y="48"/>
                  </a:lnTo>
                  <a:lnTo>
                    <a:pt x="17" y="45"/>
                  </a:lnTo>
                  <a:lnTo>
                    <a:pt x="16" y="44"/>
                  </a:lnTo>
                  <a:lnTo>
                    <a:pt x="15" y="42"/>
                  </a:lnTo>
                  <a:lnTo>
                    <a:pt x="14" y="40"/>
                  </a:lnTo>
                  <a:lnTo>
                    <a:pt x="13" y="37"/>
                  </a:lnTo>
                  <a:lnTo>
                    <a:pt x="9" y="30"/>
                  </a:lnTo>
                  <a:lnTo>
                    <a:pt x="5" y="25"/>
                  </a:lnTo>
                  <a:lnTo>
                    <a:pt x="4" y="21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5" y="15"/>
                  </a:lnTo>
                  <a:lnTo>
                    <a:pt x="12" y="16"/>
                  </a:lnTo>
                  <a:lnTo>
                    <a:pt x="18" y="17"/>
                  </a:lnTo>
                  <a:lnTo>
                    <a:pt x="22" y="17"/>
                  </a:lnTo>
                  <a:lnTo>
                    <a:pt x="22" y="17"/>
                  </a:lnTo>
                  <a:lnTo>
                    <a:pt x="23" y="17"/>
                  </a:lnTo>
                  <a:lnTo>
                    <a:pt x="24" y="17"/>
                  </a:lnTo>
                  <a:lnTo>
                    <a:pt x="25" y="15"/>
                  </a:lnTo>
                  <a:lnTo>
                    <a:pt x="26" y="12"/>
                  </a:lnTo>
                  <a:lnTo>
                    <a:pt x="26" y="9"/>
                  </a:lnTo>
                  <a:lnTo>
                    <a:pt x="27" y="9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9"/>
                  </a:lnTo>
                  <a:lnTo>
                    <a:pt x="32" y="12"/>
                  </a:lnTo>
                  <a:lnTo>
                    <a:pt x="34" y="15"/>
                  </a:lnTo>
                  <a:lnTo>
                    <a:pt x="35" y="17"/>
                  </a:lnTo>
                  <a:lnTo>
                    <a:pt x="36" y="20"/>
                  </a:lnTo>
                  <a:lnTo>
                    <a:pt x="36" y="22"/>
                  </a:lnTo>
                  <a:lnTo>
                    <a:pt x="35" y="25"/>
                  </a:lnTo>
                  <a:lnTo>
                    <a:pt x="34" y="30"/>
                  </a:lnTo>
                  <a:lnTo>
                    <a:pt x="33" y="36"/>
                  </a:lnTo>
                  <a:lnTo>
                    <a:pt x="33" y="37"/>
                  </a:lnTo>
                  <a:lnTo>
                    <a:pt x="33" y="41"/>
                  </a:lnTo>
                  <a:lnTo>
                    <a:pt x="34" y="44"/>
                  </a:lnTo>
                  <a:lnTo>
                    <a:pt x="34" y="47"/>
                  </a:lnTo>
                  <a:lnTo>
                    <a:pt x="35" y="54"/>
                  </a:lnTo>
                  <a:lnTo>
                    <a:pt x="37" y="60"/>
                  </a:lnTo>
                  <a:lnTo>
                    <a:pt x="37" y="64"/>
                  </a:lnTo>
                  <a:lnTo>
                    <a:pt x="38" y="65"/>
                  </a:lnTo>
                  <a:lnTo>
                    <a:pt x="39" y="67"/>
                  </a:lnTo>
                  <a:lnTo>
                    <a:pt x="40" y="70"/>
                  </a:lnTo>
                  <a:lnTo>
                    <a:pt x="41" y="71"/>
                  </a:lnTo>
                  <a:lnTo>
                    <a:pt x="41" y="72"/>
                  </a:lnTo>
                  <a:lnTo>
                    <a:pt x="42" y="73"/>
                  </a:lnTo>
                  <a:lnTo>
                    <a:pt x="42" y="73"/>
                  </a:lnTo>
                  <a:lnTo>
                    <a:pt x="42" y="71"/>
                  </a:lnTo>
                  <a:lnTo>
                    <a:pt x="44" y="70"/>
                  </a:lnTo>
                  <a:lnTo>
                    <a:pt x="45" y="69"/>
                  </a:lnTo>
                  <a:lnTo>
                    <a:pt x="46" y="67"/>
                  </a:lnTo>
                  <a:lnTo>
                    <a:pt x="46" y="65"/>
                  </a:lnTo>
                  <a:lnTo>
                    <a:pt x="47" y="62"/>
                  </a:lnTo>
                  <a:lnTo>
                    <a:pt x="48" y="59"/>
                  </a:lnTo>
                  <a:lnTo>
                    <a:pt x="48" y="56"/>
                  </a:lnTo>
                  <a:lnTo>
                    <a:pt x="48" y="54"/>
                  </a:lnTo>
                  <a:lnTo>
                    <a:pt x="48" y="52"/>
                  </a:lnTo>
                  <a:lnTo>
                    <a:pt x="47" y="50"/>
                  </a:lnTo>
                  <a:lnTo>
                    <a:pt x="47" y="49"/>
                  </a:lnTo>
                  <a:lnTo>
                    <a:pt x="46" y="46"/>
                  </a:lnTo>
                  <a:lnTo>
                    <a:pt x="46" y="44"/>
                  </a:lnTo>
                  <a:lnTo>
                    <a:pt x="46" y="44"/>
                  </a:lnTo>
                  <a:lnTo>
                    <a:pt x="45" y="43"/>
                  </a:lnTo>
                  <a:lnTo>
                    <a:pt x="45" y="42"/>
                  </a:lnTo>
                  <a:lnTo>
                    <a:pt x="45" y="41"/>
                  </a:lnTo>
                  <a:lnTo>
                    <a:pt x="45" y="40"/>
                  </a:lnTo>
                  <a:lnTo>
                    <a:pt x="45" y="38"/>
                  </a:lnTo>
                  <a:lnTo>
                    <a:pt x="46" y="37"/>
                  </a:lnTo>
                  <a:lnTo>
                    <a:pt x="46" y="37"/>
                  </a:lnTo>
                  <a:lnTo>
                    <a:pt x="46" y="36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8" y="35"/>
                  </a:lnTo>
                  <a:lnTo>
                    <a:pt x="50" y="28"/>
                  </a:lnTo>
                  <a:lnTo>
                    <a:pt x="51" y="20"/>
                  </a:lnTo>
                  <a:lnTo>
                    <a:pt x="52" y="16"/>
                  </a:lnTo>
                  <a:lnTo>
                    <a:pt x="54" y="12"/>
                  </a:lnTo>
                  <a:lnTo>
                    <a:pt x="54" y="8"/>
                  </a:lnTo>
                  <a:lnTo>
                    <a:pt x="56" y="4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58" y="1"/>
                  </a:lnTo>
                  <a:lnTo>
                    <a:pt x="59" y="0"/>
                  </a:lnTo>
                  <a:lnTo>
                    <a:pt x="61" y="0"/>
                  </a:lnTo>
                  <a:lnTo>
                    <a:pt x="62" y="0"/>
                  </a:lnTo>
                  <a:lnTo>
                    <a:pt x="62" y="1"/>
                  </a:lnTo>
                  <a:lnTo>
                    <a:pt x="63" y="1"/>
                  </a:lnTo>
                  <a:lnTo>
                    <a:pt x="66" y="8"/>
                  </a:lnTo>
                  <a:lnTo>
                    <a:pt x="71" y="14"/>
                  </a:lnTo>
                  <a:lnTo>
                    <a:pt x="77" y="21"/>
                  </a:lnTo>
                  <a:lnTo>
                    <a:pt x="83" y="29"/>
                  </a:lnTo>
                  <a:lnTo>
                    <a:pt x="89" y="37"/>
                  </a:lnTo>
                  <a:lnTo>
                    <a:pt x="95" y="44"/>
                  </a:lnTo>
                  <a:lnTo>
                    <a:pt x="101" y="50"/>
                  </a:lnTo>
                  <a:lnTo>
                    <a:pt x="106" y="56"/>
                  </a:lnTo>
                  <a:lnTo>
                    <a:pt x="115" y="66"/>
                  </a:lnTo>
                  <a:lnTo>
                    <a:pt x="122" y="74"/>
                  </a:lnTo>
                  <a:lnTo>
                    <a:pt x="127" y="78"/>
                  </a:lnTo>
                  <a:lnTo>
                    <a:pt x="129" y="80"/>
                  </a:lnTo>
                  <a:lnTo>
                    <a:pt x="128" y="82"/>
                  </a:lnTo>
                  <a:lnTo>
                    <a:pt x="127" y="85"/>
                  </a:lnTo>
                  <a:lnTo>
                    <a:pt x="126" y="86"/>
                  </a:lnTo>
                  <a:lnTo>
                    <a:pt x="125" y="88"/>
                  </a:lnTo>
                  <a:lnTo>
                    <a:pt x="124" y="89"/>
                  </a:lnTo>
                  <a:lnTo>
                    <a:pt x="122" y="89"/>
                  </a:lnTo>
                  <a:lnTo>
                    <a:pt x="122" y="89"/>
                  </a:lnTo>
                  <a:lnTo>
                    <a:pt x="120" y="90"/>
                  </a:lnTo>
                  <a:lnTo>
                    <a:pt x="113" y="91"/>
                  </a:lnTo>
                  <a:lnTo>
                    <a:pt x="106" y="91"/>
                  </a:lnTo>
                  <a:lnTo>
                    <a:pt x="99" y="91"/>
                  </a:lnTo>
                  <a:lnTo>
                    <a:pt x="96" y="91"/>
                  </a:lnTo>
                  <a:lnTo>
                    <a:pt x="96" y="90"/>
                  </a:lnTo>
                  <a:lnTo>
                    <a:pt x="95" y="90"/>
                  </a:lnTo>
                  <a:lnTo>
                    <a:pt x="95" y="90"/>
                  </a:lnTo>
                  <a:lnTo>
                    <a:pt x="95" y="89"/>
                  </a:lnTo>
                  <a:lnTo>
                    <a:pt x="96" y="89"/>
                  </a:lnTo>
                  <a:lnTo>
                    <a:pt x="98" y="88"/>
                  </a:lnTo>
                  <a:lnTo>
                    <a:pt x="102" y="86"/>
                  </a:lnTo>
                  <a:lnTo>
                    <a:pt x="106" y="85"/>
                  </a:lnTo>
                  <a:lnTo>
                    <a:pt x="108" y="84"/>
                  </a:lnTo>
                  <a:lnTo>
                    <a:pt x="110" y="83"/>
                  </a:lnTo>
                  <a:lnTo>
                    <a:pt x="110" y="82"/>
                  </a:lnTo>
                  <a:lnTo>
                    <a:pt x="110" y="81"/>
                  </a:lnTo>
                  <a:lnTo>
                    <a:pt x="110" y="80"/>
                  </a:lnTo>
                  <a:lnTo>
                    <a:pt x="107" y="77"/>
                  </a:lnTo>
                  <a:lnTo>
                    <a:pt x="104" y="73"/>
                  </a:lnTo>
                  <a:lnTo>
                    <a:pt x="100" y="68"/>
                  </a:lnTo>
                  <a:lnTo>
                    <a:pt x="92" y="58"/>
                  </a:lnTo>
                  <a:lnTo>
                    <a:pt x="85" y="49"/>
                  </a:lnTo>
                  <a:lnTo>
                    <a:pt x="78" y="41"/>
                  </a:lnTo>
                  <a:lnTo>
                    <a:pt x="70" y="30"/>
                  </a:lnTo>
                  <a:lnTo>
                    <a:pt x="64" y="21"/>
                  </a:lnTo>
                  <a:lnTo>
                    <a:pt x="61" y="15"/>
                  </a:lnTo>
                  <a:lnTo>
                    <a:pt x="61" y="14"/>
                  </a:lnTo>
                  <a:lnTo>
                    <a:pt x="60" y="13"/>
                  </a:lnTo>
                  <a:lnTo>
                    <a:pt x="59" y="13"/>
                  </a:lnTo>
                  <a:lnTo>
                    <a:pt x="59" y="13"/>
                  </a:lnTo>
                  <a:lnTo>
                    <a:pt x="58" y="14"/>
                  </a:lnTo>
                  <a:lnTo>
                    <a:pt x="58" y="15"/>
                  </a:lnTo>
                  <a:lnTo>
                    <a:pt x="57" y="17"/>
                  </a:lnTo>
                  <a:lnTo>
                    <a:pt x="57" y="21"/>
                  </a:lnTo>
                  <a:lnTo>
                    <a:pt x="55" y="28"/>
                  </a:lnTo>
                  <a:lnTo>
                    <a:pt x="55" y="32"/>
                  </a:lnTo>
                  <a:lnTo>
                    <a:pt x="55" y="33"/>
                  </a:lnTo>
                  <a:lnTo>
                    <a:pt x="55" y="33"/>
                  </a:lnTo>
                  <a:lnTo>
                    <a:pt x="56" y="34"/>
                  </a:lnTo>
                  <a:lnTo>
                    <a:pt x="57" y="34"/>
                  </a:lnTo>
                  <a:lnTo>
                    <a:pt x="58" y="35"/>
                  </a:lnTo>
                  <a:lnTo>
                    <a:pt x="59" y="36"/>
                  </a:lnTo>
                  <a:lnTo>
                    <a:pt x="61" y="36"/>
                  </a:lnTo>
                  <a:lnTo>
                    <a:pt x="62" y="37"/>
                  </a:lnTo>
                  <a:lnTo>
                    <a:pt x="62" y="38"/>
                  </a:lnTo>
                  <a:lnTo>
                    <a:pt x="63" y="40"/>
                  </a:lnTo>
                  <a:lnTo>
                    <a:pt x="63" y="41"/>
                  </a:lnTo>
                  <a:lnTo>
                    <a:pt x="62" y="44"/>
                  </a:lnTo>
                  <a:lnTo>
                    <a:pt x="60" y="49"/>
                  </a:lnTo>
                  <a:lnTo>
                    <a:pt x="58" y="53"/>
                  </a:lnTo>
                  <a:lnTo>
                    <a:pt x="58" y="55"/>
                  </a:lnTo>
                  <a:lnTo>
                    <a:pt x="56" y="57"/>
                  </a:lnTo>
                  <a:lnTo>
                    <a:pt x="56" y="58"/>
                  </a:lnTo>
                  <a:lnTo>
                    <a:pt x="56" y="60"/>
                  </a:lnTo>
                  <a:lnTo>
                    <a:pt x="56" y="61"/>
                  </a:lnTo>
                  <a:lnTo>
                    <a:pt x="57" y="65"/>
                  </a:lnTo>
                  <a:lnTo>
                    <a:pt x="57" y="68"/>
                  </a:lnTo>
                  <a:lnTo>
                    <a:pt x="58" y="69"/>
                  </a:lnTo>
                  <a:lnTo>
                    <a:pt x="58" y="71"/>
                  </a:lnTo>
                  <a:lnTo>
                    <a:pt x="58" y="72"/>
                  </a:lnTo>
                  <a:lnTo>
                    <a:pt x="58" y="73"/>
                  </a:lnTo>
                  <a:lnTo>
                    <a:pt x="58" y="74"/>
                  </a:lnTo>
                  <a:lnTo>
                    <a:pt x="58" y="75"/>
                  </a:lnTo>
                  <a:lnTo>
                    <a:pt x="57" y="76"/>
                  </a:lnTo>
                  <a:lnTo>
                    <a:pt x="56" y="77"/>
                  </a:lnTo>
                  <a:lnTo>
                    <a:pt x="55" y="77"/>
                  </a:lnTo>
                  <a:lnTo>
                    <a:pt x="51" y="76"/>
                  </a:lnTo>
                  <a:lnTo>
                    <a:pt x="49" y="76"/>
                  </a:lnTo>
                  <a:lnTo>
                    <a:pt x="49" y="91"/>
                  </a:lnTo>
                  <a:lnTo>
                    <a:pt x="47" y="93"/>
                  </a:lnTo>
                  <a:lnTo>
                    <a:pt x="43" y="96"/>
                  </a:lnTo>
                  <a:lnTo>
                    <a:pt x="42" y="97"/>
                  </a:lnTo>
                  <a:lnTo>
                    <a:pt x="40" y="97"/>
                  </a:lnTo>
                  <a:lnTo>
                    <a:pt x="40" y="97"/>
                  </a:lnTo>
                  <a:lnTo>
                    <a:pt x="39" y="97"/>
                  </a:lnTo>
                  <a:lnTo>
                    <a:pt x="39" y="97"/>
                  </a:lnTo>
                  <a:lnTo>
                    <a:pt x="39" y="97"/>
                  </a:lnTo>
                  <a:lnTo>
                    <a:pt x="40" y="93"/>
                  </a:lnTo>
                  <a:lnTo>
                    <a:pt x="42" y="89"/>
                  </a:lnTo>
                  <a:lnTo>
                    <a:pt x="42" y="85"/>
                  </a:lnTo>
                  <a:lnTo>
                    <a:pt x="43" y="83"/>
                  </a:lnTo>
                  <a:lnTo>
                    <a:pt x="43" y="81"/>
                  </a:lnTo>
                  <a:lnTo>
                    <a:pt x="42" y="80"/>
                  </a:lnTo>
                  <a:lnTo>
                    <a:pt x="42" y="79"/>
                  </a:lnTo>
                  <a:lnTo>
                    <a:pt x="41" y="78"/>
                  </a:lnTo>
                  <a:lnTo>
                    <a:pt x="39" y="77"/>
                  </a:lnTo>
                  <a:lnTo>
                    <a:pt x="38" y="77"/>
                  </a:lnTo>
                  <a:lnTo>
                    <a:pt x="38" y="75"/>
                  </a:lnTo>
                  <a:lnTo>
                    <a:pt x="37" y="73"/>
                  </a:lnTo>
                  <a:lnTo>
                    <a:pt x="35" y="69"/>
                  </a:lnTo>
                  <a:lnTo>
                    <a:pt x="32" y="64"/>
                  </a:lnTo>
                  <a:lnTo>
                    <a:pt x="30" y="61"/>
                  </a:lnTo>
                  <a:lnTo>
                    <a:pt x="29" y="59"/>
                  </a:lnTo>
                  <a:lnTo>
                    <a:pt x="28" y="58"/>
                  </a:lnTo>
                  <a:lnTo>
                    <a:pt x="28" y="57"/>
                  </a:lnTo>
                  <a:lnTo>
                    <a:pt x="27" y="57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4" y="61"/>
                  </a:lnTo>
                  <a:lnTo>
                    <a:pt x="23" y="64"/>
                  </a:lnTo>
                  <a:lnTo>
                    <a:pt x="22" y="66"/>
                  </a:lnTo>
                  <a:lnTo>
                    <a:pt x="21" y="73"/>
                  </a:lnTo>
                  <a:lnTo>
                    <a:pt x="20" y="77"/>
                  </a:lnTo>
                  <a:lnTo>
                    <a:pt x="19" y="81"/>
                  </a:lnTo>
                  <a:lnTo>
                    <a:pt x="19" y="83"/>
                  </a:lnTo>
                  <a:lnTo>
                    <a:pt x="19" y="83"/>
                  </a:lnTo>
                  <a:close/>
                  <a:moveTo>
                    <a:pt x="70" y="90"/>
                  </a:moveTo>
                  <a:lnTo>
                    <a:pt x="77" y="97"/>
                  </a:lnTo>
                  <a:lnTo>
                    <a:pt x="76" y="98"/>
                  </a:lnTo>
                  <a:lnTo>
                    <a:pt x="75" y="100"/>
                  </a:lnTo>
                  <a:lnTo>
                    <a:pt x="74" y="102"/>
                  </a:lnTo>
                  <a:lnTo>
                    <a:pt x="72" y="106"/>
                  </a:lnTo>
                  <a:lnTo>
                    <a:pt x="72" y="107"/>
                  </a:lnTo>
                  <a:lnTo>
                    <a:pt x="73" y="108"/>
                  </a:lnTo>
                  <a:lnTo>
                    <a:pt x="74" y="108"/>
                  </a:lnTo>
                  <a:lnTo>
                    <a:pt x="74" y="107"/>
                  </a:lnTo>
                  <a:lnTo>
                    <a:pt x="77" y="105"/>
                  </a:lnTo>
                  <a:lnTo>
                    <a:pt x="78" y="102"/>
                  </a:lnTo>
                  <a:lnTo>
                    <a:pt x="79" y="101"/>
                  </a:lnTo>
                  <a:lnTo>
                    <a:pt x="80" y="101"/>
                  </a:lnTo>
                  <a:lnTo>
                    <a:pt x="80" y="101"/>
                  </a:lnTo>
                  <a:lnTo>
                    <a:pt x="82" y="101"/>
                  </a:lnTo>
                  <a:lnTo>
                    <a:pt x="83" y="103"/>
                  </a:lnTo>
                  <a:lnTo>
                    <a:pt x="86" y="105"/>
                  </a:lnTo>
                  <a:lnTo>
                    <a:pt x="87" y="107"/>
                  </a:lnTo>
                  <a:lnTo>
                    <a:pt x="89" y="108"/>
                  </a:lnTo>
                  <a:lnTo>
                    <a:pt x="90" y="109"/>
                  </a:lnTo>
                  <a:lnTo>
                    <a:pt x="91" y="109"/>
                  </a:lnTo>
                  <a:lnTo>
                    <a:pt x="93" y="109"/>
                  </a:lnTo>
                  <a:lnTo>
                    <a:pt x="94" y="109"/>
                  </a:lnTo>
                  <a:lnTo>
                    <a:pt x="96" y="109"/>
                  </a:lnTo>
                  <a:lnTo>
                    <a:pt x="98" y="109"/>
                  </a:lnTo>
                  <a:lnTo>
                    <a:pt x="98" y="109"/>
                  </a:lnTo>
                  <a:lnTo>
                    <a:pt x="99" y="109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100" y="106"/>
                  </a:lnTo>
                  <a:lnTo>
                    <a:pt x="100" y="105"/>
                  </a:lnTo>
                  <a:lnTo>
                    <a:pt x="98" y="102"/>
                  </a:lnTo>
                  <a:lnTo>
                    <a:pt x="98" y="101"/>
                  </a:lnTo>
                  <a:lnTo>
                    <a:pt x="96" y="99"/>
                  </a:lnTo>
                  <a:lnTo>
                    <a:pt x="92" y="95"/>
                  </a:lnTo>
                  <a:lnTo>
                    <a:pt x="88" y="89"/>
                  </a:lnTo>
                  <a:lnTo>
                    <a:pt x="86" y="86"/>
                  </a:lnTo>
                  <a:lnTo>
                    <a:pt x="85" y="85"/>
                  </a:lnTo>
                  <a:lnTo>
                    <a:pt x="85" y="81"/>
                  </a:lnTo>
                  <a:lnTo>
                    <a:pt x="86" y="78"/>
                  </a:lnTo>
                  <a:lnTo>
                    <a:pt x="86" y="75"/>
                  </a:lnTo>
                  <a:lnTo>
                    <a:pt x="86" y="73"/>
                  </a:lnTo>
                  <a:lnTo>
                    <a:pt x="85" y="73"/>
                  </a:lnTo>
                  <a:lnTo>
                    <a:pt x="85" y="73"/>
                  </a:lnTo>
                  <a:lnTo>
                    <a:pt x="83" y="73"/>
                  </a:lnTo>
                  <a:lnTo>
                    <a:pt x="82" y="73"/>
                  </a:lnTo>
                  <a:lnTo>
                    <a:pt x="80" y="74"/>
                  </a:lnTo>
                  <a:lnTo>
                    <a:pt x="80" y="77"/>
                  </a:lnTo>
                  <a:lnTo>
                    <a:pt x="80" y="79"/>
                  </a:lnTo>
                  <a:lnTo>
                    <a:pt x="80" y="82"/>
                  </a:lnTo>
                  <a:lnTo>
                    <a:pt x="80" y="84"/>
                  </a:lnTo>
                  <a:lnTo>
                    <a:pt x="75" y="86"/>
                  </a:lnTo>
                  <a:lnTo>
                    <a:pt x="70" y="90"/>
                  </a:lnTo>
                  <a:lnTo>
                    <a:pt x="70" y="90"/>
                  </a:lnTo>
                  <a:close/>
                  <a:moveTo>
                    <a:pt x="67" y="84"/>
                  </a:moveTo>
                  <a:lnTo>
                    <a:pt x="68" y="84"/>
                  </a:lnTo>
                  <a:lnTo>
                    <a:pt x="69" y="84"/>
                  </a:lnTo>
                  <a:lnTo>
                    <a:pt x="69" y="84"/>
                  </a:lnTo>
                  <a:lnTo>
                    <a:pt x="69" y="83"/>
                  </a:lnTo>
                  <a:lnTo>
                    <a:pt x="69" y="82"/>
                  </a:lnTo>
                  <a:lnTo>
                    <a:pt x="70" y="82"/>
                  </a:lnTo>
                  <a:lnTo>
                    <a:pt x="70" y="79"/>
                  </a:lnTo>
                  <a:lnTo>
                    <a:pt x="72" y="77"/>
                  </a:lnTo>
                  <a:lnTo>
                    <a:pt x="74" y="73"/>
                  </a:lnTo>
                  <a:lnTo>
                    <a:pt x="75" y="71"/>
                  </a:lnTo>
                  <a:lnTo>
                    <a:pt x="75" y="70"/>
                  </a:lnTo>
                  <a:lnTo>
                    <a:pt x="75" y="69"/>
                  </a:lnTo>
                  <a:lnTo>
                    <a:pt x="74" y="69"/>
                  </a:lnTo>
                  <a:lnTo>
                    <a:pt x="74" y="69"/>
                  </a:lnTo>
                  <a:lnTo>
                    <a:pt x="73" y="68"/>
                  </a:lnTo>
                  <a:lnTo>
                    <a:pt x="72" y="67"/>
                  </a:lnTo>
                  <a:lnTo>
                    <a:pt x="71" y="67"/>
                  </a:lnTo>
                  <a:lnTo>
                    <a:pt x="70" y="67"/>
                  </a:lnTo>
                  <a:lnTo>
                    <a:pt x="69" y="67"/>
                  </a:lnTo>
                  <a:lnTo>
                    <a:pt x="68" y="68"/>
                  </a:lnTo>
                  <a:lnTo>
                    <a:pt x="66" y="69"/>
                  </a:lnTo>
                  <a:lnTo>
                    <a:pt x="66" y="70"/>
                  </a:lnTo>
                  <a:lnTo>
                    <a:pt x="65" y="71"/>
                  </a:lnTo>
                  <a:lnTo>
                    <a:pt x="65" y="73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4" y="75"/>
                  </a:lnTo>
                  <a:lnTo>
                    <a:pt x="63" y="77"/>
                  </a:lnTo>
                  <a:lnTo>
                    <a:pt x="62" y="77"/>
                  </a:lnTo>
                  <a:lnTo>
                    <a:pt x="61" y="78"/>
                  </a:lnTo>
                  <a:lnTo>
                    <a:pt x="59" y="80"/>
                  </a:lnTo>
                  <a:lnTo>
                    <a:pt x="58" y="81"/>
                  </a:lnTo>
                  <a:lnTo>
                    <a:pt x="58" y="82"/>
                  </a:lnTo>
                  <a:lnTo>
                    <a:pt x="58" y="83"/>
                  </a:lnTo>
                  <a:lnTo>
                    <a:pt x="58" y="85"/>
                  </a:lnTo>
                  <a:lnTo>
                    <a:pt x="59" y="85"/>
                  </a:lnTo>
                  <a:lnTo>
                    <a:pt x="59" y="85"/>
                  </a:lnTo>
                  <a:lnTo>
                    <a:pt x="60" y="86"/>
                  </a:lnTo>
                  <a:lnTo>
                    <a:pt x="61" y="86"/>
                  </a:lnTo>
                  <a:lnTo>
                    <a:pt x="62" y="86"/>
                  </a:lnTo>
                  <a:lnTo>
                    <a:pt x="62" y="86"/>
                  </a:lnTo>
                  <a:lnTo>
                    <a:pt x="63" y="85"/>
                  </a:lnTo>
                  <a:lnTo>
                    <a:pt x="66" y="84"/>
                  </a:lnTo>
                  <a:lnTo>
                    <a:pt x="67" y="8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2" name="îŝļîḓè"/>
            <p:cNvSpPr/>
            <p:nvPr/>
          </p:nvSpPr>
          <p:spPr bwMode="auto">
            <a:xfrm>
              <a:off x="2708276" y="2566988"/>
              <a:ext cx="76200" cy="209550"/>
            </a:xfrm>
            <a:custGeom>
              <a:avLst/>
              <a:gdLst>
                <a:gd name="T0" fmla="*/ 1 w 48"/>
                <a:gd name="T1" fmla="*/ 31 h 132"/>
                <a:gd name="T2" fmla="*/ 9 w 48"/>
                <a:gd name="T3" fmla="*/ 20 h 132"/>
                <a:gd name="T4" fmla="*/ 26 w 48"/>
                <a:gd name="T5" fmla="*/ 4 h 132"/>
                <a:gd name="T6" fmla="*/ 34 w 48"/>
                <a:gd name="T7" fmla="*/ 0 h 132"/>
                <a:gd name="T8" fmla="*/ 40 w 48"/>
                <a:gd name="T9" fmla="*/ 1 h 132"/>
                <a:gd name="T10" fmla="*/ 41 w 48"/>
                <a:gd name="T11" fmla="*/ 4 h 132"/>
                <a:gd name="T12" fmla="*/ 38 w 48"/>
                <a:gd name="T13" fmla="*/ 20 h 132"/>
                <a:gd name="T14" fmla="*/ 32 w 48"/>
                <a:gd name="T15" fmla="*/ 60 h 132"/>
                <a:gd name="T16" fmla="*/ 28 w 48"/>
                <a:gd name="T17" fmla="*/ 65 h 132"/>
                <a:gd name="T18" fmla="*/ 20 w 48"/>
                <a:gd name="T19" fmla="*/ 70 h 132"/>
                <a:gd name="T20" fmla="*/ 20 w 48"/>
                <a:gd name="T21" fmla="*/ 81 h 132"/>
                <a:gd name="T22" fmla="*/ 22 w 48"/>
                <a:gd name="T23" fmla="*/ 90 h 132"/>
                <a:gd name="T24" fmla="*/ 31 w 48"/>
                <a:gd name="T25" fmla="*/ 90 h 132"/>
                <a:gd name="T26" fmla="*/ 35 w 48"/>
                <a:gd name="T27" fmla="*/ 91 h 132"/>
                <a:gd name="T28" fmla="*/ 35 w 48"/>
                <a:gd name="T29" fmla="*/ 97 h 132"/>
                <a:gd name="T30" fmla="*/ 27 w 48"/>
                <a:gd name="T31" fmla="*/ 114 h 132"/>
                <a:gd name="T32" fmla="*/ 26 w 48"/>
                <a:gd name="T33" fmla="*/ 120 h 132"/>
                <a:gd name="T34" fmla="*/ 34 w 48"/>
                <a:gd name="T35" fmla="*/ 117 h 132"/>
                <a:gd name="T36" fmla="*/ 42 w 48"/>
                <a:gd name="T37" fmla="*/ 114 h 132"/>
                <a:gd name="T38" fmla="*/ 47 w 48"/>
                <a:gd name="T39" fmla="*/ 118 h 132"/>
                <a:gd name="T40" fmla="*/ 48 w 48"/>
                <a:gd name="T41" fmla="*/ 124 h 132"/>
                <a:gd name="T42" fmla="*/ 41 w 48"/>
                <a:gd name="T43" fmla="*/ 129 h 132"/>
                <a:gd name="T44" fmla="*/ 30 w 48"/>
                <a:gd name="T45" fmla="*/ 132 h 132"/>
                <a:gd name="T46" fmla="*/ 16 w 48"/>
                <a:gd name="T47" fmla="*/ 131 h 132"/>
                <a:gd name="T48" fmla="*/ 13 w 48"/>
                <a:gd name="T49" fmla="*/ 128 h 132"/>
                <a:gd name="T50" fmla="*/ 15 w 48"/>
                <a:gd name="T51" fmla="*/ 124 h 132"/>
                <a:gd name="T52" fmla="*/ 16 w 48"/>
                <a:gd name="T53" fmla="*/ 121 h 132"/>
                <a:gd name="T54" fmla="*/ 16 w 48"/>
                <a:gd name="T55" fmla="*/ 108 h 132"/>
                <a:gd name="T56" fmla="*/ 12 w 48"/>
                <a:gd name="T57" fmla="*/ 106 h 132"/>
                <a:gd name="T58" fmla="*/ 10 w 48"/>
                <a:gd name="T59" fmla="*/ 102 h 132"/>
                <a:gd name="T60" fmla="*/ 12 w 48"/>
                <a:gd name="T61" fmla="*/ 91 h 132"/>
                <a:gd name="T62" fmla="*/ 7 w 48"/>
                <a:gd name="T63" fmla="*/ 81 h 132"/>
                <a:gd name="T64" fmla="*/ 4 w 48"/>
                <a:gd name="T65" fmla="*/ 78 h 132"/>
                <a:gd name="T66" fmla="*/ 8 w 48"/>
                <a:gd name="T67" fmla="*/ 73 h 132"/>
                <a:gd name="T68" fmla="*/ 10 w 48"/>
                <a:gd name="T69" fmla="*/ 62 h 132"/>
                <a:gd name="T70" fmla="*/ 10 w 48"/>
                <a:gd name="T71" fmla="*/ 60 h 132"/>
                <a:gd name="T72" fmla="*/ 5 w 48"/>
                <a:gd name="T73" fmla="*/ 60 h 132"/>
                <a:gd name="T74" fmla="*/ 4 w 48"/>
                <a:gd name="T75" fmla="*/ 56 h 132"/>
                <a:gd name="T76" fmla="*/ 8 w 48"/>
                <a:gd name="T77" fmla="*/ 52 h 132"/>
                <a:gd name="T78" fmla="*/ 12 w 48"/>
                <a:gd name="T79" fmla="*/ 49 h 132"/>
                <a:gd name="T80" fmla="*/ 14 w 48"/>
                <a:gd name="T81" fmla="*/ 34 h 132"/>
                <a:gd name="T82" fmla="*/ 19 w 48"/>
                <a:gd name="T83" fmla="*/ 32 h 132"/>
                <a:gd name="T84" fmla="*/ 20 w 48"/>
                <a:gd name="T85" fmla="*/ 39 h 132"/>
                <a:gd name="T86" fmla="*/ 20 w 48"/>
                <a:gd name="T87" fmla="*/ 49 h 132"/>
                <a:gd name="T88" fmla="*/ 23 w 48"/>
                <a:gd name="T89" fmla="*/ 49 h 132"/>
                <a:gd name="T90" fmla="*/ 30 w 48"/>
                <a:gd name="T91" fmla="*/ 18 h 132"/>
                <a:gd name="T92" fmla="*/ 30 w 48"/>
                <a:gd name="T93" fmla="*/ 10 h 132"/>
                <a:gd name="T94" fmla="*/ 18 w 48"/>
                <a:gd name="T95" fmla="*/ 21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8" h="132">
                  <a:moveTo>
                    <a:pt x="8" y="32"/>
                  </a:moveTo>
                  <a:lnTo>
                    <a:pt x="0" y="36"/>
                  </a:lnTo>
                  <a:lnTo>
                    <a:pt x="0" y="34"/>
                  </a:lnTo>
                  <a:lnTo>
                    <a:pt x="1" y="31"/>
                  </a:lnTo>
                  <a:lnTo>
                    <a:pt x="3" y="28"/>
                  </a:lnTo>
                  <a:lnTo>
                    <a:pt x="4" y="27"/>
                  </a:lnTo>
                  <a:lnTo>
                    <a:pt x="6" y="24"/>
                  </a:lnTo>
                  <a:lnTo>
                    <a:pt x="9" y="20"/>
                  </a:lnTo>
                  <a:lnTo>
                    <a:pt x="16" y="14"/>
                  </a:lnTo>
                  <a:lnTo>
                    <a:pt x="21" y="8"/>
                  </a:lnTo>
                  <a:lnTo>
                    <a:pt x="24" y="6"/>
                  </a:lnTo>
                  <a:lnTo>
                    <a:pt x="26" y="4"/>
                  </a:lnTo>
                  <a:lnTo>
                    <a:pt x="28" y="3"/>
                  </a:lnTo>
                  <a:lnTo>
                    <a:pt x="30" y="1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6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1"/>
                  </a:lnTo>
                  <a:lnTo>
                    <a:pt x="40" y="2"/>
                  </a:lnTo>
                  <a:lnTo>
                    <a:pt x="41" y="3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8"/>
                  </a:lnTo>
                  <a:lnTo>
                    <a:pt x="40" y="12"/>
                  </a:lnTo>
                  <a:lnTo>
                    <a:pt x="39" y="17"/>
                  </a:lnTo>
                  <a:lnTo>
                    <a:pt x="38" y="20"/>
                  </a:lnTo>
                  <a:lnTo>
                    <a:pt x="36" y="28"/>
                  </a:lnTo>
                  <a:lnTo>
                    <a:pt x="35" y="40"/>
                  </a:lnTo>
                  <a:lnTo>
                    <a:pt x="33" y="53"/>
                  </a:lnTo>
                  <a:lnTo>
                    <a:pt x="32" y="60"/>
                  </a:lnTo>
                  <a:lnTo>
                    <a:pt x="32" y="61"/>
                  </a:lnTo>
                  <a:lnTo>
                    <a:pt x="31" y="63"/>
                  </a:lnTo>
                  <a:lnTo>
                    <a:pt x="29" y="64"/>
                  </a:lnTo>
                  <a:lnTo>
                    <a:pt x="28" y="65"/>
                  </a:lnTo>
                  <a:lnTo>
                    <a:pt x="24" y="68"/>
                  </a:lnTo>
                  <a:lnTo>
                    <a:pt x="22" y="68"/>
                  </a:lnTo>
                  <a:lnTo>
                    <a:pt x="21" y="69"/>
                  </a:lnTo>
                  <a:lnTo>
                    <a:pt x="20" y="70"/>
                  </a:lnTo>
                  <a:lnTo>
                    <a:pt x="20" y="71"/>
                  </a:lnTo>
                  <a:lnTo>
                    <a:pt x="20" y="72"/>
                  </a:lnTo>
                  <a:lnTo>
                    <a:pt x="20" y="76"/>
                  </a:lnTo>
                  <a:lnTo>
                    <a:pt x="20" y="81"/>
                  </a:lnTo>
                  <a:lnTo>
                    <a:pt x="20" y="86"/>
                  </a:lnTo>
                  <a:lnTo>
                    <a:pt x="21" y="89"/>
                  </a:lnTo>
                  <a:lnTo>
                    <a:pt x="22" y="89"/>
                  </a:lnTo>
                  <a:lnTo>
                    <a:pt x="22" y="90"/>
                  </a:lnTo>
                  <a:lnTo>
                    <a:pt x="23" y="91"/>
                  </a:lnTo>
                  <a:lnTo>
                    <a:pt x="24" y="91"/>
                  </a:lnTo>
                  <a:lnTo>
                    <a:pt x="27" y="90"/>
                  </a:lnTo>
                  <a:lnTo>
                    <a:pt x="31" y="90"/>
                  </a:lnTo>
                  <a:lnTo>
                    <a:pt x="32" y="90"/>
                  </a:lnTo>
                  <a:lnTo>
                    <a:pt x="34" y="90"/>
                  </a:lnTo>
                  <a:lnTo>
                    <a:pt x="35" y="91"/>
                  </a:lnTo>
                  <a:lnTo>
                    <a:pt x="35" y="91"/>
                  </a:lnTo>
                  <a:lnTo>
                    <a:pt x="36" y="92"/>
                  </a:lnTo>
                  <a:lnTo>
                    <a:pt x="36" y="92"/>
                  </a:lnTo>
                  <a:lnTo>
                    <a:pt x="36" y="95"/>
                  </a:lnTo>
                  <a:lnTo>
                    <a:pt x="35" y="97"/>
                  </a:lnTo>
                  <a:lnTo>
                    <a:pt x="33" y="100"/>
                  </a:lnTo>
                  <a:lnTo>
                    <a:pt x="32" y="104"/>
                  </a:lnTo>
                  <a:lnTo>
                    <a:pt x="28" y="111"/>
                  </a:lnTo>
                  <a:lnTo>
                    <a:pt x="27" y="114"/>
                  </a:lnTo>
                  <a:lnTo>
                    <a:pt x="26" y="116"/>
                  </a:lnTo>
                  <a:lnTo>
                    <a:pt x="25" y="118"/>
                  </a:lnTo>
                  <a:lnTo>
                    <a:pt x="25" y="119"/>
                  </a:lnTo>
                  <a:lnTo>
                    <a:pt x="26" y="120"/>
                  </a:lnTo>
                  <a:lnTo>
                    <a:pt x="27" y="120"/>
                  </a:lnTo>
                  <a:lnTo>
                    <a:pt x="28" y="120"/>
                  </a:lnTo>
                  <a:lnTo>
                    <a:pt x="31" y="119"/>
                  </a:lnTo>
                  <a:lnTo>
                    <a:pt x="34" y="117"/>
                  </a:lnTo>
                  <a:lnTo>
                    <a:pt x="37" y="116"/>
                  </a:lnTo>
                  <a:lnTo>
                    <a:pt x="40" y="115"/>
                  </a:lnTo>
                  <a:lnTo>
                    <a:pt x="40" y="115"/>
                  </a:lnTo>
                  <a:lnTo>
                    <a:pt x="42" y="114"/>
                  </a:lnTo>
                  <a:lnTo>
                    <a:pt x="43" y="114"/>
                  </a:lnTo>
                  <a:lnTo>
                    <a:pt x="44" y="115"/>
                  </a:lnTo>
                  <a:lnTo>
                    <a:pt x="45" y="116"/>
                  </a:lnTo>
                  <a:lnTo>
                    <a:pt x="47" y="118"/>
                  </a:lnTo>
                  <a:lnTo>
                    <a:pt x="48" y="120"/>
                  </a:lnTo>
                  <a:lnTo>
                    <a:pt x="48" y="121"/>
                  </a:lnTo>
                  <a:lnTo>
                    <a:pt x="48" y="123"/>
                  </a:lnTo>
                  <a:lnTo>
                    <a:pt x="48" y="124"/>
                  </a:lnTo>
                  <a:lnTo>
                    <a:pt x="48" y="126"/>
                  </a:lnTo>
                  <a:lnTo>
                    <a:pt x="46" y="128"/>
                  </a:lnTo>
                  <a:lnTo>
                    <a:pt x="44" y="128"/>
                  </a:lnTo>
                  <a:lnTo>
                    <a:pt x="41" y="129"/>
                  </a:lnTo>
                  <a:lnTo>
                    <a:pt x="37" y="130"/>
                  </a:lnTo>
                  <a:lnTo>
                    <a:pt x="35" y="131"/>
                  </a:lnTo>
                  <a:lnTo>
                    <a:pt x="32" y="132"/>
                  </a:lnTo>
                  <a:lnTo>
                    <a:pt x="30" y="132"/>
                  </a:lnTo>
                  <a:lnTo>
                    <a:pt x="26" y="132"/>
                  </a:lnTo>
                  <a:lnTo>
                    <a:pt x="20" y="132"/>
                  </a:lnTo>
                  <a:lnTo>
                    <a:pt x="18" y="132"/>
                  </a:lnTo>
                  <a:lnTo>
                    <a:pt x="16" y="131"/>
                  </a:lnTo>
                  <a:lnTo>
                    <a:pt x="15" y="130"/>
                  </a:lnTo>
                  <a:lnTo>
                    <a:pt x="14" y="130"/>
                  </a:lnTo>
                  <a:lnTo>
                    <a:pt x="13" y="128"/>
                  </a:lnTo>
                  <a:lnTo>
                    <a:pt x="13" y="128"/>
                  </a:lnTo>
                  <a:lnTo>
                    <a:pt x="13" y="127"/>
                  </a:lnTo>
                  <a:lnTo>
                    <a:pt x="13" y="125"/>
                  </a:lnTo>
                  <a:lnTo>
                    <a:pt x="14" y="124"/>
                  </a:lnTo>
                  <a:lnTo>
                    <a:pt x="15" y="124"/>
                  </a:lnTo>
                  <a:lnTo>
                    <a:pt x="16" y="124"/>
                  </a:lnTo>
                  <a:lnTo>
                    <a:pt x="16" y="123"/>
                  </a:lnTo>
                  <a:lnTo>
                    <a:pt x="17" y="122"/>
                  </a:lnTo>
                  <a:lnTo>
                    <a:pt x="16" y="121"/>
                  </a:lnTo>
                  <a:lnTo>
                    <a:pt x="16" y="118"/>
                  </a:lnTo>
                  <a:lnTo>
                    <a:pt x="16" y="113"/>
                  </a:lnTo>
                  <a:lnTo>
                    <a:pt x="16" y="111"/>
                  </a:lnTo>
                  <a:lnTo>
                    <a:pt x="16" y="108"/>
                  </a:lnTo>
                  <a:lnTo>
                    <a:pt x="16" y="108"/>
                  </a:lnTo>
                  <a:lnTo>
                    <a:pt x="16" y="107"/>
                  </a:lnTo>
                  <a:lnTo>
                    <a:pt x="14" y="107"/>
                  </a:lnTo>
                  <a:lnTo>
                    <a:pt x="12" y="106"/>
                  </a:lnTo>
                  <a:lnTo>
                    <a:pt x="11" y="104"/>
                  </a:lnTo>
                  <a:lnTo>
                    <a:pt x="10" y="104"/>
                  </a:lnTo>
                  <a:lnTo>
                    <a:pt x="10" y="103"/>
                  </a:lnTo>
                  <a:lnTo>
                    <a:pt x="10" y="102"/>
                  </a:lnTo>
                  <a:lnTo>
                    <a:pt x="12" y="100"/>
                  </a:lnTo>
                  <a:lnTo>
                    <a:pt x="13" y="98"/>
                  </a:lnTo>
                  <a:lnTo>
                    <a:pt x="13" y="95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1" y="85"/>
                  </a:lnTo>
                  <a:lnTo>
                    <a:pt x="9" y="84"/>
                  </a:lnTo>
                  <a:lnTo>
                    <a:pt x="7" y="81"/>
                  </a:lnTo>
                  <a:lnTo>
                    <a:pt x="5" y="80"/>
                  </a:lnTo>
                  <a:lnTo>
                    <a:pt x="5" y="79"/>
                  </a:lnTo>
                  <a:lnTo>
                    <a:pt x="4" y="79"/>
                  </a:lnTo>
                  <a:lnTo>
                    <a:pt x="4" y="78"/>
                  </a:lnTo>
                  <a:lnTo>
                    <a:pt x="5" y="77"/>
                  </a:lnTo>
                  <a:lnTo>
                    <a:pt x="5" y="76"/>
                  </a:lnTo>
                  <a:lnTo>
                    <a:pt x="7" y="75"/>
                  </a:lnTo>
                  <a:lnTo>
                    <a:pt x="8" y="73"/>
                  </a:lnTo>
                  <a:lnTo>
                    <a:pt x="8" y="70"/>
                  </a:lnTo>
                  <a:lnTo>
                    <a:pt x="9" y="67"/>
                  </a:lnTo>
                  <a:lnTo>
                    <a:pt x="9" y="64"/>
                  </a:lnTo>
                  <a:lnTo>
                    <a:pt x="10" y="62"/>
                  </a:lnTo>
                  <a:lnTo>
                    <a:pt x="11" y="61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10" y="60"/>
                  </a:lnTo>
                  <a:lnTo>
                    <a:pt x="8" y="60"/>
                  </a:lnTo>
                  <a:lnTo>
                    <a:pt x="8" y="60"/>
                  </a:lnTo>
                  <a:lnTo>
                    <a:pt x="7" y="60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4" y="58"/>
                  </a:lnTo>
                  <a:lnTo>
                    <a:pt x="4" y="57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5" y="54"/>
                  </a:lnTo>
                  <a:lnTo>
                    <a:pt x="7" y="53"/>
                  </a:lnTo>
                  <a:lnTo>
                    <a:pt x="8" y="52"/>
                  </a:lnTo>
                  <a:lnTo>
                    <a:pt x="10" y="52"/>
                  </a:lnTo>
                  <a:lnTo>
                    <a:pt x="11" y="52"/>
                  </a:lnTo>
                  <a:lnTo>
                    <a:pt x="12" y="51"/>
                  </a:lnTo>
                  <a:lnTo>
                    <a:pt x="12" y="49"/>
                  </a:lnTo>
                  <a:lnTo>
                    <a:pt x="13" y="45"/>
                  </a:lnTo>
                  <a:lnTo>
                    <a:pt x="13" y="40"/>
                  </a:lnTo>
                  <a:lnTo>
                    <a:pt x="14" y="35"/>
                  </a:lnTo>
                  <a:lnTo>
                    <a:pt x="14" y="34"/>
                  </a:lnTo>
                  <a:lnTo>
                    <a:pt x="15" y="34"/>
                  </a:lnTo>
                  <a:lnTo>
                    <a:pt x="16" y="32"/>
                  </a:lnTo>
                  <a:lnTo>
                    <a:pt x="17" y="32"/>
                  </a:lnTo>
                  <a:lnTo>
                    <a:pt x="19" y="32"/>
                  </a:lnTo>
                  <a:lnTo>
                    <a:pt x="19" y="32"/>
                  </a:lnTo>
                  <a:lnTo>
                    <a:pt x="20" y="33"/>
                  </a:lnTo>
                  <a:lnTo>
                    <a:pt x="20" y="36"/>
                  </a:lnTo>
                  <a:lnTo>
                    <a:pt x="20" y="39"/>
                  </a:lnTo>
                  <a:lnTo>
                    <a:pt x="20" y="41"/>
                  </a:lnTo>
                  <a:lnTo>
                    <a:pt x="20" y="44"/>
                  </a:lnTo>
                  <a:lnTo>
                    <a:pt x="20" y="47"/>
                  </a:lnTo>
                  <a:lnTo>
                    <a:pt x="20" y="49"/>
                  </a:lnTo>
                  <a:lnTo>
                    <a:pt x="21" y="50"/>
                  </a:lnTo>
                  <a:lnTo>
                    <a:pt x="22" y="50"/>
                  </a:lnTo>
                  <a:lnTo>
                    <a:pt x="22" y="50"/>
                  </a:lnTo>
                  <a:lnTo>
                    <a:pt x="23" y="49"/>
                  </a:lnTo>
                  <a:lnTo>
                    <a:pt x="24" y="44"/>
                  </a:lnTo>
                  <a:lnTo>
                    <a:pt x="27" y="34"/>
                  </a:lnTo>
                  <a:lnTo>
                    <a:pt x="28" y="24"/>
                  </a:lnTo>
                  <a:lnTo>
                    <a:pt x="30" y="18"/>
                  </a:lnTo>
                  <a:lnTo>
                    <a:pt x="31" y="15"/>
                  </a:lnTo>
                  <a:lnTo>
                    <a:pt x="31" y="12"/>
                  </a:lnTo>
                  <a:lnTo>
                    <a:pt x="30" y="11"/>
                  </a:lnTo>
                  <a:lnTo>
                    <a:pt x="30" y="10"/>
                  </a:lnTo>
                  <a:lnTo>
                    <a:pt x="29" y="10"/>
                  </a:lnTo>
                  <a:lnTo>
                    <a:pt x="28" y="11"/>
                  </a:lnTo>
                  <a:lnTo>
                    <a:pt x="24" y="16"/>
                  </a:lnTo>
                  <a:lnTo>
                    <a:pt x="18" y="21"/>
                  </a:lnTo>
                  <a:lnTo>
                    <a:pt x="12" y="26"/>
                  </a:lnTo>
                  <a:lnTo>
                    <a:pt x="8" y="3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3" name="îš1îḋè"/>
            <p:cNvSpPr/>
            <p:nvPr/>
          </p:nvSpPr>
          <p:spPr bwMode="auto">
            <a:xfrm>
              <a:off x="2684463" y="2625726"/>
              <a:ext cx="26988" cy="47625"/>
            </a:xfrm>
            <a:custGeom>
              <a:avLst/>
              <a:gdLst>
                <a:gd name="T0" fmla="*/ 2 w 17"/>
                <a:gd name="T1" fmla="*/ 6 h 30"/>
                <a:gd name="T2" fmla="*/ 1 w 17"/>
                <a:gd name="T3" fmla="*/ 5 h 30"/>
                <a:gd name="T4" fmla="*/ 0 w 17"/>
                <a:gd name="T5" fmla="*/ 3 h 30"/>
                <a:gd name="T6" fmla="*/ 0 w 17"/>
                <a:gd name="T7" fmla="*/ 3 h 30"/>
                <a:gd name="T8" fmla="*/ 0 w 17"/>
                <a:gd name="T9" fmla="*/ 3 h 30"/>
                <a:gd name="T10" fmla="*/ 1 w 17"/>
                <a:gd name="T11" fmla="*/ 2 h 30"/>
                <a:gd name="T12" fmla="*/ 3 w 17"/>
                <a:gd name="T13" fmla="*/ 1 h 30"/>
                <a:gd name="T14" fmla="*/ 6 w 17"/>
                <a:gd name="T15" fmla="*/ 1 h 30"/>
                <a:gd name="T16" fmla="*/ 9 w 17"/>
                <a:gd name="T17" fmla="*/ 0 h 30"/>
                <a:gd name="T18" fmla="*/ 11 w 17"/>
                <a:gd name="T19" fmla="*/ 0 h 30"/>
                <a:gd name="T20" fmla="*/ 12 w 17"/>
                <a:gd name="T21" fmla="*/ 1 h 30"/>
                <a:gd name="T22" fmla="*/ 13 w 17"/>
                <a:gd name="T23" fmla="*/ 2 h 30"/>
                <a:gd name="T24" fmla="*/ 14 w 17"/>
                <a:gd name="T25" fmla="*/ 3 h 30"/>
                <a:gd name="T26" fmla="*/ 15 w 17"/>
                <a:gd name="T27" fmla="*/ 7 h 30"/>
                <a:gd name="T28" fmla="*/ 15 w 17"/>
                <a:gd name="T29" fmla="*/ 14 h 30"/>
                <a:gd name="T30" fmla="*/ 16 w 17"/>
                <a:gd name="T31" fmla="*/ 19 h 30"/>
                <a:gd name="T32" fmla="*/ 17 w 17"/>
                <a:gd name="T33" fmla="*/ 23 h 30"/>
                <a:gd name="T34" fmla="*/ 17 w 17"/>
                <a:gd name="T35" fmla="*/ 25 h 30"/>
                <a:gd name="T36" fmla="*/ 17 w 17"/>
                <a:gd name="T37" fmla="*/ 27 h 30"/>
                <a:gd name="T38" fmla="*/ 16 w 17"/>
                <a:gd name="T39" fmla="*/ 28 h 30"/>
                <a:gd name="T40" fmla="*/ 15 w 17"/>
                <a:gd name="T41" fmla="*/ 29 h 30"/>
                <a:gd name="T42" fmla="*/ 14 w 17"/>
                <a:gd name="T43" fmla="*/ 30 h 30"/>
                <a:gd name="T44" fmla="*/ 11 w 17"/>
                <a:gd name="T45" fmla="*/ 30 h 30"/>
                <a:gd name="T46" fmla="*/ 10 w 17"/>
                <a:gd name="T47" fmla="*/ 30 h 30"/>
                <a:gd name="T48" fmla="*/ 8 w 17"/>
                <a:gd name="T49" fmla="*/ 29 h 30"/>
                <a:gd name="T50" fmla="*/ 7 w 17"/>
                <a:gd name="T51" fmla="*/ 28 h 30"/>
                <a:gd name="T52" fmla="*/ 7 w 17"/>
                <a:gd name="T53" fmla="*/ 27 h 30"/>
                <a:gd name="T54" fmla="*/ 6 w 17"/>
                <a:gd name="T55" fmla="*/ 23 h 30"/>
                <a:gd name="T56" fmla="*/ 6 w 17"/>
                <a:gd name="T57" fmla="*/ 19 h 30"/>
                <a:gd name="T58" fmla="*/ 5 w 17"/>
                <a:gd name="T59" fmla="*/ 15 h 30"/>
                <a:gd name="T60" fmla="*/ 4 w 17"/>
                <a:gd name="T61" fmla="*/ 11 h 30"/>
                <a:gd name="T62" fmla="*/ 3 w 17"/>
                <a:gd name="T63" fmla="*/ 8 h 30"/>
                <a:gd name="T64" fmla="*/ 3 w 17"/>
                <a:gd name="T65" fmla="*/ 7 h 30"/>
                <a:gd name="T66" fmla="*/ 3 w 17"/>
                <a:gd name="T67" fmla="*/ 7 h 30"/>
                <a:gd name="T68" fmla="*/ 2 w 17"/>
                <a:gd name="T69" fmla="*/ 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" h="30">
                  <a:moveTo>
                    <a:pt x="2" y="6"/>
                  </a:move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2"/>
                  </a:lnTo>
                  <a:lnTo>
                    <a:pt x="3" y="1"/>
                  </a:lnTo>
                  <a:lnTo>
                    <a:pt x="6" y="1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2" y="1"/>
                  </a:lnTo>
                  <a:lnTo>
                    <a:pt x="13" y="2"/>
                  </a:lnTo>
                  <a:lnTo>
                    <a:pt x="14" y="3"/>
                  </a:lnTo>
                  <a:lnTo>
                    <a:pt x="15" y="7"/>
                  </a:lnTo>
                  <a:lnTo>
                    <a:pt x="15" y="14"/>
                  </a:lnTo>
                  <a:lnTo>
                    <a:pt x="16" y="19"/>
                  </a:lnTo>
                  <a:lnTo>
                    <a:pt x="17" y="23"/>
                  </a:lnTo>
                  <a:lnTo>
                    <a:pt x="17" y="25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5" y="29"/>
                  </a:lnTo>
                  <a:lnTo>
                    <a:pt x="14" y="30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7" y="27"/>
                  </a:lnTo>
                  <a:lnTo>
                    <a:pt x="6" y="23"/>
                  </a:lnTo>
                  <a:lnTo>
                    <a:pt x="6" y="19"/>
                  </a:lnTo>
                  <a:lnTo>
                    <a:pt x="5" y="15"/>
                  </a:lnTo>
                  <a:lnTo>
                    <a:pt x="4" y="11"/>
                  </a:ln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4" name="ïṡḷiḓé"/>
            <p:cNvSpPr/>
            <p:nvPr/>
          </p:nvSpPr>
          <p:spPr bwMode="auto">
            <a:xfrm>
              <a:off x="2617788" y="2617788"/>
              <a:ext cx="65088" cy="158750"/>
            </a:xfrm>
            <a:custGeom>
              <a:avLst/>
              <a:gdLst>
                <a:gd name="T0" fmla="*/ 14 w 41"/>
                <a:gd name="T1" fmla="*/ 26 h 100"/>
                <a:gd name="T2" fmla="*/ 10 w 41"/>
                <a:gd name="T3" fmla="*/ 30 h 100"/>
                <a:gd name="T4" fmla="*/ 5 w 41"/>
                <a:gd name="T5" fmla="*/ 28 h 100"/>
                <a:gd name="T6" fmla="*/ 1 w 41"/>
                <a:gd name="T7" fmla="*/ 26 h 100"/>
                <a:gd name="T8" fmla="*/ 0 w 41"/>
                <a:gd name="T9" fmla="*/ 24 h 100"/>
                <a:gd name="T10" fmla="*/ 2 w 41"/>
                <a:gd name="T11" fmla="*/ 19 h 100"/>
                <a:gd name="T12" fmla="*/ 10 w 41"/>
                <a:gd name="T13" fmla="*/ 12 h 100"/>
                <a:gd name="T14" fmla="*/ 21 w 41"/>
                <a:gd name="T15" fmla="*/ 4 h 100"/>
                <a:gd name="T16" fmla="*/ 29 w 41"/>
                <a:gd name="T17" fmla="*/ 0 h 100"/>
                <a:gd name="T18" fmla="*/ 30 w 41"/>
                <a:gd name="T19" fmla="*/ 0 h 100"/>
                <a:gd name="T20" fmla="*/ 33 w 41"/>
                <a:gd name="T21" fmla="*/ 4 h 100"/>
                <a:gd name="T22" fmla="*/ 35 w 41"/>
                <a:gd name="T23" fmla="*/ 8 h 100"/>
                <a:gd name="T24" fmla="*/ 33 w 41"/>
                <a:gd name="T25" fmla="*/ 16 h 100"/>
                <a:gd name="T26" fmla="*/ 32 w 41"/>
                <a:gd name="T27" fmla="*/ 30 h 100"/>
                <a:gd name="T28" fmla="*/ 31 w 41"/>
                <a:gd name="T29" fmla="*/ 44 h 100"/>
                <a:gd name="T30" fmla="*/ 33 w 41"/>
                <a:gd name="T31" fmla="*/ 46 h 100"/>
                <a:gd name="T32" fmla="*/ 35 w 41"/>
                <a:gd name="T33" fmla="*/ 48 h 100"/>
                <a:gd name="T34" fmla="*/ 31 w 41"/>
                <a:gd name="T35" fmla="*/ 54 h 100"/>
                <a:gd name="T36" fmla="*/ 32 w 41"/>
                <a:gd name="T37" fmla="*/ 57 h 100"/>
                <a:gd name="T38" fmla="*/ 35 w 41"/>
                <a:gd name="T39" fmla="*/ 58 h 100"/>
                <a:gd name="T40" fmla="*/ 37 w 41"/>
                <a:gd name="T41" fmla="*/ 54 h 100"/>
                <a:gd name="T42" fmla="*/ 41 w 41"/>
                <a:gd name="T43" fmla="*/ 48 h 100"/>
                <a:gd name="T44" fmla="*/ 35 w 41"/>
                <a:gd name="T45" fmla="*/ 72 h 100"/>
                <a:gd name="T46" fmla="*/ 30 w 41"/>
                <a:gd name="T47" fmla="*/ 88 h 100"/>
                <a:gd name="T48" fmla="*/ 25 w 41"/>
                <a:gd name="T49" fmla="*/ 96 h 100"/>
                <a:gd name="T50" fmla="*/ 21 w 41"/>
                <a:gd name="T51" fmla="*/ 100 h 100"/>
                <a:gd name="T52" fmla="*/ 17 w 41"/>
                <a:gd name="T53" fmla="*/ 100 h 100"/>
                <a:gd name="T54" fmla="*/ 15 w 41"/>
                <a:gd name="T55" fmla="*/ 97 h 100"/>
                <a:gd name="T56" fmla="*/ 16 w 41"/>
                <a:gd name="T57" fmla="*/ 89 h 100"/>
                <a:gd name="T58" fmla="*/ 18 w 41"/>
                <a:gd name="T59" fmla="*/ 82 h 100"/>
                <a:gd name="T60" fmla="*/ 21 w 41"/>
                <a:gd name="T61" fmla="*/ 74 h 100"/>
                <a:gd name="T62" fmla="*/ 20 w 41"/>
                <a:gd name="T63" fmla="*/ 68 h 100"/>
                <a:gd name="T64" fmla="*/ 18 w 41"/>
                <a:gd name="T65" fmla="*/ 65 h 100"/>
                <a:gd name="T66" fmla="*/ 9 w 41"/>
                <a:gd name="T67" fmla="*/ 69 h 100"/>
                <a:gd name="T68" fmla="*/ 5 w 41"/>
                <a:gd name="T69" fmla="*/ 70 h 100"/>
                <a:gd name="T70" fmla="*/ 5 w 41"/>
                <a:gd name="T71" fmla="*/ 68 h 100"/>
                <a:gd name="T72" fmla="*/ 5 w 41"/>
                <a:gd name="T73" fmla="*/ 61 h 100"/>
                <a:gd name="T74" fmla="*/ 7 w 41"/>
                <a:gd name="T75" fmla="*/ 61 h 100"/>
                <a:gd name="T76" fmla="*/ 9 w 41"/>
                <a:gd name="T77" fmla="*/ 59 h 100"/>
                <a:gd name="T78" fmla="*/ 17 w 41"/>
                <a:gd name="T79" fmla="*/ 54 h 100"/>
                <a:gd name="T80" fmla="*/ 20 w 41"/>
                <a:gd name="T81" fmla="*/ 50 h 100"/>
                <a:gd name="T82" fmla="*/ 20 w 41"/>
                <a:gd name="T83" fmla="*/ 40 h 100"/>
                <a:gd name="T84" fmla="*/ 19 w 41"/>
                <a:gd name="T85" fmla="*/ 25 h 100"/>
                <a:gd name="T86" fmla="*/ 17 w 41"/>
                <a:gd name="T87" fmla="*/ 2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1" h="100">
                  <a:moveTo>
                    <a:pt x="17" y="24"/>
                  </a:moveTo>
                  <a:lnTo>
                    <a:pt x="16" y="24"/>
                  </a:lnTo>
                  <a:lnTo>
                    <a:pt x="14" y="26"/>
                  </a:lnTo>
                  <a:lnTo>
                    <a:pt x="13" y="28"/>
                  </a:lnTo>
                  <a:lnTo>
                    <a:pt x="12" y="28"/>
                  </a:lnTo>
                  <a:lnTo>
                    <a:pt x="10" y="30"/>
                  </a:lnTo>
                  <a:lnTo>
                    <a:pt x="9" y="30"/>
                  </a:lnTo>
                  <a:lnTo>
                    <a:pt x="7" y="29"/>
                  </a:lnTo>
                  <a:lnTo>
                    <a:pt x="5" y="28"/>
                  </a:lnTo>
                  <a:lnTo>
                    <a:pt x="3" y="28"/>
                  </a:lnTo>
                  <a:lnTo>
                    <a:pt x="1" y="27"/>
                  </a:lnTo>
                  <a:lnTo>
                    <a:pt x="1" y="26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5" y="16"/>
                  </a:lnTo>
                  <a:lnTo>
                    <a:pt x="8" y="14"/>
                  </a:lnTo>
                  <a:lnTo>
                    <a:pt x="10" y="12"/>
                  </a:lnTo>
                  <a:lnTo>
                    <a:pt x="16" y="8"/>
                  </a:lnTo>
                  <a:lnTo>
                    <a:pt x="18" y="6"/>
                  </a:lnTo>
                  <a:lnTo>
                    <a:pt x="21" y="4"/>
                  </a:lnTo>
                  <a:lnTo>
                    <a:pt x="25" y="1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1" y="2"/>
                  </a:lnTo>
                  <a:lnTo>
                    <a:pt x="33" y="4"/>
                  </a:lnTo>
                  <a:lnTo>
                    <a:pt x="34" y="5"/>
                  </a:lnTo>
                  <a:lnTo>
                    <a:pt x="35" y="6"/>
                  </a:lnTo>
                  <a:lnTo>
                    <a:pt x="35" y="8"/>
                  </a:lnTo>
                  <a:lnTo>
                    <a:pt x="35" y="8"/>
                  </a:lnTo>
                  <a:lnTo>
                    <a:pt x="35" y="12"/>
                  </a:lnTo>
                  <a:lnTo>
                    <a:pt x="33" y="16"/>
                  </a:lnTo>
                  <a:lnTo>
                    <a:pt x="33" y="21"/>
                  </a:lnTo>
                  <a:lnTo>
                    <a:pt x="32" y="24"/>
                  </a:lnTo>
                  <a:lnTo>
                    <a:pt x="32" y="30"/>
                  </a:lnTo>
                  <a:lnTo>
                    <a:pt x="31" y="36"/>
                  </a:lnTo>
                  <a:lnTo>
                    <a:pt x="31" y="43"/>
                  </a:lnTo>
                  <a:lnTo>
                    <a:pt x="31" y="44"/>
                  </a:lnTo>
                  <a:lnTo>
                    <a:pt x="31" y="45"/>
                  </a:lnTo>
                  <a:lnTo>
                    <a:pt x="33" y="46"/>
                  </a:lnTo>
                  <a:lnTo>
                    <a:pt x="33" y="46"/>
                  </a:lnTo>
                  <a:lnTo>
                    <a:pt x="34" y="47"/>
                  </a:lnTo>
                  <a:lnTo>
                    <a:pt x="35" y="48"/>
                  </a:lnTo>
                  <a:lnTo>
                    <a:pt x="35" y="48"/>
                  </a:lnTo>
                  <a:lnTo>
                    <a:pt x="33" y="51"/>
                  </a:lnTo>
                  <a:lnTo>
                    <a:pt x="32" y="53"/>
                  </a:lnTo>
                  <a:lnTo>
                    <a:pt x="31" y="54"/>
                  </a:lnTo>
                  <a:lnTo>
                    <a:pt x="31" y="56"/>
                  </a:lnTo>
                  <a:lnTo>
                    <a:pt x="31" y="56"/>
                  </a:lnTo>
                  <a:lnTo>
                    <a:pt x="32" y="57"/>
                  </a:lnTo>
                  <a:lnTo>
                    <a:pt x="33" y="57"/>
                  </a:lnTo>
                  <a:lnTo>
                    <a:pt x="34" y="58"/>
                  </a:lnTo>
                  <a:lnTo>
                    <a:pt x="35" y="58"/>
                  </a:lnTo>
                  <a:lnTo>
                    <a:pt x="36" y="57"/>
                  </a:lnTo>
                  <a:lnTo>
                    <a:pt x="37" y="56"/>
                  </a:lnTo>
                  <a:lnTo>
                    <a:pt x="37" y="54"/>
                  </a:lnTo>
                  <a:lnTo>
                    <a:pt x="39" y="49"/>
                  </a:lnTo>
                  <a:lnTo>
                    <a:pt x="41" y="47"/>
                  </a:lnTo>
                  <a:lnTo>
                    <a:pt x="41" y="48"/>
                  </a:lnTo>
                  <a:lnTo>
                    <a:pt x="40" y="54"/>
                  </a:lnTo>
                  <a:lnTo>
                    <a:pt x="38" y="61"/>
                  </a:lnTo>
                  <a:lnTo>
                    <a:pt x="35" y="72"/>
                  </a:lnTo>
                  <a:lnTo>
                    <a:pt x="33" y="79"/>
                  </a:lnTo>
                  <a:lnTo>
                    <a:pt x="32" y="84"/>
                  </a:lnTo>
                  <a:lnTo>
                    <a:pt x="30" y="88"/>
                  </a:lnTo>
                  <a:lnTo>
                    <a:pt x="29" y="92"/>
                  </a:lnTo>
                  <a:lnTo>
                    <a:pt x="27" y="94"/>
                  </a:lnTo>
                  <a:lnTo>
                    <a:pt x="25" y="96"/>
                  </a:lnTo>
                  <a:lnTo>
                    <a:pt x="24" y="98"/>
                  </a:lnTo>
                  <a:lnTo>
                    <a:pt x="22" y="99"/>
                  </a:lnTo>
                  <a:lnTo>
                    <a:pt x="21" y="100"/>
                  </a:lnTo>
                  <a:lnTo>
                    <a:pt x="20" y="100"/>
                  </a:lnTo>
                  <a:lnTo>
                    <a:pt x="18" y="100"/>
                  </a:lnTo>
                  <a:lnTo>
                    <a:pt x="17" y="100"/>
                  </a:lnTo>
                  <a:lnTo>
                    <a:pt x="16" y="100"/>
                  </a:lnTo>
                  <a:lnTo>
                    <a:pt x="15" y="98"/>
                  </a:lnTo>
                  <a:lnTo>
                    <a:pt x="15" y="97"/>
                  </a:lnTo>
                  <a:lnTo>
                    <a:pt x="15" y="96"/>
                  </a:lnTo>
                  <a:lnTo>
                    <a:pt x="16" y="92"/>
                  </a:lnTo>
                  <a:lnTo>
                    <a:pt x="16" y="89"/>
                  </a:lnTo>
                  <a:lnTo>
                    <a:pt x="17" y="87"/>
                  </a:lnTo>
                  <a:lnTo>
                    <a:pt x="17" y="84"/>
                  </a:lnTo>
                  <a:lnTo>
                    <a:pt x="18" y="82"/>
                  </a:lnTo>
                  <a:lnTo>
                    <a:pt x="19" y="79"/>
                  </a:lnTo>
                  <a:lnTo>
                    <a:pt x="20" y="76"/>
                  </a:lnTo>
                  <a:lnTo>
                    <a:pt x="21" y="74"/>
                  </a:lnTo>
                  <a:lnTo>
                    <a:pt x="21" y="72"/>
                  </a:lnTo>
                  <a:lnTo>
                    <a:pt x="21" y="69"/>
                  </a:lnTo>
                  <a:lnTo>
                    <a:pt x="20" y="68"/>
                  </a:lnTo>
                  <a:lnTo>
                    <a:pt x="20" y="67"/>
                  </a:lnTo>
                  <a:lnTo>
                    <a:pt x="19" y="65"/>
                  </a:lnTo>
                  <a:lnTo>
                    <a:pt x="18" y="65"/>
                  </a:lnTo>
                  <a:lnTo>
                    <a:pt x="16" y="66"/>
                  </a:lnTo>
                  <a:lnTo>
                    <a:pt x="13" y="68"/>
                  </a:lnTo>
                  <a:lnTo>
                    <a:pt x="9" y="69"/>
                  </a:lnTo>
                  <a:lnTo>
                    <a:pt x="6" y="70"/>
                  </a:lnTo>
                  <a:lnTo>
                    <a:pt x="5" y="70"/>
                  </a:lnTo>
                  <a:lnTo>
                    <a:pt x="5" y="70"/>
                  </a:lnTo>
                  <a:lnTo>
                    <a:pt x="5" y="69"/>
                  </a:lnTo>
                  <a:lnTo>
                    <a:pt x="5" y="69"/>
                  </a:lnTo>
                  <a:lnTo>
                    <a:pt x="5" y="68"/>
                  </a:lnTo>
                  <a:lnTo>
                    <a:pt x="5" y="66"/>
                  </a:lnTo>
                  <a:lnTo>
                    <a:pt x="5" y="63"/>
                  </a:lnTo>
                  <a:lnTo>
                    <a:pt x="5" y="61"/>
                  </a:lnTo>
                  <a:lnTo>
                    <a:pt x="6" y="61"/>
                  </a:lnTo>
                  <a:lnTo>
                    <a:pt x="6" y="61"/>
                  </a:lnTo>
                  <a:lnTo>
                    <a:pt x="7" y="61"/>
                  </a:lnTo>
                  <a:lnTo>
                    <a:pt x="7" y="61"/>
                  </a:lnTo>
                  <a:lnTo>
                    <a:pt x="8" y="60"/>
                  </a:lnTo>
                  <a:lnTo>
                    <a:pt x="9" y="59"/>
                  </a:lnTo>
                  <a:lnTo>
                    <a:pt x="14" y="55"/>
                  </a:lnTo>
                  <a:lnTo>
                    <a:pt x="16" y="54"/>
                  </a:lnTo>
                  <a:lnTo>
                    <a:pt x="17" y="54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1" y="48"/>
                  </a:lnTo>
                  <a:lnTo>
                    <a:pt x="21" y="46"/>
                  </a:lnTo>
                  <a:lnTo>
                    <a:pt x="20" y="40"/>
                  </a:lnTo>
                  <a:lnTo>
                    <a:pt x="20" y="34"/>
                  </a:lnTo>
                  <a:lnTo>
                    <a:pt x="20" y="28"/>
                  </a:lnTo>
                  <a:lnTo>
                    <a:pt x="19" y="25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7" y="24"/>
                  </a:lnTo>
                  <a:lnTo>
                    <a:pt x="17" y="2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5" name="íṩḻîḑé"/>
            <p:cNvSpPr/>
            <p:nvPr/>
          </p:nvSpPr>
          <p:spPr bwMode="auto">
            <a:xfrm>
              <a:off x="2997201" y="2633663"/>
              <a:ext cx="184150" cy="139700"/>
            </a:xfrm>
            <a:custGeom>
              <a:avLst/>
              <a:gdLst>
                <a:gd name="T0" fmla="*/ 51 w 116"/>
                <a:gd name="T1" fmla="*/ 2 h 88"/>
                <a:gd name="T2" fmla="*/ 53 w 116"/>
                <a:gd name="T3" fmla="*/ 0 h 88"/>
                <a:gd name="T4" fmla="*/ 56 w 116"/>
                <a:gd name="T5" fmla="*/ 1 h 88"/>
                <a:gd name="T6" fmla="*/ 62 w 116"/>
                <a:gd name="T7" fmla="*/ 3 h 88"/>
                <a:gd name="T8" fmla="*/ 69 w 116"/>
                <a:gd name="T9" fmla="*/ 6 h 88"/>
                <a:gd name="T10" fmla="*/ 88 w 116"/>
                <a:gd name="T11" fmla="*/ 10 h 88"/>
                <a:gd name="T12" fmla="*/ 98 w 116"/>
                <a:gd name="T13" fmla="*/ 10 h 88"/>
                <a:gd name="T14" fmla="*/ 107 w 116"/>
                <a:gd name="T15" fmla="*/ 11 h 88"/>
                <a:gd name="T16" fmla="*/ 116 w 116"/>
                <a:gd name="T17" fmla="*/ 18 h 88"/>
                <a:gd name="T18" fmla="*/ 115 w 116"/>
                <a:gd name="T19" fmla="*/ 22 h 88"/>
                <a:gd name="T20" fmla="*/ 113 w 116"/>
                <a:gd name="T21" fmla="*/ 26 h 88"/>
                <a:gd name="T22" fmla="*/ 95 w 116"/>
                <a:gd name="T23" fmla="*/ 39 h 88"/>
                <a:gd name="T24" fmla="*/ 79 w 116"/>
                <a:gd name="T25" fmla="*/ 54 h 88"/>
                <a:gd name="T26" fmla="*/ 75 w 116"/>
                <a:gd name="T27" fmla="*/ 60 h 88"/>
                <a:gd name="T28" fmla="*/ 77 w 116"/>
                <a:gd name="T29" fmla="*/ 61 h 88"/>
                <a:gd name="T30" fmla="*/ 87 w 116"/>
                <a:gd name="T31" fmla="*/ 58 h 88"/>
                <a:gd name="T32" fmla="*/ 93 w 116"/>
                <a:gd name="T33" fmla="*/ 59 h 88"/>
                <a:gd name="T34" fmla="*/ 96 w 116"/>
                <a:gd name="T35" fmla="*/ 63 h 88"/>
                <a:gd name="T36" fmla="*/ 95 w 116"/>
                <a:gd name="T37" fmla="*/ 68 h 88"/>
                <a:gd name="T38" fmla="*/ 92 w 116"/>
                <a:gd name="T39" fmla="*/ 70 h 88"/>
                <a:gd name="T40" fmla="*/ 88 w 116"/>
                <a:gd name="T41" fmla="*/ 71 h 88"/>
                <a:gd name="T42" fmla="*/ 80 w 116"/>
                <a:gd name="T43" fmla="*/ 70 h 88"/>
                <a:gd name="T44" fmla="*/ 68 w 116"/>
                <a:gd name="T45" fmla="*/ 71 h 88"/>
                <a:gd name="T46" fmla="*/ 43 w 116"/>
                <a:gd name="T47" fmla="*/ 78 h 88"/>
                <a:gd name="T48" fmla="*/ 27 w 116"/>
                <a:gd name="T49" fmla="*/ 84 h 88"/>
                <a:gd name="T50" fmla="*/ 21 w 116"/>
                <a:gd name="T51" fmla="*/ 87 h 88"/>
                <a:gd name="T52" fmla="*/ 19 w 116"/>
                <a:gd name="T53" fmla="*/ 88 h 88"/>
                <a:gd name="T54" fmla="*/ 11 w 116"/>
                <a:gd name="T55" fmla="*/ 84 h 88"/>
                <a:gd name="T56" fmla="*/ 3 w 116"/>
                <a:gd name="T57" fmla="*/ 79 h 88"/>
                <a:gd name="T58" fmla="*/ 1 w 116"/>
                <a:gd name="T59" fmla="*/ 74 h 88"/>
                <a:gd name="T60" fmla="*/ 0 w 116"/>
                <a:gd name="T61" fmla="*/ 68 h 88"/>
                <a:gd name="T62" fmla="*/ 2 w 116"/>
                <a:gd name="T63" fmla="*/ 66 h 88"/>
                <a:gd name="T64" fmla="*/ 9 w 116"/>
                <a:gd name="T65" fmla="*/ 66 h 88"/>
                <a:gd name="T66" fmla="*/ 18 w 116"/>
                <a:gd name="T67" fmla="*/ 67 h 88"/>
                <a:gd name="T68" fmla="*/ 27 w 116"/>
                <a:gd name="T69" fmla="*/ 65 h 88"/>
                <a:gd name="T70" fmla="*/ 45 w 116"/>
                <a:gd name="T71" fmla="*/ 61 h 88"/>
                <a:gd name="T72" fmla="*/ 63 w 116"/>
                <a:gd name="T73" fmla="*/ 48 h 88"/>
                <a:gd name="T74" fmla="*/ 83 w 116"/>
                <a:gd name="T75" fmla="*/ 30 h 88"/>
                <a:gd name="T76" fmla="*/ 97 w 116"/>
                <a:gd name="T77" fmla="*/ 20 h 88"/>
                <a:gd name="T78" fmla="*/ 98 w 116"/>
                <a:gd name="T79" fmla="*/ 18 h 88"/>
                <a:gd name="T80" fmla="*/ 92 w 116"/>
                <a:gd name="T81" fmla="*/ 17 h 88"/>
                <a:gd name="T82" fmla="*/ 77 w 116"/>
                <a:gd name="T83" fmla="*/ 21 h 88"/>
                <a:gd name="T84" fmla="*/ 68 w 116"/>
                <a:gd name="T85" fmla="*/ 25 h 88"/>
                <a:gd name="T86" fmla="*/ 63 w 116"/>
                <a:gd name="T87" fmla="*/ 25 h 88"/>
                <a:gd name="T88" fmla="*/ 58 w 116"/>
                <a:gd name="T89" fmla="*/ 22 h 88"/>
                <a:gd name="T90" fmla="*/ 54 w 116"/>
                <a:gd name="T91" fmla="*/ 16 h 88"/>
                <a:gd name="T92" fmla="*/ 51 w 116"/>
                <a:gd name="T93" fmla="*/ 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6" h="88">
                  <a:moveTo>
                    <a:pt x="51" y="5"/>
                  </a:moveTo>
                  <a:lnTo>
                    <a:pt x="51" y="3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51" y="1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5" y="0"/>
                  </a:lnTo>
                  <a:lnTo>
                    <a:pt x="56" y="1"/>
                  </a:lnTo>
                  <a:lnTo>
                    <a:pt x="58" y="1"/>
                  </a:lnTo>
                  <a:lnTo>
                    <a:pt x="59" y="2"/>
                  </a:lnTo>
                  <a:lnTo>
                    <a:pt x="62" y="3"/>
                  </a:lnTo>
                  <a:lnTo>
                    <a:pt x="64" y="5"/>
                  </a:lnTo>
                  <a:lnTo>
                    <a:pt x="67" y="6"/>
                  </a:lnTo>
                  <a:lnTo>
                    <a:pt x="69" y="6"/>
                  </a:lnTo>
                  <a:lnTo>
                    <a:pt x="75" y="8"/>
                  </a:lnTo>
                  <a:lnTo>
                    <a:pt x="83" y="10"/>
                  </a:lnTo>
                  <a:lnTo>
                    <a:pt x="88" y="10"/>
                  </a:lnTo>
                  <a:lnTo>
                    <a:pt x="92" y="10"/>
                  </a:lnTo>
                  <a:lnTo>
                    <a:pt x="95" y="10"/>
                  </a:lnTo>
                  <a:lnTo>
                    <a:pt x="98" y="10"/>
                  </a:lnTo>
                  <a:lnTo>
                    <a:pt x="101" y="10"/>
                  </a:lnTo>
                  <a:lnTo>
                    <a:pt x="103" y="10"/>
                  </a:lnTo>
                  <a:lnTo>
                    <a:pt x="107" y="11"/>
                  </a:lnTo>
                  <a:lnTo>
                    <a:pt x="111" y="14"/>
                  </a:lnTo>
                  <a:lnTo>
                    <a:pt x="115" y="17"/>
                  </a:lnTo>
                  <a:lnTo>
                    <a:pt x="116" y="18"/>
                  </a:lnTo>
                  <a:lnTo>
                    <a:pt x="115" y="19"/>
                  </a:lnTo>
                  <a:lnTo>
                    <a:pt x="115" y="22"/>
                  </a:lnTo>
                  <a:lnTo>
                    <a:pt x="115" y="22"/>
                  </a:lnTo>
                  <a:lnTo>
                    <a:pt x="115" y="24"/>
                  </a:lnTo>
                  <a:lnTo>
                    <a:pt x="114" y="26"/>
                  </a:lnTo>
                  <a:lnTo>
                    <a:pt x="113" y="26"/>
                  </a:lnTo>
                  <a:lnTo>
                    <a:pt x="109" y="29"/>
                  </a:lnTo>
                  <a:lnTo>
                    <a:pt x="103" y="34"/>
                  </a:lnTo>
                  <a:lnTo>
                    <a:pt x="95" y="39"/>
                  </a:lnTo>
                  <a:lnTo>
                    <a:pt x="87" y="46"/>
                  </a:lnTo>
                  <a:lnTo>
                    <a:pt x="83" y="50"/>
                  </a:lnTo>
                  <a:lnTo>
                    <a:pt x="79" y="54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5" y="60"/>
                  </a:lnTo>
                  <a:lnTo>
                    <a:pt x="75" y="61"/>
                  </a:lnTo>
                  <a:lnTo>
                    <a:pt x="75" y="61"/>
                  </a:lnTo>
                  <a:lnTo>
                    <a:pt x="77" y="61"/>
                  </a:lnTo>
                  <a:lnTo>
                    <a:pt x="80" y="61"/>
                  </a:lnTo>
                  <a:lnTo>
                    <a:pt x="85" y="59"/>
                  </a:lnTo>
                  <a:lnTo>
                    <a:pt x="87" y="58"/>
                  </a:lnTo>
                  <a:lnTo>
                    <a:pt x="88" y="57"/>
                  </a:lnTo>
                  <a:lnTo>
                    <a:pt x="91" y="58"/>
                  </a:lnTo>
                  <a:lnTo>
                    <a:pt x="93" y="59"/>
                  </a:lnTo>
                  <a:lnTo>
                    <a:pt x="95" y="61"/>
                  </a:lnTo>
                  <a:lnTo>
                    <a:pt x="96" y="62"/>
                  </a:lnTo>
                  <a:lnTo>
                    <a:pt x="96" y="63"/>
                  </a:lnTo>
                  <a:lnTo>
                    <a:pt x="96" y="65"/>
                  </a:lnTo>
                  <a:lnTo>
                    <a:pt x="96" y="66"/>
                  </a:lnTo>
                  <a:lnTo>
                    <a:pt x="95" y="68"/>
                  </a:lnTo>
                  <a:lnTo>
                    <a:pt x="95" y="69"/>
                  </a:lnTo>
                  <a:lnTo>
                    <a:pt x="93" y="70"/>
                  </a:lnTo>
                  <a:lnTo>
                    <a:pt x="92" y="70"/>
                  </a:lnTo>
                  <a:lnTo>
                    <a:pt x="91" y="70"/>
                  </a:lnTo>
                  <a:lnTo>
                    <a:pt x="90" y="71"/>
                  </a:lnTo>
                  <a:lnTo>
                    <a:pt x="88" y="71"/>
                  </a:lnTo>
                  <a:lnTo>
                    <a:pt x="87" y="71"/>
                  </a:lnTo>
                  <a:lnTo>
                    <a:pt x="85" y="71"/>
                  </a:lnTo>
                  <a:lnTo>
                    <a:pt x="80" y="70"/>
                  </a:lnTo>
                  <a:lnTo>
                    <a:pt x="76" y="70"/>
                  </a:lnTo>
                  <a:lnTo>
                    <a:pt x="72" y="71"/>
                  </a:lnTo>
                  <a:lnTo>
                    <a:pt x="68" y="71"/>
                  </a:lnTo>
                  <a:lnTo>
                    <a:pt x="60" y="73"/>
                  </a:lnTo>
                  <a:lnTo>
                    <a:pt x="52" y="75"/>
                  </a:lnTo>
                  <a:lnTo>
                    <a:pt x="43" y="78"/>
                  </a:lnTo>
                  <a:lnTo>
                    <a:pt x="35" y="81"/>
                  </a:lnTo>
                  <a:lnTo>
                    <a:pt x="31" y="82"/>
                  </a:lnTo>
                  <a:lnTo>
                    <a:pt x="27" y="84"/>
                  </a:lnTo>
                  <a:lnTo>
                    <a:pt x="24" y="85"/>
                  </a:lnTo>
                  <a:lnTo>
                    <a:pt x="22" y="86"/>
                  </a:lnTo>
                  <a:lnTo>
                    <a:pt x="21" y="87"/>
                  </a:lnTo>
                  <a:lnTo>
                    <a:pt x="20" y="87"/>
                  </a:lnTo>
                  <a:lnTo>
                    <a:pt x="19" y="88"/>
                  </a:lnTo>
                  <a:lnTo>
                    <a:pt x="19" y="88"/>
                  </a:lnTo>
                  <a:lnTo>
                    <a:pt x="16" y="87"/>
                  </a:lnTo>
                  <a:lnTo>
                    <a:pt x="15" y="86"/>
                  </a:lnTo>
                  <a:lnTo>
                    <a:pt x="11" y="84"/>
                  </a:lnTo>
                  <a:lnTo>
                    <a:pt x="7" y="82"/>
                  </a:lnTo>
                  <a:lnTo>
                    <a:pt x="5" y="81"/>
                  </a:lnTo>
                  <a:lnTo>
                    <a:pt x="3" y="79"/>
                  </a:lnTo>
                  <a:lnTo>
                    <a:pt x="2" y="78"/>
                  </a:lnTo>
                  <a:lnTo>
                    <a:pt x="1" y="75"/>
                  </a:lnTo>
                  <a:lnTo>
                    <a:pt x="1" y="74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7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3" y="65"/>
                  </a:lnTo>
                  <a:lnTo>
                    <a:pt x="7" y="65"/>
                  </a:lnTo>
                  <a:lnTo>
                    <a:pt x="9" y="66"/>
                  </a:lnTo>
                  <a:lnTo>
                    <a:pt x="11" y="66"/>
                  </a:lnTo>
                  <a:lnTo>
                    <a:pt x="15" y="66"/>
                  </a:lnTo>
                  <a:lnTo>
                    <a:pt x="18" y="67"/>
                  </a:lnTo>
                  <a:lnTo>
                    <a:pt x="19" y="67"/>
                  </a:lnTo>
                  <a:lnTo>
                    <a:pt x="22" y="66"/>
                  </a:lnTo>
                  <a:lnTo>
                    <a:pt x="27" y="65"/>
                  </a:lnTo>
                  <a:lnTo>
                    <a:pt x="34" y="63"/>
                  </a:lnTo>
                  <a:lnTo>
                    <a:pt x="40" y="62"/>
                  </a:lnTo>
                  <a:lnTo>
                    <a:pt x="45" y="61"/>
                  </a:lnTo>
                  <a:lnTo>
                    <a:pt x="48" y="60"/>
                  </a:lnTo>
                  <a:lnTo>
                    <a:pt x="54" y="56"/>
                  </a:lnTo>
                  <a:lnTo>
                    <a:pt x="63" y="48"/>
                  </a:lnTo>
                  <a:lnTo>
                    <a:pt x="72" y="40"/>
                  </a:lnTo>
                  <a:lnTo>
                    <a:pt x="78" y="34"/>
                  </a:lnTo>
                  <a:lnTo>
                    <a:pt x="83" y="30"/>
                  </a:lnTo>
                  <a:lnTo>
                    <a:pt x="91" y="25"/>
                  </a:lnTo>
                  <a:lnTo>
                    <a:pt x="95" y="22"/>
                  </a:lnTo>
                  <a:lnTo>
                    <a:pt x="97" y="20"/>
                  </a:lnTo>
                  <a:lnTo>
                    <a:pt x="98" y="18"/>
                  </a:lnTo>
                  <a:lnTo>
                    <a:pt x="98" y="18"/>
                  </a:lnTo>
                  <a:lnTo>
                    <a:pt x="98" y="18"/>
                  </a:lnTo>
                  <a:lnTo>
                    <a:pt x="98" y="17"/>
                  </a:lnTo>
                  <a:lnTo>
                    <a:pt x="95" y="17"/>
                  </a:lnTo>
                  <a:lnTo>
                    <a:pt x="92" y="17"/>
                  </a:lnTo>
                  <a:lnTo>
                    <a:pt x="89" y="18"/>
                  </a:lnTo>
                  <a:lnTo>
                    <a:pt x="85" y="18"/>
                  </a:lnTo>
                  <a:lnTo>
                    <a:pt x="77" y="21"/>
                  </a:lnTo>
                  <a:lnTo>
                    <a:pt x="71" y="22"/>
                  </a:lnTo>
                  <a:lnTo>
                    <a:pt x="70" y="23"/>
                  </a:lnTo>
                  <a:lnTo>
                    <a:pt x="68" y="25"/>
                  </a:lnTo>
                  <a:lnTo>
                    <a:pt x="67" y="25"/>
                  </a:lnTo>
                  <a:lnTo>
                    <a:pt x="65" y="25"/>
                  </a:lnTo>
                  <a:lnTo>
                    <a:pt x="63" y="25"/>
                  </a:lnTo>
                  <a:lnTo>
                    <a:pt x="61" y="24"/>
                  </a:lnTo>
                  <a:lnTo>
                    <a:pt x="59" y="23"/>
                  </a:lnTo>
                  <a:lnTo>
                    <a:pt x="58" y="22"/>
                  </a:lnTo>
                  <a:lnTo>
                    <a:pt x="56" y="21"/>
                  </a:lnTo>
                  <a:lnTo>
                    <a:pt x="55" y="18"/>
                  </a:lnTo>
                  <a:lnTo>
                    <a:pt x="54" y="16"/>
                  </a:lnTo>
                  <a:lnTo>
                    <a:pt x="52" y="12"/>
                  </a:lnTo>
                  <a:lnTo>
                    <a:pt x="51" y="10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6" name="íšḻïḍê"/>
            <p:cNvSpPr/>
            <p:nvPr/>
          </p:nvSpPr>
          <p:spPr bwMode="auto">
            <a:xfrm>
              <a:off x="3379788" y="2897188"/>
              <a:ext cx="41275" cy="84138"/>
            </a:xfrm>
            <a:custGeom>
              <a:avLst/>
              <a:gdLst>
                <a:gd name="T0" fmla="*/ 16 w 26"/>
                <a:gd name="T1" fmla="*/ 0 h 53"/>
                <a:gd name="T2" fmla="*/ 15 w 26"/>
                <a:gd name="T3" fmla="*/ 3 h 53"/>
                <a:gd name="T4" fmla="*/ 14 w 26"/>
                <a:gd name="T5" fmla="*/ 9 h 53"/>
                <a:gd name="T6" fmla="*/ 14 w 26"/>
                <a:gd name="T7" fmla="*/ 15 h 53"/>
                <a:gd name="T8" fmla="*/ 14 w 26"/>
                <a:gd name="T9" fmla="*/ 20 h 53"/>
                <a:gd name="T10" fmla="*/ 16 w 26"/>
                <a:gd name="T11" fmla="*/ 28 h 53"/>
                <a:gd name="T12" fmla="*/ 17 w 26"/>
                <a:gd name="T13" fmla="*/ 32 h 53"/>
                <a:gd name="T14" fmla="*/ 18 w 26"/>
                <a:gd name="T15" fmla="*/ 37 h 53"/>
                <a:gd name="T16" fmla="*/ 20 w 26"/>
                <a:gd name="T17" fmla="*/ 41 h 53"/>
                <a:gd name="T18" fmla="*/ 22 w 26"/>
                <a:gd name="T19" fmla="*/ 45 h 53"/>
                <a:gd name="T20" fmla="*/ 24 w 26"/>
                <a:gd name="T21" fmla="*/ 48 h 53"/>
                <a:gd name="T22" fmla="*/ 25 w 26"/>
                <a:gd name="T23" fmla="*/ 50 h 53"/>
                <a:gd name="T24" fmla="*/ 26 w 26"/>
                <a:gd name="T25" fmla="*/ 52 h 53"/>
                <a:gd name="T26" fmla="*/ 25 w 26"/>
                <a:gd name="T27" fmla="*/ 52 h 53"/>
                <a:gd name="T28" fmla="*/ 25 w 26"/>
                <a:gd name="T29" fmla="*/ 53 h 53"/>
                <a:gd name="T30" fmla="*/ 23 w 26"/>
                <a:gd name="T31" fmla="*/ 53 h 53"/>
                <a:gd name="T32" fmla="*/ 22 w 26"/>
                <a:gd name="T33" fmla="*/ 52 h 53"/>
                <a:gd name="T34" fmla="*/ 17 w 26"/>
                <a:gd name="T35" fmla="*/ 48 h 53"/>
                <a:gd name="T36" fmla="*/ 12 w 26"/>
                <a:gd name="T37" fmla="*/ 44 h 53"/>
                <a:gd name="T38" fmla="*/ 9 w 26"/>
                <a:gd name="T39" fmla="*/ 42 h 53"/>
                <a:gd name="T40" fmla="*/ 6 w 26"/>
                <a:gd name="T41" fmla="*/ 40 h 53"/>
                <a:gd name="T42" fmla="*/ 3 w 26"/>
                <a:gd name="T43" fmla="*/ 40 h 53"/>
                <a:gd name="T44" fmla="*/ 2 w 26"/>
                <a:gd name="T45" fmla="*/ 38 h 53"/>
                <a:gd name="T46" fmla="*/ 1 w 26"/>
                <a:gd name="T47" fmla="*/ 37 h 53"/>
                <a:gd name="T48" fmla="*/ 0 w 26"/>
                <a:gd name="T49" fmla="*/ 36 h 53"/>
                <a:gd name="T50" fmla="*/ 0 w 26"/>
                <a:gd name="T51" fmla="*/ 36 h 53"/>
                <a:gd name="T52" fmla="*/ 0 w 26"/>
                <a:gd name="T53" fmla="*/ 34 h 53"/>
                <a:gd name="T54" fmla="*/ 0 w 26"/>
                <a:gd name="T55" fmla="*/ 30 h 53"/>
                <a:gd name="T56" fmla="*/ 0 w 26"/>
                <a:gd name="T57" fmla="*/ 24 h 53"/>
                <a:gd name="T58" fmla="*/ 1 w 26"/>
                <a:gd name="T59" fmla="*/ 21 h 53"/>
                <a:gd name="T60" fmla="*/ 2 w 26"/>
                <a:gd name="T61" fmla="*/ 19 h 53"/>
                <a:gd name="T62" fmla="*/ 2 w 26"/>
                <a:gd name="T63" fmla="*/ 16 h 53"/>
                <a:gd name="T64" fmla="*/ 3 w 26"/>
                <a:gd name="T65" fmla="*/ 15 h 53"/>
                <a:gd name="T66" fmla="*/ 4 w 26"/>
                <a:gd name="T67" fmla="*/ 12 h 53"/>
                <a:gd name="T68" fmla="*/ 5 w 26"/>
                <a:gd name="T69" fmla="*/ 9 h 53"/>
                <a:gd name="T70" fmla="*/ 5 w 26"/>
                <a:gd name="T71" fmla="*/ 6 h 53"/>
                <a:gd name="T72" fmla="*/ 6 w 26"/>
                <a:gd name="T73" fmla="*/ 4 h 53"/>
                <a:gd name="T74" fmla="*/ 6 w 26"/>
                <a:gd name="T75" fmla="*/ 3 h 53"/>
                <a:gd name="T76" fmla="*/ 6 w 26"/>
                <a:gd name="T77" fmla="*/ 2 h 53"/>
                <a:gd name="T78" fmla="*/ 7 w 26"/>
                <a:gd name="T79" fmla="*/ 1 h 53"/>
                <a:gd name="T80" fmla="*/ 8 w 26"/>
                <a:gd name="T81" fmla="*/ 0 h 53"/>
                <a:gd name="T82" fmla="*/ 13 w 26"/>
                <a:gd name="T83" fmla="*/ 0 h 53"/>
                <a:gd name="T84" fmla="*/ 16 w 26"/>
                <a:gd name="T8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" h="53">
                  <a:moveTo>
                    <a:pt x="16" y="0"/>
                  </a:moveTo>
                  <a:lnTo>
                    <a:pt x="15" y="3"/>
                  </a:lnTo>
                  <a:lnTo>
                    <a:pt x="14" y="9"/>
                  </a:lnTo>
                  <a:lnTo>
                    <a:pt x="14" y="15"/>
                  </a:lnTo>
                  <a:lnTo>
                    <a:pt x="14" y="20"/>
                  </a:lnTo>
                  <a:lnTo>
                    <a:pt x="16" y="28"/>
                  </a:lnTo>
                  <a:lnTo>
                    <a:pt x="17" y="32"/>
                  </a:lnTo>
                  <a:lnTo>
                    <a:pt x="18" y="37"/>
                  </a:lnTo>
                  <a:lnTo>
                    <a:pt x="20" y="41"/>
                  </a:lnTo>
                  <a:lnTo>
                    <a:pt x="22" y="45"/>
                  </a:lnTo>
                  <a:lnTo>
                    <a:pt x="24" y="48"/>
                  </a:lnTo>
                  <a:lnTo>
                    <a:pt x="25" y="50"/>
                  </a:lnTo>
                  <a:lnTo>
                    <a:pt x="26" y="52"/>
                  </a:lnTo>
                  <a:lnTo>
                    <a:pt x="25" y="52"/>
                  </a:lnTo>
                  <a:lnTo>
                    <a:pt x="25" y="53"/>
                  </a:lnTo>
                  <a:lnTo>
                    <a:pt x="23" y="53"/>
                  </a:lnTo>
                  <a:lnTo>
                    <a:pt x="22" y="52"/>
                  </a:lnTo>
                  <a:lnTo>
                    <a:pt x="17" y="48"/>
                  </a:lnTo>
                  <a:lnTo>
                    <a:pt x="12" y="44"/>
                  </a:lnTo>
                  <a:lnTo>
                    <a:pt x="9" y="42"/>
                  </a:lnTo>
                  <a:lnTo>
                    <a:pt x="6" y="40"/>
                  </a:lnTo>
                  <a:lnTo>
                    <a:pt x="3" y="40"/>
                  </a:lnTo>
                  <a:lnTo>
                    <a:pt x="2" y="38"/>
                  </a:lnTo>
                  <a:lnTo>
                    <a:pt x="1" y="37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0" y="30"/>
                  </a:lnTo>
                  <a:lnTo>
                    <a:pt x="0" y="24"/>
                  </a:lnTo>
                  <a:lnTo>
                    <a:pt x="1" y="21"/>
                  </a:lnTo>
                  <a:lnTo>
                    <a:pt x="2" y="19"/>
                  </a:lnTo>
                  <a:lnTo>
                    <a:pt x="2" y="16"/>
                  </a:lnTo>
                  <a:lnTo>
                    <a:pt x="3" y="15"/>
                  </a:lnTo>
                  <a:lnTo>
                    <a:pt x="4" y="12"/>
                  </a:lnTo>
                  <a:lnTo>
                    <a:pt x="5" y="9"/>
                  </a:lnTo>
                  <a:lnTo>
                    <a:pt x="5" y="6"/>
                  </a:lnTo>
                  <a:lnTo>
                    <a:pt x="6" y="4"/>
                  </a:lnTo>
                  <a:lnTo>
                    <a:pt x="6" y="3"/>
                  </a:lnTo>
                  <a:lnTo>
                    <a:pt x="6" y="2"/>
                  </a:lnTo>
                  <a:lnTo>
                    <a:pt x="7" y="1"/>
                  </a:lnTo>
                  <a:lnTo>
                    <a:pt x="8" y="0"/>
                  </a:lnTo>
                  <a:lnTo>
                    <a:pt x="13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7" name="íṥļídé"/>
            <p:cNvSpPr/>
            <p:nvPr/>
          </p:nvSpPr>
          <p:spPr bwMode="auto">
            <a:xfrm>
              <a:off x="3241676" y="2805113"/>
              <a:ext cx="220663" cy="111125"/>
            </a:xfrm>
            <a:custGeom>
              <a:avLst/>
              <a:gdLst>
                <a:gd name="T0" fmla="*/ 121 w 139"/>
                <a:gd name="T1" fmla="*/ 7 h 70"/>
                <a:gd name="T2" fmla="*/ 121 w 139"/>
                <a:gd name="T3" fmla="*/ 4 h 70"/>
                <a:gd name="T4" fmla="*/ 124 w 139"/>
                <a:gd name="T5" fmla="*/ 2 h 70"/>
                <a:gd name="T6" fmla="*/ 130 w 139"/>
                <a:gd name="T7" fmla="*/ 0 h 70"/>
                <a:gd name="T8" fmla="*/ 134 w 139"/>
                <a:gd name="T9" fmla="*/ 4 h 70"/>
                <a:gd name="T10" fmla="*/ 139 w 139"/>
                <a:gd name="T11" fmla="*/ 12 h 70"/>
                <a:gd name="T12" fmla="*/ 137 w 139"/>
                <a:gd name="T13" fmla="*/ 18 h 70"/>
                <a:gd name="T14" fmla="*/ 125 w 139"/>
                <a:gd name="T15" fmla="*/ 31 h 70"/>
                <a:gd name="T16" fmla="*/ 122 w 139"/>
                <a:gd name="T17" fmla="*/ 37 h 70"/>
                <a:gd name="T18" fmla="*/ 124 w 139"/>
                <a:gd name="T19" fmla="*/ 38 h 70"/>
                <a:gd name="T20" fmla="*/ 124 w 139"/>
                <a:gd name="T21" fmla="*/ 37 h 70"/>
                <a:gd name="T22" fmla="*/ 129 w 139"/>
                <a:gd name="T23" fmla="*/ 37 h 70"/>
                <a:gd name="T24" fmla="*/ 133 w 139"/>
                <a:gd name="T25" fmla="*/ 38 h 70"/>
                <a:gd name="T26" fmla="*/ 135 w 139"/>
                <a:gd name="T27" fmla="*/ 41 h 70"/>
                <a:gd name="T28" fmla="*/ 133 w 139"/>
                <a:gd name="T29" fmla="*/ 46 h 70"/>
                <a:gd name="T30" fmla="*/ 129 w 139"/>
                <a:gd name="T31" fmla="*/ 50 h 70"/>
                <a:gd name="T32" fmla="*/ 127 w 139"/>
                <a:gd name="T33" fmla="*/ 50 h 70"/>
                <a:gd name="T34" fmla="*/ 119 w 139"/>
                <a:gd name="T35" fmla="*/ 45 h 70"/>
                <a:gd name="T36" fmla="*/ 113 w 139"/>
                <a:gd name="T37" fmla="*/ 45 h 70"/>
                <a:gd name="T38" fmla="*/ 99 w 139"/>
                <a:gd name="T39" fmla="*/ 53 h 70"/>
                <a:gd name="T40" fmla="*/ 84 w 139"/>
                <a:gd name="T41" fmla="*/ 61 h 70"/>
                <a:gd name="T42" fmla="*/ 70 w 139"/>
                <a:gd name="T43" fmla="*/ 66 h 70"/>
                <a:gd name="T44" fmla="*/ 47 w 139"/>
                <a:gd name="T45" fmla="*/ 69 h 70"/>
                <a:gd name="T46" fmla="*/ 31 w 139"/>
                <a:gd name="T47" fmla="*/ 69 h 70"/>
                <a:gd name="T48" fmla="*/ 14 w 139"/>
                <a:gd name="T49" fmla="*/ 69 h 70"/>
                <a:gd name="T50" fmla="*/ 0 w 139"/>
                <a:gd name="T51" fmla="*/ 67 h 70"/>
                <a:gd name="T52" fmla="*/ 0 w 139"/>
                <a:gd name="T53" fmla="*/ 66 h 70"/>
                <a:gd name="T54" fmla="*/ 4 w 139"/>
                <a:gd name="T55" fmla="*/ 64 h 70"/>
                <a:gd name="T56" fmla="*/ 16 w 139"/>
                <a:gd name="T57" fmla="*/ 62 h 70"/>
                <a:gd name="T58" fmla="*/ 37 w 139"/>
                <a:gd name="T59" fmla="*/ 59 h 70"/>
                <a:gd name="T60" fmla="*/ 49 w 139"/>
                <a:gd name="T61" fmla="*/ 58 h 70"/>
                <a:gd name="T62" fmla="*/ 65 w 139"/>
                <a:gd name="T63" fmla="*/ 54 h 70"/>
                <a:gd name="T64" fmla="*/ 83 w 139"/>
                <a:gd name="T65" fmla="*/ 49 h 70"/>
                <a:gd name="T66" fmla="*/ 87 w 139"/>
                <a:gd name="T67" fmla="*/ 47 h 70"/>
                <a:gd name="T68" fmla="*/ 89 w 139"/>
                <a:gd name="T69" fmla="*/ 43 h 70"/>
                <a:gd name="T70" fmla="*/ 87 w 139"/>
                <a:gd name="T71" fmla="*/ 42 h 70"/>
                <a:gd name="T72" fmla="*/ 75 w 139"/>
                <a:gd name="T73" fmla="*/ 43 h 70"/>
                <a:gd name="T74" fmla="*/ 68 w 139"/>
                <a:gd name="T75" fmla="*/ 40 h 70"/>
                <a:gd name="T76" fmla="*/ 65 w 139"/>
                <a:gd name="T77" fmla="*/ 35 h 70"/>
                <a:gd name="T78" fmla="*/ 65 w 139"/>
                <a:gd name="T79" fmla="*/ 32 h 70"/>
                <a:gd name="T80" fmla="*/ 67 w 139"/>
                <a:gd name="T81" fmla="*/ 29 h 70"/>
                <a:gd name="T82" fmla="*/ 78 w 139"/>
                <a:gd name="T83" fmla="*/ 30 h 70"/>
                <a:gd name="T84" fmla="*/ 94 w 139"/>
                <a:gd name="T85" fmla="*/ 32 h 70"/>
                <a:gd name="T86" fmla="*/ 103 w 139"/>
                <a:gd name="T87" fmla="*/ 33 h 70"/>
                <a:gd name="T88" fmla="*/ 106 w 139"/>
                <a:gd name="T89" fmla="*/ 31 h 70"/>
                <a:gd name="T90" fmla="*/ 118 w 139"/>
                <a:gd name="T91" fmla="*/ 1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9" h="70">
                  <a:moveTo>
                    <a:pt x="121" y="10"/>
                  </a:moveTo>
                  <a:lnTo>
                    <a:pt x="121" y="9"/>
                  </a:lnTo>
                  <a:lnTo>
                    <a:pt x="121" y="7"/>
                  </a:lnTo>
                  <a:lnTo>
                    <a:pt x="121" y="6"/>
                  </a:lnTo>
                  <a:lnTo>
                    <a:pt x="121" y="5"/>
                  </a:lnTo>
                  <a:lnTo>
                    <a:pt x="121" y="4"/>
                  </a:lnTo>
                  <a:lnTo>
                    <a:pt x="122" y="3"/>
                  </a:lnTo>
                  <a:lnTo>
                    <a:pt x="122" y="2"/>
                  </a:lnTo>
                  <a:lnTo>
                    <a:pt x="124" y="2"/>
                  </a:lnTo>
                  <a:lnTo>
                    <a:pt x="125" y="2"/>
                  </a:lnTo>
                  <a:lnTo>
                    <a:pt x="128" y="1"/>
                  </a:lnTo>
                  <a:lnTo>
                    <a:pt x="130" y="0"/>
                  </a:lnTo>
                  <a:lnTo>
                    <a:pt x="131" y="1"/>
                  </a:lnTo>
                  <a:lnTo>
                    <a:pt x="133" y="2"/>
                  </a:lnTo>
                  <a:lnTo>
                    <a:pt x="134" y="4"/>
                  </a:lnTo>
                  <a:lnTo>
                    <a:pt x="137" y="7"/>
                  </a:lnTo>
                  <a:lnTo>
                    <a:pt x="138" y="10"/>
                  </a:lnTo>
                  <a:lnTo>
                    <a:pt x="139" y="12"/>
                  </a:lnTo>
                  <a:lnTo>
                    <a:pt x="139" y="14"/>
                  </a:lnTo>
                  <a:lnTo>
                    <a:pt x="138" y="15"/>
                  </a:lnTo>
                  <a:lnTo>
                    <a:pt x="137" y="18"/>
                  </a:lnTo>
                  <a:lnTo>
                    <a:pt x="133" y="22"/>
                  </a:lnTo>
                  <a:lnTo>
                    <a:pt x="128" y="29"/>
                  </a:lnTo>
                  <a:lnTo>
                    <a:pt x="125" y="31"/>
                  </a:lnTo>
                  <a:lnTo>
                    <a:pt x="124" y="34"/>
                  </a:lnTo>
                  <a:lnTo>
                    <a:pt x="123" y="36"/>
                  </a:lnTo>
                  <a:lnTo>
                    <a:pt x="122" y="37"/>
                  </a:lnTo>
                  <a:lnTo>
                    <a:pt x="123" y="38"/>
                  </a:lnTo>
                  <a:lnTo>
                    <a:pt x="123" y="38"/>
                  </a:lnTo>
                  <a:lnTo>
                    <a:pt x="124" y="38"/>
                  </a:lnTo>
                  <a:lnTo>
                    <a:pt x="124" y="38"/>
                  </a:lnTo>
                  <a:lnTo>
                    <a:pt x="124" y="37"/>
                  </a:lnTo>
                  <a:lnTo>
                    <a:pt x="124" y="37"/>
                  </a:lnTo>
                  <a:lnTo>
                    <a:pt x="125" y="37"/>
                  </a:lnTo>
                  <a:lnTo>
                    <a:pt x="125" y="37"/>
                  </a:lnTo>
                  <a:lnTo>
                    <a:pt x="129" y="37"/>
                  </a:lnTo>
                  <a:lnTo>
                    <a:pt x="131" y="38"/>
                  </a:lnTo>
                  <a:lnTo>
                    <a:pt x="133" y="38"/>
                  </a:lnTo>
                  <a:lnTo>
                    <a:pt x="133" y="38"/>
                  </a:lnTo>
                  <a:lnTo>
                    <a:pt x="134" y="38"/>
                  </a:lnTo>
                  <a:lnTo>
                    <a:pt x="135" y="38"/>
                  </a:lnTo>
                  <a:lnTo>
                    <a:pt x="135" y="41"/>
                  </a:lnTo>
                  <a:lnTo>
                    <a:pt x="135" y="42"/>
                  </a:lnTo>
                  <a:lnTo>
                    <a:pt x="134" y="45"/>
                  </a:lnTo>
                  <a:lnTo>
                    <a:pt x="133" y="46"/>
                  </a:lnTo>
                  <a:lnTo>
                    <a:pt x="132" y="48"/>
                  </a:lnTo>
                  <a:lnTo>
                    <a:pt x="130" y="49"/>
                  </a:lnTo>
                  <a:lnTo>
                    <a:pt x="129" y="50"/>
                  </a:lnTo>
                  <a:lnTo>
                    <a:pt x="129" y="50"/>
                  </a:lnTo>
                  <a:lnTo>
                    <a:pt x="128" y="50"/>
                  </a:lnTo>
                  <a:lnTo>
                    <a:pt x="127" y="50"/>
                  </a:lnTo>
                  <a:lnTo>
                    <a:pt x="125" y="48"/>
                  </a:lnTo>
                  <a:lnTo>
                    <a:pt x="121" y="46"/>
                  </a:lnTo>
                  <a:lnTo>
                    <a:pt x="119" y="45"/>
                  </a:lnTo>
                  <a:lnTo>
                    <a:pt x="117" y="45"/>
                  </a:lnTo>
                  <a:lnTo>
                    <a:pt x="115" y="45"/>
                  </a:lnTo>
                  <a:lnTo>
                    <a:pt x="113" y="45"/>
                  </a:lnTo>
                  <a:lnTo>
                    <a:pt x="109" y="48"/>
                  </a:lnTo>
                  <a:lnTo>
                    <a:pt x="104" y="51"/>
                  </a:lnTo>
                  <a:lnTo>
                    <a:pt x="99" y="53"/>
                  </a:lnTo>
                  <a:lnTo>
                    <a:pt x="95" y="54"/>
                  </a:lnTo>
                  <a:lnTo>
                    <a:pt x="89" y="58"/>
                  </a:lnTo>
                  <a:lnTo>
                    <a:pt x="84" y="61"/>
                  </a:lnTo>
                  <a:lnTo>
                    <a:pt x="78" y="63"/>
                  </a:lnTo>
                  <a:lnTo>
                    <a:pt x="75" y="64"/>
                  </a:lnTo>
                  <a:lnTo>
                    <a:pt x="70" y="66"/>
                  </a:lnTo>
                  <a:lnTo>
                    <a:pt x="62" y="66"/>
                  </a:lnTo>
                  <a:lnTo>
                    <a:pt x="53" y="68"/>
                  </a:lnTo>
                  <a:lnTo>
                    <a:pt x="47" y="69"/>
                  </a:lnTo>
                  <a:lnTo>
                    <a:pt x="41" y="70"/>
                  </a:lnTo>
                  <a:lnTo>
                    <a:pt x="36" y="70"/>
                  </a:lnTo>
                  <a:lnTo>
                    <a:pt x="31" y="69"/>
                  </a:lnTo>
                  <a:lnTo>
                    <a:pt x="27" y="69"/>
                  </a:lnTo>
                  <a:lnTo>
                    <a:pt x="21" y="69"/>
                  </a:lnTo>
                  <a:lnTo>
                    <a:pt x="14" y="69"/>
                  </a:lnTo>
                  <a:lnTo>
                    <a:pt x="7" y="68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4" y="64"/>
                  </a:lnTo>
                  <a:lnTo>
                    <a:pt x="6" y="63"/>
                  </a:lnTo>
                  <a:lnTo>
                    <a:pt x="9" y="63"/>
                  </a:lnTo>
                  <a:lnTo>
                    <a:pt x="16" y="62"/>
                  </a:lnTo>
                  <a:lnTo>
                    <a:pt x="23" y="61"/>
                  </a:lnTo>
                  <a:lnTo>
                    <a:pt x="31" y="60"/>
                  </a:lnTo>
                  <a:lnTo>
                    <a:pt x="37" y="59"/>
                  </a:lnTo>
                  <a:lnTo>
                    <a:pt x="43" y="59"/>
                  </a:lnTo>
                  <a:lnTo>
                    <a:pt x="46" y="59"/>
                  </a:lnTo>
                  <a:lnTo>
                    <a:pt x="49" y="58"/>
                  </a:lnTo>
                  <a:lnTo>
                    <a:pt x="52" y="58"/>
                  </a:lnTo>
                  <a:lnTo>
                    <a:pt x="54" y="58"/>
                  </a:lnTo>
                  <a:lnTo>
                    <a:pt x="65" y="54"/>
                  </a:lnTo>
                  <a:lnTo>
                    <a:pt x="75" y="51"/>
                  </a:lnTo>
                  <a:lnTo>
                    <a:pt x="80" y="50"/>
                  </a:lnTo>
                  <a:lnTo>
                    <a:pt x="83" y="49"/>
                  </a:lnTo>
                  <a:lnTo>
                    <a:pt x="85" y="49"/>
                  </a:lnTo>
                  <a:lnTo>
                    <a:pt x="86" y="47"/>
                  </a:lnTo>
                  <a:lnTo>
                    <a:pt x="87" y="47"/>
                  </a:lnTo>
                  <a:lnTo>
                    <a:pt x="88" y="46"/>
                  </a:lnTo>
                  <a:lnTo>
                    <a:pt x="89" y="44"/>
                  </a:lnTo>
                  <a:lnTo>
                    <a:pt x="89" y="43"/>
                  </a:lnTo>
                  <a:lnTo>
                    <a:pt x="89" y="42"/>
                  </a:lnTo>
                  <a:lnTo>
                    <a:pt x="89" y="42"/>
                  </a:lnTo>
                  <a:lnTo>
                    <a:pt x="87" y="42"/>
                  </a:lnTo>
                  <a:lnTo>
                    <a:pt x="84" y="43"/>
                  </a:lnTo>
                  <a:lnTo>
                    <a:pt x="80" y="43"/>
                  </a:lnTo>
                  <a:lnTo>
                    <a:pt x="75" y="43"/>
                  </a:lnTo>
                  <a:lnTo>
                    <a:pt x="72" y="42"/>
                  </a:lnTo>
                  <a:lnTo>
                    <a:pt x="70" y="42"/>
                  </a:lnTo>
                  <a:lnTo>
                    <a:pt x="68" y="40"/>
                  </a:lnTo>
                  <a:lnTo>
                    <a:pt x="65" y="38"/>
                  </a:lnTo>
                  <a:lnTo>
                    <a:pt x="65" y="36"/>
                  </a:lnTo>
                  <a:lnTo>
                    <a:pt x="65" y="35"/>
                  </a:lnTo>
                  <a:lnTo>
                    <a:pt x="65" y="34"/>
                  </a:lnTo>
                  <a:lnTo>
                    <a:pt x="65" y="33"/>
                  </a:lnTo>
                  <a:lnTo>
                    <a:pt x="65" y="32"/>
                  </a:lnTo>
                  <a:lnTo>
                    <a:pt x="65" y="30"/>
                  </a:lnTo>
                  <a:lnTo>
                    <a:pt x="66" y="30"/>
                  </a:lnTo>
                  <a:lnTo>
                    <a:pt x="67" y="29"/>
                  </a:lnTo>
                  <a:lnTo>
                    <a:pt x="70" y="29"/>
                  </a:lnTo>
                  <a:lnTo>
                    <a:pt x="73" y="30"/>
                  </a:lnTo>
                  <a:lnTo>
                    <a:pt x="78" y="30"/>
                  </a:lnTo>
                  <a:lnTo>
                    <a:pt x="85" y="31"/>
                  </a:lnTo>
                  <a:lnTo>
                    <a:pt x="90" y="32"/>
                  </a:lnTo>
                  <a:lnTo>
                    <a:pt x="94" y="32"/>
                  </a:lnTo>
                  <a:lnTo>
                    <a:pt x="97" y="33"/>
                  </a:lnTo>
                  <a:lnTo>
                    <a:pt x="101" y="33"/>
                  </a:lnTo>
                  <a:lnTo>
                    <a:pt x="103" y="33"/>
                  </a:lnTo>
                  <a:lnTo>
                    <a:pt x="105" y="32"/>
                  </a:lnTo>
                  <a:lnTo>
                    <a:pt x="105" y="32"/>
                  </a:lnTo>
                  <a:lnTo>
                    <a:pt x="106" y="31"/>
                  </a:lnTo>
                  <a:lnTo>
                    <a:pt x="109" y="28"/>
                  </a:lnTo>
                  <a:lnTo>
                    <a:pt x="114" y="21"/>
                  </a:lnTo>
                  <a:lnTo>
                    <a:pt x="118" y="14"/>
                  </a:lnTo>
                  <a:lnTo>
                    <a:pt x="121" y="1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8" name="îṩḻiḑè"/>
            <p:cNvSpPr/>
            <p:nvPr/>
          </p:nvSpPr>
          <p:spPr bwMode="auto">
            <a:xfrm>
              <a:off x="3446463" y="3074988"/>
              <a:ext cx="247650" cy="138113"/>
            </a:xfrm>
            <a:custGeom>
              <a:avLst/>
              <a:gdLst>
                <a:gd name="T0" fmla="*/ 107 w 156"/>
                <a:gd name="T1" fmla="*/ 43 h 87"/>
                <a:gd name="T2" fmla="*/ 105 w 156"/>
                <a:gd name="T3" fmla="*/ 49 h 87"/>
                <a:gd name="T4" fmla="*/ 101 w 156"/>
                <a:gd name="T5" fmla="*/ 28 h 87"/>
                <a:gd name="T6" fmla="*/ 109 w 156"/>
                <a:gd name="T7" fmla="*/ 32 h 87"/>
                <a:gd name="T8" fmla="*/ 104 w 156"/>
                <a:gd name="T9" fmla="*/ 35 h 87"/>
                <a:gd name="T10" fmla="*/ 98 w 156"/>
                <a:gd name="T11" fmla="*/ 18 h 87"/>
                <a:gd name="T12" fmla="*/ 105 w 156"/>
                <a:gd name="T13" fmla="*/ 20 h 87"/>
                <a:gd name="T14" fmla="*/ 99 w 156"/>
                <a:gd name="T15" fmla="*/ 22 h 87"/>
                <a:gd name="T16" fmla="*/ 97 w 156"/>
                <a:gd name="T17" fmla="*/ 25 h 87"/>
                <a:gd name="T18" fmla="*/ 89 w 156"/>
                <a:gd name="T19" fmla="*/ 28 h 87"/>
                <a:gd name="T20" fmla="*/ 90 w 156"/>
                <a:gd name="T21" fmla="*/ 36 h 87"/>
                <a:gd name="T22" fmla="*/ 80 w 156"/>
                <a:gd name="T23" fmla="*/ 37 h 87"/>
                <a:gd name="T24" fmla="*/ 78 w 156"/>
                <a:gd name="T25" fmla="*/ 41 h 87"/>
                <a:gd name="T26" fmla="*/ 93 w 156"/>
                <a:gd name="T27" fmla="*/ 48 h 87"/>
                <a:gd name="T28" fmla="*/ 85 w 156"/>
                <a:gd name="T29" fmla="*/ 52 h 87"/>
                <a:gd name="T30" fmla="*/ 95 w 156"/>
                <a:gd name="T31" fmla="*/ 53 h 87"/>
                <a:gd name="T32" fmla="*/ 110 w 156"/>
                <a:gd name="T33" fmla="*/ 55 h 87"/>
                <a:gd name="T34" fmla="*/ 119 w 156"/>
                <a:gd name="T35" fmla="*/ 49 h 87"/>
                <a:gd name="T36" fmla="*/ 128 w 156"/>
                <a:gd name="T37" fmla="*/ 62 h 87"/>
                <a:gd name="T38" fmla="*/ 92 w 156"/>
                <a:gd name="T39" fmla="*/ 59 h 87"/>
                <a:gd name="T40" fmla="*/ 74 w 156"/>
                <a:gd name="T41" fmla="*/ 49 h 87"/>
                <a:gd name="T42" fmla="*/ 53 w 156"/>
                <a:gd name="T43" fmla="*/ 33 h 87"/>
                <a:gd name="T44" fmla="*/ 60 w 156"/>
                <a:gd name="T45" fmla="*/ 45 h 87"/>
                <a:gd name="T46" fmla="*/ 73 w 156"/>
                <a:gd name="T47" fmla="*/ 61 h 87"/>
                <a:gd name="T48" fmla="*/ 52 w 156"/>
                <a:gd name="T49" fmla="*/ 53 h 87"/>
                <a:gd name="T50" fmla="*/ 32 w 156"/>
                <a:gd name="T51" fmla="*/ 45 h 87"/>
                <a:gd name="T52" fmla="*/ 11 w 156"/>
                <a:gd name="T53" fmla="*/ 29 h 87"/>
                <a:gd name="T54" fmla="*/ 9 w 156"/>
                <a:gd name="T55" fmla="*/ 41 h 87"/>
                <a:gd name="T56" fmla="*/ 35 w 156"/>
                <a:gd name="T57" fmla="*/ 60 h 87"/>
                <a:gd name="T58" fmla="*/ 25 w 156"/>
                <a:gd name="T59" fmla="*/ 69 h 87"/>
                <a:gd name="T60" fmla="*/ 6 w 156"/>
                <a:gd name="T61" fmla="*/ 69 h 87"/>
                <a:gd name="T62" fmla="*/ 0 w 156"/>
                <a:gd name="T63" fmla="*/ 66 h 87"/>
                <a:gd name="T64" fmla="*/ 5 w 156"/>
                <a:gd name="T65" fmla="*/ 86 h 87"/>
                <a:gd name="T66" fmla="*/ 37 w 156"/>
                <a:gd name="T67" fmla="*/ 73 h 87"/>
                <a:gd name="T68" fmla="*/ 51 w 156"/>
                <a:gd name="T69" fmla="*/ 71 h 87"/>
                <a:gd name="T70" fmla="*/ 44 w 156"/>
                <a:gd name="T71" fmla="*/ 75 h 87"/>
                <a:gd name="T72" fmla="*/ 61 w 156"/>
                <a:gd name="T73" fmla="*/ 86 h 87"/>
                <a:gd name="T74" fmla="*/ 64 w 156"/>
                <a:gd name="T75" fmla="*/ 72 h 87"/>
                <a:gd name="T76" fmla="*/ 53 w 156"/>
                <a:gd name="T77" fmla="*/ 61 h 87"/>
                <a:gd name="T78" fmla="*/ 75 w 156"/>
                <a:gd name="T79" fmla="*/ 67 h 87"/>
                <a:gd name="T80" fmla="*/ 95 w 156"/>
                <a:gd name="T81" fmla="*/ 76 h 87"/>
                <a:gd name="T82" fmla="*/ 94 w 156"/>
                <a:gd name="T83" fmla="*/ 65 h 87"/>
                <a:gd name="T84" fmla="*/ 117 w 156"/>
                <a:gd name="T85" fmla="*/ 67 h 87"/>
                <a:gd name="T86" fmla="*/ 143 w 156"/>
                <a:gd name="T87" fmla="*/ 67 h 87"/>
                <a:gd name="T88" fmla="*/ 132 w 156"/>
                <a:gd name="T89" fmla="*/ 51 h 87"/>
                <a:gd name="T90" fmla="*/ 118 w 156"/>
                <a:gd name="T91" fmla="*/ 41 h 87"/>
                <a:gd name="T92" fmla="*/ 120 w 156"/>
                <a:gd name="T93" fmla="*/ 32 h 87"/>
                <a:gd name="T94" fmla="*/ 145 w 156"/>
                <a:gd name="T95" fmla="*/ 39 h 87"/>
                <a:gd name="T96" fmla="*/ 155 w 156"/>
                <a:gd name="T97" fmla="*/ 37 h 87"/>
                <a:gd name="T98" fmla="*/ 150 w 156"/>
                <a:gd name="T99" fmla="*/ 23 h 87"/>
                <a:gd name="T100" fmla="*/ 137 w 156"/>
                <a:gd name="T101" fmla="*/ 29 h 87"/>
                <a:gd name="T102" fmla="*/ 112 w 156"/>
                <a:gd name="T103" fmla="*/ 21 h 87"/>
                <a:gd name="T104" fmla="*/ 105 w 156"/>
                <a:gd name="T105" fmla="*/ 11 h 87"/>
                <a:gd name="T106" fmla="*/ 105 w 156"/>
                <a:gd name="T107" fmla="*/ 1 h 87"/>
                <a:gd name="T108" fmla="*/ 93 w 156"/>
                <a:gd name="T109" fmla="*/ 13 h 87"/>
                <a:gd name="T110" fmla="*/ 78 w 156"/>
                <a:gd name="T111" fmla="*/ 24 h 87"/>
                <a:gd name="T112" fmla="*/ 79 w 156"/>
                <a:gd name="T113" fmla="*/ 6 h 87"/>
                <a:gd name="T114" fmla="*/ 68 w 156"/>
                <a:gd name="T115" fmla="*/ 22 h 87"/>
                <a:gd name="T116" fmla="*/ 67 w 156"/>
                <a:gd name="T117" fmla="*/ 28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6" h="87">
                  <a:moveTo>
                    <a:pt x="96" y="49"/>
                  </a:moveTo>
                  <a:lnTo>
                    <a:pt x="97" y="47"/>
                  </a:lnTo>
                  <a:lnTo>
                    <a:pt x="97" y="45"/>
                  </a:lnTo>
                  <a:lnTo>
                    <a:pt x="97" y="45"/>
                  </a:lnTo>
                  <a:lnTo>
                    <a:pt x="98" y="44"/>
                  </a:lnTo>
                  <a:lnTo>
                    <a:pt x="99" y="44"/>
                  </a:lnTo>
                  <a:lnTo>
                    <a:pt x="100" y="44"/>
                  </a:lnTo>
                  <a:lnTo>
                    <a:pt x="104" y="44"/>
                  </a:lnTo>
                  <a:lnTo>
                    <a:pt x="107" y="43"/>
                  </a:lnTo>
                  <a:lnTo>
                    <a:pt x="108" y="44"/>
                  </a:lnTo>
                  <a:lnTo>
                    <a:pt x="109" y="45"/>
                  </a:lnTo>
                  <a:lnTo>
                    <a:pt x="109" y="46"/>
                  </a:lnTo>
                  <a:lnTo>
                    <a:pt x="109" y="47"/>
                  </a:lnTo>
                  <a:lnTo>
                    <a:pt x="109" y="48"/>
                  </a:lnTo>
                  <a:lnTo>
                    <a:pt x="109" y="48"/>
                  </a:lnTo>
                  <a:lnTo>
                    <a:pt x="108" y="49"/>
                  </a:lnTo>
                  <a:lnTo>
                    <a:pt x="105" y="49"/>
                  </a:lnTo>
                  <a:lnTo>
                    <a:pt x="105" y="49"/>
                  </a:lnTo>
                  <a:lnTo>
                    <a:pt x="104" y="50"/>
                  </a:lnTo>
                  <a:lnTo>
                    <a:pt x="102" y="50"/>
                  </a:lnTo>
                  <a:lnTo>
                    <a:pt x="101" y="50"/>
                  </a:lnTo>
                  <a:lnTo>
                    <a:pt x="97" y="49"/>
                  </a:lnTo>
                  <a:lnTo>
                    <a:pt x="96" y="49"/>
                  </a:lnTo>
                  <a:lnTo>
                    <a:pt x="96" y="49"/>
                  </a:lnTo>
                  <a:close/>
                  <a:moveTo>
                    <a:pt x="101" y="32"/>
                  </a:moveTo>
                  <a:lnTo>
                    <a:pt x="100" y="30"/>
                  </a:lnTo>
                  <a:lnTo>
                    <a:pt x="101" y="28"/>
                  </a:lnTo>
                  <a:lnTo>
                    <a:pt x="101" y="28"/>
                  </a:lnTo>
                  <a:lnTo>
                    <a:pt x="101" y="27"/>
                  </a:lnTo>
                  <a:lnTo>
                    <a:pt x="102" y="27"/>
                  </a:lnTo>
                  <a:lnTo>
                    <a:pt x="104" y="28"/>
                  </a:lnTo>
                  <a:lnTo>
                    <a:pt x="106" y="29"/>
                  </a:lnTo>
                  <a:lnTo>
                    <a:pt x="108" y="31"/>
                  </a:lnTo>
                  <a:lnTo>
                    <a:pt x="108" y="31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109" y="33"/>
                  </a:lnTo>
                  <a:lnTo>
                    <a:pt x="109" y="35"/>
                  </a:lnTo>
                  <a:lnTo>
                    <a:pt x="109" y="36"/>
                  </a:lnTo>
                  <a:lnTo>
                    <a:pt x="108" y="37"/>
                  </a:lnTo>
                  <a:lnTo>
                    <a:pt x="108" y="37"/>
                  </a:lnTo>
                  <a:lnTo>
                    <a:pt x="108" y="36"/>
                  </a:lnTo>
                  <a:lnTo>
                    <a:pt x="107" y="36"/>
                  </a:lnTo>
                  <a:lnTo>
                    <a:pt x="105" y="35"/>
                  </a:lnTo>
                  <a:lnTo>
                    <a:pt x="104" y="35"/>
                  </a:lnTo>
                  <a:lnTo>
                    <a:pt x="102" y="33"/>
                  </a:lnTo>
                  <a:lnTo>
                    <a:pt x="101" y="32"/>
                  </a:lnTo>
                  <a:lnTo>
                    <a:pt x="101" y="32"/>
                  </a:lnTo>
                  <a:close/>
                  <a:moveTo>
                    <a:pt x="99" y="21"/>
                  </a:moveTo>
                  <a:lnTo>
                    <a:pt x="98" y="21"/>
                  </a:lnTo>
                  <a:lnTo>
                    <a:pt x="98" y="20"/>
                  </a:lnTo>
                  <a:lnTo>
                    <a:pt x="97" y="20"/>
                  </a:lnTo>
                  <a:lnTo>
                    <a:pt x="97" y="19"/>
                  </a:lnTo>
                  <a:lnTo>
                    <a:pt x="98" y="18"/>
                  </a:lnTo>
                  <a:lnTo>
                    <a:pt x="99" y="17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2" y="16"/>
                  </a:lnTo>
                  <a:lnTo>
                    <a:pt x="102" y="16"/>
                  </a:lnTo>
                  <a:lnTo>
                    <a:pt x="103" y="16"/>
                  </a:lnTo>
                  <a:lnTo>
                    <a:pt x="104" y="18"/>
                  </a:lnTo>
                  <a:lnTo>
                    <a:pt x="105" y="20"/>
                  </a:lnTo>
                  <a:lnTo>
                    <a:pt x="105" y="21"/>
                  </a:lnTo>
                  <a:lnTo>
                    <a:pt x="105" y="21"/>
                  </a:lnTo>
                  <a:lnTo>
                    <a:pt x="105" y="22"/>
                  </a:lnTo>
                  <a:lnTo>
                    <a:pt x="105" y="23"/>
                  </a:lnTo>
                  <a:lnTo>
                    <a:pt x="105" y="24"/>
                  </a:lnTo>
                  <a:lnTo>
                    <a:pt x="103" y="24"/>
                  </a:lnTo>
                  <a:lnTo>
                    <a:pt x="102" y="24"/>
                  </a:lnTo>
                  <a:lnTo>
                    <a:pt x="101" y="24"/>
                  </a:lnTo>
                  <a:lnTo>
                    <a:pt x="99" y="22"/>
                  </a:lnTo>
                  <a:lnTo>
                    <a:pt x="99" y="21"/>
                  </a:lnTo>
                  <a:lnTo>
                    <a:pt x="99" y="21"/>
                  </a:lnTo>
                  <a:close/>
                  <a:moveTo>
                    <a:pt x="89" y="29"/>
                  </a:moveTo>
                  <a:lnTo>
                    <a:pt x="92" y="29"/>
                  </a:lnTo>
                  <a:lnTo>
                    <a:pt x="96" y="29"/>
                  </a:lnTo>
                  <a:lnTo>
                    <a:pt x="97" y="28"/>
                  </a:lnTo>
                  <a:lnTo>
                    <a:pt x="97" y="28"/>
                  </a:lnTo>
                  <a:lnTo>
                    <a:pt x="97" y="27"/>
                  </a:lnTo>
                  <a:lnTo>
                    <a:pt x="97" y="25"/>
                  </a:lnTo>
                  <a:lnTo>
                    <a:pt x="97" y="24"/>
                  </a:lnTo>
                  <a:lnTo>
                    <a:pt x="97" y="24"/>
                  </a:lnTo>
                  <a:lnTo>
                    <a:pt x="96" y="23"/>
                  </a:lnTo>
                  <a:lnTo>
                    <a:pt x="94" y="23"/>
                  </a:lnTo>
                  <a:lnTo>
                    <a:pt x="93" y="24"/>
                  </a:lnTo>
                  <a:lnTo>
                    <a:pt x="91" y="24"/>
                  </a:lnTo>
                  <a:lnTo>
                    <a:pt x="91" y="26"/>
                  </a:lnTo>
                  <a:lnTo>
                    <a:pt x="90" y="27"/>
                  </a:lnTo>
                  <a:lnTo>
                    <a:pt x="89" y="28"/>
                  </a:lnTo>
                  <a:lnTo>
                    <a:pt x="89" y="29"/>
                  </a:lnTo>
                  <a:lnTo>
                    <a:pt x="89" y="29"/>
                  </a:lnTo>
                  <a:close/>
                  <a:moveTo>
                    <a:pt x="85" y="31"/>
                  </a:moveTo>
                  <a:lnTo>
                    <a:pt x="86" y="32"/>
                  </a:lnTo>
                  <a:lnTo>
                    <a:pt x="88" y="32"/>
                  </a:lnTo>
                  <a:lnTo>
                    <a:pt x="89" y="32"/>
                  </a:lnTo>
                  <a:lnTo>
                    <a:pt x="89" y="33"/>
                  </a:lnTo>
                  <a:lnTo>
                    <a:pt x="90" y="35"/>
                  </a:lnTo>
                  <a:lnTo>
                    <a:pt x="90" y="36"/>
                  </a:lnTo>
                  <a:lnTo>
                    <a:pt x="91" y="37"/>
                  </a:lnTo>
                  <a:lnTo>
                    <a:pt x="91" y="37"/>
                  </a:lnTo>
                  <a:lnTo>
                    <a:pt x="90" y="38"/>
                  </a:lnTo>
                  <a:lnTo>
                    <a:pt x="89" y="39"/>
                  </a:lnTo>
                  <a:lnTo>
                    <a:pt x="88" y="39"/>
                  </a:lnTo>
                  <a:lnTo>
                    <a:pt x="87" y="39"/>
                  </a:lnTo>
                  <a:lnTo>
                    <a:pt x="84" y="38"/>
                  </a:lnTo>
                  <a:lnTo>
                    <a:pt x="81" y="37"/>
                  </a:lnTo>
                  <a:lnTo>
                    <a:pt x="80" y="37"/>
                  </a:lnTo>
                  <a:lnTo>
                    <a:pt x="79" y="37"/>
                  </a:lnTo>
                  <a:lnTo>
                    <a:pt x="78" y="37"/>
                  </a:lnTo>
                  <a:lnTo>
                    <a:pt x="77" y="37"/>
                  </a:lnTo>
                  <a:lnTo>
                    <a:pt x="77" y="37"/>
                  </a:lnTo>
                  <a:lnTo>
                    <a:pt x="77" y="38"/>
                  </a:lnTo>
                  <a:lnTo>
                    <a:pt x="77" y="38"/>
                  </a:lnTo>
                  <a:lnTo>
                    <a:pt x="77" y="39"/>
                  </a:lnTo>
                  <a:lnTo>
                    <a:pt x="77" y="40"/>
                  </a:lnTo>
                  <a:lnTo>
                    <a:pt x="78" y="41"/>
                  </a:lnTo>
                  <a:lnTo>
                    <a:pt x="79" y="41"/>
                  </a:lnTo>
                  <a:lnTo>
                    <a:pt x="81" y="41"/>
                  </a:lnTo>
                  <a:lnTo>
                    <a:pt x="84" y="42"/>
                  </a:lnTo>
                  <a:lnTo>
                    <a:pt x="89" y="44"/>
                  </a:lnTo>
                  <a:lnTo>
                    <a:pt x="91" y="45"/>
                  </a:lnTo>
                  <a:lnTo>
                    <a:pt x="92" y="46"/>
                  </a:lnTo>
                  <a:lnTo>
                    <a:pt x="93" y="47"/>
                  </a:lnTo>
                  <a:lnTo>
                    <a:pt x="93" y="48"/>
                  </a:lnTo>
                  <a:lnTo>
                    <a:pt x="93" y="48"/>
                  </a:lnTo>
                  <a:lnTo>
                    <a:pt x="93" y="49"/>
                  </a:lnTo>
                  <a:lnTo>
                    <a:pt x="92" y="49"/>
                  </a:lnTo>
                  <a:lnTo>
                    <a:pt x="91" y="49"/>
                  </a:lnTo>
                  <a:lnTo>
                    <a:pt x="89" y="49"/>
                  </a:lnTo>
                  <a:lnTo>
                    <a:pt x="88" y="49"/>
                  </a:lnTo>
                  <a:lnTo>
                    <a:pt x="87" y="49"/>
                  </a:lnTo>
                  <a:lnTo>
                    <a:pt x="86" y="50"/>
                  </a:lnTo>
                  <a:lnTo>
                    <a:pt x="85" y="51"/>
                  </a:lnTo>
                  <a:lnTo>
                    <a:pt x="85" y="52"/>
                  </a:lnTo>
                  <a:lnTo>
                    <a:pt x="84" y="52"/>
                  </a:lnTo>
                  <a:lnTo>
                    <a:pt x="84" y="52"/>
                  </a:lnTo>
                  <a:lnTo>
                    <a:pt x="85" y="53"/>
                  </a:lnTo>
                  <a:lnTo>
                    <a:pt x="85" y="53"/>
                  </a:lnTo>
                  <a:lnTo>
                    <a:pt x="86" y="53"/>
                  </a:lnTo>
                  <a:lnTo>
                    <a:pt x="88" y="53"/>
                  </a:lnTo>
                  <a:lnTo>
                    <a:pt x="91" y="53"/>
                  </a:lnTo>
                  <a:lnTo>
                    <a:pt x="94" y="53"/>
                  </a:lnTo>
                  <a:lnTo>
                    <a:pt x="95" y="53"/>
                  </a:lnTo>
                  <a:lnTo>
                    <a:pt x="97" y="53"/>
                  </a:lnTo>
                  <a:lnTo>
                    <a:pt x="97" y="54"/>
                  </a:lnTo>
                  <a:lnTo>
                    <a:pt x="100" y="55"/>
                  </a:lnTo>
                  <a:lnTo>
                    <a:pt x="101" y="56"/>
                  </a:lnTo>
                  <a:lnTo>
                    <a:pt x="104" y="56"/>
                  </a:lnTo>
                  <a:lnTo>
                    <a:pt x="106" y="56"/>
                  </a:lnTo>
                  <a:lnTo>
                    <a:pt x="108" y="56"/>
                  </a:lnTo>
                  <a:lnTo>
                    <a:pt x="109" y="55"/>
                  </a:lnTo>
                  <a:lnTo>
                    <a:pt x="110" y="55"/>
                  </a:lnTo>
                  <a:lnTo>
                    <a:pt x="111" y="54"/>
                  </a:lnTo>
                  <a:lnTo>
                    <a:pt x="112" y="53"/>
                  </a:lnTo>
                  <a:lnTo>
                    <a:pt x="112" y="52"/>
                  </a:lnTo>
                  <a:lnTo>
                    <a:pt x="113" y="49"/>
                  </a:lnTo>
                  <a:lnTo>
                    <a:pt x="113" y="47"/>
                  </a:lnTo>
                  <a:lnTo>
                    <a:pt x="115" y="46"/>
                  </a:lnTo>
                  <a:lnTo>
                    <a:pt x="116" y="46"/>
                  </a:lnTo>
                  <a:lnTo>
                    <a:pt x="117" y="47"/>
                  </a:lnTo>
                  <a:lnTo>
                    <a:pt x="119" y="49"/>
                  </a:lnTo>
                  <a:lnTo>
                    <a:pt x="121" y="51"/>
                  </a:lnTo>
                  <a:lnTo>
                    <a:pt x="123" y="53"/>
                  </a:lnTo>
                  <a:lnTo>
                    <a:pt x="126" y="55"/>
                  </a:lnTo>
                  <a:lnTo>
                    <a:pt x="129" y="57"/>
                  </a:lnTo>
                  <a:lnTo>
                    <a:pt x="130" y="60"/>
                  </a:lnTo>
                  <a:lnTo>
                    <a:pt x="130" y="61"/>
                  </a:lnTo>
                  <a:lnTo>
                    <a:pt x="129" y="61"/>
                  </a:lnTo>
                  <a:lnTo>
                    <a:pt x="129" y="61"/>
                  </a:lnTo>
                  <a:lnTo>
                    <a:pt x="128" y="62"/>
                  </a:lnTo>
                  <a:lnTo>
                    <a:pt x="125" y="62"/>
                  </a:lnTo>
                  <a:lnTo>
                    <a:pt x="122" y="61"/>
                  </a:lnTo>
                  <a:lnTo>
                    <a:pt x="119" y="61"/>
                  </a:lnTo>
                  <a:lnTo>
                    <a:pt x="114" y="61"/>
                  </a:lnTo>
                  <a:lnTo>
                    <a:pt x="109" y="61"/>
                  </a:lnTo>
                  <a:lnTo>
                    <a:pt x="105" y="61"/>
                  </a:lnTo>
                  <a:lnTo>
                    <a:pt x="100" y="60"/>
                  </a:lnTo>
                  <a:lnTo>
                    <a:pt x="95" y="59"/>
                  </a:lnTo>
                  <a:lnTo>
                    <a:pt x="92" y="59"/>
                  </a:lnTo>
                  <a:lnTo>
                    <a:pt x="89" y="59"/>
                  </a:lnTo>
                  <a:lnTo>
                    <a:pt x="89" y="59"/>
                  </a:lnTo>
                  <a:lnTo>
                    <a:pt x="88" y="59"/>
                  </a:lnTo>
                  <a:lnTo>
                    <a:pt x="87" y="59"/>
                  </a:lnTo>
                  <a:lnTo>
                    <a:pt x="86" y="58"/>
                  </a:lnTo>
                  <a:lnTo>
                    <a:pt x="84" y="57"/>
                  </a:lnTo>
                  <a:lnTo>
                    <a:pt x="81" y="53"/>
                  </a:lnTo>
                  <a:lnTo>
                    <a:pt x="77" y="51"/>
                  </a:lnTo>
                  <a:lnTo>
                    <a:pt x="74" y="49"/>
                  </a:lnTo>
                  <a:lnTo>
                    <a:pt x="72" y="48"/>
                  </a:lnTo>
                  <a:lnTo>
                    <a:pt x="69" y="46"/>
                  </a:lnTo>
                  <a:lnTo>
                    <a:pt x="65" y="44"/>
                  </a:lnTo>
                  <a:lnTo>
                    <a:pt x="63" y="42"/>
                  </a:lnTo>
                  <a:lnTo>
                    <a:pt x="60" y="39"/>
                  </a:lnTo>
                  <a:lnTo>
                    <a:pt x="57" y="36"/>
                  </a:lnTo>
                  <a:lnTo>
                    <a:pt x="56" y="35"/>
                  </a:lnTo>
                  <a:lnTo>
                    <a:pt x="54" y="33"/>
                  </a:lnTo>
                  <a:lnTo>
                    <a:pt x="53" y="33"/>
                  </a:lnTo>
                  <a:lnTo>
                    <a:pt x="52" y="33"/>
                  </a:lnTo>
                  <a:lnTo>
                    <a:pt x="50" y="33"/>
                  </a:lnTo>
                  <a:lnTo>
                    <a:pt x="50" y="35"/>
                  </a:lnTo>
                  <a:lnTo>
                    <a:pt x="50" y="36"/>
                  </a:lnTo>
                  <a:lnTo>
                    <a:pt x="50" y="37"/>
                  </a:lnTo>
                  <a:lnTo>
                    <a:pt x="53" y="39"/>
                  </a:lnTo>
                  <a:lnTo>
                    <a:pt x="56" y="41"/>
                  </a:lnTo>
                  <a:lnTo>
                    <a:pt x="57" y="42"/>
                  </a:lnTo>
                  <a:lnTo>
                    <a:pt x="60" y="45"/>
                  </a:lnTo>
                  <a:lnTo>
                    <a:pt x="63" y="49"/>
                  </a:lnTo>
                  <a:lnTo>
                    <a:pt x="66" y="51"/>
                  </a:lnTo>
                  <a:lnTo>
                    <a:pt x="73" y="56"/>
                  </a:lnTo>
                  <a:lnTo>
                    <a:pt x="77" y="58"/>
                  </a:lnTo>
                  <a:lnTo>
                    <a:pt x="77" y="59"/>
                  </a:lnTo>
                  <a:lnTo>
                    <a:pt x="77" y="59"/>
                  </a:lnTo>
                  <a:lnTo>
                    <a:pt x="77" y="60"/>
                  </a:lnTo>
                  <a:lnTo>
                    <a:pt x="74" y="61"/>
                  </a:lnTo>
                  <a:lnTo>
                    <a:pt x="73" y="61"/>
                  </a:lnTo>
                  <a:lnTo>
                    <a:pt x="70" y="61"/>
                  </a:lnTo>
                  <a:lnTo>
                    <a:pt x="68" y="61"/>
                  </a:lnTo>
                  <a:lnTo>
                    <a:pt x="65" y="60"/>
                  </a:lnTo>
                  <a:lnTo>
                    <a:pt x="61" y="59"/>
                  </a:lnTo>
                  <a:lnTo>
                    <a:pt x="58" y="58"/>
                  </a:lnTo>
                  <a:lnTo>
                    <a:pt x="57" y="57"/>
                  </a:lnTo>
                  <a:lnTo>
                    <a:pt x="54" y="55"/>
                  </a:lnTo>
                  <a:lnTo>
                    <a:pt x="53" y="54"/>
                  </a:lnTo>
                  <a:lnTo>
                    <a:pt x="52" y="53"/>
                  </a:lnTo>
                  <a:lnTo>
                    <a:pt x="51" y="53"/>
                  </a:lnTo>
                  <a:lnTo>
                    <a:pt x="49" y="53"/>
                  </a:lnTo>
                  <a:lnTo>
                    <a:pt x="47" y="53"/>
                  </a:lnTo>
                  <a:lnTo>
                    <a:pt x="45" y="53"/>
                  </a:lnTo>
                  <a:lnTo>
                    <a:pt x="43" y="52"/>
                  </a:lnTo>
                  <a:lnTo>
                    <a:pt x="40" y="50"/>
                  </a:lnTo>
                  <a:lnTo>
                    <a:pt x="38" y="49"/>
                  </a:lnTo>
                  <a:lnTo>
                    <a:pt x="35" y="47"/>
                  </a:lnTo>
                  <a:lnTo>
                    <a:pt x="32" y="45"/>
                  </a:lnTo>
                  <a:lnTo>
                    <a:pt x="29" y="44"/>
                  </a:lnTo>
                  <a:lnTo>
                    <a:pt x="25" y="42"/>
                  </a:lnTo>
                  <a:lnTo>
                    <a:pt x="24" y="42"/>
                  </a:lnTo>
                  <a:lnTo>
                    <a:pt x="21" y="41"/>
                  </a:lnTo>
                  <a:lnTo>
                    <a:pt x="17" y="38"/>
                  </a:lnTo>
                  <a:lnTo>
                    <a:pt x="15" y="35"/>
                  </a:lnTo>
                  <a:lnTo>
                    <a:pt x="13" y="32"/>
                  </a:lnTo>
                  <a:lnTo>
                    <a:pt x="12" y="31"/>
                  </a:lnTo>
                  <a:lnTo>
                    <a:pt x="11" y="29"/>
                  </a:lnTo>
                  <a:lnTo>
                    <a:pt x="9" y="28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6" y="28"/>
                  </a:lnTo>
                  <a:lnTo>
                    <a:pt x="4" y="29"/>
                  </a:lnTo>
                  <a:lnTo>
                    <a:pt x="4" y="31"/>
                  </a:lnTo>
                  <a:lnTo>
                    <a:pt x="6" y="35"/>
                  </a:lnTo>
                  <a:lnTo>
                    <a:pt x="8" y="39"/>
                  </a:lnTo>
                  <a:lnTo>
                    <a:pt x="9" y="41"/>
                  </a:lnTo>
                  <a:lnTo>
                    <a:pt x="10" y="42"/>
                  </a:lnTo>
                  <a:lnTo>
                    <a:pt x="12" y="44"/>
                  </a:lnTo>
                  <a:lnTo>
                    <a:pt x="13" y="45"/>
                  </a:lnTo>
                  <a:lnTo>
                    <a:pt x="17" y="47"/>
                  </a:lnTo>
                  <a:lnTo>
                    <a:pt x="20" y="49"/>
                  </a:lnTo>
                  <a:lnTo>
                    <a:pt x="26" y="53"/>
                  </a:lnTo>
                  <a:lnTo>
                    <a:pt x="32" y="57"/>
                  </a:lnTo>
                  <a:lnTo>
                    <a:pt x="33" y="58"/>
                  </a:lnTo>
                  <a:lnTo>
                    <a:pt x="35" y="60"/>
                  </a:lnTo>
                  <a:lnTo>
                    <a:pt x="36" y="61"/>
                  </a:lnTo>
                  <a:lnTo>
                    <a:pt x="36" y="62"/>
                  </a:lnTo>
                  <a:lnTo>
                    <a:pt x="35" y="62"/>
                  </a:lnTo>
                  <a:lnTo>
                    <a:pt x="35" y="63"/>
                  </a:lnTo>
                  <a:lnTo>
                    <a:pt x="34" y="64"/>
                  </a:lnTo>
                  <a:lnTo>
                    <a:pt x="33" y="65"/>
                  </a:lnTo>
                  <a:lnTo>
                    <a:pt x="31" y="66"/>
                  </a:lnTo>
                  <a:lnTo>
                    <a:pt x="29" y="68"/>
                  </a:lnTo>
                  <a:lnTo>
                    <a:pt x="25" y="69"/>
                  </a:lnTo>
                  <a:lnTo>
                    <a:pt x="22" y="72"/>
                  </a:lnTo>
                  <a:lnTo>
                    <a:pt x="18" y="73"/>
                  </a:lnTo>
                  <a:lnTo>
                    <a:pt x="14" y="73"/>
                  </a:lnTo>
                  <a:lnTo>
                    <a:pt x="12" y="74"/>
                  </a:lnTo>
                  <a:lnTo>
                    <a:pt x="10" y="74"/>
                  </a:lnTo>
                  <a:lnTo>
                    <a:pt x="9" y="74"/>
                  </a:lnTo>
                  <a:lnTo>
                    <a:pt x="8" y="73"/>
                  </a:lnTo>
                  <a:lnTo>
                    <a:pt x="8" y="72"/>
                  </a:lnTo>
                  <a:lnTo>
                    <a:pt x="6" y="69"/>
                  </a:lnTo>
                  <a:lnTo>
                    <a:pt x="4" y="66"/>
                  </a:lnTo>
                  <a:lnTo>
                    <a:pt x="3" y="62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1" y="61"/>
                  </a:lnTo>
                  <a:lnTo>
                    <a:pt x="0" y="61"/>
                  </a:lnTo>
                  <a:lnTo>
                    <a:pt x="0" y="63"/>
                  </a:lnTo>
                  <a:lnTo>
                    <a:pt x="0" y="65"/>
                  </a:lnTo>
                  <a:lnTo>
                    <a:pt x="0" y="66"/>
                  </a:lnTo>
                  <a:lnTo>
                    <a:pt x="0" y="69"/>
                  </a:lnTo>
                  <a:lnTo>
                    <a:pt x="2" y="73"/>
                  </a:lnTo>
                  <a:lnTo>
                    <a:pt x="2" y="77"/>
                  </a:lnTo>
                  <a:lnTo>
                    <a:pt x="3" y="81"/>
                  </a:lnTo>
                  <a:lnTo>
                    <a:pt x="3" y="85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4" y="86"/>
                  </a:lnTo>
                  <a:lnTo>
                    <a:pt x="5" y="86"/>
                  </a:lnTo>
                  <a:lnTo>
                    <a:pt x="7" y="87"/>
                  </a:lnTo>
                  <a:lnTo>
                    <a:pt x="9" y="87"/>
                  </a:lnTo>
                  <a:lnTo>
                    <a:pt x="13" y="87"/>
                  </a:lnTo>
                  <a:lnTo>
                    <a:pt x="16" y="86"/>
                  </a:lnTo>
                  <a:lnTo>
                    <a:pt x="19" y="85"/>
                  </a:lnTo>
                  <a:lnTo>
                    <a:pt x="25" y="81"/>
                  </a:lnTo>
                  <a:lnTo>
                    <a:pt x="30" y="78"/>
                  </a:lnTo>
                  <a:lnTo>
                    <a:pt x="34" y="76"/>
                  </a:lnTo>
                  <a:lnTo>
                    <a:pt x="37" y="73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4" y="69"/>
                  </a:lnTo>
                  <a:lnTo>
                    <a:pt x="45" y="68"/>
                  </a:lnTo>
                  <a:lnTo>
                    <a:pt x="46" y="68"/>
                  </a:lnTo>
                  <a:lnTo>
                    <a:pt x="47" y="68"/>
                  </a:lnTo>
                  <a:lnTo>
                    <a:pt x="48" y="69"/>
                  </a:lnTo>
                  <a:lnTo>
                    <a:pt x="49" y="69"/>
                  </a:lnTo>
                  <a:lnTo>
                    <a:pt x="51" y="71"/>
                  </a:lnTo>
                  <a:lnTo>
                    <a:pt x="52" y="72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1" y="74"/>
                  </a:lnTo>
                  <a:lnTo>
                    <a:pt x="49" y="74"/>
                  </a:lnTo>
                  <a:lnTo>
                    <a:pt x="47" y="74"/>
                  </a:lnTo>
                  <a:lnTo>
                    <a:pt x="45" y="74"/>
                  </a:lnTo>
                  <a:lnTo>
                    <a:pt x="44" y="75"/>
                  </a:lnTo>
                  <a:lnTo>
                    <a:pt x="43" y="75"/>
                  </a:lnTo>
                  <a:lnTo>
                    <a:pt x="43" y="75"/>
                  </a:lnTo>
                  <a:lnTo>
                    <a:pt x="43" y="76"/>
                  </a:lnTo>
                  <a:lnTo>
                    <a:pt x="44" y="77"/>
                  </a:lnTo>
                  <a:lnTo>
                    <a:pt x="47" y="77"/>
                  </a:lnTo>
                  <a:lnTo>
                    <a:pt x="50" y="80"/>
                  </a:lnTo>
                  <a:lnTo>
                    <a:pt x="55" y="82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1" y="86"/>
                  </a:lnTo>
                  <a:lnTo>
                    <a:pt x="63" y="85"/>
                  </a:lnTo>
                  <a:lnTo>
                    <a:pt x="64" y="85"/>
                  </a:lnTo>
                  <a:lnTo>
                    <a:pt x="65" y="83"/>
                  </a:lnTo>
                  <a:lnTo>
                    <a:pt x="65" y="81"/>
                  </a:lnTo>
                  <a:lnTo>
                    <a:pt x="65" y="79"/>
                  </a:lnTo>
                  <a:lnTo>
                    <a:pt x="65" y="77"/>
                  </a:lnTo>
                  <a:lnTo>
                    <a:pt x="65" y="74"/>
                  </a:lnTo>
                  <a:lnTo>
                    <a:pt x="64" y="72"/>
                  </a:lnTo>
                  <a:lnTo>
                    <a:pt x="62" y="70"/>
                  </a:lnTo>
                  <a:lnTo>
                    <a:pt x="61" y="69"/>
                  </a:lnTo>
                  <a:lnTo>
                    <a:pt x="61" y="69"/>
                  </a:lnTo>
                  <a:lnTo>
                    <a:pt x="59" y="68"/>
                  </a:lnTo>
                  <a:lnTo>
                    <a:pt x="57" y="67"/>
                  </a:lnTo>
                  <a:lnTo>
                    <a:pt x="56" y="65"/>
                  </a:lnTo>
                  <a:lnTo>
                    <a:pt x="54" y="62"/>
                  </a:lnTo>
                  <a:lnTo>
                    <a:pt x="54" y="62"/>
                  </a:lnTo>
                  <a:lnTo>
                    <a:pt x="53" y="61"/>
                  </a:lnTo>
                  <a:lnTo>
                    <a:pt x="54" y="61"/>
                  </a:lnTo>
                  <a:lnTo>
                    <a:pt x="54" y="61"/>
                  </a:lnTo>
                  <a:lnTo>
                    <a:pt x="55" y="61"/>
                  </a:lnTo>
                  <a:lnTo>
                    <a:pt x="57" y="61"/>
                  </a:lnTo>
                  <a:lnTo>
                    <a:pt x="61" y="62"/>
                  </a:lnTo>
                  <a:lnTo>
                    <a:pt x="65" y="63"/>
                  </a:lnTo>
                  <a:lnTo>
                    <a:pt x="69" y="65"/>
                  </a:lnTo>
                  <a:lnTo>
                    <a:pt x="73" y="66"/>
                  </a:lnTo>
                  <a:lnTo>
                    <a:pt x="75" y="67"/>
                  </a:lnTo>
                  <a:lnTo>
                    <a:pt x="77" y="69"/>
                  </a:lnTo>
                  <a:lnTo>
                    <a:pt x="80" y="70"/>
                  </a:lnTo>
                  <a:lnTo>
                    <a:pt x="82" y="73"/>
                  </a:lnTo>
                  <a:lnTo>
                    <a:pt x="85" y="75"/>
                  </a:lnTo>
                  <a:lnTo>
                    <a:pt x="87" y="76"/>
                  </a:lnTo>
                  <a:lnTo>
                    <a:pt x="89" y="77"/>
                  </a:lnTo>
                  <a:lnTo>
                    <a:pt x="90" y="77"/>
                  </a:lnTo>
                  <a:lnTo>
                    <a:pt x="93" y="77"/>
                  </a:lnTo>
                  <a:lnTo>
                    <a:pt x="95" y="76"/>
                  </a:lnTo>
                  <a:lnTo>
                    <a:pt x="95" y="76"/>
                  </a:lnTo>
                  <a:lnTo>
                    <a:pt x="95" y="75"/>
                  </a:lnTo>
                  <a:lnTo>
                    <a:pt x="95" y="73"/>
                  </a:lnTo>
                  <a:lnTo>
                    <a:pt x="95" y="72"/>
                  </a:lnTo>
                  <a:lnTo>
                    <a:pt x="94" y="70"/>
                  </a:lnTo>
                  <a:lnTo>
                    <a:pt x="94" y="69"/>
                  </a:lnTo>
                  <a:lnTo>
                    <a:pt x="93" y="68"/>
                  </a:lnTo>
                  <a:lnTo>
                    <a:pt x="94" y="66"/>
                  </a:lnTo>
                  <a:lnTo>
                    <a:pt x="94" y="65"/>
                  </a:lnTo>
                  <a:lnTo>
                    <a:pt x="95" y="65"/>
                  </a:lnTo>
                  <a:lnTo>
                    <a:pt x="96" y="64"/>
                  </a:lnTo>
                  <a:lnTo>
                    <a:pt x="97" y="64"/>
                  </a:lnTo>
                  <a:lnTo>
                    <a:pt x="101" y="65"/>
                  </a:lnTo>
                  <a:lnTo>
                    <a:pt x="105" y="65"/>
                  </a:lnTo>
                  <a:lnTo>
                    <a:pt x="109" y="65"/>
                  </a:lnTo>
                  <a:lnTo>
                    <a:pt x="112" y="65"/>
                  </a:lnTo>
                  <a:lnTo>
                    <a:pt x="114" y="66"/>
                  </a:lnTo>
                  <a:lnTo>
                    <a:pt x="117" y="67"/>
                  </a:lnTo>
                  <a:lnTo>
                    <a:pt x="123" y="69"/>
                  </a:lnTo>
                  <a:lnTo>
                    <a:pt x="128" y="71"/>
                  </a:lnTo>
                  <a:lnTo>
                    <a:pt x="130" y="72"/>
                  </a:lnTo>
                  <a:lnTo>
                    <a:pt x="132" y="72"/>
                  </a:lnTo>
                  <a:lnTo>
                    <a:pt x="135" y="72"/>
                  </a:lnTo>
                  <a:lnTo>
                    <a:pt x="137" y="72"/>
                  </a:lnTo>
                  <a:lnTo>
                    <a:pt x="140" y="70"/>
                  </a:lnTo>
                  <a:lnTo>
                    <a:pt x="141" y="69"/>
                  </a:lnTo>
                  <a:lnTo>
                    <a:pt x="143" y="67"/>
                  </a:lnTo>
                  <a:lnTo>
                    <a:pt x="144" y="65"/>
                  </a:lnTo>
                  <a:lnTo>
                    <a:pt x="144" y="64"/>
                  </a:lnTo>
                  <a:lnTo>
                    <a:pt x="145" y="61"/>
                  </a:lnTo>
                  <a:lnTo>
                    <a:pt x="144" y="60"/>
                  </a:lnTo>
                  <a:lnTo>
                    <a:pt x="144" y="59"/>
                  </a:lnTo>
                  <a:lnTo>
                    <a:pt x="143" y="58"/>
                  </a:lnTo>
                  <a:lnTo>
                    <a:pt x="141" y="57"/>
                  </a:lnTo>
                  <a:lnTo>
                    <a:pt x="137" y="55"/>
                  </a:lnTo>
                  <a:lnTo>
                    <a:pt x="132" y="51"/>
                  </a:lnTo>
                  <a:lnTo>
                    <a:pt x="126" y="48"/>
                  </a:lnTo>
                  <a:lnTo>
                    <a:pt x="123" y="46"/>
                  </a:lnTo>
                  <a:lnTo>
                    <a:pt x="122" y="46"/>
                  </a:lnTo>
                  <a:lnTo>
                    <a:pt x="121" y="45"/>
                  </a:lnTo>
                  <a:lnTo>
                    <a:pt x="121" y="45"/>
                  </a:lnTo>
                  <a:lnTo>
                    <a:pt x="120" y="44"/>
                  </a:lnTo>
                  <a:lnTo>
                    <a:pt x="119" y="43"/>
                  </a:lnTo>
                  <a:lnTo>
                    <a:pt x="119" y="42"/>
                  </a:lnTo>
                  <a:lnTo>
                    <a:pt x="118" y="41"/>
                  </a:lnTo>
                  <a:lnTo>
                    <a:pt x="119" y="41"/>
                  </a:lnTo>
                  <a:lnTo>
                    <a:pt x="119" y="39"/>
                  </a:lnTo>
                  <a:lnTo>
                    <a:pt x="118" y="37"/>
                  </a:lnTo>
                  <a:lnTo>
                    <a:pt x="118" y="37"/>
                  </a:lnTo>
                  <a:lnTo>
                    <a:pt x="118" y="36"/>
                  </a:lnTo>
                  <a:lnTo>
                    <a:pt x="118" y="35"/>
                  </a:lnTo>
                  <a:lnTo>
                    <a:pt x="119" y="33"/>
                  </a:lnTo>
                  <a:lnTo>
                    <a:pt x="119" y="32"/>
                  </a:lnTo>
                  <a:lnTo>
                    <a:pt x="120" y="32"/>
                  </a:lnTo>
                  <a:lnTo>
                    <a:pt x="121" y="32"/>
                  </a:lnTo>
                  <a:lnTo>
                    <a:pt x="122" y="32"/>
                  </a:lnTo>
                  <a:lnTo>
                    <a:pt x="125" y="32"/>
                  </a:lnTo>
                  <a:lnTo>
                    <a:pt x="127" y="32"/>
                  </a:lnTo>
                  <a:lnTo>
                    <a:pt x="130" y="34"/>
                  </a:lnTo>
                  <a:lnTo>
                    <a:pt x="135" y="35"/>
                  </a:lnTo>
                  <a:lnTo>
                    <a:pt x="140" y="37"/>
                  </a:lnTo>
                  <a:lnTo>
                    <a:pt x="143" y="38"/>
                  </a:lnTo>
                  <a:lnTo>
                    <a:pt x="145" y="39"/>
                  </a:lnTo>
                  <a:lnTo>
                    <a:pt x="147" y="40"/>
                  </a:lnTo>
                  <a:lnTo>
                    <a:pt x="148" y="40"/>
                  </a:lnTo>
                  <a:lnTo>
                    <a:pt x="149" y="39"/>
                  </a:lnTo>
                  <a:lnTo>
                    <a:pt x="151" y="38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4" y="37"/>
                  </a:lnTo>
                  <a:lnTo>
                    <a:pt x="154" y="37"/>
                  </a:lnTo>
                  <a:lnTo>
                    <a:pt x="155" y="37"/>
                  </a:lnTo>
                  <a:lnTo>
                    <a:pt x="156" y="33"/>
                  </a:lnTo>
                  <a:lnTo>
                    <a:pt x="156" y="29"/>
                  </a:lnTo>
                  <a:lnTo>
                    <a:pt x="156" y="27"/>
                  </a:lnTo>
                  <a:lnTo>
                    <a:pt x="155" y="24"/>
                  </a:lnTo>
                  <a:lnTo>
                    <a:pt x="154" y="24"/>
                  </a:lnTo>
                  <a:lnTo>
                    <a:pt x="153" y="23"/>
                  </a:lnTo>
                  <a:lnTo>
                    <a:pt x="153" y="22"/>
                  </a:lnTo>
                  <a:lnTo>
                    <a:pt x="151" y="22"/>
                  </a:lnTo>
                  <a:lnTo>
                    <a:pt x="150" y="23"/>
                  </a:lnTo>
                  <a:lnTo>
                    <a:pt x="150" y="23"/>
                  </a:lnTo>
                  <a:lnTo>
                    <a:pt x="150" y="24"/>
                  </a:lnTo>
                  <a:lnTo>
                    <a:pt x="149" y="24"/>
                  </a:lnTo>
                  <a:lnTo>
                    <a:pt x="147" y="25"/>
                  </a:lnTo>
                  <a:lnTo>
                    <a:pt x="143" y="28"/>
                  </a:lnTo>
                  <a:lnTo>
                    <a:pt x="142" y="28"/>
                  </a:lnTo>
                  <a:lnTo>
                    <a:pt x="141" y="28"/>
                  </a:lnTo>
                  <a:lnTo>
                    <a:pt x="138" y="28"/>
                  </a:lnTo>
                  <a:lnTo>
                    <a:pt x="137" y="29"/>
                  </a:lnTo>
                  <a:lnTo>
                    <a:pt x="132" y="28"/>
                  </a:lnTo>
                  <a:lnTo>
                    <a:pt x="127" y="28"/>
                  </a:lnTo>
                  <a:lnTo>
                    <a:pt x="118" y="27"/>
                  </a:lnTo>
                  <a:lnTo>
                    <a:pt x="114" y="26"/>
                  </a:lnTo>
                  <a:lnTo>
                    <a:pt x="113" y="25"/>
                  </a:lnTo>
                  <a:lnTo>
                    <a:pt x="113" y="25"/>
                  </a:lnTo>
                  <a:lnTo>
                    <a:pt x="113" y="24"/>
                  </a:lnTo>
                  <a:lnTo>
                    <a:pt x="112" y="24"/>
                  </a:lnTo>
                  <a:lnTo>
                    <a:pt x="112" y="21"/>
                  </a:lnTo>
                  <a:lnTo>
                    <a:pt x="110" y="20"/>
                  </a:lnTo>
                  <a:lnTo>
                    <a:pt x="109" y="18"/>
                  </a:lnTo>
                  <a:lnTo>
                    <a:pt x="108" y="16"/>
                  </a:lnTo>
                  <a:lnTo>
                    <a:pt x="106" y="15"/>
                  </a:lnTo>
                  <a:lnTo>
                    <a:pt x="105" y="14"/>
                  </a:lnTo>
                  <a:lnTo>
                    <a:pt x="105" y="14"/>
                  </a:lnTo>
                  <a:lnTo>
                    <a:pt x="105" y="12"/>
                  </a:lnTo>
                  <a:lnTo>
                    <a:pt x="105" y="12"/>
                  </a:lnTo>
                  <a:lnTo>
                    <a:pt x="105" y="11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6" y="6"/>
                  </a:lnTo>
                  <a:lnTo>
                    <a:pt x="106" y="5"/>
                  </a:lnTo>
                  <a:lnTo>
                    <a:pt x="106" y="4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5" y="1"/>
                  </a:lnTo>
                  <a:lnTo>
                    <a:pt x="105" y="0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2" y="1"/>
                  </a:lnTo>
                  <a:lnTo>
                    <a:pt x="101" y="2"/>
                  </a:lnTo>
                  <a:lnTo>
                    <a:pt x="101" y="3"/>
                  </a:lnTo>
                  <a:lnTo>
                    <a:pt x="100" y="4"/>
                  </a:lnTo>
                  <a:lnTo>
                    <a:pt x="97" y="8"/>
                  </a:lnTo>
                  <a:lnTo>
                    <a:pt x="93" y="13"/>
                  </a:lnTo>
                  <a:lnTo>
                    <a:pt x="89" y="18"/>
                  </a:lnTo>
                  <a:lnTo>
                    <a:pt x="86" y="22"/>
                  </a:lnTo>
                  <a:lnTo>
                    <a:pt x="84" y="24"/>
                  </a:lnTo>
                  <a:lnTo>
                    <a:pt x="83" y="24"/>
                  </a:lnTo>
                  <a:lnTo>
                    <a:pt x="81" y="25"/>
                  </a:lnTo>
                  <a:lnTo>
                    <a:pt x="80" y="25"/>
                  </a:lnTo>
                  <a:lnTo>
                    <a:pt x="79" y="25"/>
                  </a:lnTo>
                  <a:lnTo>
                    <a:pt x="78" y="25"/>
                  </a:lnTo>
                  <a:lnTo>
                    <a:pt x="78" y="24"/>
                  </a:lnTo>
                  <a:lnTo>
                    <a:pt x="78" y="24"/>
                  </a:lnTo>
                  <a:lnTo>
                    <a:pt x="80" y="19"/>
                  </a:lnTo>
                  <a:lnTo>
                    <a:pt x="81" y="14"/>
                  </a:lnTo>
                  <a:lnTo>
                    <a:pt x="82" y="13"/>
                  </a:lnTo>
                  <a:lnTo>
                    <a:pt x="82" y="11"/>
                  </a:lnTo>
                  <a:lnTo>
                    <a:pt x="81" y="9"/>
                  </a:lnTo>
                  <a:lnTo>
                    <a:pt x="80" y="7"/>
                  </a:lnTo>
                  <a:lnTo>
                    <a:pt x="80" y="7"/>
                  </a:lnTo>
                  <a:lnTo>
                    <a:pt x="79" y="6"/>
                  </a:lnTo>
                  <a:lnTo>
                    <a:pt x="78" y="7"/>
                  </a:lnTo>
                  <a:lnTo>
                    <a:pt x="78" y="7"/>
                  </a:lnTo>
                  <a:lnTo>
                    <a:pt x="77" y="9"/>
                  </a:lnTo>
                  <a:lnTo>
                    <a:pt x="76" y="12"/>
                  </a:lnTo>
                  <a:lnTo>
                    <a:pt x="74" y="16"/>
                  </a:lnTo>
                  <a:lnTo>
                    <a:pt x="73" y="18"/>
                  </a:lnTo>
                  <a:lnTo>
                    <a:pt x="71" y="20"/>
                  </a:lnTo>
                  <a:lnTo>
                    <a:pt x="69" y="21"/>
                  </a:lnTo>
                  <a:lnTo>
                    <a:pt x="68" y="22"/>
                  </a:lnTo>
                  <a:lnTo>
                    <a:pt x="67" y="23"/>
                  </a:lnTo>
                  <a:lnTo>
                    <a:pt x="65" y="24"/>
                  </a:lnTo>
                  <a:lnTo>
                    <a:pt x="65" y="25"/>
                  </a:lnTo>
                  <a:lnTo>
                    <a:pt x="64" y="26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64" y="28"/>
                  </a:lnTo>
                  <a:lnTo>
                    <a:pt x="65" y="28"/>
                  </a:lnTo>
                  <a:lnTo>
                    <a:pt x="67" y="28"/>
                  </a:lnTo>
                  <a:lnTo>
                    <a:pt x="71" y="29"/>
                  </a:lnTo>
                  <a:lnTo>
                    <a:pt x="76" y="30"/>
                  </a:lnTo>
                  <a:lnTo>
                    <a:pt x="81" y="31"/>
                  </a:lnTo>
                  <a:lnTo>
                    <a:pt x="85" y="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9" name="îśľiḓè"/>
            <p:cNvSpPr/>
            <p:nvPr/>
          </p:nvSpPr>
          <p:spPr bwMode="auto">
            <a:xfrm>
              <a:off x="2492376" y="3494088"/>
              <a:ext cx="1190625" cy="766763"/>
            </a:xfrm>
            <a:custGeom>
              <a:avLst/>
              <a:gdLst>
                <a:gd name="T0" fmla="*/ 238 w 750"/>
                <a:gd name="T1" fmla="*/ 410 h 483"/>
                <a:gd name="T2" fmla="*/ 260 w 750"/>
                <a:gd name="T3" fmla="*/ 439 h 483"/>
                <a:gd name="T4" fmla="*/ 256 w 750"/>
                <a:gd name="T5" fmla="*/ 482 h 483"/>
                <a:gd name="T6" fmla="*/ 230 w 750"/>
                <a:gd name="T7" fmla="*/ 454 h 483"/>
                <a:gd name="T8" fmla="*/ 255 w 750"/>
                <a:gd name="T9" fmla="*/ 473 h 483"/>
                <a:gd name="T10" fmla="*/ 249 w 750"/>
                <a:gd name="T11" fmla="*/ 443 h 483"/>
                <a:gd name="T12" fmla="*/ 234 w 750"/>
                <a:gd name="T13" fmla="*/ 401 h 483"/>
                <a:gd name="T14" fmla="*/ 260 w 750"/>
                <a:gd name="T15" fmla="*/ 397 h 483"/>
                <a:gd name="T16" fmla="*/ 28 w 750"/>
                <a:gd name="T17" fmla="*/ 433 h 483"/>
                <a:gd name="T18" fmla="*/ 13 w 750"/>
                <a:gd name="T19" fmla="*/ 428 h 483"/>
                <a:gd name="T20" fmla="*/ 0 w 750"/>
                <a:gd name="T21" fmla="*/ 419 h 483"/>
                <a:gd name="T22" fmla="*/ 37 w 750"/>
                <a:gd name="T23" fmla="*/ 447 h 483"/>
                <a:gd name="T24" fmla="*/ 123 w 750"/>
                <a:gd name="T25" fmla="*/ 381 h 483"/>
                <a:gd name="T26" fmla="*/ 160 w 750"/>
                <a:gd name="T27" fmla="*/ 436 h 483"/>
                <a:gd name="T28" fmla="*/ 224 w 750"/>
                <a:gd name="T29" fmla="*/ 423 h 483"/>
                <a:gd name="T30" fmla="*/ 193 w 750"/>
                <a:gd name="T31" fmla="*/ 391 h 483"/>
                <a:gd name="T32" fmla="*/ 216 w 750"/>
                <a:gd name="T33" fmla="*/ 409 h 483"/>
                <a:gd name="T34" fmla="*/ 278 w 750"/>
                <a:gd name="T35" fmla="*/ 482 h 483"/>
                <a:gd name="T36" fmla="*/ 351 w 750"/>
                <a:gd name="T37" fmla="*/ 426 h 483"/>
                <a:gd name="T38" fmla="*/ 437 w 750"/>
                <a:gd name="T39" fmla="*/ 430 h 483"/>
                <a:gd name="T40" fmla="*/ 411 w 750"/>
                <a:gd name="T41" fmla="*/ 359 h 483"/>
                <a:gd name="T42" fmla="*/ 388 w 750"/>
                <a:gd name="T43" fmla="*/ 381 h 483"/>
                <a:gd name="T44" fmla="*/ 423 w 750"/>
                <a:gd name="T45" fmla="*/ 447 h 483"/>
                <a:gd name="T46" fmla="*/ 405 w 750"/>
                <a:gd name="T47" fmla="*/ 417 h 483"/>
                <a:gd name="T48" fmla="*/ 401 w 750"/>
                <a:gd name="T49" fmla="*/ 366 h 483"/>
                <a:gd name="T50" fmla="*/ 427 w 750"/>
                <a:gd name="T51" fmla="*/ 408 h 483"/>
                <a:gd name="T52" fmla="*/ 448 w 750"/>
                <a:gd name="T53" fmla="*/ 334 h 483"/>
                <a:gd name="T54" fmla="*/ 498 w 750"/>
                <a:gd name="T55" fmla="*/ 301 h 483"/>
                <a:gd name="T56" fmla="*/ 551 w 750"/>
                <a:gd name="T57" fmla="*/ 375 h 483"/>
                <a:gd name="T58" fmla="*/ 583 w 750"/>
                <a:gd name="T59" fmla="*/ 330 h 483"/>
                <a:gd name="T60" fmla="*/ 544 w 750"/>
                <a:gd name="T61" fmla="*/ 279 h 483"/>
                <a:gd name="T62" fmla="*/ 565 w 750"/>
                <a:gd name="T63" fmla="*/ 265 h 483"/>
                <a:gd name="T64" fmla="*/ 537 w 750"/>
                <a:gd name="T65" fmla="*/ 269 h 483"/>
                <a:gd name="T66" fmla="*/ 572 w 750"/>
                <a:gd name="T67" fmla="*/ 333 h 483"/>
                <a:gd name="T68" fmla="*/ 602 w 750"/>
                <a:gd name="T69" fmla="*/ 327 h 483"/>
                <a:gd name="T70" fmla="*/ 589 w 750"/>
                <a:gd name="T71" fmla="*/ 271 h 483"/>
                <a:gd name="T72" fmla="*/ 650 w 750"/>
                <a:gd name="T73" fmla="*/ 233 h 483"/>
                <a:gd name="T74" fmla="*/ 668 w 750"/>
                <a:gd name="T75" fmla="*/ 220 h 483"/>
                <a:gd name="T76" fmla="*/ 613 w 750"/>
                <a:gd name="T77" fmla="*/ 169 h 483"/>
                <a:gd name="T78" fmla="*/ 644 w 750"/>
                <a:gd name="T79" fmla="*/ 157 h 483"/>
                <a:gd name="T80" fmla="*/ 690 w 750"/>
                <a:gd name="T81" fmla="*/ 213 h 483"/>
                <a:gd name="T82" fmla="*/ 658 w 750"/>
                <a:gd name="T83" fmla="*/ 175 h 483"/>
                <a:gd name="T84" fmla="*/ 620 w 750"/>
                <a:gd name="T85" fmla="*/ 169 h 483"/>
                <a:gd name="T86" fmla="*/ 664 w 750"/>
                <a:gd name="T87" fmla="*/ 208 h 483"/>
                <a:gd name="T88" fmla="*/ 710 w 750"/>
                <a:gd name="T89" fmla="*/ 149 h 483"/>
                <a:gd name="T90" fmla="*/ 697 w 750"/>
                <a:gd name="T91" fmla="*/ 143 h 483"/>
                <a:gd name="T92" fmla="*/ 641 w 750"/>
                <a:gd name="T93" fmla="*/ 104 h 483"/>
                <a:gd name="T94" fmla="*/ 692 w 750"/>
                <a:gd name="T95" fmla="*/ 96 h 483"/>
                <a:gd name="T96" fmla="*/ 709 w 750"/>
                <a:gd name="T97" fmla="*/ 135 h 483"/>
                <a:gd name="T98" fmla="*/ 650 w 750"/>
                <a:gd name="T99" fmla="*/ 108 h 483"/>
                <a:gd name="T100" fmla="*/ 667 w 750"/>
                <a:gd name="T101" fmla="*/ 97 h 483"/>
                <a:gd name="T102" fmla="*/ 718 w 750"/>
                <a:gd name="T103" fmla="*/ 126 h 483"/>
                <a:gd name="T104" fmla="*/ 706 w 750"/>
                <a:gd name="T105" fmla="*/ 61 h 483"/>
                <a:gd name="T106" fmla="*/ 732 w 750"/>
                <a:gd name="T107" fmla="*/ 81 h 483"/>
                <a:gd name="T108" fmla="*/ 669 w 750"/>
                <a:gd name="T109" fmla="*/ 73 h 483"/>
                <a:gd name="T110" fmla="*/ 673 w 750"/>
                <a:gd name="T111" fmla="*/ 53 h 483"/>
                <a:gd name="T112" fmla="*/ 654 w 750"/>
                <a:gd name="T113" fmla="*/ 62 h 483"/>
                <a:gd name="T114" fmla="*/ 698 w 750"/>
                <a:gd name="T115" fmla="*/ 91 h 483"/>
                <a:gd name="T116" fmla="*/ 741 w 750"/>
                <a:gd name="T117" fmla="*/ 77 h 483"/>
                <a:gd name="T118" fmla="*/ 662 w 750"/>
                <a:gd name="T119" fmla="*/ 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50" h="483">
                  <a:moveTo>
                    <a:pt x="265" y="417"/>
                  </a:moveTo>
                  <a:lnTo>
                    <a:pt x="258" y="417"/>
                  </a:lnTo>
                  <a:lnTo>
                    <a:pt x="258" y="414"/>
                  </a:lnTo>
                  <a:lnTo>
                    <a:pt x="257" y="411"/>
                  </a:lnTo>
                  <a:lnTo>
                    <a:pt x="257" y="408"/>
                  </a:lnTo>
                  <a:lnTo>
                    <a:pt x="256" y="405"/>
                  </a:lnTo>
                  <a:lnTo>
                    <a:pt x="255" y="404"/>
                  </a:lnTo>
                  <a:lnTo>
                    <a:pt x="253" y="403"/>
                  </a:lnTo>
                  <a:lnTo>
                    <a:pt x="251" y="401"/>
                  </a:lnTo>
                  <a:lnTo>
                    <a:pt x="249" y="401"/>
                  </a:lnTo>
                  <a:lnTo>
                    <a:pt x="246" y="401"/>
                  </a:lnTo>
                  <a:lnTo>
                    <a:pt x="244" y="402"/>
                  </a:lnTo>
                  <a:lnTo>
                    <a:pt x="241" y="404"/>
                  </a:lnTo>
                  <a:lnTo>
                    <a:pt x="241" y="405"/>
                  </a:lnTo>
                  <a:lnTo>
                    <a:pt x="239" y="408"/>
                  </a:lnTo>
                  <a:lnTo>
                    <a:pt x="238" y="410"/>
                  </a:lnTo>
                  <a:lnTo>
                    <a:pt x="238" y="414"/>
                  </a:lnTo>
                  <a:lnTo>
                    <a:pt x="238" y="417"/>
                  </a:lnTo>
                  <a:lnTo>
                    <a:pt x="238" y="420"/>
                  </a:lnTo>
                  <a:lnTo>
                    <a:pt x="238" y="421"/>
                  </a:lnTo>
                  <a:lnTo>
                    <a:pt x="238" y="423"/>
                  </a:lnTo>
                  <a:lnTo>
                    <a:pt x="239" y="425"/>
                  </a:lnTo>
                  <a:lnTo>
                    <a:pt x="240" y="426"/>
                  </a:lnTo>
                  <a:lnTo>
                    <a:pt x="241" y="428"/>
                  </a:lnTo>
                  <a:lnTo>
                    <a:pt x="242" y="429"/>
                  </a:lnTo>
                  <a:lnTo>
                    <a:pt x="244" y="430"/>
                  </a:lnTo>
                  <a:lnTo>
                    <a:pt x="245" y="431"/>
                  </a:lnTo>
                  <a:lnTo>
                    <a:pt x="249" y="433"/>
                  </a:lnTo>
                  <a:lnTo>
                    <a:pt x="251" y="434"/>
                  </a:lnTo>
                  <a:lnTo>
                    <a:pt x="253" y="434"/>
                  </a:lnTo>
                  <a:lnTo>
                    <a:pt x="257" y="437"/>
                  </a:lnTo>
                  <a:lnTo>
                    <a:pt x="260" y="439"/>
                  </a:lnTo>
                  <a:lnTo>
                    <a:pt x="262" y="442"/>
                  </a:lnTo>
                  <a:lnTo>
                    <a:pt x="264" y="444"/>
                  </a:lnTo>
                  <a:lnTo>
                    <a:pt x="265" y="447"/>
                  </a:lnTo>
                  <a:lnTo>
                    <a:pt x="266" y="450"/>
                  </a:lnTo>
                  <a:lnTo>
                    <a:pt x="267" y="454"/>
                  </a:lnTo>
                  <a:lnTo>
                    <a:pt x="267" y="458"/>
                  </a:lnTo>
                  <a:lnTo>
                    <a:pt x="266" y="463"/>
                  </a:lnTo>
                  <a:lnTo>
                    <a:pt x="265" y="469"/>
                  </a:lnTo>
                  <a:lnTo>
                    <a:pt x="265" y="471"/>
                  </a:lnTo>
                  <a:lnTo>
                    <a:pt x="264" y="473"/>
                  </a:lnTo>
                  <a:lnTo>
                    <a:pt x="263" y="475"/>
                  </a:lnTo>
                  <a:lnTo>
                    <a:pt x="261" y="477"/>
                  </a:lnTo>
                  <a:lnTo>
                    <a:pt x="261" y="478"/>
                  </a:lnTo>
                  <a:lnTo>
                    <a:pt x="259" y="479"/>
                  </a:lnTo>
                  <a:lnTo>
                    <a:pt x="257" y="481"/>
                  </a:lnTo>
                  <a:lnTo>
                    <a:pt x="256" y="482"/>
                  </a:lnTo>
                  <a:lnTo>
                    <a:pt x="254" y="482"/>
                  </a:lnTo>
                  <a:lnTo>
                    <a:pt x="253" y="483"/>
                  </a:lnTo>
                  <a:lnTo>
                    <a:pt x="250" y="483"/>
                  </a:lnTo>
                  <a:lnTo>
                    <a:pt x="248" y="483"/>
                  </a:lnTo>
                  <a:lnTo>
                    <a:pt x="245" y="483"/>
                  </a:lnTo>
                  <a:lnTo>
                    <a:pt x="242" y="482"/>
                  </a:lnTo>
                  <a:lnTo>
                    <a:pt x="240" y="482"/>
                  </a:lnTo>
                  <a:lnTo>
                    <a:pt x="237" y="481"/>
                  </a:lnTo>
                  <a:lnTo>
                    <a:pt x="236" y="478"/>
                  </a:lnTo>
                  <a:lnTo>
                    <a:pt x="234" y="476"/>
                  </a:lnTo>
                  <a:lnTo>
                    <a:pt x="232" y="474"/>
                  </a:lnTo>
                  <a:lnTo>
                    <a:pt x="231" y="470"/>
                  </a:lnTo>
                  <a:lnTo>
                    <a:pt x="231" y="468"/>
                  </a:lnTo>
                  <a:lnTo>
                    <a:pt x="230" y="464"/>
                  </a:lnTo>
                  <a:lnTo>
                    <a:pt x="230" y="459"/>
                  </a:lnTo>
                  <a:lnTo>
                    <a:pt x="230" y="454"/>
                  </a:lnTo>
                  <a:lnTo>
                    <a:pt x="236" y="454"/>
                  </a:lnTo>
                  <a:lnTo>
                    <a:pt x="236" y="459"/>
                  </a:lnTo>
                  <a:lnTo>
                    <a:pt x="236" y="464"/>
                  </a:lnTo>
                  <a:lnTo>
                    <a:pt x="237" y="467"/>
                  </a:lnTo>
                  <a:lnTo>
                    <a:pt x="239" y="470"/>
                  </a:lnTo>
                  <a:lnTo>
                    <a:pt x="240" y="471"/>
                  </a:lnTo>
                  <a:lnTo>
                    <a:pt x="241" y="473"/>
                  </a:lnTo>
                  <a:lnTo>
                    <a:pt x="241" y="474"/>
                  </a:lnTo>
                  <a:lnTo>
                    <a:pt x="243" y="474"/>
                  </a:lnTo>
                  <a:lnTo>
                    <a:pt x="244" y="474"/>
                  </a:lnTo>
                  <a:lnTo>
                    <a:pt x="245" y="475"/>
                  </a:lnTo>
                  <a:lnTo>
                    <a:pt x="247" y="475"/>
                  </a:lnTo>
                  <a:lnTo>
                    <a:pt x="249" y="475"/>
                  </a:lnTo>
                  <a:lnTo>
                    <a:pt x="251" y="475"/>
                  </a:lnTo>
                  <a:lnTo>
                    <a:pt x="253" y="474"/>
                  </a:lnTo>
                  <a:lnTo>
                    <a:pt x="255" y="473"/>
                  </a:lnTo>
                  <a:lnTo>
                    <a:pt x="257" y="471"/>
                  </a:lnTo>
                  <a:lnTo>
                    <a:pt x="258" y="469"/>
                  </a:lnTo>
                  <a:lnTo>
                    <a:pt x="259" y="466"/>
                  </a:lnTo>
                  <a:lnTo>
                    <a:pt x="260" y="463"/>
                  </a:lnTo>
                  <a:lnTo>
                    <a:pt x="260" y="460"/>
                  </a:lnTo>
                  <a:lnTo>
                    <a:pt x="260" y="457"/>
                  </a:lnTo>
                  <a:lnTo>
                    <a:pt x="259" y="454"/>
                  </a:lnTo>
                  <a:lnTo>
                    <a:pt x="258" y="453"/>
                  </a:lnTo>
                  <a:lnTo>
                    <a:pt x="257" y="450"/>
                  </a:lnTo>
                  <a:lnTo>
                    <a:pt x="257" y="449"/>
                  </a:lnTo>
                  <a:lnTo>
                    <a:pt x="255" y="447"/>
                  </a:lnTo>
                  <a:lnTo>
                    <a:pt x="253" y="446"/>
                  </a:lnTo>
                  <a:lnTo>
                    <a:pt x="251" y="445"/>
                  </a:lnTo>
                  <a:lnTo>
                    <a:pt x="251" y="445"/>
                  </a:lnTo>
                  <a:lnTo>
                    <a:pt x="250" y="444"/>
                  </a:lnTo>
                  <a:lnTo>
                    <a:pt x="249" y="443"/>
                  </a:lnTo>
                  <a:lnTo>
                    <a:pt x="246" y="442"/>
                  </a:lnTo>
                  <a:lnTo>
                    <a:pt x="241" y="439"/>
                  </a:lnTo>
                  <a:lnTo>
                    <a:pt x="238" y="437"/>
                  </a:lnTo>
                  <a:lnTo>
                    <a:pt x="236" y="436"/>
                  </a:lnTo>
                  <a:lnTo>
                    <a:pt x="234" y="434"/>
                  </a:lnTo>
                  <a:lnTo>
                    <a:pt x="233" y="432"/>
                  </a:lnTo>
                  <a:lnTo>
                    <a:pt x="232" y="430"/>
                  </a:lnTo>
                  <a:lnTo>
                    <a:pt x="232" y="427"/>
                  </a:lnTo>
                  <a:lnTo>
                    <a:pt x="231" y="424"/>
                  </a:lnTo>
                  <a:lnTo>
                    <a:pt x="231" y="421"/>
                  </a:lnTo>
                  <a:lnTo>
                    <a:pt x="231" y="417"/>
                  </a:lnTo>
                  <a:lnTo>
                    <a:pt x="231" y="412"/>
                  </a:lnTo>
                  <a:lnTo>
                    <a:pt x="232" y="407"/>
                  </a:lnTo>
                  <a:lnTo>
                    <a:pt x="232" y="405"/>
                  </a:lnTo>
                  <a:lnTo>
                    <a:pt x="233" y="403"/>
                  </a:lnTo>
                  <a:lnTo>
                    <a:pt x="234" y="401"/>
                  </a:lnTo>
                  <a:lnTo>
                    <a:pt x="235" y="399"/>
                  </a:lnTo>
                  <a:lnTo>
                    <a:pt x="236" y="397"/>
                  </a:lnTo>
                  <a:lnTo>
                    <a:pt x="237" y="397"/>
                  </a:lnTo>
                  <a:lnTo>
                    <a:pt x="239" y="395"/>
                  </a:lnTo>
                  <a:lnTo>
                    <a:pt x="241" y="394"/>
                  </a:lnTo>
                  <a:lnTo>
                    <a:pt x="242" y="393"/>
                  </a:lnTo>
                  <a:lnTo>
                    <a:pt x="244" y="393"/>
                  </a:lnTo>
                  <a:lnTo>
                    <a:pt x="245" y="393"/>
                  </a:lnTo>
                  <a:lnTo>
                    <a:pt x="248" y="393"/>
                  </a:lnTo>
                  <a:lnTo>
                    <a:pt x="249" y="393"/>
                  </a:lnTo>
                  <a:lnTo>
                    <a:pt x="252" y="393"/>
                  </a:lnTo>
                  <a:lnTo>
                    <a:pt x="253" y="393"/>
                  </a:lnTo>
                  <a:lnTo>
                    <a:pt x="256" y="394"/>
                  </a:lnTo>
                  <a:lnTo>
                    <a:pt x="257" y="395"/>
                  </a:lnTo>
                  <a:lnTo>
                    <a:pt x="258" y="396"/>
                  </a:lnTo>
                  <a:lnTo>
                    <a:pt x="260" y="397"/>
                  </a:lnTo>
                  <a:lnTo>
                    <a:pt x="261" y="399"/>
                  </a:lnTo>
                  <a:lnTo>
                    <a:pt x="262" y="401"/>
                  </a:lnTo>
                  <a:lnTo>
                    <a:pt x="263" y="403"/>
                  </a:lnTo>
                  <a:lnTo>
                    <a:pt x="264" y="405"/>
                  </a:lnTo>
                  <a:lnTo>
                    <a:pt x="264" y="407"/>
                  </a:lnTo>
                  <a:lnTo>
                    <a:pt x="265" y="412"/>
                  </a:lnTo>
                  <a:lnTo>
                    <a:pt x="265" y="417"/>
                  </a:lnTo>
                  <a:lnTo>
                    <a:pt x="265" y="417"/>
                  </a:lnTo>
                  <a:close/>
                  <a:moveTo>
                    <a:pt x="16" y="438"/>
                  </a:moveTo>
                  <a:lnTo>
                    <a:pt x="18" y="438"/>
                  </a:lnTo>
                  <a:lnTo>
                    <a:pt x="20" y="438"/>
                  </a:lnTo>
                  <a:lnTo>
                    <a:pt x="21" y="437"/>
                  </a:lnTo>
                  <a:lnTo>
                    <a:pt x="23" y="436"/>
                  </a:lnTo>
                  <a:lnTo>
                    <a:pt x="24" y="435"/>
                  </a:lnTo>
                  <a:lnTo>
                    <a:pt x="27" y="434"/>
                  </a:lnTo>
                  <a:lnTo>
                    <a:pt x="28" y="433"/>
                  </a:lnTo>
                  <a:lnTo>
                    <a:pt x="29" y="431"/>
                  </a:lnTo>
                  <a:lnTo>
                    <a:pt x="30" y="430"/>
                  </a:lnTo>
                  <a:lnTo>
                    <a:pt x="32" y="428"/>
                  </a:lnTo>
                  <a:lnTo>
                    <a:pt x="32" y="425"/>
                  </a:lnTo>
                  <a:lnTo>
                    <a:pt x="34" y="423"/>
                  </a:lnTo>
                  <a:lnTo>
                    <a:pt x="58" y="358"/>
                  </a:lnTo>
                  <a:lnTo>
                    <a:pt x="51" y="355"/>
                  </a:lnTo>
                  <a:lnTo>
                    <a:pt x="27" y="420"/>
                  </a:lnTo>
                  <a:lnTo>
                    <a:pt x="25" y="423"/>
                  </a:lnTo>
                  <a:lnTo>
                    <a:pt x="24" y="425"/>
                  </a:lnTo>
                  <a:lnTo>
                    <a:pt x="23" y="426"/>
                  </a:lnTo>
                  <a:lnTo>
                    <a:pt x="20" y="428"/>
                  </a:lnTo>
                  <a:lnTo>
                    <a:pt x="19" y="429"/>
                  </a:lnTo>
                  <a:lnTo>
                    <a:pt x="17" y="429"/>
                  </a:lnTo>
                  <a:lnTo>
                    <a:pt x="15" y="429"/>
                  </a:lnTo>
                  <a:lnTo>
                    <a:pt x="13" y="428"/>
                  </a:lnTo>
                  <a:lnTo>
                    <a:pt x="12" y="427"/>
                  </a:lnTo>
                  <a:lnTo>
                    <a:pt x="10" y="425"/>
                  </a:lnTo>
                  <a:lnTo>
                    <a:pt x="9" y="424"/>
                  </a:lnTo>
                  <a:lnTo>
                    <a:pt x="8" y="421"/>
                  </a:lnTo>
                  <a:lnTo>
                    <a:pt x="8" y="419"/>
                  </a:lnTo>
                  <a:lnTo>
                    <a:pt x="8" y="417"/>
                  </a:lnTo>
                  <a:lnTo>
                    <a:pt x="8" y="414"/>
                  </a:lnTo>
                  <a:lnTo>
                    <a:pt x="8" y="411"/>
                  </a:lnTo>
                  <a:lnTo>
                    <a:pt x="33" y="346"/>
                  </a:lnTo>
                  <a:lnTo>
                    <a:pt x="26" y="342"/>
                  </a:lnTo>
                  <a:lnTo>
                    <a:pt x="2" y="407"/>
                  </a:lnTo>
                  <a:lnTo>
                    <a:pt x="1" y="410"/>
                  </a:lnTo>
                  <a:lnTo>
                    <a:pt x="0" y="412"/>
                  </a:lnTo>
                  <a:lnTo>
                    <a:pt x="0" y="414"/>
                  </a:lnTo>
                  <a:lnTo>
                    <a:pt x="0" y="417"/>
                  </a:lnTo>
                  <a:lnTo>
                    <a:pt x="0" y="419"/>
                  </a:lnTo>
                  <a:lnTo>
                    <a:pt x="0" y="421"/>
                  </a:lnTo>
                  <a:lnTo>
                    <a:pt x="0" y="423"/>
                  </a:lnTo>
                  <a:lnTo>
                    <a:pt x="1" y="425"/>
                  </a:lnTo>
                  <a:lnTo>
                    <a:pt x="3" y="428"/>
                  </a:lnTo>
                  <a:lnTo>
                    <a:pt x="4" y="430"/>
                  </a:lnTo>
                  <a:lnTo>
                    <a:pt x="5" y="432"/>
                  </a:lnTo>
                  <a:lnTo>
                    <a:pt x="7" y="434"/>
                  </a:lnTo>
                  <a:lnTo>
                    <a:pt x="8" y="435"/>
                  </a:lnTo>
                  <a:lnTo>
                    <a:pt x="11" y="436"/>
                  </a:lnTo>
                  <a:lnTo>
                    <a:pt x="14" y="438"/>
                  </a:lnTo>
                  <a:lnTo>
                    <a:pt x="16" y="438"/>
                  </a:lnTo>
                  <a:lnTo>
                    <a:pt x="16" y="438"/>
                  </a:lnTo>
                  <a:close/>
                  <a:moveTo>
                    <a:pt x="68" y="458"/>
                  </a:moveTo>
                  <a:lnTo>
                    <a:pt x="68" y="373"/>
                  </a:lnTo>
                  <a:lnTo>
                    <a:pt x="44" y="450"/>
                  </a:lnTo>
                  <a:lnTo>
                    <a:pt x="37" y="447"/>
                  </a:lnTo>
                  <a:lnTo>
                    <a:pt x="64" y="361"/>
                  </a:lnTo>
                  <a:lnTo>
                    <a:pt x="75" y="365"/>
                  </a:lnTo>
                  <a:lnTo>
                    <a:pt x="74" y="435"/>
                  </a:lnTo>
                  <a:lnTo>
                    <a:pt x="91" y="370"/>
                  </a:lnTo>
                  <a:lnTo>
                    <a:pt x="98" y="373"/>
                  </a:lnTo>
                  <a:lnTo>
                    <a:pt x="75" y="460"/>
                  </a:lnTo>
                  <a:lnTo>
                    <a:pt x="68" y="458"/>
                  </a:lnTo>
                  <a:lnTo>
                    <a:pt x="68" y="458"/>
                  </a:lnTo>
                  <a:close/>
                  <a:moveTo>
                    <a:pt x="92" y="466"/>
                  </a:moveTo>
                  <a:lnTo>
                    <a:pt x="111" y="377"/>
                  </a:lnTo>
                  <a:lnTo>
                    <a:pt x="104" y="375"/>
                  </a:lnTo>
                  <a:lnTo>
                    <a:pt x="84" y="463"/>
                  </a:lnTo>
                  <a:lnTo>
                    <a:pt x="92" y="466"/>
                  </a:lnTo>
                  <a:lnTo>
                    <a:pt x="92" y="466"/>
                  </a:lnTo>
                  <a:close/>
                  <a:moveTo>
                    <a:pt x="124" y="454"/>
                  </a:moveTo>
                  <a:lnTo>
                    <a:pt x="123" y="381"/>
                  </a:lnTo>
                  <a:lnTo>
                    <a:pt x="116" y="378"/>
                  </a:lnTo>
                  <a:lnTo>
                    <a:pt x="117" y="471"/>
                  </a:lnTo>
                  <a:lnTo>
                    <a:pt x="124" y="474"/>
                  </a:lnTo>
                  <a:lnTo>
                    <a:pt x="152" y="386"/>
                  </a:lnTo>
                  <a:lnTo>
                    <a:pt x="144" y="385"/>
                  </a:lnTo>
                  <a:lnTo>
                    <a:pt x="124" y="454"/>
                  </a:lnTo>
                  <a:lnTo>
                    <a:pt x="124" y="454"/>
                  </a:lnTo>
                  <a:close/>
                  <a:moveTo>
                    <a:pt x="146" y="477"/>
                  </a:moveTo>
                  <a:lnTo>
                    <a:pt x="157" y="387"/>
                  </a:lnTo>
                  <a:lnTo>
                    <a:pt x="187" y="392"/>
                  </a:lnTo>
                  <a:lnTo>
                    <a:pt x="186" y="401"/>
                  </a:lnTo>
                  <a:lnTo>
                    <a:pt x="164" y="397"/>
                  </a:lnTo>
                  <a:lnTo>
                    <a:pt x="160" y="426"/>
                  </a:lnTo>
                  <a:lnTo>
                    <a:pt x="177" y="429"/>
                  </a:lnTo>
                  <a:lnTo>
                    <a:pt x="176" y="438"/>
                  </a:lnTo>
                  <a:lnTo>
                    <a:pt x="160" y="436"/>
                  </a:lnTo>
                  <a:lnTo>
                    <a:pt x="155" y="469"/>
                  </a:lnTo>
                  <a:lnTo>
                    <a:pt x="179" y="472"/>
                  </a:lnTo>
                  <a:lnTo>
                    <a:pt x="177" y="481"/>
                  </a:lnTo>
                  <a:lnTo>
                    <a:pt x="146" y="477"/>
                  </a:lnTo>
                  <a:lnTo>
                    <a:pt x="146" y="477"/>
                  </a:lnTo>
                  <a:close/>
                  <a:moveTo>
                    <a:pt x="224" y="483"/>
                  </a:moveTo>
                  <a:lnTo>
                    <a:pt x="214" y="438"/>
                  </a:lnTo>
                  <a:lnTo>
                    <a:pt x="216" y="438"/>
                  </a:lnTo>
                  <a:lnTo>
                    <a:pt x="216" y="437"/>
                  </a:lnTo>
                  <a:lnTo>
                    <a:pt x="217" y="436"/>
                  </a:lnTo>
                  <a:lnTo>
                    <a:pt x="219" y="434"/>
                  </a:lnTo>
                  <a:lnTo>
                    <a:pt x="220" y="432"/>
                  </a:lnTo>
                  <a:lnTo>
                    <a:pt x="222" y="430"/>
                  </a:lnTo>
                  <a:lnTo>
                    <a:pt x="223" y="426"/>
                  </a:lnTo>
                  <a:lnTo>
                    <a:pt x="224" y="423"/>
                  </a:lnTo>
                  <a:lnTo>
                    <a:pt x="224" y="423"/>
                  </a:lnTo>
                  <a:lnTo>
                    <a:pt x="224" y="422"/>
                  </a:lnTo>
                  <a:lnTo>
                    <a:pt x="225" y="420"/>
                  </a:lnTo>
                  <a:lnTo>
                    <a:pt x="225" y="414"/>
                  </a:lnTo>
                  <a:lnTo>
                    <a:pt x="225" y="410"/>
                  </a:lnTo>
                  <a:lnTo>
                    <a:pt x="224" y="407"/>
                  </a:lnTo>
                  <a:lnTo>
                    <a:pt x="223" y="403"/>
                  </a:lnTo>
                  <a:lnTo>
                    <a:pt x="221" y="400"/>
                  </a:lnTo>
                  <a:lnTo>
                    <a:pt x="220" y="398"/>
                  </a:lnTo>
                  <a:lnTo>
                    <a:pt x="220" y="397"/>
                  </a:lnTo>
                  <a:lnTo>
                    <a:pt x="218" y="395"/>
                  </a:lnTo>
                  <a:lnTo>
                    <a:pt x="216" y="394"/>
                  </a:lnTo>
                  <a:lnTo>
                    <a:pt x="215" y="393"/>
                  </a:lnTo>
                  <a:lnTo>
                    <a:pt x="213" y="393"/>
                  </a:lnTo>
                  <a:lnTo>
                    <a:pt x="211" y="392"/>
                  </a:lnTo>
                  <a:lnTo>
                    <a:pt x="209" y="392"/>
                  </a:lnTo>
                  <a:lnTo>
                    <a:pt x="193" y="391"/>
                  </a:lnTo>
                  <a:lnTo>
                    <a:pt x="189" y="482"/>
                  </a:lnTo>
                  <a:lnTo>
                    <a:pt x="197" y="482"/>
                  </a:lnTo>
                  <a:lnTo>
                    <a:pt x="199" y="439"/>
                  </a:lnTo>
                  <a:lnTo>
                    <a:pt x="206" y="440"/>
                  </a:lnTo>
                  <a:lnTo>
                    <a:pt x="216" y="483"/>
                  </a:lnTo>
                  <a:lnTo>
                    <a:pt x="224" y="483"/>
                  </a:lnTo>
                  <a:lnTo>
                    <a:pt x="224" y="483"/>
                  </a:lnTo>
                  <a:close/>
                  <a:moveTo>
                    <a:pt x="199" y="430"/>
                  </a:moveTo>
                  <a:lnTo>
                    <a:pt x="200" y="401"/>
                  </a:lnTo>
                  <a:lnTo>
                    <a:pt x="208" y="401"/>
                  </a:lnTo>
                  <a:lnTo>
                    <a:pt x="209" y="401"/>
                  </a:lnTo>
                  <a:lnTo>
                    <a:pt x="212" y="402"/>
                  </a:lnTo>
                  <a:lnTo>
                    <a:pt x="213" y="403"/>
                  </a:lnTo>
                  <a:lnTo>
                    <a:pt x="214" y="405"/>
                  </a:lnTo>
                  <a:lnTo>
                    <a:pt x="216" y="407"/>
                  </a:lnTo>
                  <a:lnTo>
                    <a:pt x="216" y="409"/>
                  </a:lnTo>
                  <a:lnTo>
                    <a:pt x="216" y="412"/>
                  </a:lnTo>
                  <a:lnTo>
                    <a:pt x="216" y="415"/>
                  </a:lnTo>
                  <a:lnTo>
                    <a:pt x="216" y="418"/>
                  </a:lnTo>
                  <a:lnTo>
                    <a:pt x="216" y="421"/>
                  </a:lnTo>
                  <a:lnTo>
                    <a:pt x="214" y="425"/>
                  </a:lnTo>
                  <a:lnTo>
                    <a:pt x="213" y="427"/>
                  </a:lnTo>
                  <a:lnTo>
                    <a:pt x="212" y="429"/>
                  </a:lnTo>
                  <a:lnTo>
                    <a:pt x="210" y="430"/>
                  </a:lnTo>
                  <a:lnTo>
                    <a:pt x="208" y="430"/>
                  </a:lnTo>
                  <a:lnTo>
                    <a:pt x="206" y="430"/>
                  </a:lnTo>
                  <a:lnTo>
                    <a:pt x="199" y="430"/>
                  </a:lnTo>
                  <a:lnTo>
                    <a:pt x="199" y="430"/>
                  </a:lnTo>
                  <a:close/>
                  <a:moveTo>
                    <a:pt x="285" y="481"/>
                  </a:moveTo>
                  <a:lnTo>
                    <a:pt x="278" y="390"/>
                  </a:lnTo>
                  <a:lnTo>
                    <a:pt x="270" y="391"/>
                  </a:lnTo>
                  <a:lnTo>
                    <a:pt x="278" y="482"/>
                  </a:lnTo>
                  <a:lnTo>
                    <a:pt x="285" y="481"/>
                  </a:lnTo>
                  <a:lnTo>
                    <a:pt x="285" y="481"/>
                  </a:lnTo>
                  <a:close/>
                  <a:moveTo>
                    <a:pt x="282" y="398"/>
                  </a:moveTo>
                  <a:lnTo>
                    <a:pt x="282" y="389"/>
                  </a:lnTo>
                  <a:lnTo>
                    <a:pt x="318" y="385"/>
                  </a:lnTo>
                  <a:lnTo>
                    <a:pt x="319" y="393"/>
                  </a:lnTo>
                  <a:lnTo>
                    <a:pt x="305" y="395"/>
                  </a:lnTo>
                  <a:lnTo>
                    <a:pt x="314" y="477"/>
                  </a:lnTo>
                  <a:lnTo>
                    <a:pt x="307" y="478"/>
                  </a:lnTo>
                  <a:lnTo>
                    <a:pt x="297" y="397"/>
                  </a:lnTo>
                  <a:lnTo>
                    <a:pt x="282" y="398"/>
                  </a:lnTo>
                  <a:lnTo>
                    <a:pt x="282" y="398"/>
                  </a:lnTo>
                  <a:close/>
                  <a:moveTo>
                    <a:pt x="344" y="428"/>
                  </a:moveTo>
                  <a:lnTo>
                    <a:pt x="353" y="470"/>
                  </a:lnTo>
                  <a:lnTo>
                    <a:pt x="361" y="468"/>
                  </a:lnTo>
                  <a:lnTo>
                    <a:pt x="351" y="426"/>
                  </a:lnTo>
                  <a:lnTo>
                    <a:pt x="357" y="374"/>
                  </a:lnTo>
                  <a:lnTo>
                    <a:pt x="350" y="377"/>
                  </a:lnTo>
                  <a:lnTo>
                    <a:pt x="345" y="416"/>
                  </a:lnTo>
                  <a:lnTo>
                    <a:pt x="329" y="381"/>
                  </a:lnTo>
                  <a:lnTo>
                    <a:pt x="322" y="384"/>
                  </a:lnTo>
                  <a:lnTo>
                    <a:pt x="344" y="428"/>
                  </a:lnTo>
                  <a:lnTo>
                    <a:pt x="344" y="428"/>
                  </a:lnTo>
                  <a:close/>
                  <a:moveTo>
                    <a:pt x="427" y="446"/>
                  </a:moveTo>
                  <a:lnTo>
                    <a:pt x="429" y="445"/>
                  </a:lnTo>
                  <a:lnTo>
                    <a:pt x="431" y="443"/>
                  </a:lnTo>
                  <a:lnTo>
                    <a:pt x="433" y="442"/>
                  </a:lnTo>
                  <a:lnTo>
                    <a:pt x="434" y="440"/>
                  </a:lnTo>
                  <a:lnTo>
                    <a:pt x="436" y="438"/>
                  </a:lnTo>
                  <a:lnTo>
                    <a:pt x="437" y="436"/>
                  </a:lnTo>
                  <a:lnTo>
                    <a:pt x="437" y="433"/>
                  </a:lnTo>
                  <a:lnTo>
                    <a:pt x="437" y="430"/>
                  </a:lnTo>
                  <a:lnTo>
                    <a:pt x="438" y="427"/>
                  </a:lnTo>
                  <a:lnTo>
                    <a:pt x="437" y="423"/>
                  </a:lnTo>
                  <a:lnTo>
                    <a:pt x="437" y="419"/>
                  </a:lnTo>
                  <a:lnTo>
                    <a:pt x="436" y="414"/>
                  </a:lnTo>
                  <a:lnTo>
                    <a:pt x="433" y="403"/>
                  </a:lnTo>
                  <a:lnTo>
                    <a:pt x="431" y="393"/>
                  </a:lnTo>
                  <a:lnTo>
                    <a:pt x="429" y="388"/>
                  </a:lnTo>
                  <a:lnTo>
                    <a:pt x="427" y="383"/>
                  </a:lnTo>
                  <a:lnTo>
                    <a:pt x="425" y="379"/>
                  </a:lnTo>
                  <a:lnTo>
                    <a:pt x="423" y="374"/>
                  </a:lnTo>
                  <a:lnTo>
                    <a:pt x="421" y="370"/>
                  </a:lnTo>
                  <a:lnTo>
                    <a:pt x="419" y="367"/>
                  </a:lnTo>
                  <a:lnTo>
                    <a:pt x="417" y="364"/>
                  </a:lnTo>
                  <a:lnTo>
                    <a:pt x="415" y="362"/>
                  </a:lnTo>
                  <a:lnTo>
                    <a:pt x="413" y="360"/>
                  </a:lnTo>
                  <a:lnTo>
                    <a:pt x="411" y="359"/>
                  </a:lnTo>
                  <a:lnTo>
                    <a:pt x="409" y="358"/>
                  </a:lnTo>
                  <a:lnTo>
                    <a:pt x="407" y="357"/>
                  </a:lnTo>
                  <a:lnTo>
                    <a:pt x="405" y="357"/>
                  </a:lnTo>
                  <a:lnTo>
                    <a:pt x="403" y="357"/>
                  </a:lnTo>
                  <a:lnTo>
                    <a:pt x="401" y="357"/>
                  </a:lnTo>
                  <a:lnTo>
                    <a:pt x="398" y="358"/>
                  </a:lnTo>
                  <a:lnTo>
                    <a:pt x="396" y="360"/>
                  </a:lnTo>
                  <a:lnTo>
                    <a:pt x="394" y="361"/>
                  </a:lnTo>
                  <a:lnTo>
                    <a:pt x="393" y="362"/>
                  </a:lnTo>
                  <a:lnTo>
                    <a:pt x="391" y="364"/>
                  </a:lnTo>
                  <a:lnTo>
                    <a:pt x="390" y="366"/>
                  </a:lnTo>
                  <a:lnTo>
                    <a:pt x="389" y="369"/>
                  </a:lnTo>
                  <a:lnTo>
                    <a:pt x="388" y="371"/>
                  </a:lnTo>
                  <a:lnTo>
                    <a:pt x="388" y="374"/>
                  </a:lnTo>
                  <a:lnTo>
                    <a:pt x="388" y="377"/>
                  </a:lnTo>
                  <a:lnTo>
                    <a:pt x="388" y="381"/>
                  </a:lnTo>
                  <a:lnTo>
                    <a:pt x="389" y="385"/>
                  </a:lnTo>
                  <a:lnTo>
                    <a:pt x="389" y="389"/>
                  </a:lnTo>
                  <a:lnTo>
                    <a:pt x="392" y="399"/>
                  </a:lnTo>
                  <a:lnTo>
                    <a:pt x="395" y="409"/>
                  </a:lnTo>
                  <a:lnTo>
                    <a:pt x="398" y="419"/>
                  </a:lnTo>
                  <a:lnTo>
                    <a:pt x="402" y="429"/>
                  </a:lnTo>
                  <a:lnTo>
                    <a:pt x="405" y="433"/>
                  </a:lnTo>
                  <a:lnTo>
                    <a:pt x="407" y="437"/>
                  </a:lnTo>
                  <a:lnTo>
                    <a:pt x="409" y="440"/>
                  </a:lnTo>
                  <a:lnTo>
                    <a:pt x="410" y="442"/>
                  </a:lnTo>
                  <a:lnTo>
                    <a:pt x="413" y="444"/>
                  </a:lnTo>
                  <a:lnTo>
                    <a:pt x="414" y="446"/>
                  </a:lnTo>
                  <a:lnTo>
                    <a:pt x="416" y="446"/>
                  </a:lnTo>
                  <a:lnTo>
                    <a:pt x="418" y="447"/>
                  </a:lnTo>
                  <a:lnTo>
                    <a:pt x="421" y="447"/>
                  </a:lnTo>
                  <a:lnTo>
                    <a:pt x="423" y="447"/>
                  </a:lnTo>
                  <a:lnTo>
                    <a:pt x="425" y="446"/>
                  </a:lnTo>
                  <a:lnTo>
                    <a:pt x="427" y="446"/>
                  </a:lnTo>
                  <a:lnTo>
                    <a:pt x="427" y="446"/>
                  </a:lnTo>
                  <a:close/>
                  <a:moveTo>
                    <a:pt x="425" y="438"/>
                  </a:moveTo>
                  <a:lnTo>
                    <a:pt x="422" y="438"/>
                  </a:lnTo>
                  <a:lnTo>
                    <a:pt x="421" y="438"/>
                  </a:lnTo>
                  <a:lnTo>
                    <a:pt x="419" y="438"/>
                  </a:lnTo>
                  <a:lnTo>
                    <a:pt x="417" y="438"/>
                  </a:lnTo>
                  <a:lnTo>
                    <a:pt x="417" y="437"/>
                  </a:lnTo>
                  <a:lnTo>
                    <a:pt x="416" y="436"/>
                  </a:lnTo>
                  <a:lnTo>
                    <a:pt x="414" y="434"/>
                  </a:lnTo>
                  <a:lnTo>
                    <a:pt x="413" y="432"/>
                  </a:lnTo>
                  <a:lnTo>
                    <a:pt x="411" y="430"/>
                  </a:lnTo>
                  <a:lnTo>
                    <a:pt x="410" y="427"/>
                  </a:lnTo>
                  <a:lnTo>
                    <a:pt x="408" y="423"/>
                  </a:lnTo>
                  <a:lnTo>
                    <a:pt x="405" y="417"/>
                  </a:lnTo>
                  <a:lnTo>
                    <a:pt x="404" y="411"/>
                  </a:lnTo>
                  <a:lnTo>
                    <a:pt x="401" y="405"/>
                  </a:lnTo>
                  <a:lnTo>
                    <a:pt x="400" y="401"/>
                  </a:lnTo>
                  <a:lnTo>
                    <a:pt x="398" y="395"/>
                  </a:lnTo>
                  <a:lnTo>
                    <a:pt x="397" y="389"/>
                  </a:lnTo>
                  <a:lnTo>
                    <a:pt x="396" y="386"/>
                  </a:lnTo>
                  <a:lnTo>
                    <a:pt x="396" y="382"/>
                  </a:lnTo>
                  <a:lnTo>
                    <a:pt x="395" y="380"/>
                  </a:lnTo>
                  <a:lnTo>
                    <a:pt x="395" y="377"/>
                  </a:lnTo>
                  <a:lnTo>
                    <a:pt x="396" y="375"/>
                  </a:lnTo>
                  <a:lnTo>
                    <a:pt x="396" y="373"/>
                  </a:lnTo>
                  <a:lnTo>
                    <a:pt x="396" y="372"/>
                  </a:lnTo>
                  <a:lnTo>
                    <a:pt x="397" y="370"/>
                  </a:lnTo>
                  <a:lnTo>
                    <a:pt x="397" y="369"/>
                  </a:lnTo>
                  <a:lnTo>
                    <a:pt x="399" y="368"/>
                  </a:lnTo>
                  <a:lnTo>
                    <a:pt x="401" y="366"/>
                  </a:lnTo>
                  <a:lnTo>
                    <a:pt x="403" y="365"/>
                  </a:lnTo>
                  <a:lnTo>
                    <a:pt x="405" y="365"/>
                  </a:lnTo>
                  <a:lnTo>
                    <a:pt x="407" y="366"/>
                  </a:lnTo>
                  <a:lnTo>
                    <a:pt x="408" y="367"/>
                  </a:lnTo>
                  <a:lnTo>
                    <a:pt x="409" y="368"/>
                  </a:lnTo>
                  <a:lnTo>
                    <a:pt x="410" y="369"/>
                  </a:lnTo>
                  <a:lnTo>
                    <a:pt x="412" y="370"/>
                  </a:lnTo>
                  <a:lnTo>
                    <a:pt x="413" y="372"/>
                  </a:lnTo>
                  <a:lnTo>
                    <a:pt x="414" y="374"/>
                  </a:lnTo>
                  <a:lnTo>
                    <a:pt x="416" y="377"/>
                  </a:lnTo>
                  <a:lnTo>
                    <a:pt x="417" y="381"/>
                  </a:lnTo>
                  <a:lnTo>
                    <a:pt x="420" y="385"/>
                  </a:lnTo>
                  <a:lnTo>
                    <a:pt x="421" y="391"/>
                  </a:lnTo>
                  <a:lnTo>
                    <a:pt x="423" y="396"/>
                  </a:lnTo>
                  <a:lnTo>
                    <a:pt x="425" y="401"/>
                  </a:lnTo>
                  <a:lnTo>
                    <a:pt x="427" y="408"/>
                  </a:lnTo>
                  <a:lnTo>
                    <a:pt x="429" y="414"/>
                  </a:lnTo>
                  <a:lnTo>
                    <a:pt x="429" y="418"/>
                  </a:lnTo>
                  <a:lnTo>
                    <a:pt x="430" y="421"/>
                  </a:lnTo>
                  <a:lnTo>
                    <a:pt x="430" y="425"/>
                  </a:lnTo>
                  <a:lnTo>
                    <a:pt x="430" y="427"/>
                  </a:lnTo>
                  <a:lnTo>
                    <a:pt x="430" y="429"/>
                  </a:lnTo>
                  <a:lnTo>
                    <a:pt x="430" y="431"/>
                  </a:lnTo>
                  <a:lnTo>
                    <a:pt x="429" y="433"/>
                  </a:lnTo>
                  <a:lnTo>
                    <a:pt x="429" y="434"/>
                  </a:lnTo>
                  <a:lnTo>
                    <a:pt x="429" y="435"/>
                  </a:lnTo>
                  <a:lnTo>
                    <a:pt x="427" y="437"/>
                  </a:lnTo>
                  <a:lnTo>
                    <a:pt x="425" y="438"/>
                  </a:lnTo>
                  <a:lnTo>
                    <a:pt x="425" y="438"/>
                  </a:lnTo>
                  <a:close/>
                  <a:moveTo>
                    <a:pt x="454" y="434"/>
                  </a:moveTo>
                  <a:lnTo>
                    <a:pt x="421" y="349"/>
                  </a:lnTo>
                  <a:lnTo>
                    <a:pt x="448" y="334"/>
                  </a:lnTo>
                  <a:lnTo>
                    <a:pt x="452" y="343"/>
                  </a:lnTo>
                  <a:lnTo>
                    <a:pt x="431" y="353"/>
                  </a:lnTo>
                  <a:lnTo>
                    <a:pt x="441" y="377"/>
                  </a:lnTo>
                  <a:lnTo>
                    <a:pt x="459" y="367"/>
                  </a:lnTo>
                  <a:lnTo>
                    <a:pt x="462" y="375"/>
                  </a:lnTo>
                  <a:lnTo>
                    <a:pt x="444" y="385"/>
                  </a:lnTo>
                  <a:lnTo>
                    <a:pt x="461" y="430"/>
                  </a:lnTo>
                  <a:lnTo>
                    <a:pt x="454" y="434"/>
                  </a:lnTo>
                  <a:lnTo>
                    <a:pt x="454" y="434"/>
                  </a:lnTo>
                  <a:close/>
                  <a:moveTo>
                    <a:pt x="471" y="330"/>
                  </a:moveTo>
                  <a:lnTo>
                    <a:pt x="484" y="321"/>
                  </a:lnTo>
                  <a:lnTo>
                    <a:pt x="526" y="392"/>
                  </a:lnTo>
                  <a:lnTo>
                    <a:pt x="533" y="388"/>
                  </a:lnTo>
                  <a:lnTo>
                    <a:pt x="490" y="317"/>
                  </a:lnTo>
                  <a:lnTo>
                    <a:pt x="503" y="308"/>
                  </a:lnTo>
                  <a:lnTo>
                    <a:pt x="498" y="301"/>
                  </a:lnTo>
                  <a:lnTo>
                    <a:pt x="466" y="323"/>
                  </a:lnTo>
                  <a:lnTo>
                    <a:pt x="471" y="330"/>
                  </a:lnTo>
                  <a:lnTo>
                    <a:pt x="471" y="330"/>
                  </a:lnTo>
                  <a:close/>
                  <a:moveTo>
                    <a:pt x="551" y="375"/>
                  </a:moveTo>
                  <a:lnTo>
                    <a:pt x="503" y="297"/>
                  </a:lnTo>
                  <a:lnTo>
                    <a:pt x="527" y="277"/>
                  </a:lnTo>
                  <a:lnTo>
                    <a:pt x="532" y="284"/>
                  </a:lnTo>
                  <a:lnTo>
                    <a:pt x="514" y="299"/>
                  </a:lnTo>
                  <a:lnTo>
                    <a:pt x="529" y="324"/>
                  </a:lnTo>
                  <a:lnTo>
                    <a:pt x="542" y="312"/>
                  </a:lnTo>
                  <a:lnTo>
                    <a:pt x="547" y="319"/>
                  </a:lnTo>
                  <a:lnTo>
                    <a:pt x="533" y="331"/>
                  </a:lnTo>
                  <a:lnTo>
                    <a:pt x="553" y="363"/>
                  </a:lnTo>
                  <a:lnTo>
                    <a:pt x="572" y="346"/>
                  </a:lnTo>
                  <a:lnTo>
                    <a:pt x="576" y="353"/>
                  </a:lnTo>
                  <a:lnTo>
                    <a:pt x="551" y="375"/>
                  </a:lnTo>
                  <a:lnTo>
                    <a:pt x="551" y="375"/>
                  </a:lnTo>
                  <a:close/>
                  <a:moveTo>
                    <a:pt x="588" y="306"/>
                  </a:moveTo>
                  <a:lnTo>
                    <a:pt x="591" y="311"/>
                  </a:lnTo>
                  <a:lnTo>
                    <a:pt x="593" y="315"/>
                  </a:lnTo>
                  <a:lnTo>
                    <a:pt x="595" y="319"/>
                  </a:lnTo>
                  <a:lnTo>
                    <a:pt x="595" y="321"/>
                  </a:lnTo>
                  <a:lnTo>
                    <a:pt x="595" y="324"/>
                  </a:lnTo>
                  <a:lnTo>
                    <a:pt x="595" y="326"/>
                  </a:lnTo>
                  <a:lnTo>
                    <a:pt x="594" y="328"/>
                  </a:lnTo>
                  <a:lnTo>
                    <a:pt x="593" y="329"/>
                  </a:lnTo>
                  <a:lnTo>
                    <a:pt x="590" y="330"/>
                  </a:lnTo>
                  <a:lnTo>
                    <a:pt x="589" y="332"/>
                  </a:lnTo>
                  <a:lnTo>
                    <a:pt x="588" y="332"/>
                  </a:lnTo>
                  <a:lnTo>
                    <a:pt x="586" y="332"/>
                  </a:lnTo>
                  <a:lnTo>
                    <a:pt x="585" y="331"/>
                  </a:lnTo>
                  <a:lnTo>
                    <a:pt x="583" y="330"/>
                  </a:lnTo>
                  <a:lnTo>
                    <a:pt x="581" y="330"/>
                  </a:lnTo>
                  <a:lnTo>
                    <a:pt x="580" y="329"/>
                  </a:lnTo>
                  <a:lnTo>
                    <a:pt x="577" y="327"/>
                  </a:lnTo>
                  <a:lnTo>
                    <a:pt x="575" y="325"/>
                  </a:lnTo>
                  <a:lnTo>
                    <a:pt x="573" y="322"/>
                  </a:lnTo>
                  <a:lnTo>
                    <a:pt x="569" y="317"/>
                  </a:lnTo>
                  <a:lnTo>
                    <a:pt x="565" y="313"/>
                  </a:lnTo>
                  <a:lnTo>
                    <a:pt x="561" y="309"/>
                  </a:lnTo>
                  <a:lnTo>
                    <a:pt x="557" y="304"/>
                  </a:lnTo>
                  <a:lnTo>
                    <a:pt x="553" y="298"/>
                  </a:lnTo>
                  <a:lnTo>
                    <a:pt x="550" y="293"/>
                  </a:lnTo>
                  <a:lnTo>
                    <a:pt x="548" y="289"/>
                  </a:lnTo>
                  <a:lnTo>
                    <a:pt x="546" y="286"/>
                  </a:lnTo>
                  <a:lnTo>
                    <a:pt x="545" y="283"/>
                  </a:lnTo>
                  <a:lnTo>
                    <a:pt x="545" y="281"/>
                  </a:lnTo>
                  <a:lnTo>
                    <a:pt x="544" y="279"/>
                  </a:lnTo>
                  <a:lnTo>
                    <a:pt x="544" y="277"/>
                  </a:lnTo>
                  <a:lnTo>
                    <a:pt x="544" y="275"/>
                  </a:lnTo>
                  <a:lnTo>
                    <a:pt x="544" y="274"/>
                  </a:lnTo>
                  <a:lnTo>
                    <a:pt x="544" y="273"/>
                  </a:lnTo>
                  <a:lnTo>
                    <a:pt x="545" y="270"/>
                  </a:lnTo>
                  <a:lnTo>
                    <a:pt x="546" y="269"/>
                  </a:lnTo>
                  <a:lnTo>
                    <a:pt x="548" y="268"/>
                  </a:lnTo>
                  <a:lnTo>
                    <a:pt x="549" y="266"/>
                  </a:lnTo>
                  <a:lnTo>
                    <a:pt x="551" y="265"/>
                  </a:lnTo>
                  <a:lnTo>
                    <a:pt x="553" y="266"/>
                  </a:lnTo>
                  <a:lnTo>
                    <a:pt x="555" y="267"/>
                  </a:lnTo>
                  <a:lnTo>
                    <a:pt x="557" y="269"/>
                  </a:lnTo>
                  <a:lnTo>
                    <a:pt x="561" y="271"/>
                  </a:lnTo>
                  <a:lnTo>
                    <a:pt x="564" y="275"/>
                  </a:lnTo>
                  <a:lnTo>
                    <a:pt x="569" y="269"/>
                  </a:lnTo>
                  <a:lnTo>
                    <a:pt x="565" y="265"/>
                  </a:lnTo>
                  <a:lnTo>
                    <a:pt x="562" y="261"/>
                  </a:lnTo>
                  <a:lnTo>
                    <a:pt x="560" y="260"/>
                  </a:lnTo>
                  <a:lnTo>
                    <a:pt x="558" y="259"/>
                  </a:lnTo>
                  <a:lnTo>
                    <a:pt x="557" y="258"/>
                  </a:lnTo>
                  <a:lnTo>
                    <a:pt x="555" y="257"/>
                  </a:lnTo>
                  <a:lnTo>
                    <a:pt x="553" y="257"/>
                  </a:lnTo>
                  <a:lnTo>
                    <a:pt x="551" y="257"/>
                  </a:lnTo>
                  <a:lnTo>
                    <a:pt x="549" y="257"/>
                  </a:lnTo>
                  <a:lnTo>
                    <a:pt x="548" y="258"/>
                  </a:lnTo>
                  <a:lnTo>
                    <a:pt x="546" y="258"/>
                  </a:lnTo>
                  <a:lnTo>
                    <a:pt x="545" y="260"/>
                  </a:lnTo>
                  <a:lnTo>
                    <a:pt x="543" y="261"/>
                  </a:lnTo>
                  <a:lnTo>
                    <a:pt x="541" y="262"/>
                  </a:lnTo>
                  <a:lnTo>
                    <a:pt x="540" y="264"/>
                  </a:lnTo>
                  <a:lnTo>
                    <a:pt x="538" y="266"/>
                  </a:lnTo>
                  <a:lnTo>
                    <a:pt x="537" y="269"/>
                  </a:lnTo>
                  <a:lnTo>
                    <a:pt x="537" y="271"/>
                  </a:lnTo>
                  <a:lnTo>
                    <a:pt x="537" y="273"/>
                  </a:lnTo>
                  <a:lnTo>
                    <a:pt x="536" y="276"/>
                  </a:lnTo>
                  <a:lnTo>
                    <a:pt x="536" y="278"/>
                  </a:lnTo>
                  <a:lnTo>
                    <a:pt x="537" y="281"/>
                  </a:lnTo>
                  <a:lnTo>
                    <a:pt x="537" y="284"/>
                  </a:lnTo>
                  <a:lnTo>
                    <a:pt x="539" y="288"/>
                  </a:lnTo>
                  <a:lnTo>
                    <a:pt x="541" y="292"/>
                  </a:lnTo>
                  <a:lnTo>
                    <a:pt x="544" y="297"/>
                  </a:lnTo>
                  <a:lnTo>
                    <a:pt x="546" y="301"/>
                  </a:lnTo>
                  <a:lnTo>
                    <a:pt x="549" y="305"/>
                  </a:lnTo>
                  <a:lnTo>
                    <a:pt x="552" y="310"/>
                  </a:lnTo>
                  <a:lnTo>
                    <a:pt x="555" y="314"/>
                  </a:lnTo>
                  <a:lnTo>
                    <a:pt x="562" y="322"/>
                  </a:lnTo>
                  <a:lnTo>
                    <a:pt x="569" y="329"/>
                  </a:lnTo>
                  <a:lnTo>
                    <a:pt x="572" y="333"/>
                  </a:lnTo>
                  <a:lnTo>
                    <a:pt x="575" y="336"/>
                  </a:lnTo>
                  <a:lnTo>
                    <a:pt x="578" y="338"/>
                  </a:lnTo>
                  <a:lnTo>
                    <a:pt x="581" y="339"/>
                  </a:lnTo>
                  <a:lnTo>
                    <a:pt x="583" y="340"/>
                  </a:lnTo>
                  <a:lnTo>
                    <a:pt x="585" y="341"/>
                  </a:lnTo>
                  <a:lnTo>
                    <a:pt x="587" y="341"/>
                  </a:lnTo>
                  <a:lnTo>
                    <a:pt x="589" y="340"/>
                  </a:lnTo>
                  <a:lnTo>
                    <a:pt x="592" y="340"/>
                  </a:lnTo>
                  <a:lnTo>
                    <a:pt x="593" y="338"/>
                  </a:lnTo>
                  <a:lnTo>
                    <a:pt x="596" y="337"/>
                  </a:lnTo>
                  <a:lnTo>
                    <a:pt x="597" y="336"/>
                  </a:lnTo>
                  <a:lnTo>
                    <a:pt x="599" y="334"/>
                  </a:lnTo>
                  <a:lnTo>
                    <a:pt x="600" y="333"/>
                  </a:lnTo>
                  <a:lnTo>
                    <a:pt x="601" y="330"/>
                  </a:lnTo>
                  <a:lnTo>
                    <a:pt x="601" y="329"/>
                  </a:lnTo>
                  <a:lnTo>
                    <a:pt x="602" y="327"/>
                  </a:lnTo>
                  <a:lnTo>
                    <a:pt x="603" y="325"/>
                  </a:lnTo>
                  <a:lnTo>
                    <a:pt x="603" y="322"/>
                  </a:lnTo>
                  <a:lnTo>
                    <a:pt x="603" y="321"/>
                  </a:lnTo>
                  <a:lnTo>
                    <a:pt x="602" y="318"/>
                  </a:lnTo>
                  <a:lnTo>
                    <a:pt x="601" y="316"/>
                  </a:lnTo>
                  <a:lnTo>
                    <a:pt x="601" y="313"/>
                  </a:lnTo>
                  <a:lnTo>
                    <a:pt x="600" y="311"/>
                  </a:lnTo>
                  <a:lnTo>
                    <a:pt x="597" y="306"/>
                  </a:lnTo>
                  <a:lnTo>
                    <a:pt x="593" y="301"/>
                  </a:lnTo>
                  <a:lnTo>
                    <a:pt x="588" y="306"/>
                  </a:lnTo>
                  <a:lnTo>
                    <a:pt x="588" y="306"/>
                  </a:lnTo>
                  <a:close/>
                  <a:moveTo>
                    <a:pt x="642" y="284"/>
                  </a:moveTo>
                  <a:lnTo>
                    <a:pt x="579" y="218"/>
                  </a:lnTo>
                  <a:lnTo>
                    <a:pt x="573" y="225"/>
                  </a:lnTo>
                  <a:lnTo>
                    <a:pt x="603" y="253"/>
                  </a:lnTo>
                  <a:lnTo>
                    <a:pt x="589" y="271"/>
                  </a:lnTo>
                  <a:lnTo>
                    <a:pt x="560" y="241"/>
                  </a:lnTo>
                  <a:lnTo>
                    <a:pt x="555" y="248"/>
                  </a:lnTo>
                  <a:lnTo>
                    <a:pt x="617" y="313"/>
                  </a:lnTo>
                  <a:lnTo>
                    <a:pt x="622" y="307"/>
                  </a:lnTo>
                  <a:lnTo>
                    <a:pt x="594" y="277"/>
                  </a:lnTo>
                  <a:lnTo>
                    <a:pt x="609" y="260"/>
                  </a:lnTo>
                  <a:lnTo>
                    <a:pt x="637" y="290"/>
                  </a:lnTo>
                  <a:lnTo>
                    <a:pt x="642" y="284"/>
                  </a:lnTo>
                  <a:lnTo>
                    <a:pt x="642" y="284"/>
                  </a:lnTo>
                  <a:close/>
                  <a:moveTo>
                    <a:pt x="668" y="249"/>
                  </a:moveTo>
                  <a:lnTo>
                    <a:pt x="596" y="215"/>
                  </a:lnTo>
                  <a:lnTo>
                    <a:pt x="654" y="268"/>
                  </a:lnTo>
                  <a:lnTo>
                    <a:pt x="650" y="274"/>
                  </a:lnTo>
                  <a:lnTo>
                    <a:pt x="582" y="213"/>
                  </a:lnTo>
                  <a:lnTo>
                    <a:pt x="589" y="202"/>
                  </a:lnTo>
                  <a:lnTo>
                    <a:pt x="650" y="233"/>
                  </a:lnTo>
                  <a:lnTo>
                    <a:pt x="600" y="188"/>
                  </a:lnTo>
                  <a:lnTo>
                    <a:pt x="604" y="181"/>
                  </a:lnTo>
                  <a:lnTo>
                    <a:pt x="673" y="241"/>
                  </a:lnTo>
                  <a:lnTo>
                    <a:pt x="668" y="249"/>
                  </a:lnTo>
                  <a:lnTo>
                    <a:pt x="668" y="249"/>
                  </a:lnTo>
                  <a:close/>
                  <a:moveTo>
                    <a:pt x="690" y="213"/>
                  </a:moveTo>
                  <a:lnTo>
                    <a:pt x="689" y="215"/>
                  </a:lnTo>
                  <a:lnTo>
                    <a:pt x="687" y="217"/>
                  </a:lnTo>
                  <a:lnTo>
                    <a:pt x="686" y="219"/>
                  </a:lnTo>
                  <a:lnTo>
                    <a:pt x="683" y="220"/>
                  </a:lnTo>
                  <a:lnTo>
                    <a:pt x="682" y="221"/>
                  </a:lnTo>
                  <a:lnTo>
                    <a:pt x="679" y="221"/>
                  </a:lnTo>
                  <a:lnTo>
                    <a:pt x="678" y="222"/>
                  </a:lnTo>
                  <a:lnTo>
                    <a:pt x="675" y="222"/>
                  </a:lnTo>
                  <a:lnTo>
                    <a:pt x="672" y="221"/>
                  </a:lnTo>
                  <a:lnTo>
                    <a:pt x="668" y="220"/>
                  </a:lnTo>
                  <a:lnTo>
                    <a:pt x="665" y="218"/>
                  </a:lnTo>
                  <a:lnTo>
                    <a:pt x="660" y="216"/>
                  </a:lnTo>
                  <a:lnTo>
                    <a:pt x="650" y="210"/>
                  </a:lnTo>
                  <a:lnTo>
                    <a:pt x="642" y="205"/>
                  </a:lnTo>
                  <a:lnTo>
                    <a:pt x="638" y="202"/>
                  </a:lnTo>
                  <a:lnTo>
                    <a:pt x="634" y="199"/>
                  </a:lnTo>
                  <a:lnTo>
                    <a:pt x="630" y="195"/>
                  </a:lnTo>
                  <a:lnTo>
                    <a:pt x="626" y="192"/>
                  </a:lnTo>
                  <a:lnTo>
                    <a:pt x="622" y="189"/>
                  </a:lnTo>
                  <a:lnTo>
                    <a:pt x="619" y="185"/>
                  </a:lnTo>
                  <a:lnTo>
                    <a:pt x="617" y="182"/>
                  </a:lnTo>
                  <a:lnTo>
                    <a:pt x="615" y="179"/>
                  </a:lnTo>
                  <a:lnTo>
                    <a:pt x="614" y="177"/>
                  </a:lnTo>
                  <a:lnTo>
                    <a:pt x="613" y="174"/>
                  </a:lnTo>
                  <a:lnTo>
                    <a:pt x="613" y="172"/>
                  </a:lnTo>
                  <a:lnTo>
                    <a:pt x="613" y="169"/>
                  </a:lnTo>
                  <a:lnTo>
                    <a:pt x="613" y="167"/>
                  </a:lnTo>
                  <a:lnTo>
                    <a:pt x="613" y="165"/>
                  </a:lnTo>
                  <a:lnTo>
                    <a:pt x="614" y="162"/>
                  </a:lnTo>
                  <a:lnTo>
                    <a:pt x="615" y="160"/>
                  </a:lnTo>
                  <a:lnTo>
                    <a:pt x="616" y="157"/>
                  </a:lnTo>
                  <a:lnTo>
                    <a:pt x="618" y="156"/>
                  </a:lnTo>
                  <a:lnTo>
                    <a:pt x="620" y="153"/>
                  </a:lnTo>
                  <a:lnTo>
                    <a:pt x="622" y="153"/>
                  </a:lnTo>
                  <a:lnTo>
                    <a:pt x="623" y="151"/>
                  </a:lnTo>
                  <a:lnTo>
                    <a:pt x="626" y="151"/>
                  </a:lnTo>
                  <a:lnTo>
                    <a:pt x="627" y="151"/>
                  </a:lnTo>
                  <a:lnTo>
                    <a:pt x="630" y="151"/>
                  </a:lnTo>
                  <a:lnTo>
                    <a:pt x="633" y="151"/>
                  </a:lnTo>
                  <a:lnTo>
                    <a:pt x="637" y="153"/>
                  </a:lnTo>
                  <a:lnTo>
                    <a:pt x="640" y="154"/>
                  </a:lnTo>
                  <a:lnTo>
                    <a:pt x="644" y="157"/>
                  </a:lnTo>
                  <a:lnTo>
                    <a:pt x="654" y="161"/>
                  </a:lnTo>
                  <a:lnTo>
                    <a:pt x="662" y="167"/>
                  </a:lnTo>
                  <a:lnTo>
                    <a:pt x="670" y="173"/>
                  </a:lnTo>
                  <a:lnTo>
                    <a:pt x="678" y="181"/>
                  </a:lnTo>
                  <a:lnTo>
                    <a:pt x="682" y="184"/>
                  </a:lnTo>
                  <a:lnTo>
                    <a:pt x="686" y="188"/>
                  </a:lnTo>
                  <a:lnTo>
                    <a:pt x="688" y="190"/>
                  </a:lnTo>
                  <a:lnTo>
                    <a:pt x="690" y="193"/>
                  </a:lnTo>
                  <a:lnTo>
                    <a:pt x="691" y="196"/>
                  </a:lnTo>
                  <a:lnTo>
                    <a:pt x="692" y="198"/>
                  </a:lnTo>
                  <a:lnTo>
                    <a:pt x="692" y="201"/>
                  </a:lnTo>
                  <a:lnTo>
                    <a:pt x="692" y="203"/>
                  </a:lnTo>
                  <a:lnTo>
                    <a:pt x="692" y="205"/>
                  </a:lnTo>
                  <a:lnTo>
                    <a:pt x="692" y="208"/>
                  </a:lnTo>
                  <a:lnTo>
                    <a:pt x="691" y="210"/>
                  </a:lnTo>
                  <a:lnTo>
                    <a:pt x="690" y="213"/>
                  </a:lnTo>
                  <a:lnTo>
                    <a:pt x="690" y="213"/>
                  </a:lnTo>
                  <a:close/>
                  <a:moveTo>
                    <a:pt x="684" y="209"/>
                  </a:moveTo>
                  <a:lnTo>
                    <a:pt x="685" y="206"/>
                  </a:lnTo>
                  <a:lnTo>
                    <a:pt x="685" y="204"/>
                  </a:lnTo>
                  <a:lnTo>
                    <a:pt x="685" y="202"/>
                  </a:lnTo>
                  <a:lnTo>
                    <a:pt x="685" y="201"/>
                  </a:lnTo>
                  <a:lnTo>
                    <a:pt x="684" y="199"/>
                  </a:lnTo>
                  <a:lnTo>
                    <a:pt x="683" y="197"/>
                  </a:lnTo>
                  <a:lnTo>
                    <a:pt x="682" y="196"/>
                  </a:lnTo>
                  <a:lnTo>
                    <a:pt x="681" y="193"/>
                  </a:lnTo>
                  <a:lnTo>
                    <a:pt x="679" y="192"/>
                  </a:lnTo>
                  <a:lnTo>
                    <a:pt x="678" y="189"/>
                  </a:lnTo>
                  <a:lnTo>
                    <a:pt x="674" y="186"/>
                  </a:lnTo>
                  <a:lnTo>
                    <a:pt x="668" y="182"/>
                  </a:lnTo>
                  <a:lnTo>
                    <a:pt x="662" y="178"/>
                  </a:lnTo>
                  <a:lnTo>
                    <a:pt x="658" y="175"/>
                  </a:lnTo>
                  <a:lnTo>
                    <a:pt x="654" y="171"/>
                  </a:lnTo>
                  <a:lnTo>
                    <a:pt x="648" y="168"/>
                  </a:lnTo>
                  <a:lnTo>
                    <a:pt x="642" y="164"/>
                  </a:lnTo>
                  <a:lnTo>
                    <a:pt x="638" y="162"/>
                  </a:lnTo>
                  <a:lnTo>
                    <a:pt x="636" y="161"/>
                  </a:lnTo>
                  <a:lnTo>
                    <a:pt x="634" y="160"/>
                  </a:lnTo>
                  <a:lnTo>
                    <a:pt x="632" y="160"/>
                  </a:lnTo>
                  <a:lnTo>
                    <a:pt x="630" y="159"/>
                  </a:lnTo>
                  <a:lnTo>
                    <a:pt x="628" y="159"/>
                  </a:lnTo>
                  <a:lnTo>
                    <a:pt x="627" y="160"/>
                  </a:lnTo>
                  <a:lnTo>
                    <a:pt x="626" y="160"/>
                  </a:lnTo>
                  <a:lnTo>
                    <a:pt x="625" y="161"/>
                  </a:lnTo>
                  <a:lnTo>
                    <a:pt x="623" y="162"/>
                  </a:lnTo>
                  <a:lnTo>
                    <a:pt x="622" y="164"/>
                  </a:lnTo>
                  <a:lnTo>
                    <a:pt x="620" y="166"/>
                  </a:lnTo>
                  <a:lnTo>
                    <a:pt x="620" y="169"/>
                  </a:lnTo>
                  <a:lnTo>
                    <a:pt x="620" y="170"/>
                  </a:lnTo>
                  <a:lnTo>
                    <a:pt x="620" y="172"/>
                  </a:lnTo>
                  <a:lnTo>
                    <a:pt x="621" y="173"/>
                  </a:lnTo>
                  <a:lnTo>
                    <a:pt x="622" y="175"/>
                  </a:lnTo>
                  <a:lnTo>
                    <a:pt x="622" y="177"/>
                  </a:lnTo>
                  <a:lnTo>
                    <a:pt x="624" y="178"/>
                  </a:lnTo>
                  <a:lnTo>
                    <a:pt x="626" y="181"/>
                  </a:lnTo>
                  <a:lnTo>
                    <a:pt x="627" y="183"/>
                  </a:lnTo>
                  <a:lnTo>
                    <a:pt x="631" y="186"/>
                  </a:lnTo>
                  <a:lnTo>
                    <a:pt x="636" y="189"/>
                  </a:lnTo>
                  <a:lnTo>
                    <a:pt x="642" y="194"/>
                  </a:lnTo>
                  <a:lnTo>
                    <a:pt x="646" y="197"/>
                  </a:lnTo>
                  <a:lnTo>
                    <a:pt x="650" y="201"/>
                  </a:lnTo>
                  <a:lnTo>
                    <a:pt x="655" y="204"/>
                  </a:lnTo>
                  <a:lnTo>
                    <a:pt x="660" y="206"/>
                  </a:lnTo>
                  <a:lnTo>
                    <a:pt x="664" y="208"/>
                  </a:lnTo>
                  <a:lnTo>
                    <a:pt x="666" y="209"/>
                  </a:lnTo>
                  <a:lnTo>
                    <a:pt x="670" y="211"/>
                  </a:lnTo>
                  <a:lnTo>
                    <a:pt x="673" y="213"/>
                  </a:lnTo>
                  <a:lnTo>
                    <a:pt x="675" y="213"/>
                  </a:lnTo>
                  <a:lnTo>
                    <a:pt x="677" y="213"/>
                  </a:lnTo>
                  <a:lnTo>
                    <a:pt x="678" y="213"/>
                  </a:lnTo>
                  <a:lnTo>
                    <a:pt x="679" y="213"/>
                  </a:lnTo>
                  <a:lnTo>
                    <a:pt x="681" y="212"/>
                  </a:lnTo>
                  <a:lnTo>
                    <a:pt x="682" y="210"/>
                  </a:lnTo>
                  <a:lnTo>
                    <a:pt x="684" y="209"/>
                  </a:lnTo>
                  <a:lnTo>
                    <a:pt x="684" y="209"/>
                  </a:lnTo>
                  <a:close/>
                  <a:moveTo>
                    <a:pt x="630" y="130"/>
                  </a:moveTo>
                  <a:lnTo>
                    <a:pt x="626" y="137"/>
                  </a:lnTo>
                  <a:lnTo>
                    <a:pt x="705" y="183"/>
                  </a:lnTo>
                  <a:lnTo>
                    <a:pt x="718" y="153"/>
                  </a:lnTo>
                  <a:lnTo>
                    <a:pt x="710" y="149"/>
                  </a:lnTo>
                  <a:lnTo>
                    <a:pt x="701" y="171"/>
                  </a:lnTo>
                  <a:lnTo>
                    <a:pt x="630" y="130"/>
                  </a:lnTo>
                  <a:lnTo>
                    <a:pt x="630" y="130"/>
                  </a:lnTo>
                  <a:close/>
                  <a:moveTo>
                    <a:pt x="726" y="133"/>
                  </a:moveTo>
                  <a:lnTo>
                    <a:pt x="725" y="135"/>
                  </a:lnTo>
                  <a:lnTo>
                    <a:pt x="723" y="137"/>
                  </a:lnTo>
                  <a:lnTo>
                    <a:pt x="722" y="139"/>
                  </a:lnTo>
                  <a:lnTo>
                    <a:pt x="720" y="141"/>
                  </a:lnTo>
                  <a:lnTo>
                    <a:pt x="718" y="141"/>
                  </a:lnTo>
                  <a:lnTo>
                    <a:pt x="715" y="142"/>
                  </a:lnTo>
                  <a:lnTo>
                    <a:pt x="713" y="143"/>
                  </a:lnTo>
                  <a:lnTo>
                    <a:pt x="710" y="144"/>
                  </a:lnTo>
                  <a:lnTo>
                    <a:pt x="707" y="144"/>
                  </a:lnTo>
                  <a:lnTo>
                    <a:pt x="704" y="144"/>
                  </a:lnTo>
                  <a:lnTo>
                    <a:pt x="701" y="143"/>
                  </a:lnTo>
                  <a:lnTo>
                    <a:pt x="697" y="143"/>
                  </a:lnTo>
                  <a:lnTo>
                    <a:pt x="692" y="141"/>
                  </a:lnTo>
                  <a:lnTo>
                    <a:pt x="688" y="141"/>
                  </a:lnTo>
                  <a:lnTo>
                    <a:pt x="684" y="139"/>
                  </a:lnTo>
                  <a:lnTo>
                    <a:pt x="679" y="137"/>
                  </a:lnTo>
                  <a:lnTo>
                    <a:pt x="670" y="133"/>
                  </a:lnTo>
                  <a:lnTo>
                    <a:pt x="661" y="129"/>
                  </a:lnTo>
                  <a:lnTo>
                    <a:pt x="656" y="126"/>
                  </a:lnTo>
                  <a:lnTo>
                    <a:pt x="652" y="124"/>
                  </a:lnTo>
                  <a:lnTo>
                    <a:pt x="649" y="121"/>
                  </a:lnTo>
                  <a:lnTo>
                    <a:pt x="647" y="119"/>
                  </a:lnTo>
                  <a:lnTo>
                    <a:pt x="646" y="117"/>
                  </a:lnTo>
                  <a:lnTo>
                    <a:pt x="644" y="114"/>
                  </a:lnTo>
                  <a:lnTo>
                    <a:pt x="642" y="112"/>
                  </a:lnTo>
                  <a:lnTo>
                    <a:pt x="642" y="109"/>
                  </a:lnTo>
                  <a:lnTo>
                    <a:pt x="641" y="106"/>
                  </a:lnTo>
                  <a:lnTo>
                    <a:pt x="641" y="104"/>
                  </a:lnTo>
                  <a:lnTo>
                    <a:pt x="641" y="101"/>
                  </a:lnTo>
                  <a:lnTo>
                    <a:pt x="642" y="98"/>
                  </a:lnTo>
                  <a:lnTo>
                    <a:pt x="642" y="96"/>
                  </a:lnTo>
                  <a:lnTo>
                    <a:pt x="644" y="93"/>
                  </a:lnTo>
                  <a:lnTo>
                    <a:pt x="646" y="92"/>
                  </a:lnTo>
                  <a:lnTo>
                    <a:pt x="647" y="90"/>
                  </a:lnTo>
                  <a:lnTo>
                    <a:pt x="650" y="89"/>
                  </a:lnTo>
                  <a:lnTo>
                    <a:pt x="651" y="88"/>
                  </a:lnTo>
                  <a:lnTo>
                    <a:pt x="654" y="88"/>
                  </a:lnTo>
                  <a:lnTo>
                    <a:pt x="657" y="87"/>
                  </a:lnTo>
                  <a:lnTo>
                    <a:pt x="659" y="87"/>
                  </a:lnTo>
                  <a:lnTo>
                    <a:pt x="663" y="87"/>
                  </a:lnTo>
                  <a:lnTo>
                    <a:pt x="667" y="88"/>
                  </a:lnTo>
                  <a:lnTo>
                    <a:pt x="672" y="89"/>
                  </a:lnTo>
                  <a:lnTo>
                    <a:pt x="682" y="92"/>
                  </a:lnTo>
                  <a:lnTo>
                    <a:pt x="692" y="96"/>
                  </a:lnTo>
                  <a:lnTo>
                    <a:pt x="701" y="100"/>
                  </a:lnTo>
                  <a:lnTo>
                    <a:pt x="709" y="104"/>
                  </a:lnTo>
                  <a:lnTo>
                    <a:pt x="712" y="105"/>
                  </a:lnTo>
                  <a:lnTo>
                    <a:pt x="715" y="108"/>
                  </a:lnTo>
                  <a:lnTo>
                    <a:pt x="718" y="110"/>
                  </a:lnTo>
                  <a:lnTo>
                    <a:pt x="720" y="112"/>
                  </a:lnTo>
                  <a:lnTo>
                    <a:pt x="722" y="114"/>
                  </a:lnTo>
                  <a:lnTo>
                    <a:pt x="723" y="117"/>
                  </a:lnTo>
                  <a:lnTo>
                    <a:pt x="724" y="119"/>
                  </a:lnTo>
                  <a:lnTo>
                    <a:pt x="726" y="122"/>
                  </a:lnTo>
                  <a:lnTo>
                    <a:pt x="726" y="125"/>
                  </a:lnTo>
                  <a:lnTo>
                    <a:pt x="726" y="127"/>
                  </a:lnTo>
                  <a:lnTo>
                    <a:pt x="726" y="130"/>
                  </a:lnTo>
                  <a:lnTo>
                    <a:pt x="726" y="133"/>
                  </a:lnTo>
                  <a:lnTo>
                    <a:pt x="726" y="133"/>
                  </a:lnTo>
                  <a:close/>
                  <a:moveTo>
                    <a:pt x="709" y="135"/>
                  </a:moveTo>
                  <a:lnTo>
                    <a:pt x="707" y="135"/>
                  </a:lnTo>
                  <a:lnTo>
                    <a:pt x="705" y="135"/>
                  </a:lnTo>
                  <a:lnTo>
                    <a:pt x="702" y="135"/>
                  </a:lnTo>
                  <a:lnTo>
                    <a:pt x="700" y="134"/>
                  </a:lnTo>
                  <a:lnTo>
                    <a:pt x="696" y="134"/>
                  </a:lnTo>
                  <a:lnTo>
                    <a:pt x="691" y="133"/>
                  </a:lnTo>
                  <a:lnTo>
                    <a:pt x="686" y="131"/>
                  </a:lnTo>
                  <a:lnTo>
                    <a:pt x="682" y="129"/>
                  </a:lnTo>
                  <a:lnTo>
                    <a:pt x="677" y="127"/>
                  </a:lnTo>
                  <a:lnTo>
                    <a:pt x="670" y="125"/>
                  </a:lnTo>
                  <a:lnTo>
                    <a:pt x="664" y="121"/>
                  </a:lnTo>
                  <a:lnTo>
                    <a:pt x="660" y="119"/>
                  </a:lnTo>
                  <a:lnTo>
                    <a:pt x="655" y="116"/>
                  </a:lnTo>
                  <a:lnTo>
                    <a:pt x="653" y="113"/>
                  </a:lnTo>
                  <a:lnTo>
                    <a:pt x="650" y="110"/>
                  </a:lnTo>
                  <a:lnTo>
                    <a:pt x="650" y="108"/>
                  </a:lnTo>
                  <a:lnTo>
                    <a:pt x="649" y="106"/>
                  </a:lnTo>
                  <a:lnTo>
                    <a:pt x="649" y="105"/>
                  </a:lnTo>
                  <a:lnTo>
                    <a:pt x="649" y="104"/>
                  </a:lnTo>
                  <a:lnTo>
                    <a:pt x="649" y="102"/>
                  </a:lnTo>
                  <a:lnTo>
                    <a:pt x="650" y="101"/>
                  </a:lnTo>
                  <a:lnTo>
                    <a:pt x="650" y="101"/>
                  </a:lnTo>
                  <a:lnTo>
                    <a:pt x="650" y="99"/>
                  </a:lnTo>
                  <a:lnTo>
                    <a:pt x="651" y="98"/>
                  </a:lnTo>
                  <a:lnTo>
                    <a:pt x="653" y="97"/>
                  </a:lnTo>
                  <a:lnTo>
                    <a:pt x="654" y="97"/>
                  </a:lnTo>
                  <a:lnTo>
                    <a:pt x="656" y="96"/>
                  </a:lnTo>
                  <a:lnTo>
                    <a:pt x="658" y="96"/>
                  </a:lnTo>
                  <a:lnTo>
                    <a:pt x="660" y="95"/>
                  </a:lnTo>
                  <a:lnTo>
                    <a:pt x="662" y="95"/>
                  </a:lnTo>
                  <a:lnTo>
                    <a:pt x="664" y="96"/>
                  </a:lnTo>
                  <a:lnTo>
                    <a:pt x="667" y="97"/>
                  </a:lnTo>
                  <a:lnTo>
                    <a:pt x="671" y="97"/>
                  </a:lnTo>
                  <a:lnTo>
                    <a:pt x="678" y="100"/>
                  </a:lnTo>
                  <a:lnTo>
                    <a:pt x="684" y="102"/>
                  </a:lnTo>
                  <a:lnTo>
                    <a:pt x="690" y="104"/>
                  </a:lnTo>
                  <a:lnTo>
                    <a:pt x="694" y="106"/>
                  </a:lnTo>
                  <a:lnTo>
                    <a:pt x="699" y="108"/>
                  </a:lnTo>
                  <a:lnTo>
                    <a:pt x="703" y="110"/>
                  </a:lnTo>
                  <a:lnTo>
                    <a:pt x="706" y="112"/>
                  </a:lnTo>
                  <a:lnTo>
                    <a:pt x="711" y="115"/>
                  </a:lnTo>
                  <a:lnTo>
                    <a:pt x="714" y="117"/>
                  </a:lnTo>
                  <a:lnTo>
                    <a:pt x="715" y="119"/>
                  </a:lnTo>
                  <a:lnTo>
                    <a:pt x="716" y="121"/>
                  </a:lnTo>
                  <a:lnTo>
                    <a:pt x="718" y="121"/>
                  </a:lnTo>
                  <a:lnTo>
                    <a:pt x="718" y="123"/>
                  </a:lnTo>
                  <a:lnTo>
                    <a:pt x="718" y="125"/>
                  </a:lnTo>
                  <a:lnTo>
                    <a:pt x="718" y="126"/>
                  </a:lnTo>
                  <a:lnTo>
                    <a:pt x="719" y="127"/>
                  </a:lnTo>
                  <a:lnTo>
                    <a:pt x="718" y="129"/>
                  </a:lnTo>
                  <a:lnTo>
                    <a:pt x="718" y="129"/>
                  </a:lnTo>
                  <a:lnTo>
                    <a:pt x="718" y="131"/>
                  </a:lnTo>
                  <a:lnTo>
                    <a:pt x="717" y="132"/>
                  </a:lnTo>
                  <a:lnTo>
                    <a:pt x="716" y="133"/>
                  </a:lnTo>
                  <a:lnTo>
                    <a:pt x="714" y="133"/>
                  </a:lnTo>
                  <a:lnTo>
                    <a:pt x="713" y="134"/>
                  </a:lnTo>
                  <a:lnTo>
                    <a:pt x="710" y="135"/>
                  </a:lnTo>
                  <a:lnTo>
                    <a:pt x="709" y="135"/>
                  </a:lnTo>
                  <a:lnTo>
                    <a:pt x="709" y="135"/>
                  </a:lnTo>
                  <a:close/>
                  <a:moveTo>
                    <a:pt x="745" y="59"/>
                  </a:moveTo>
                  <a:lnTo>
                    <a:pt x="701" y="49"/>
                  </a:lnTo>
                  <a:lnTo>
                    <a:pt x="698" y="69"/>
                  </a:lnTo>
                  <a:lnTo>
                    <a:pt x="705" y="71"/>
                  </a:lnTo>
                  <a:lnTo>
                    <a:pt x="706" y="61"/>
                  </a:lnTo>
                  <a:lnTo>
                    <a:pt x="710" y="61"/>
                  </a:lnTo>
                  <a:lnTo>
                    <a:pt x="716" y="62"/>
                  </a:lnTo>
                  <a:lnTo>
                    <a:pt x="721" y="63"/>
                  </a:lnTo>
                  <a:lnTo>
                    <a:pt x="724" y="64"/>
                  </a:lnTo>
                  <a:lnTo>
                    <a:pt x="727" y="65"/>
                  </a:lnTo>
                  <a:lnTo>
                    <a:pt x="730" y="67"/>
                  </a:lnTo>
                  <a:lnTo>
                    <a:pt x="731" y="68"/>
                  </a:lnTo>
                  <a:lnTo>
                    <a:pt x="732" y="69"/>
                  </a:lnTo>
                  <a:lnTo>
                    <a:pt x="733" y="69"/>
                  </a:lnTo>
                  <a:lnTo>
                    <a:pt x="733" y="71"/>
                  </a:lnTo>
                  <a:lnTo>
                    <a:pt x="734" y="72"/>
                  </a:lnTo>
                  <a:lnTo>
                    <a:pt x="734" y="73"/>
                  </a:lnTo>
                  <a:lnTo>
                    <a:pt x="734" y="75"/>
                  </a:lnTo>
                  <a:lnTo>
                    <a:pt x="734" y="77"/>
                  </a:lnTo>
                  <a:lnTo>
                    <a:pt x="733" y="79"/>
                  </a:lnTo>
                  <a:lnTo>
                    <a:pt x="732" y="81"/>
                  </a:lnTo>
                  <a:lnTo>
                    <a:pt x="731" y="82"/>
                  </a:lnTo>
                  <a:lnTo>
                    <a:pt x="730" y="82"/>
                  </a:lnTo>
                  <a:lnTo>
                    <a:pt x="729" y="83"/>
                  </a:lnTo>
                  <a:lnTo>
                    <a:pt x="727" y="84"/>
                  </a:lnTo>
                  <a:lnTo>
                    <a:pt x="724" y="84"/>
                  </a:lnTo>
                  <a:lnTo>
                    <a:pt x="722" y="85"/>
                  </a:lnTo>
                  <a:lnTo>
                    <a:pt x="718" y="85"/>
                  </a:lnTo>
                  <a:lnTo>
                    <a:pt x="714" y="85"/>
                  </a:lnTo>
                  <a:lnTo>
                    <a:pt x="707" y="84"/>
                  </a:lnTo>
                  <a:lnTo>
                    <a:pt x="700" y="83"/>
                  </a:lnTo>
                  <a:lnTo>
                    <a:pt x="692" y="81"/>
                  </a:lnTo>
                  <a:lnTo>
                    <a:pt x="685" y="80"/>
                  </a:lnTo>
                  <a:lnTo>
                    <a:pt x="679" y="77"/>
                  </a:lnTo>
                  <a:lnTo>
                    <a:pt x="674" y="75"/>
                  </a:lnTo>
                  <a:lnTo>
                    <a:pt x="671" y="74"/>
                  </a:lnTo>
                  <a:lnTo>
                    <a:pt x="669" y="73"/>
                  </a:lnTo>
                  <a:lnTo>
                    <a:pt x="667" y="72"/>
                  </a:lnTo>
                  <a:lnTo>
                    <a:pt x="666" y="71"/>
                  </a:lnTo>
                  <a:lnTo>
                    <a:pt x="665" y="69"/>
                  </a:lnTo>
                  <a:lnTo>
                    <a:pt x="664" y="68"/>
                  </a:lnTo>
                  <a:lnTo>
                    <a:pt x="663" y="67"/>
                  </a:lnTo>
                  <a:lnTo>
                    <a:pt x="662" y="65"/>
                  </a:lnTo>
                  <a:lnTo>
                    <a:pt x="662" y="64"/>
                  </a:lnTo>
                  <a:lnTo>
                    <a:pt x="662" y="62"/>
                  </a:lnTo>
                  <a:lnTo>
                    <a:pt x="662" y="61"/>
                  </a:lnTo>
                  <a:lnTo>
                    <a:pt x="662" y="59"/>
                  </a:lnTo>
                  <a:lnTo>
                    <a:pt x="663" y="57"/>
                  </a:lnTo>
                  <a:lnTo>
                    <a:pt x="665" y="56"/>
                  </a:lnTo>
                  <a:lnTo>
                    <a:pt x="666" y="55"/>
                  </a:lnTo>
                  <a:lnTo>
                    <a:pt x="668" y="54"/>
                  </a:lnTo>
                  <a:lnTo>
                    <a:pt x="670" y="53"/>
                  </a:lnTo>
                  <a:lnTo>
                    <a:pt x="673" y="53"/>
                  </a:lnTo>
                  <a:lnTo>
                    <a:pt x="676" y="54"/>
                  </a:lnTo>
                  <a:lnTo>
                    <a:pt x="679" y="54"/>
                  </a:lnTo>
                  <a:lnTo>
                    <a:pt x="681" y="46"/>
                  </a:lnTo>
                  <a:lnTo>
                    <a:pt x="677" y="45"/>
                  </a:lnTo>
                  <a:lnTo>
                    <a:pt x="673" y="45"/>
                  </a:lnTo>
                  <a:lnTo>
                    <a:pt x="669" y="45"/>
                  </a:lnTo>
                  <a:lnTo>
                    <a:pt x="665" y="46"/>
                  </a:lnTo>
                  <a:lnTo>
                    <a:pt x="662" y="47"/>
                  </a:lnTo>
                  <a:lnTo>
                    <a:pt x="661" y="48"/>
                  </a:lnTo>
                  <a:lnTo>
                    <a:pt x="659" y="49"/>
                  </a:lnTo>
                  <a:lnTo>
                    <a:pt x="657" y="51"/>
                  </a:lnTo>
                  <a:lnTo>
                    <a:pt x="655" y="53"/>
                  </a:lnTo>
                  <a:lnTo>
                    <a:pt x="654" y="56"/>
                  </a:lnTo>
                  <a:lnTo>
                    <a:pt x="654" y="57"/>
                  </a:lnTo>
                  <a:lnTo>
                    <a:pt x="654" y="60"/>
                  </a:lnTo>
                  <a:lnTo>
                    <a:pt x="654" y="62"/>
                  </a:lnTo>
                  <a:lnTo>
                    <a:pt x="654" y="65"/>
                  </a:lnTo>
                  <a:lnTo>
                    <a:pt x="654" y="67"/>
                  </a:lnTo>
                  <a:lnTo>
                    <a:pt x="655" y="69"/>
                  </a:lnTo>
                  <a:lnTo>
                    <a:pt x="656" y="72"/>
                  </a:lnTo>
                  <a:lnTo>
                    <a:pt x="657" y="74"/>
                  </a:lnTo>
                  <a:lnTo>
                    <a:pt x="659" y="76"/>
                  </a:lnTo>
                  <a:lnTo>
                    <a:pt x="661" y="77"/>
                  </a:lnTo>
                  <a:lnTo>
                    <a:pt x="663" y="80"/>
                  </a:lnTo>
                  <a:lnTo>
                    <a:pt x="666" y="81"/>
                  </a:lnTo>
                  <a:lnTo>
                    <a:pt x="670" y="83"/>
                  </a:lnTo>
                  <a:lnTo>
                    <a:pt x="674" y="85"/>
                  </a:lnTo>
                  <a:lnTo>
                    <a:pt x="678" y="86"/>
                  </a:lnTo>
                  <a:lnTo>
                    <a:pt x="683" y="88"/>
                  </a:lnTo>
                  <a:lnTo>
                    <a:pt x="689" y="89"/>
                  </a:lnTo>
                  <a:lnTo>
                    <a:pt x="694" y="90"/>
                  </a:lnTo>
                  <a:lnTo>
                    <a:pt x="698" y="91"/>
                  </a:lnTo>
                  <a:lnTo>
                    <a:pt x="703" y="92"/>
                  </a:lnTo>
                  <a:lnTo>
                    <a:pt x="709" y="93"/>
                  </a:lnTo>
                  <a:lnTo>
                    <a:pt x="713" y="93"/>
                  </a:lnTo>
                  <a:lnTo>
                    <a:pt x="718" y="93"/>
                  </a:lnTo>
                  <a:lnTo>
                    <a:pt x="722" y="93"/>
                  </a:lnTo>
                  <a:lnTo>
                    <a:pt x="726" y="93"/>
                  </a:lnTo>
                  <a:lnTo>
                    <a:pt x="729" y="92"/>
                  </a:lnTo>
                  <a:lnTo>
                    <a:pt x="731" y="91"/>
                  </a:lnTo>
                  <a:lnTo>
                    <a:pt x="733" y="90"/>
                  </a:lnTo>
                  <a:lnTo>
                    <a:pt x="735" y="89"/>
                  </a:lnTo>
                  <a:lnTo>
                    <a:pt x="737" y="88"/>
                  </a:lnTo>
                  <a:lnTo>
                    <a:pt x="738" y="86"/>
                  </a:lnTo>
                  <a:lnTo>
                    <a:pt x="739" y="84"/>
                  </a:lnTo>
                  <a:lnTo>
                    <a:pt x="740" y="82"/>
                  </a:lnTo>
                  <a:lnTo>
                    <a:pt x="741" y="79"/>
                  </a:lnTo>
                  <a:lnTo>
                    <a:pt x="741" y="77"/>
                  </a:lnTo>
                  <a:lnTo>
                    <a:pt x="741" y="75"/>
                  </a:lnTo>
                  <a:lnTo>
                    <a:pt x="741" y="73"/>
                  </a:lnTo>
                  <a:lnTo>
                    <a:pt x="741" y="71"/>
                  </a:lnTo>
                  <a:lnTo>
                    <a:pt x="740" y="69"/>
                  </a:lnTo>
                  <a:lnTo>
                    <a:pt x="739" y="68"/>
                  </a:lnTo>
                  <a:lnTo>
                    <a:pt x="738" y="66"/>
                  </a:lnTo>
                  <a:lnTo>
                    <a:pt x="738" y="65"/>
                  </a:lnTo>
                  <a:lnTo>
                    <a:pt x="743" y="66"/>
                  </a:lnTo>
                  <a:lnTo>
                    <a:pt x="745" y="59"/>
                  </a:lnTo>
                  <a:lnTo>
                    <a:pt x="745" y="59"/>
                  </a:lnTo>
                  <a:close/>
                  <a:moveTo>
                    <a:pt x="707" y="32"/>
                  </a:moveTo>
                  <a:lnTo>
                    <a:pt x="748" y="39"/>
                  </a:lnTo>
                  <a:lnTo>
                    <a:pt x="750" y="30"/>
                  </a:lnTo>
                  <a:lnTo>
                    <a:pt x="708" y="23"/>
                  </a:lnTo>
                  <a:lnTo>
                    <a:pt x="663" y="0"/>
                  </a:lnTo>
                  <a:lnTo>
                    <a:pt x="662" y="9"/>
                  </a:lnTo>
                  <a:lnTo>
                    <a:pt x="698" y="26"/>
                  </a:lnTo>
                  <a:lnTo>
                    <a:pt x="658" y="33"/>
                  </a:lnTo>
                  <a:lnTo>
                    <a:pt x="657" y="42"/>
                  </a:lnTo>
                  <a:lnTo>
                    <a:pt x="707" y="3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0" name="íṡļîḓé"/>
            <p:cNvSpPr/>
            <p:nvPr/>
          </p:nvSpPr>
          <p:spPr bwMode="auto">
            <a:xfrm>
              <a:off x="2030413" y="3495676"/>
              <a:ext cx="242888" cy="368300"/>
            </a:xfrm>
            <a:custGeom>
              <a:avLst/>
              <a:gdLst>
                <a:gd name="T0" fmla="*/ 85 w 153"/>
                <a:gd name="T1" fmla="*/ 34 h 232"/>
                <a:gd name="T2" fmla="*/ 90 w 153"/>
                <a:gd name="T3" fmla="*/ 26 h 232"/>
                <a:gd name="T4" fmla="*/ 90 w 153"/>
                <a:gd name="T5" fmla="*/ 13 h 232"/>
                <a:gd name="T6" fmla="*/ 86 w 153"/>
                <a:gd name="T7" fmla="*/ 5 h 232"/>
                <a:gd name="T8" fmla="*/ 78 w 153"/>
                <a:gd name="T9" fmla="*/ 0 h 232"/>
                <a:gd name="T10" fmla="*/ 58 w 153"/>
                <a:gd name="T11" fmla="*/ 4 h 232"/>
                <a:gd name="T12" fmla="*/ 38 w 153"/>
                <a:gd name="T13" fmla="*/ 22 h 232"/>
                <a:gd name="T14" fmla="*/ 21 w 153"/>
                <a:gd name="T15" fmla="*/ 38 h 232"/>
                <a:gd name="T16" fmla="*/ 10 w 153"/>
                <a:gd name="T17" fmla="*/ 36 h 232"/>
                <a:gd name="T18" fmla="*/ 7 w 153"/>
                <a:gd name="T19" fmla="*/ 27 h 232"/>
                <a:gd name="T20" fmla="*/ 14 w 153"/>
                <a:gd name="T21" fmla="*/ 18 h 232"/>
                <a:gd name="T22" fmla="*/ 15 w 153"/>
                <a:gd name="T23" fmla="*/ 9 h 232"/>
                <a:gd name="T24" fmla="*/ 3 w 153"/>
                <a:gd name="T25" fmla="*/ 16 h 232"/>
                <a:gd name="T26" fmla="*/ 1 w 153"/>
                <a:gd name="T27" fmla="*/ 31 h 232"/>
                <a:gd name="T28" fmla="*/ 4 w 153"/>
                <a:gd name="T29" fmla="*/ 40 h 232"/>
                <a:gd name="T30" fmla="*/ 14 w 153"/>
                <a:gd name="T31" fmla="*/ 46 h 232"/>
                <a:gd name="T32" fmla="*/ 28 w 153"/>
                <a:gd name="T33" fmla="*/ 45 h 232"/>
                <a:gd name="T34" fmla="*/ 39 w 153"/>
                <a:gd name="T35" fmla="*/ 33 h 232"/>
                <a:gd name="T36" fmla="*/ 62 w 153"/>
                <a:gd name="T37" fmla="*/ 9 h 232"/>
                <a:gd name="T38" fmla="*/ 74 w 153"/>
                <a:gd name="T39" fmla="*/ 7 h 232"/>
                <a:gd name="T40" fmla="*/ 82 w 153"/>
                <a:gd name="T41" fmla="*/ 13 h 232"/>
                <a:gd name="T42" fmla="*/ 83 w 153"/>
                <a:gd name="T43" fmla="*/ 23 h 232"/>
                <a:gd name="T44" fmla="*/ 77 w 153"/>
                <a:gd name="T45" fmla="*/ 29 h 232"/>
                <a:gd name="T46" fmla="*/ 73 w 153"/>
                <a:gd name="T47" fmla="*/ 39 h 232"/>
                <a:gd name="T48" fmla="*/ 9 w 153"/>
                <a:gd name="T49" fmla="*/ 69 h 232"/>
                <a:gd name="T50" fmla="*/ 17 w 153"/>
                <a:gd name="T51" fmla="*/ 60 h 232"/>
                <a:gd name="T52" fmla="*/ 36 w 153"/>
                <a:gd name="T53" fmla="*/ 52 h 232"/>
                <a:gd name="T54" fmla="*/ 71 w 153"/>
                <a:gd name="T55" fmla="*/ 44 h 232"/>
                <a:gd name="T56" fmla="*/ 91 w 153"/>
                <a:gd name="T57" fmla="*/ 47 h 232"/>
                <a:gd name="T58" fmla="*/ 98 w 153"/>
                <a:gd name="T59" fmla="*/ 56 h 232"/>
                <a:gd name="T60" fmla="*/ 98 w 153"/>
                <a:gd name="T61" fmla="*/ 67 h 232"/>
                <a:gd name="T62" fmla="*/ 90 w 153"/>
                <a:gd name="T63" fmla="*/ 76 h 232"/>
                <a:gd name="T64" fmla="*/ 68 w 153"/>
                <a:gd name="T65" fmla="*/ 85 h 232"/>
                <a:gd name="T66" fmla="*/ 42 w 153"/>
                <a:gd name="T67" fmla="*/ 90 h 232"/>
                <a:gd name="T68" fmla="*/ 20 w 153"/>
                <a:gd name="T69" fmla="*/ 91 h 232"/>
                <a:gd name="T70" fmla="*/ 11 w 153"/>
                <a:gd name="T71" fmla="*/ 84 h 232"/>
                <a:gd name="T72" fmla="*/ 16 w 153"/>
                <a:gd name="T73" fmla="*/ 76 h 232"/>
                <a:gd name="T74" fmla="*/ 21 w 153"/>
                <a:gd name="T75" fmla="*/ 82 h 232"/>
                <a:gd name="T76" fmla="*/ 31 w 153"/>
                <a:gd name="T77" fmla="*/ 84 h 232"/>
                <a:gd name="T78" fmla="*/ 62 w 153"/>
                <a:gd name="T79" fmla="*/ 77 h 232"/>
                <a:gd name="T80" fmla="*/ 84 w 153"/>
                <a:gd name="T81" fmla="*/ 70 h 232"/>
                <a:gd name="T82" fmla="*/ 90 w 153"/>
                <a:gd name="T83" fmla="*/ 64 h 232"/>
                <a:gd name="T84" fmla="*/ 89 w 153"/>
                <a:gd name="T85" fmla="*/ 56 h 232"/>
                <a:gd name="T86" fmla="*/ 82 w 153"/>
                <a:gd name="T87" fmla="*/ 52 h 232"/>
                <a:gd name="T88" fmla="*/ 64 w 153"/>
                <a:gd name="T89" fmla="*/ 53 h 232"/>
                <a:gd name="T90" fmla="*/ 32 w 153"/>
                <a:gd name="T91" fmla="*/ 61 h 232"/>
                <a:gd name="T92" fmla="*/ 19 w 153"/>
                <a:gd name="T93" fmla="*/ 68 h 232"/>
                <a:gd name="T94" fmla="*/ 15 w 153"/>
                <a:gd name="T95" fmla="*/ 75 h 232"/>
                <a:gd name="T96" fmla="*/ 26 w 153"/>
                <a:gd name="T97" fmla="*/ 135 h 232"/>
                <a:gd name="T98" fmla="*/ 34 w 153"/>
                <a:gd name="T99" fmla="*/ 140 h 232"/>
                <a:gd name="T100" fmla="*/ 43 w 153"/>
                <a:gd name="T101" fmla="*/ 141 h 232"/>
                <a:gd name="T102" fmla="*/ 44 w 153"/>
                <a:gd name="T103" fmla="*/ 132 h 232"/>
                <a:gd name="T104" fmla="*/ 34 w 153"/>
                <a:gd name="T105" fmla="*/ 130 h 232"/>
                <a:gd name="T106" fmla="*/ 30 w 153"/>
                <a:gd name="T107" fmla="*/ 121 h 232"/>
                <a:gd name="T108" fmla="*/ 36 w 153"/>
                <a:gd name="T109" fmla="*/ 112 h 232"/>
                <a:gd name="T110" fmla="*/ 34 w 153"/>
                <a:gd name="T111" fmla="*/ 103 h 232"/>
                <a:gd name="T112" fmla="*/ 26 w 153"/>
                <a:gd name="T113" fmla="*/ 109 h 232"/>
                <a:gd name="T114" fmla="*/ 22 w 153"/>
                <a:gd name="T115" fmla="*/ 119 h 232"/>
                <a:gd name="T116" fmla="*/ 110 w 153"/>
                <a:gd name="T117" fmla="*/ 122 h 232"/>
                <a:gd name="T118" fmla="*/ 42 w 153"/>
                <a:gd name="T119" fmla="*/ 172 h 232"/>
                <a:gd name="T120" fmla="*/ 73 w 153"/>
                <a:gd name="T121" fmla="*/ 232 h 232"/>
                <a:gd name="T122" fmla="*/ 137 w 153"/>
                <a:gd name="T123" fmla="*/ 163 h 232"/>
                <a:gd name="T124" fmla="*/ 108 w 153"/>
                <a:gd name="T125" fmla="*/ 204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3" h="232">
                  <a:moveTo>
                    <a:pt x="73" y="39"/>
                  </a:moveTo>
                  <a:lnTo>
                    <a:pt x="75" y="38"/>
                  </a:lnTo>
                  <a:lnTo>
                    <a:pt x="78" y="37"/>
                  </a:lnTo>
                  <a:lnTo>
                    <a:pt x="82" y="36"/>
                  </a:lnTo>
                  <a:lnTo>
                    <a:pt x="85" y="34"/>
                  </a:lnTo>
                  <a:lnTo>
                    <a:pt x="86" y="33"/>
                  </a:lnTo>
                  <a:lnTo>
                    <a:pt x="87" y="31"/>
                  </a:lnTo>
                  <a:lnTo>
                    <a:pt x="89" y="29"/>
                  </a:lnTo>
                  <a:lnTo>
                    <a:pt x="90" y="28"/>
                  </a:lnTo>
                  <a:lnTo>
                    <a:pt x="90" y="26"/>
                  </a:lnTo>
                  <a:lnTo>
                    <a:pt x="91" y="24"/>
                  </a:lnTo>
                  <a:lnTo>
                    <a:pt x="91" y="21"/>
                  </a:lnTo>
                  <a:lnTo>
                    <a:pt x="91" y="18"/>
                  </a:lnTo>
                  <a:lnTo>
                    <a:pt x="90" y="16"/>
                  </a:lnTo>
                  <a:lnTo>
                    <a:pt x="90" y="13"/>
                  </a:lnTo>
                  <a:lnTo>
                    <a:pt x="90" y="12"/>
                  </a:lnTo>
                  <a:lnTo>
                    <a:pt x="89" y="9"/>
                  </a:lnTo>
                  <a:lnTo>
                    <a:pt x="87" y="8"/>
                  </a:lnTo>
                  <a:lnTo>
                    <a:pt x="86" y="6"/>
                  </a:lnTo>
                  <a:lnTo>
                    <a:pt x="86" y="5"/>
                  </a:lnTo>
                  <a:lnTo>
                    <a:pt x="84" y="4"/>
                  </a:lnTo>
                  <a:lnTo>
                    <a:pt x="82" y="3"/>
                  </a:lnTo>
                  <a:lnTo>
                    <a:pt x="81" y="2"/>
                  </a:lnTo>
                  <a:lnTo>
                    <a:pt x="80" y="1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69" y="0"/>
                  </a:lnTo>
                  <a:lnTo>
                    <a:pt x="66" y="0"/>
                  </a:lnTo>
                  <a:lnTo>
                    <a:pt x="62" y="1"/>
                  </a:lnTo>
                  <a:lnTo>
                    <a:pt x="58" y="4"/>
                  </a:lnTo>
                  <a:lnTo>
                    <a:pt x="54" y="5"/>
                  </a:lnTo>
                  <a:lnTo>
                    <a:pt x="51" y="8"/>
                  </a:lnTo>
                  <a:lnTo>
                    <a:pt x="49" y="10"/>
                  </a:lnTo>
                  <a:lnTo>
                    <a:pt x="43" y="16"/>
                  </a:lnTo>
                  <a:lnTo>
                    <a:pt x="38" y="22"/>
                  </a:lnTo>
                  <a:lnTo>
                    <a:pt x="32" y="28"/>
                  </a:lnTo>
                  <a:lnTo>
                    <a:pt x="26" y="35"/>
                  </a:lnTo>
                  <a:lnTo>
                    <a:pt x="25" y="36"/>
                  </a:lnTo>
                  <a:lnTo>
                    <a:pt x="23" y="36"/>
                  </a:lnTo>
                  <a:lnTo>
                    <a:pt x="21" y="38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8"/>
                  </a:lnTo>
                  <a:lnTo>
                    <a:pt x="12" y="37"/>
                  </a:lnTo>
                  <a:lnTo>
                    <a:pt x="10" y="36"/>
                  </a:lnTo>
                  <a:lnTo>
                    <a:pt x="10" y="36"/>
                  </a:lnTo>
                  <a:lnTo>
                    <a:pt x="9" y="34"/>
                  </a:lnTo>
                  <a:lnTo>
                    <a:pt x="8" y="32"/>
                  </a:lnTo>
                  <a:lnTo>
                    <a:pt x="7" y="30"/>
                  </a:lnTo>
                  <a:lnTo>
                    <a:pt x="7" y="27"/>
                  </a:lnTo>
                  <a:lnTo>
                    <a:pt x="8" y="24"/>
                  </a:lnTo>
                  <a:lnTo>
                    <a:pt x="9" y="22"/>
                  </a:lnTo>
                  <a:lnTo>
                    <a:pt x="10" y="20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8" y="17"/>
                  </a:lnTo>
                  <a:lnTo>
                    <a:pt x="22" y="16"/>
                  </a:lnTo>
                  <a:lnTo>
                    <a:pt x="21" y="8"/>
                  </a:lnTo>
                  <a:lnTo>
                    <a:pt x="18" y="8"/>
                  </a:lnTo>
                  <a:lnTo>
                    <a:pt x="15" y="9"/>
                  </a:lnTo>
                  <a:lnTo>
                    <a:pt x="12" y="10"/>
                  </a:lnTo>
                  <a:lnTo>
                    <a:pt x="8" y="12"/>
                  </a:lnTo>
                  <a:lnTo>
                    <a:pt x="6" y="13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2" y="19"/>
                  </a:lnTo>
                  <a:lnTo>
                    <a:pt x="1" y="21"/>
                  </a:lnTo>
                  <a:lnTo>
                    <a:pt x="1" y="24"/>
                  </a:lnTo>
                  <a:lnTo>
                    <a:pt x="0" y="28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35"/>
                  </a:lnTo>
                  <a:lnTo>
                    <a:pt x="2" y="37"/>
                  </a:lnTo>
                  <a:lnTo>
                    <a:pt x="3" y="39"/>
                  </a:lnTo>
                  <a:lnTo>
                    <a:pt x="4" y="40"/>
                  </a:lnTo>
                  <a:lnTo>
                    <a:pt x="6" y="42"/>
                  </a:lnTo>
                  <a:lnTo>
                    <a:pt x="6" y="43"/>
                  </a:lnTo>
                  <a:lnTo>
                    <a:pt x="8" y="44"/>
                  </a:lnTo>
                  <a:lnTo>
                    <a:pt x="11" y="46"/>
                  </a:lnTo>
                  <a:lnTo>
                    <a:pt x="14" y="46"/>
                  </a:lnTo>
                  <a:lnTo>
                    <a:pt x="17" y="47"/>
                  </a:lnTo>
                  <a:lnTo>
                    <a:pt x="19" y="47"/>
                  </a:lnTo>
                  <a:lnTo>
                    <a:pt x="22" y="46"/>
                  </a:lnTo>
                  <a:lnTo>
                    <a:pt x="26" y="46"/>
                  </a:lnTo>
                  <a:lnTo>
                    <a:pt x="28" y="45"/>
                  </a:lnTo>
                  <a:lnTo>
                    <a:pt x="30" y="44"/>
                  </a:lnTo>
                  <a:lnTo>
                    <a:pt x="32" y="42"/>
                  </a:lnTo>
                  <a:lnTo>
                    <a:pt x="34" y="40"/>
                  </a:lnTo>
                  <a:lnTo>
                    <a:pt x="36" y="36"/>
                  </a:lnTo>
                  <a:lnTo>
                    <a:pt x="39" y="33"/>
                  </a:lnTo>
                  <a:lnTo>
                    <a:pt x="45" y="25"/>
                  </a:lnTo>
                  <a:lnTo>
                    <a:pt x="52" y="18"/>
                  </a:lnTo>
                  <a:lnTo>
                    <a:pt x="55" y="14"/>
                  </a:lnTo>
                  <a:lnTo>
                    <a:pt x="59" y="12"/>
                  </a:lnTo>
                  <a:lnTo>
                    <a:pt x="62" y="9"/>
                  </a:lnTo>
                  <a:lnTo>
                    <a:pt x="66" y="8"/>
                  </a:lnTo>
                  <a:lnTo>
                    <a:pt x="68" y="7"/>
                  </a:lnTo>
                  <a:lnTo>
                    <a:pt x="70" y="7"/>
                  </a:lnTo>
                  <a:lnTo>
                    <a:pt x="71" y="7"/>
                  </a:lnTo>
                  <a:lnTo>
                    <a:pt x="74" y="7"/>
                  </a:lnTo>
                  <a:lnTo>
                    <a:pt x="75" y="8"/>
                  </a:lnTo>
                  <a:lnTo>
                    <a:pt x="77" y="9"/>
                  </a:lnTo>
                  <a:lnTo>
                    <a:pt x="78" y="10"/>
                  </a:lnTo>
                  <a:lnTo>
                    <a:pt x="80" y="12"/>
                  </a:lnTo>
                  <a:lnTo>
                    <a:pt x="82" y="13"/>
                  </a:lnTo>
                  <a:lnTo>
                    <a:pt x="82" y="15"/>
                  </a:lnTo>
                  <a:lnTo>
                    <a:pt x="83" y="17"/>
                  </a:lnTo>
                  <a:lnTo>
                    <a:pt x="84" y="20"/>
                  </a:lnTo>
                  <a:lnTo>
                    <a:pt x="84" y="21"/>
                  </a:lnTo>
                  <a:lnTo>
                    <a:pt x="83" y="23"/>
                  </a:lnTo>
                  <a:lnTo>
                    <a:pt x="83" y="24"/>
                  </a:lnTo>
                  <a:lnTo>
                    <a:pt x="82" y="25"/>
                  </a:lnTo>
                  <a:lnTo>
                    <a:pt x="81" y="27"/>
                  </a:lnTo>
                  <a:lnTo>
                    <a:pt x="79" y="28"/>
                  </a:lnTo>
                  <a:lnTo>
                    <a:pt x="77" y="29"/>
                  </a:lnTo>
                  <a:lnTo>
                    <a:pt x="75" y="29"/>
                  </a:lnTo>
                  <a:lnTo>
                    <a:pt x="73" y="29"/>
                  </a:lnTo>
                  <a:lnTo>
                    <a:pt x="71" y="30"/>
                  </a:lnTo>
                  <a:lnTo>
                    <a:pt x="73" y="39"/>
                  </a:lnTo>
                  <a:lnTo>
                    <a:pt x="73" y="39"/>
                  </a:lnTo>
                  <a:close/>
                  <a:moveTo>
                    <a:pt x="9" y="78"/>
                  </a:moveTo>
                  <a:lnTo>
                    <a:pt x="8" y="76"/>
                  </a:lnTo>
                  <a:lnTo>
                    <a:pt x="8" y="73"/>
                  </a:lnTo>
                  <a:lnTo>
                    <a:pt x="9" y="72"/>
                  </a:lnTo>
                  <a:lnTo>
                    <a:pt x="9" y="69"/>
                  </a:lnTo>
                  <a:lnTo>
                    <a:pt x="10" y="68"/>
                  </a:lnTo>
                  <a:lnTo>
                    <a:pt x="11" y="66"/>
                  </a:lnTo>
                  <a:lnTo>
                    <a:pt x="13" y="64"/>
                  </a:lnTo>
                  <a:lnTo>
                    <a:pt x="14" y="63"/>
                  </a:lnTo>
                  <a:lnTo>
                    <a:pt x="17" y="60"/>
                  </a:lnTo>
                  <a:lnTo>
                    <a:pt x="20" y="58"/>
                  </a:lnTo>
                  <a:lnTo>
                    <a:pt x="23" y="56"/>
                  </a:lnTo>
                  <a:lnTo>
                    <a:pt x="27" y="55"/>
                  </a:lnTo>
                  <a:lnTo>
                    <a:pt x="31" y="53"/>
                  </a:lnTo>
                  <a:lnTo>
                    <a:pt x="36" y="52"/>
                  </a:lnTo>
                  <a:lnTo>
                    <a:pt x="40" y="50"/>
                  </a:lnTo>
                  <a:lnTo>
                    <a:pt x="45" y="48"/>
                  </a:lnTo>
                  <a:lnTo>
                    <a:pt x="54" y="47"/>
                  </a:lnTo>
                  <a:lnTo>
                    <a:pt x="63" y="45"/>
                  </a:lnTo>
                  <a:lnTo>
                    <a:pt x="71" y="44"/>
                  </a:lnTo>
                  <a:lnTo>
                    <a:pt x="78" y="44"/>
                  </a:lnTo>
                  <a:lnTo>
                    <a:pt x="82" y="44"/>
                  </a:lnTo>
                  <a:lnTo>
                    <a:pt x="86" y="44"/>
                  </a:lnTo>
                  <a:lnTo>
                    <a:pt x="89" y="46"/>
                  </a:lnTo>
                  <a:lnTo>
                    <a:pt x="91" y="47"/>
                  </a:lnTo>
                  <a:lnTo>
                    <a:pt x="94" y="49"/>
                  </a:lnTo>
                  <a:lnTo>
                    <a:pt x="95" y="52"/>
                  </a:lnTo>
                  <a:lnTo>
                    <a:pt x="97" y="52"/>
                  </a:lnTo>
                  <a:lnTo>
                    <a:pt x="97" y="54"/>
                  </a:lnTo>
                  <a:lnTo>
                    <a:pt x="98" y="56"/>
                  </a:lnTo>
                  <a:lnTo>
                    <a:pt x="98" y="57"/>
                  </a:lnTo>
                  <a:lnTo>
                    <a:pt x="98" y="60"/>
                  </a:lnTo>
                  <a:lnTo>
                    <a:pt x="98" y="63"/>
                  </a:lnTo>
                  <a:lnTo>
                    <a:pt x="98" y="64"/>
                  </a:lnTo>
                  <a:lnTo>
                    <a:pt x="98" y="67"/>
                  </a:lnTo>
                  <a:lnTo>
                    <a:pt x="97" y="68"/>
                  </a:lnTo>
                  <a:lnTo>
                    <a:pt x="95" y="70"/>
                  </a:lnTo>
                  <a:lnTo>
                    <a:pt x="94" y="72"/>
                  </a:lnTo>
                  <a:lnTo>
                    <a:pt x="92" y="74"/>
                  </a:lnTo>
                  <a:lnTo>
                    <a:pt x="90" y="76"/>
                  </a:lnTo>
                  <a:lnTo>
                    <a:pt x="86" y="77"/>
                  </a:lnTo>
                  <a:lnTo>
                    <a:pt x="82" y="80"/>
                  </a:lnTo>
                  <a:lnTo>
                    <a:pt x="78" y="81"/>
                  </a:lnTo>
                  <a:lnTo>
                    <a:pt x="73" y="84"/>
                  </a:lnTo>
                  <a:lnTo>
                    <a:pt x="68" y="85"/>
                  </a:lnTo>
                  <a:lnTo>
                    <a:pt x="63" y="87"/>
                  </a:lnTo>
                  <a:lnTo>
                    <a:pt x="58" y="88"/>
                  </a:lnTo>
                  <a:lnTo>
                    <a:pt x="53" y="88"/>
                  </a:lnTo>
                  <a:lnTo>
                    <a:pt x="48" y="90"/>
                  </a:lnTo>
                  <a:lnTo>
                    <a:pt x="42" y="90"/>
                  </a:lnTo>
                  <a:lnTo>
                    <a:pt x="37" y="91"/>
                  </a:lnTo>
                  <a:lnTo>
                    <a:pt x="32" y="92"/>
                  </a:lnTo>
                  <a:lnTo>
                    <a:pt x="26" y="92"/>
                  </a:lnTo>
                  <a:lnTo>
                    <a:pt x="22" y="92"/>
                  </a:lnTo>
                  <a:lnTo>
                    <a:pt x="20" y="91"/>
                  </a:lnTo>
                  <a:lnTo>
                    <a:pt x="18" y="90"/>
                  </a:lnTo>
                  <a:lnTo>
                    <a:pt x="15" y="89"/>
                  </a:lnTo>
                  <a:lnTo>
                    <a:pt x="14" y="88"/>
                  </a:lnTo>
                  <a:lnTo>
                    <a:pt x="12" y="87"/>
                  </a:lnTo>
                  <a:lnTo>
                    <a:pt x="11" y="84"/>
                  </a:lnTo>
                  <a:lnTo>
                    <a:pt x="10" y="83"/>
                  </a:lnTo>
                  <a:lnTo>
                    <a:pt x="10" y="81"/>
                  </a:lnTo>
                  <a:lnTo>
                    <a:pt x="9" y="78"/>
                  </a:lnTo>
                  <a:lnTo>
                    <a:pt x="9" y="78"/>
                  </a:lnTo>
                  <a:close/>
                  <a:moveTo>
                    <a:pt x="16" y="76"/>
                  </a:moveTo>
                  <a:lnTo>
                    <a:pt x="16" y="78"/>
                  </a:lnTo>
                  <a:lnTo>
                    <a:pt x="18" y="80"/>
                  </a:lnTo>
                  <a:lnTo>
                    <a:pt x="18" y="80"/>
                  </a:lnTo>
                  <a:lnTo>
                    <a:pt x="19" y="81"/>
                  </a:lnTo>
                  <a:lnTo>
                    <a:pt x="21" y="82"/>
                  </a:lnTo>
                  <a:lnTo>
                    <a:pt x="22" y="83"/>
                  </a:lnTo>
                  <a:lnTo>
                    <a:pt x="24" y="83"/>
                  </a:lnTo>
                  <a:lnTo>
                    <a:pt x="26" y="84"/>
                  </a:lnTo>
                  <a:lnTo>
                    <a:pt x="28" y="84"/>
                  </a:lnTo>
                  <a:lnTo>
                    <a:pt x="31" y="84"/>
                  </a:lnTo>
                  <a:lnTo>
                    <a:pt x="36" y="83"/>
                  </a:lnTo>
                  <a:lnTo>
                    <a:pt x="43" y="82"/>
                  </a:lnTo>
                  <a:lnTo>
                    <a:pt x="50" y="80"/>
                  </a:lnTo>
                  <a:lnTo>
                    <a:pt x="56" y="80"/>
                  </a:lnTo>
                  <a:lnTo>
                    <a:pt x="62" y="77"/>
                  </a:lnTo>
                  <a:lnTo>
                    <a:pt x="69" y="76"/>
                  </a:lnTo>
                  <a:lnTo>
                    <a:pt x="74" y="74"/>
                  </a:lnTo>
                  <a:lnTo>
                    <a:pt x="79" y="72"/>
                  </a:lnTo>
                  <a:lnTo>
                    <a:pt x="82" y="71"/>
                  </a:lnTo>
                  <a:lnTo>
                    <a:pt x="84" y="70"/>
                  </a:lnTo>
                  <a:lnTo>
                    <a:pt x="86" y="68"/>
                  </a:lnTo>
                  <a:lnTo>
                    <a:pt x="87" y="68"/>
                  </a:lnTo>
                  <a:lnTo>
                    <a:pt x="88" y="66"/>
                  </a:lnTo>
                  <a:lnTo>
                    <a:pt x="90" y="64"/>
                  </a:lnTo>
                  <a:lnTo>
                    <a:pt x="90" y="64"/>
                  </a:lnTo>
                  <a:lnTo>
                    <a:pt x="90" y="63"/>
                  </a:lnTo>
                  <a:lnTo>
                    <a:pt x="91" y="60"/>
                  </a:lnTo>
                  <a:lnTo>
                    <a:pt x="91" y="59"/>
                  </a:lnTo>
                  <a:lnTo>
                    <a:pt x="90" y="57"/>
                  </a:lnTo>
                  <a:lnTo>
                    <a:pt x="89" y="56"/>
                  </a:lnTo>
                  <a:lnTo>
                    <a:pt x="88" y="56"/>
                  </a:lnTo>
                  <a:lnTo>
                    <a:pt x="87" y="55"/>
                  </a:lnTo>
                  <a:lnTo>
                    <a:pt x="86" y="54"/>
                  </a:lnTo>
                  <a:lnTo>
                    <a:pt x="84" y="53"/>
                  </a:lnTo>
                  <a:lnTo>
                    <a:pt x="82" y="52"/>
                  </a:lnTo>
                  <a:lnTo>
                    <a:pt x="80" y="52"/>
                  </a:lnTo>
                  <a:lnTo>
                    <a:pt x="78" y="52"/>
                  </a:lnTo>
                  <a:lnTo>
                    <a:pt x="75" y="52"/>
                  </a:lnTo>
                  <a:lnTo>
                    <a:pt x="70" y="52"/>
                  </a:lnTo>
                  <a:lnTo>
                    <a:pt x="64" y="53"/>
                  </a:lnTo>
                  <a:lnTo>
                    <a:pt x="58" y="55"/>
                  </a:lnTo>
                  <a:lnTo>
                    <a:pt x="50" y="56"/>
                  </a:lnTo>
                  <a:lnTo>
                    <a:pt x="44" y="58"/>
                  </a:lnTo>
                  <a:lnTo>
                    <a:pt x="38" y="60"/>
                  </a:lnTo>
                  <a:lnTo>
                    <a:pt x="32" y="61"/>
                  </a:lnTo>
                  <a:lnTo>
                    <a:pt x="27" y="64"/>
                  </a:lnTo>
                  <a:lnTo>
                    <a:pt x="25" y="64"/>
                  </a:lnTo>
                  <a:lnTo>
                    <a:pt x="22" y="66"/>
                  </a:lnTo>
                  <a:lnTo>
                    <a:pt x="21" y="67"/>
                  </a:lnTo>
                  <a:lnTo>
                    <a:pt x="19" y="68"/>
                  </a:lnTo>
                  <a:lnTo>
                    <a:pt x="18" y="70"/>
                  </a:lnTo>
                  <a:lnTo>
                    <a:pt x="17" y="71"/>
                  </a:lnTo>
                  <a:lnTo>
                    <a:pt x="17" y="72"/>
                  </a:lnTo>
                  <a:lnTo>
                    <a:pt x="16" y="74"/>
                  </a:lnTo>
                  <a:lnTo>
                    <a:pt x="15" y="75"/>
                  </a:lnTo>
                  <a:lnTo>
                    <a:pt x="16" y="76"/>
                  </a:lnTo>
                  <a:lnTo>
                    <a:pt x="16" y="76"/>
                  </a:lnTo>
                  <a:close/>
                  <a:moveTo>
                    <a:pt x="23" y="128"/>
                  </a:moveTo>
                  <a:lnTo>
                    <a:pt x="25" y="132"/>
                  </a:lnTo>
                  <a:lnTo>
                    <a:pt x="26" y="135"/>
                  </a:lnTo>
                  <a:lnTo>
                    <a:pt x="27" y="136"/>
                  </a:lnTo>
                  <a:lnTo>
                    <a:pt x="29" y="137"/>
                  </a:lnTo>
                  <a:lnTo>
                    <a:pt x="30" y="139"/>
                  </a:lnTo>
                  <a:lnTo>
                    <a:pt x="32" y="140"/>
                  </a:lnTo>
                  <a:lnTo>
                    <a:pt x="34" y="140"/>
                  </a:lnTo>
                  <a:lnTo>
                    <a:pt x="35" y="140"/>
                  </a:lnTo>
                  <a:lnTo>
                    <a:pt x="37" y="141"/>
                  </a:lnTo>
                  <a:lnTo>
                    <a:pt x="39" y="141"/>
                  </a:lnTo>
                  <a:lnTo>
                    <a:pt x="41" y="141"/>
                  </a:lnTo>
                  <a:lnTo>
                    <a:pt x="43" y="141"/>
                  </a:lnTo>
                  <a:lnTo>
                    <a:pt x="45" y="140"/>
                  </a:lnTo>
                  <a:lnTo>
                    <a:pt x="47" y="140"/>
                  </a:lnTo>
                  <a:lnTo>
                    <a:pt x="115" y="116"/>
                  </a:lnTo>
                  <a:lnTo>
                    <a:pt x="112" y="108"/>
                  </a:lnTo>
                  <a:lnTo>
                    <a:pt x="44" y="132"/>
                  </a:lnTo>
                  <a:lnTo>
                    <a:pt x="42" y="132"/>
                  </a:lnTo>
                  <a:lnTo>
                    <a:pt x="39" y="132"/>
                  </a:lnTo>
                  <a:lnTo>
                    <a:pt x="38" y="132"/>
                  </a:lnTo>
                  <a:lnTo>
                    <a:pt x="36" y="132"/>
                  </a:lnTo>
                  <a:lnTo>
                    <a:pt x="34" y="130"/>
                  </a:lnTo>
                  <a:lnTo>
                    <a:pt x="32" y="129"/>
                  </a:lnTo>
                  <a:lnTo>
                    <a:pt x="31" y="128"/>
                  </a:lnTo>
                  <a:lnTo>
                    <a:pt x="30" y="125"/>
                  </a:lnTo>
                  <a:lnTo>
                    <a:pt x="30" y="124"/>
                  </a:lnTo>
                  <a:lnTo>
                    <a:pt x="30" y="121"/>
                  </a:lnTo>
                  <a:lnTo>
                    <a:pt x="30" y="119"/>
                  </a:lnTo>
                  <a:lnTo>
                    <a:pt x="31" y="116"/>
                  </a:lnTo>
                  <a:lnTo>
                    <a:pt x="32" y="115"/>
                  </a:lnTo>
                  <a:lnTo>
                    <a:pt x="34" y="112"/>
                  </a:lnTo>
                  <a:lnTo>
                    <a:pt x="36" y="112"/>
                  </a:lnTo>
                  <a:lnTo>
                    <a:pt x="38" y="110"/>
                  </a:lnTo>
                  <a:lnTo>
                    <a:pt x="105" y="88"/>
                  </a:lnTo>
                  <a:lnTo>
                    <a:pt x="103" y="80"/>
                  </a:lnTo>
                  <a:lnTo>
                    <a:pt x="36" y="102"/>
                  </a:lnTo>
                  <a:lnTo>
                    <a:pt x="34" y="103"/>
                  </a:lnTo>
                  <a:lnTo>
                    <a:pt x="32" y="104"/>
                  </a:lnTo>
                  <a:lnTo>
                    <a:pt x="30" y="105"/>
                  </a:lnTo>
                  <a:lnTo>
                    <a:pt x="29" y="107"/>
                  </a:lnTo>
                  <a:lnTo>
                    <a:pt x="27" y="108"/>
                  </a:lnTo>
                  <a:lnTo>
                    <a:pt x="26" y="109"/>
                  </a:lnTo>
                  <a:lnTo>
                    <a:pt x="25" y="112"/>
                  </a:lnTo>
                  <a:lnTo>
                    <a:pt x="24" y="113"/>
                  </a:lnTo>
                  <a:lnTo>
                    <a:pt x="23" y="115"/>
                  </a:lnTo>
                  <a:lnTo>
                    <a:pt x="22" y="117"/>
                  </a:lnTo>
                  <a:lnTo>
                    <a:pt x="22" y="119"/>
                  </a:lnTo>
                  <a:lnTo>
                    <a:pt x="22" y="120"/>
                  </a:lnTo>
                  <a:lnTo>
                    <a:pt x="22" y="124"/>
                  </a:lnTo>
                  <a:lnTo>
                    <a:pt x="23" y="128"/>
                  </a:lnTo>
                  <a:lnTo>
                    <a:pt x="23" y="128"/>
                  </a:lnTo>
                  <a:close/>
                  <a:moveTo>
                    <a:pt x="110" y="122"/>
                  </a:moveTo>
                  <a:lnTo>
                    <a:pt x="116" y="119"/>
                  </a:lnTo>
                  <a:lnTo>
                    <a:pt x="130" y="151"/>
                  </a:lnTo>
                  <a:lnTo>
                    <a:pt x="123" y="153"/>
                  </a:lnTo>
                  <a:lnTo>
                    <a:pt x="118" y="141"/>
                  </a:lnTo>
                  <a:lnTo>
                    <a:pt x="42" y="172"/>
                  </a:lnTo>
                  <a:lnTo>
                    <a:pt x="38" y="164"/>
                  </a:lnTo>
                  <a:lnTo>
                    <a:pt x="114" y="133"/>
                  </a:lnTo>
                  <a:lnTo>
                    <a:pt x="110" y="122"/>
                  </a:lnTo>
                  <a:lnTo>
                    <a:pt x="110" y="122"/>
                  </a:lnTo>
                  <a:close/>
                  <a:moveTo>
                    <a:pt x="73" y="232"/>
                  </a:moveTo>
                  <a:lnTo>
                    <a:pt x="153" y="190"/>
                  </a:lnTo>
                  <a:lnTo>
                    <a:pt x="149" y="183"/>
                  </a:lnTo>
                  <a:lnTo>
                    <a:pt x="115" y="200"/>
                  </a:lnTo>
                  <a:lnTo>
                    <a:pt x="103" y="177"/>
                  </a:lnTo>
                  <a:lnTo>
                    <a:pt x="137" y="163"/>
                  </a:lnTo>
                  <a:lnTo>
                    <a:pt x="133" y="155"/>
                  </a:lnTo>
                  <a:lnTo>
                    <a:pt x="50" y="192"/>
                  </a:lnTo>
                  <a:lnTo>
                    <a:pt x="54" y="200"/>
                  </a:lnTo>
                  <a:lnTo>
                    <a:pt x="95" y="180"/>
                  </a:lnTo>
                  <a:lnTo>
                    <a:pt x="108" y="204"/>
                  </a:lnTo>
                  <a:lnTo>
                    <a:pt x="69" y="225"/>
                  </a:lnTo>
                  <a:lnTo>
                    <a:pt x="73" y="23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1" name="iSlïḋê"/>
            <p:cNvSpPr/>
            <p:nvPr/>
          </p:nvSpPr>
          <p:spPr bwMode="auto">
            <a:xfrm>
              <a:off x="2192338" y="3840163"/>
              <a:ext cx="303213" cy="306388"/>
            </a:xfrm>
            <a:custGeom>
              <a:avLst/>
              <a:gdLst>
                <a:gd name="T0" fmla="*/ 20 w 191"/>
                <a:gd name="T1" fmla="*/ 59 h 193"/>
                <a:gd name="T2" fmla="*/ 13 w 191"/>
                <a:gd name="T3" fmla="*/ 60 h 193"/>
                <a:gd name="T4" fmla="*/ 9 w 191"/>
                <a:gd name="T5" fmla="*/ 56 h 193"/>
                <a:gd name="T6" fmla="*/ 8 w 191"/>
                <a:gd name="T7" fmla="*/ 50 h 193"/>
                <a:gd name="T8" fmla="*/ 10 w 191"/>
                <a:gd name="T9" fmla="*/ 45 h 193"/>
                <a:gd name="T10" fmla="*/ 14 w 191"/>
                <a:gd name="T11" fmla="*/ 39 h 193"/>
                <a:gd name="T12" fmla="*/ 24 w 191"/>
                <a:gd name="T13" fmla="*/ 30 h 193"/>
                <a:gd name="T14" fmla="*/ 38 w 191"/>
                <a:gd name="T15" fmla="*/ 19 h 193"/>
                <a:gd name="T16" fmla="*/ 52 w 191"/>
                <a:gd name="T17" fmla="*/ 12 h 193"/>
                <a:gd name="T18" fmla="*/ 60 w 191"/>
                <a:gd name="T19" fmla="*/ 10 h 193"/>
                <a:gd name="T20" fmla="*/ 65 w 191"/>
                <a:gd name="T21" fmla="*/ 10 h 193"/>
                <a:gd name="T22" fmla="*/ 69 w 191"/>
                <a:gd name="T23" fmla="*/ 12 h 193"/>
                <a:gd name="T24" fmla="*/ 71 w 191"/>
                <a:gd name="T25" fmla="*/ 18 h 193"/>
                <a:gd name="T26" fmla="*/ 69 w 191"/>
                <a:gd name="T27" fmla="*/ 24 h 193"/>
                <a:gd name="T28" fmla="*/ 61 w 191"/>
                <a:gd name="T29" fmla="*/ 32 h 193"/>
                <a:gd name="T30" fmla="*/ 69 w 191"/>
                <a:gd name="T31" fmla="*/ 36 h 193"/>
                <a:gd name="T32" fmla="*/ 75 w 191"/>
                <a:gd name="T33" fmla="*/ 31 h 193"/>
                <a:gd name="T34" fmla="*/ 77 w 191"/>
                <a:gd name="T35" fmla="*/ 25 h 193"/>
                <a:gd name="T36" fmla="*/ 79 w 191"/>
                <a:gd name="T37" fmla="*/ 19 h 193"/>
                <a:gd name="T38" fmla="*/ 78 w 191"/>
                <a:gd name="T39" fmla="*/ 13 h 193"/>
                <a:gd name="T40" fmla="*/ 75 w 191"/>
                <a:gd name="T41" fmla="*/ 7 h 193"/>
                <a:gd name="T42" fmla="*/ 71 w 191"/>
                <a:gd name="T43" fmla="*/ 3 h 193"/>
                <a:gd name="T44" fmla="*/ 64 w 191"/>
                <a:gd name="T45" fmla="*/ 0 h 193"/>
                <a:gd name="T46" fmla="*/ 55 w 191"/>
                <a:gd name="T47" fmla="*/ 2 h 193"/>
                <a:gd name="T48" fmla="*/ 42 w 191"/>
                <a:gd name="T49" fmla="*/ 7 h 193"/>
                <a:gd name="T50" fmla="*/ 29 w 191"/>
                <a:gd name="T51" fmla="*/ 16 h 193"/>
                <a:gd name="T52" fmla="*/ 17 w 191"/>
                <a:gd name="T53" fmla="*/ 25 h 193"/>
                <a:gd name="T54" fmla="*/ 8 w 191"/>
                <a:gd name="T55" fmla="*/ 35 h 193"/>
                <a:gd name="T56" fmla="*/ 2 w 191"/>
                <a:gd name="T57" fmla="*/ 43 h 193"/>
                <a:gd name="T58" fmla="*/ 0 w 191"/>
                <a:gd name="T59" fmla="*/ 51 h 193"/>
                <a:gd name="T60" fmla="*/ 2 w 191"/>
                <a:gd name="T61" fmla="*/ 58 h 193"/>
                <a:gd name="T62" fmla="*/ 5 w 191"/>
                <a:gd name="T63" fmla="*/ 64 h 193"/>
                <a:gd name="T64" fmla="*/ 9 w 191"/>
                <a:gd name="T65" fmla="*/ 67 h 193"/>
                <a:gd name="T66" fmla="*/ 14 w 191"/>
                <a:gd name="T67" fmla="*/ 69 h 193"/>
                <a:gd name="T68" fmla="*/ 20 w 191"/>
                <a:gd name="T69" fmla="*/ 68 h 193"/>
                <a:gd name="T70" fmla="*/ 28 w 191"/>
                <a:gd name="T71" fmla="*/ 65 h 193"/>
                <a:gd name="T72" fmla="*/ 29 w 191"/>
                <a:gd name="T73" fmla="*/ 55 h 193"/>
                <a:gd name="T74" fmla="*/ 43 w 191"/>
                <a:gd name="T75" fmla="*/ 107 h 193"/>
                <a:gd name="T76" fmla="*/ 27 w 191"/>
                <a:gd name="T77" fmla="*/ 89 h 193"/>
                <a:gd name="T78" fmla="*/ 97 w 191"/>
                <a:gd name="T79" fmla="*/ 33 h 193"/>
                <a:gd name="T80" fmla="*/ 110 w 191"/>
                <a:gd name="T81" fmla="*/ 47 h 193"/>
                <a:gd name="T82" fmla="*/ 48 w 191"/>
                <a:gd name="T83" fmla="*/ 112 h 193"/>
                <a:gd name="T84" fmla="*/ 124 w 191"/>
                <a:gd name="T85" fmla="*/ 60 h 193"/>
                <a:gd name="T86" fmla="*/ 64 w 191"/>
                <a:gd name="T87" fmla="*/ 127 h 193"/>
                <a:gd name="T88" fmla="*/ 169 w 191"/>
                <a:gd name="T89" fmla="*/ 95 h 193"/>
                <a:gd name="T90" fmla="*/ 149 w 191"/>
                <a:gd name="T91" fmla="*/ 82 h 193"/>
                <a:gd name="T92" fmla="*/ 82 w 191"/>
                <a:gd name="T93" fmla="*/ 143 h 193"/>
                <a:gd name="T94" fmla="*/ 99 w 191"/>
                <a:gd name="T95" fmla="*/ 156 h 193"/>
                <a:gd name="T96" fmla="*/ 145 w 191"/>
                <a:gd name="T97" fmla="*/ 188 h 193"/>
                <a:gd name="T98" fmla="*/ 182 w 191"/>
                <a:gd name="T99" fmla="*/ 105 h 193"/>
                <a:gd name="T100" fmla="*/ 147 w 191"/>
                <a:gd name="T101" fmla="*/ 148 h 193"/>
                <a:gd name="T102" fmla="*/ 153 w 191"/>
                <a:gd name="T103" fmla="*/ 14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91" h="193">
                  <a:moveTo>
                    <a:pt x="29" y="55"/>
                  </a:moveTo>
                  <a:lnTo>
                    <a:pt x="24" y="57"/>
                  </a:lnTo>
                  <a:lnTo>
                    <a:pt x="20" y="59"/>
                  </a:lnTo>
                  <a:lnTo>
                    <a:pt x="17" y="60"/>
                  </a:lnTo>
                  <a:lnTo>
                    <a:pt x="15" y="60"/>
                  </a:lnTo>
                  <a:lnTo>
                    <a:pt x="13" y="60"/>
                  </a:lnTo>
                  <a:lnTo>
                    <a:pt x="12" y="59"/>
                  </a:lnTo>
                  <a:lnTo>
                    <a:pt x="10" y="58"/>
                  </a:lnTo>
                  <a:lnTo>
                    <a:pt x="9" y="56"/>
                  </a:lnTo>
                  <a:lnTo>
                    <a:pt x="8" y="54"/>
                  </a:lnTo>
                  <a:lnTo>
                    <a:pt x="8" y="51"/>
                  </a:lnTo>
                  <a:lnTo>
                    <a:pt x="8" y="50"/>
                  </a:lnTo>
                  <a:lnTo>
                    <a:pt x="8" y="48"/>
                  </a:lnTo>
                  <a:lnTo>
                    <a:pt x="9" y="47"/>
                  </a:lnTo>
                  <a:lnTo>
                    <a:pt x="10" y="45"/>
                  </a:lnTo>
                  <a:lnTo>
                    <a:pt x="11" y="43"/>
                  </a:lnTo>
                  <a:lnTo>
                    <a:pt x="12" y="42"/>
                  </a:lnTo>
                  <a:lnTo>
                    <a:pt x="14" y="39"/>
                  </a:lnTo>
                  <a:lnTo>
                    <a:pt x="16" y="37"/>
                  </a:lnTo>
                  <a:lnTo>
                    <a:pt x="20" y="33"/>
                  </a:lnTo>
                  <a:lnTo>
                    <a:pt x="24" y="30"/>
                  </a:lnTo>
                  <a:lnTo>
                    <a:pt x="28" y="27"/>
                  </a:lnTo>
                  <a:lnTo>
                    <a:pt x="33" y="23"/>
                  </a:lnTo>
                  <a:lnTo>
                    <a:pt x="38" y="19"/>
                  </a:lnTo>
                  <a:lnTo>
                    <a:pt x="43" y="17"/>
                  </a:lnTo>
                  <a:lnTo>
                    <a:pt x="48" y="15"/>
                  </a:lnTo>
                  <a:lnTo>
                    <a:pt x="52" y="12"/>
                  </a:lnTo>
                  <a:lnTo>
                    <a:pt x="56" y="11"/>
                  </a:lnTo>
                  <a:lnTo>
                    <a:pt x="58" y="10"/>
                  </a:lnTo>
                  <a:lnTo>
                    <a:pt x="60" y="10"/>
                  </a:lnTo>
                  <a:lnTo>
                    <a:pt x="61" y="9"/>
                  </a:lnTo>
                  <a:lnTo>
                    <a:pt x="64" y="9"/>
                  </a:lnTo>
                  <a:lnTo>
                    <a:pt x="65" y="10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4"/>
                  </a:lnTo>
                  <a:lnTo>
                    <a:pt x="71" y="16"/>
                  </a:lnTo>
                  <a:lnTo>
                    <a:pt x="71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69" y="24"/>
                  </a:lnTo>
                  <a:lnTo>
                    <a:pt x="68" y="27"/>
                  </a:lnTo>
                  <a:lnTo>
                    <a:pt x="65" y="29"/>
                  </a:lnTo>
                  <a:lnTo>
                    <a:pt x="61" y="32"/>
                  </a:lnTo>
                  <a:lnTo>
                    <a:pt x="65" y="39"/>
                  </a:lnTo>
                  <a:lnTo>
                    <a:pt x="67" y="38"/>
                  </a:lnTo>
                  <a:lnTo>
                    <a:pt x="69" y="36"/>
                  </a:lnTo>
                  <a:lnTo>
                    <a:pt x="71" y="35"/>
                  </a:lnTo>
                  <a:lnTo>
                    <a:pt x="73" y="33"/>
                  </a:lnTo>
                  <a:lnTo>
                    <a:pt x="75" y="31"/>
                  </a:lnTo>
                  <a:lnTo>
                    <a:pt x="76" y="29"/>
                  </a:lnTo>
                  <a:lnTo>
                    <a:pt x="77" y="27"/>
                  </a:lnTo>
                  <a:lnTo>
                    <a:pt x="77" y="25"/>
                  </a:lnTo>
                  <a:lnTo>
                    <a:pt x="78" y="23"/>
                  </a:lnTo>
                  <a:lnTo>
                    <a:pt x="79" y="21"/>
                  </a:lnTo>
                  <a:lnTo>
                    <a:pt x="79" y="19"/>
                  </a:lnTo>
                  <a:lnTo>
                    <a:pt x="79" y="17"/>
                  </a:lnTo>
                  <a:lnTo>
                    <a:pt x="78" y="15"/>
                  </a:lnTo>
                  <a:lnTo>
                    <a:pt x="78" y="13"/>
                  </a:lnTo>
                  <a:lnTo>
                    <a:pt x="77" y="11"/>
                  </a:lnTo>
                  <a:lnTo>
                    <a:pt x="77" y="9"/>
                  </a:lnTo>
                  <a:lnTo>
                    <a:pt x="75" y="7"/>
                  </a:lnTo>
                  <a:lnTo>
                    <a:pt x="74" y="5"/>
                  </a:lnTo>
                  <a:lnTo>
                    <a:pt x="73" y="3"/>
                  </a:lnTo>
                  <a:lnTo>
                    <a:pt x="71" y="3"/>
                  </a:lnTo>
                  <a:lnTo>
                    <a:pt x="69" y="1"/>
                  </a:lnTo>
                  <a:lnTo>
                    <a:pt x="66" y="1"/>
                  </a:lnTo>
                  <a:lnTo>
                    <a:pt x="64" y="0"/>
                  </a:lnTo>
                  <a:lnTo>
                    <a:pt x="61" y="0"/>
                  </a:lnTo>
                  <a:lnTo>
                    <a:pt x="58" y="1"/>
                  </a:lnTo>
                  <a:lnTo>
                    <a:pt x="55" y="2"/>
                  </a:lnTo>
                  <a:lnTo>
                    <a:pt x="51" y="3"/>
                  </a:lnTo>
                  <a:lnTo>
                    <a:pt x="47" y="5"/>
                  </a:lnTo>
                  <a:lnTo>
                    <a:pt x="42" y="7"/>
                  </a:lnTo>
                  <a:lnTo>
                    <a:pt x="38" y="10"/>
                  </a:lnTo>
                  <a:lnTo>
                    <a:pt x="34" y="13"/>
                  </a:lnTo>
                  <a:lnTo>
                    <a:pt x="29" y="16"/>
                  </a:lnTo>
                  <a:lnTo>
                    <a:pt x="24" y="19"/>
                  </a:lnTo>
                  <a:lnTo>
                    <a:pt x="20" y="22"/>
                  </a:lnTo>
                  <a:lnTo>
                    <a:pt x="17" y="25"/>
                  </a:lnTo>
                  <a:lnTo>
                    <a:pt x="13" y="29"/>
                  </a:lnTo>
                  <a:lnTo>
                    <a:pt x="10" y="32"/>
                  </a:lnTo>
                  <a:lnTo>
                    <a:pt x="8" y="35"/>
                  </a:lnTo>
                  <a:lnTo>
                    <a:pt x="5" y="38"/>
                  </a:lnTo>
                  <a:lnTo>
                    <a:pt x="4" y="41"/>
                  </a:lnTo>
                  <a:lnTo>
                    <a:pt x="2" y="43"/>
                  </a:lnTo>
                  <a:lnTo>
                    <a:pt x="1" y="46"/>
                  </a:lnTo>
                  <a:lnTo>
                    <a:pt x="0" y="48"/>
                  </a:lnTo>
                  <a:lnTo>
                    <a:pt x="0" y="51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2" y="58"/>
                  </a:lnTo>
                  <a:lnTo>
                    <a:pt x="3" y="60"/>
                  </a:lnTo>
                  <a:lnTo>
                    <a:pt x="4" y="63"/>
                  </a:lnTo>
                  <a:lnTo>
                    <a:pt x="5" y="64"/>
                  </a:lnTo>
                  <a:lnTo>
                    <a:pt x="6" y="66"/>
                  </a:lnTo>
                  <a:lnTo>
                    <a:pt x="8" y="67"/>
                  </a:lnTo>
                  <a:lnTo>
                    <a:pt x="9" y="67"/>
                  </a:lnTo>
                  <a:lnTo>
                    <a:pt x="11" y="68"/>
                  </a:lnTo>
                  <a:lnTo>
                    <a:pt x="12" y="69"/>
                  </a:lnTo>
                  <a:lnTo>
                    <a:pt x="14" y="69"/>
                  </a:lnTo>
                  <a:lnTo>
                    <a:pt x="16" y="69"/>
                  </a:lnTo>
                  <a:lnTo>
                    <a:pt x="19" y="69"/>
                  </a:lnTo>
                  <a:lnTo>
                    <a:pt x="20" y="68"/>
                  </a:lnTo>
                  <a:lnTo>
                    <a:pt x="23" y="67"/>
                  </a:lnTo>
                  <a:lnTo>
                    <a:pt x="25" y="67"/>
                  </a:lnTo>
                  <a:lnTo>
                    <a:pt x="28" y="65"/>
                  </a:lnTo>
                  <a:lnTo>
                    <a:pt x="30" y="63"/>
                  </a:lnTo>
                  <a:lnTo>
                    <a:pt x="33" y="62"/>
                  </a:lnTo>
                  <a:lnTo>
                    <a:pt x="29" y="55"/>
                  </a:lnTo>
                  <a:lnTo>
                    <a:pt x="29" y="55"/>
                  </a:lnTo>
                  <a:close/>
                  <a:moveTo>
                    <a:pt x="48" y="112"/>
                  </a:moveTo>
                  <a:lnTo>
                    <a:pt x="43" y="107"/>
                  </a:lnTo>
                  <a:lnTo>
                    <a:pt x="78" y="76"/>
                  </a:lnTo>
                  <a:lnTo>
                    <a:pt x="64" y="59"/>
                  </a:lnTo>
                  <a:lnTo>
                    <a:pt x="27" y="89"/>
                  </a:lnTo>
                  <a:lnTo>
                    <a:pt x="21" y="83"/>
                  </a:lnTo>
                  <a:lnTo>
                    <a:pt x="91" y="27"/>
                  </a:lnTo>
                  <a:lnTo>
                    <a:pt x="97" y="33"/>
                  </a:lnTo>
                  <a:lnTo>
                    <a:pt x="70" y="54"/>
                  </a:lnTo>
                  <a:lnTo>
                    <a:pt x="84" y="71"/>
                  </a:lnTo>
                  <a:lnTo>
                    <a:pt x="110" y="47"/>
                  </a:lnTo>
                  <a:lnTo>
                    <a:pt x="116" y="53"/>
                  </a:lnTo>
                  <a:lnTo>
                    <a:pt x="48" y="112"/>
                  </a:lnTo>
                  <a:lnTo>
                    <a:pt x="48" y="112"/>
                  </a:lnTo>
                  <a:close/>
                  <a:moveTo>
                    <a:pt x="64" y="127"/>
                  </a:moveTo>
                  <a:lnTo>
                    <a:pt x="58" y="121"/>
                  </a:lnTo>
                  <a:lnTo>
                    <a:pt x="124" y="60"/>
                  </a:lnTo>
                  <a:lnTo>
                    <a:pt x="130" y="66"/>
                  </a:lnTo>
                  <a:lnTo>
                    <a:pt x="64" y="127"/>
                  </a:lnTo>
                  <a:lnTo>
                    <a:pt x="64" y="127"/>
                  </a:lnTo>
                  <a:close/>
                  <a:moveTo>
                    <a:pt x="99" y="156"/>
                  </a:moveTo>
                  <a:lnTo>
                    <a:pt x="105" y="161"/>
                  </a:lnTo>
                  <a:lnTo>
                    <a:pt x="169" y="95"/>
                  </a:lnTo>
                  <a:lnTo>
                    <a:pt x="163" y="91"/>
                  </a:lnTo>
                  <a:lnTo>
                    <a:pt x="122" y="131"/>
                  </a:lnTo>
                  <a:lnTo>
                    <a:pt x="149" y="82"/>
                  </a:lnTo>
                  <a:lnTo>
                    <a:pt x="139" y="74"/>
                  </a:lnTo>
                  <a:lnTo>
                    <a:pt x="75" y="136"/>
                  </a:lnTo>
                  <a:lnTo>
                    <a:pt x="82" y="143"/>
                  </a:lnTo>
                  <a:lnTo>
                    <a:pt x="137" y="86"/>
                  </a:lnTo>
                  <a:lnTo>
                    <a:pt x="99" y="156"/>
                  </a:lnTo>
                  <a:lnTo>
                    <a:pt x="99" y="156"/>
                  </a:lnTo>
                  <a:close/>
                  <a:moveTo>
                    <a:pt x="147" y="148"/>
                  </a:moveTo>
                  <a:lnTo>
                    <a:pt x="160" y="159"/>
                  </a:lnTo>
                  <a:lnTo>
                    <a:pt x="145" y="188"/>
                  </a:lnTo>
                  <a:lnTo>
                    <a:pt x="153" y="193"/>
                  </a:lnTo>
                  <a:lnTo>
                    <a:pt x="191" y="111"/>
                  </a:lnTo>
                  <a:lnTo>
                    <a:pt x="182" y="105"/>
                  </a:lnTo>
                  <a:lnTo>
                    <a:pt x="115" y="168"/>
                  </a:lnTo>
                  <a:lnTo>
                    <a:pt x="121" y="173"/>
                  </a:lnTo>
                  <a:lnTo>
                    <a:pt x="147" y="148"/>
                  </a:lnTo>
                  <a:lnTo>
                    <a:pt x="147" y="148"/>
                  </a:lnTo>
                  <a:close/>
                  <a:moveTo>
                    <a:pt x="163" y="151"/>
                  </a:moveTo>
                  <a:lnTo>
                    <a:pt x="153" y="143"/>
                  </a:lnTo>
                  <a:lnTo>
                    <a:pt x="178" y="119"/>
                  </a:lnTo>
                  <a:lnTo>
                    <a:pt x="163" y="15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2" name="îšľiḋé"/>
            <p:cNvSpPr/>
            <p:nvPr/>
          </p:nvSpPr>
          <p:spPr bwMode="auto">
            <a:xfrm>
              <a:off x="2944813" y="3957638"/>
              <a:ext cx="39688" cy="73025"/>
            </a:xfrm>
            <a:custGeom>
              <a:avLst/>
              <a:gdLst>
                <a:gd name="T0" fmla="*/ 13 w 25"/>
                <a:gd name="T1" fmla="*/ 0 h 46"/>
                <a:gd name="T2" fmla="*/ 20 w 25"/>
                <a:gd name="T3" fmla="*/ 29 h 46"/>
                <a:gd name="T4" fmla="*/ 24 w 25"/>
                <a:gd name="T5" fmla="*/ 28 h 46"/>
                <a:gd name="T6" fmla="*/ 25 w 25"/>
                <a:gd name="T7" fmla="*/ 32 h 46"/>
                <a:gd name="T8" fmla="*/ 21 w 25"/>
                <a:gd name="T9" fmla="*/ 33 h 46"/>
                <a:gd name="T10" fmla="*/ 24 w 25"/>
                <a:gd name="T11" fmla="*/ 45 h 46"/>
                <a:gd name="T12" fmla="*/ 20 w 25"/>
                <a:gd name="T13" fmla="*/ 46 h 46"/>
                <a:gd name="T14" fmla="*/ 17 w 25"/>
                <a:gd name="T15" fmla="*/ 33 h 46"/>
                <a:gd name="T16" fmla="*/ 2 w 25"/>
                <a:gd name="T17" fmla="*/ 37 h 46"/>
                <a:gd name="T18" fmla="*/ 0 w 25"/>
                <a:gd name="T19" fmla="*/ 33 h 46"/>
                <a:gd name="T20" fmla="*/ 11 w 25"/>
                <a:gd name="T21" fmla="*/ 0 h 46"/>
                <a:gd name="T22" fmla="*/ 13 w 25"/>
                <a:gd name="T23" fmla="*/ 0 h 46"/>
                <a:gd name="T24" fmla="*/ 13 w 25"/>
                <a:gd name="T25" fmla="*/ 0 h 46"/>
                <a:gd name="T26" fmla="*/ 16 w 25"/>
                <a:gd name="T27" fmla="*/ 29 h 46"/>
                <a:gd name="T28" fmla="*/ 11 w 25"/>
                <a:gd name="T29" fmla="*/ 7 h 46"/>
                <a:gd name="T30" fmla="*/ 3 w 25"/>
                <a:gd name="T31" fmla="*/ 33 h 46"/>
                <a:gd name="T32" fmla="*/ 16 w 25"/>
                <a:gd name="T33" fmla="*/ 2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46">
                  <a:moveTo>
                    <a:pt x="13" y="0"/>
                  </a:moveTo>
                  <a:lnTo>
                    <a:pt x="20" y="29"/>
                  </a:lnTo>
                  <a:lnTo>
                    <a:pt x="24" y="28"/>
                  </a:lnTo>
                  <a:lnTo>
                    <a:pt x="25" y="32"/>
                  </a:lnTo>
                  <a:lnTo>
                    <a:pt x="21" y="33"/>
                  </a:lnTo>
                  <a:lnTo>
                    <a:pt x="24" y="45"/>
                  </a:lnTo>
                  <a:lnTo>
                    <a:pt x="20" y="46"/>
                  </a:lnTo>
                  <a:lnTo>
                    <a:pt x="17" y="33"/>
                  </a:lnTo>
                  <a:lnTo>
                    <a:pt x="2" y="37"/>
                  </a:lnTo>
                  <a:lnTo>
                    <a:pt x="0" y="33"/>
                  </a:lnTo>
                  <a:lnTo>
                    <a:pt x="11" y="0"/>
                  </a:lnTo>
                  <a:lnTo>
                    <a:pt x="13" y="0"/>
                  </a:lnTo>
                  <a:lnTo>
                    <a:pt x="13" y="0"/>
                  </a:lnTo>
                  <a:close/>
                  <a:moveTo>
                    <a:pt x="16" y="29"/>
                  </a:moveTo>
                  <a:lnTo>
                    <a:pt x="11" y="7"/>
                  </a:lnTo>
                  <a:lnTo>
                    <a:pt x="3" y="33"/>
                  </a:lnTo>
                  <a:lnTo>
                    <a:pt x="16" y="2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3" name="îṩliḍè"/>
            <p:cNvSpPr/>
            <p:nvPr/>
          </p:nvSpPr>
          <p:spPr bwMode="auto">
            <a:xfrm>
              <a:off x="2720976" y="3960813"/>
              <a:ext cx="38100" cy="71438"/>
            </a:xfrm>
            <a:custGeom>
              <a:avLst/>
              <a:gdLst>
                <a:gd name="T0" fmla="*/ 16 w 24"/>
                <a:gd name="T1" fmla="*/ 10 h 45"/>
                <a:gd name="T2" fmla="*/ 16 w 24"/>
                <a:gd name="T3" fmla="*/ 8 h 45"/>
                <a:gd name="T4" fmla="*/ 16 w 24"/>
                <a:gd name="T5" fmla="*/ 7 h 45"/>
                <a:gd name="T6" fmla="*/ 16 w 24"/>
                <a:gd name="T7" fmla="*/ 6 h 45"/>
                <a:gd name="T8" fmla="*/ 15 w 24"/>
                <a:gd name="T9" fmla="*/ 5 h 45"/>
                <a:gd name="T10" fmla="*/ 12 w 24"/>
                <a:gd name="T11" fmla="*/ 5 h 45"/>
                <a:gd name="T12" fmla="*/ 9 w 24"/>
                <a:gd name="T13" fmla="*/ 5 h 45"/>
                <a:gd name="T14" fmla="*/ 10 w 24"/>
                <a:gd name="T15" fmla="*/ 3 h 45"/>
                <a:gd name="T16" fmla="*/ 13 w 24"/>
                <a:gd name="T17" fmla="*/ 3 h 45"/>
                <a:gd name="T18" fmla="*/ 17 w 24"/>
                <a:gd name="T19" fmla="*/ 3 h 45"/>
                <a:gd name="T20" fmla="*/ 20 w 24"/>
                <a:gd name="T21" fmla="*/ 2 h 45"/>
                <a:gd name="T22" fmla="*/ 24 w 24"/>
                <a:gd name="T23" fmla="*/ 0 h 45"/>
                <a:gd name="T24" fmla="*/ 14 w 24"/>
                <a:gd name="T25" fmla="*/ 39 h 45"/>
                <a:gd name="T26" fmla="*/ 14 w 24"/>
                <a:gd name="T27" fmla="*/ 39 h 45"/>
                <a:gd name="T28" fmla="*/ 14 w 24"/>
                <a:gd name="T29" fmla="*/ 40 h 45"/>
                <a:gd name="T30" fmla="*/ 14 w 24"/>
                <a:gd name="T31" fmla="*/ 41 h 45"/>
                <a:gd name="T32" fmla="*/ 14 w 24"/>
                <a:gd name="T33" fmla="*/ 42 h 45"/>
                <a:gd name="T34" fmla="*/ 16 w 24"/>
                <a:gd name="T35" fmla="*/ 43 h 45"/>
                <a:gd name="T36" fmla="*/ 18 w 24"/>
                <a:gd name="T37" fmla="*/ 43 h 45"/>
                <a:gd name="T38" fmla="*/ 18 w 24"/>
                <a:gd name="T39" fmla="*/ 45 h 45"/>
                <a:gd name="T40" fmla="*/ 0 w 24"/>
                <a:gd name="T41" fmla="*/ 40 h 45"/>
                <a:gd name="T42" fmla="*/ 1 w 24"/>
                <a:gd name="T43" fmla="*/ 39 h 45"/>
                <a:gd name="T44" fmla="*/ 4 w 24"/>
                <a:gd name="T45" fmla="*/ 39 h 45"/>
                <a:gd name="T46" fmla="*/ 6 w 24"/>
                <a:gd name="T47" fmla="*/ 39 h 45"/>
                <a:gd name="T48" fmla="*/ 7 w 24"/>
                <a:gd name="T49" fmla="*/ 39 h 45"/>
                <a:gd name="T50" fmla="*/ 8 w 24"/>
                <a:gd name="T51" fmla="*/ 39 h 45"/>
                <a:gd name="T52" fmla="*/ 8 w 24"/>
                <a:gd name="T53" fmla="*/ 39 h 45"/>
                <a:gd name="T54" fmla="*/ 8 w 24"/>
                <a:gd name="T55" fmla="*/ 39 h 45"/>
                <a:gd name="T56" fmla="*/ 16 w 24"/>
                <a:gd name="T5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" h="45">
                  <a:moveTo>
                    <a:pt x="16" y="10"/>
                  </a:moveTo>
                  <a:lnTo>
                    <a:pt x="16" y="8"/>
                  </a:lnTo>
                  <a:lnTo>
                    <a:pt x="16" y="7"/>
                  </a:lnTo>
                  <a:lnTo>
                    <a:pt x="16" y="6"/>
                  </a:lnTo>
                  <a:lnTo>
                    <a:pt x="15" y="5"/>
                  </a:lnTo>
                  <a:lnTo>
                    <a:pt x="12" y="5"/>
                  </a:lnTo>
                  <a:lnTo>
                    <a:pt x="9" y="5"/>
                  </a:lnTo>
                  <a:lnTo>
                    <a:pt x="10" y="3"/>
                  </a:lnTo>
                  <a:lnTo>
                    <a:pt x="13" y="3"/>
                  </a:lnTo>
                  <a:lnTo>
                    <a:pt x="17" y="3"/>
                  </a:lnTo>
                  <a:lnTo>
                    <a:pt x="20" y="2"/>
                  </a:lnTo>
                  <a:lnTo>
                    <a:pt x="24" y="0"/>
                  </a:lnTo>
                  <a:lnTo>
                    <a:pt x="14" y="39"/>
                  </a:lnTo>
                  <a:lnTo>
                    <a:pt x="14" y="39"/>
                  </a:lnTo>
                  <a:lnTo>
                    <a:pt x="14" y="40"/>
                  </a:lnTo>
                  <a:lnTo>
                    <a:pt x="14" y="41"/>
                  </a:lnTo>
                  <a:lnTo>
                    <a:pt x="14" y="42"/>
                  </a:lnTo>
                  <a:lnTo>
                    <a:pt x="16" y="43"/>
                  </a:lnTo>
                  <a:lnTo>
                    <a:pt x="18" y="43"/>
                  </a:lnTo>
                  <a:lnTo>
                    <a:pt x="18" y="45"/>
                  </a:lnTo>
                  <a:lnTo>
                    <a:pt x="0" y="40"/>
                  </a:lnTo>
                  <a:lnTo>
                    <a:pt x="1" y="39"/>
                  </a:lnTo>
                  <a:lnTo>
                    <a:pt x="4" y="39"/>
                  </a:lnTo>
                  <a:lnTo>
                    <a:pt x="6" y="39"/>
                  </a:lnTo>
                  <a:lnTo>
                    <a:pt x="7" y="39"/>
                  </a:lnTo>
                  <a:lnTo>
                    <a:pt x="8" y="39"/>
                  </a:lnTo>
                  <a:lnTo>
                    <a:pt x="8" y="39"/>
                  </a:lnTo>
                  <a:lnTo>
                    <a:pt x="8" y="39"/>
                  </a:lnTo>
                  <a:lnTo>
                    <a:pt x="16" y="1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4" name="îsḻíḓe"/>
            <p:cNvSpPr/>
            <p:nvPr/>
          </p:nvSpPr>
          <p:spPr bwMode="auto">
            <a:xfrm>
              <a:off x="2797176" y="3963988"/>
              <a:ext cx="36513" cy="71438"/>
            </a:xfrm>
            <a:custGeom>
              <a:avLst/>
              <a:gdLst>
                <a:gd name="T0" fmla="*/ 1 w 23"/>
                <a:gd name="T1" fmla="*/ 45 h 45"/>
                <a:gd name="T2" fmla="*/ 6 w 23"/>
                <a:gd name="T3" fmla="*/ 42 h 45"/>
                <a:gd name="T4" fmla="*/ 10 w 23"/>
                <a:gd name="T5" fmla="*/ 39 h 45"/>
                <a:gd name="T6" fmla="*/ 14 w 23"/>
                <a:gd name="T7" fmla="*/ 33 h 45"/>
                <a:gd name="T8" fmla="*/ 16 w 23"/>
                <a:gd name="T9" fmla="*/ 25 h 45"/>
                <a:gd name="T10" fmla="*/ 12 w 23"/>
                <a:gd name="T11" fmla="*/ 28 h 45"/>
                <a:gd name="T12" fmla="*/ 11 w 23"/>
                <a:gd name="T13" fmla="*/ 29 h 45"/>
                <a:gd name="T14" fmla="*/ 8 w 23"/>
                <a:gd name="T15" fmla="*/ 29 h 45"/>
                <a:gd name="T16" fmla="*/ 5 w 23"/>
                <a:gd name="T17" fmla="*/ 27 h 45"/>
                <a:gd name="T18" fmla="*/ 3 w 23"/>
                <a:gd name="T19" fmla="*/ 24 h 45"/>
                <a:gd name="T20" fmla="*/ 1 w 23"/>
                <a:gd name="T21" fmla="*/ 20 h 45"/>
                <a:gd name="T22" fmla="*/ 0 w 23"/>
                <a:gd name="T23" fmla="*/ 14 h 45"/>
                <a:gd name="T24" fmla="*/ 1 w 23"/>
                <a:gd name="T25" fmla="*/ 9 h 45"/>
                <a:gd name="T26" fmla="*/ 4 w 23"/>
                <a:gd name="T27" fmla="*/ 5 h 45"/>
                <a:gd name="T28" fmla="*/ 5 w 23"/>
                <a:gd name="T29" fmla="*/ 2 h 45"/>
                <a:gd name="T30" fmla="*/ 8 w 23"/>
                <a:gd name="T31" fmla="*/ 1 h 45"/>
                <a:gd name="T32" fmla="*/ 12 w 23"/>
                <a:gd name="T33" fmla="*/ 0 h 45"/>
                <a:gd name="T34" fmla="*/ 14 w 23"/>
                <a:gd name="T35" fmla="*/ 0 h 45"/>
                <a:gd name="T36" fmla="*/ 16 w 23"/>
                <a:gd name="T37" fmla="*/ 1 h 45"/>
                <a:gd name="T38" fmla="*/ 20 w 23"/>
                <a:gd name="T39" fmla="*/ 6 h 45"/>
                <a:gd name="T40" fmla="*/ 23 w 23"/>
                <a:gd name="T41" fmla="*/ 13 h 45"/>
                <a:gd name="T42" fmla="*/ 23 w 23"/>
                <a:gd name="T43" fmla="*/ 21 h 45"/>
                <a:gd name="T44" fmla="*/ 22 w 23"/>
                <a:gd name="T45" fmla="*/ 29 h 45"/>
                <a:gd name="T46" fmla="*/ 20 w 23"/>
                <a:gd name="T47" fmla="*/ 33 h 45"/>
                <a:gd name="T48" fmla="*/ 18 w 23"/>
                <a:gd name="T49" fmla="*/ 37 h 45"/>
                <a:gd name="T50" fmla="*/ 15 w 23"/>
                <a:gd name="T51" fmla="*/ 40 h 45"/>
                <a:gd name="T52" fmla="*/ 11 w 23"/>
                <a:gd name="T53" fmla="*/ 42 h 45"/>
                <a:gd name="T54" fmla="*/ 7 w 23"/>
                <a:gd name="T55" fmla="*/ 45 h 45"/>
                <a:gd name="T56" fmla="*/ 1 w 23"/>
                <a:gd name="T57" fmla="*/ 45 h 45"/>
                <a:gd name="T58" fmla="*/ 16 w 23"/>
                <a:gd name="T59" fmla="*/ 7 h 45"/>
                <a:gd name="T60" fmla="*/ 13 w 23"/>
                <a:gd name="T61" fmla="*/ 4 h 45"/>
                <a:gd name="T62" fmla="*/ 12 w 23"/>
                <a:gd name="T63" fmla="*/ 3 h 45"/>
                <a:gd name="T64" fmla="*/ 9 w 23"/>
                <a:gd name="T65" fmla="*/ 3 h 45"/>
                <a:gd name="T66" fmla="*/ 8 w 23"/>
                <a:gd name="T67" fmla="*/ 4 h 45"/>
                <a:gd name="T68" fmla="*/ 6 w 23"/>
                <a:gd name="T69" fmla="*/ 5 h 45"/>
                <a:gd name="T70" fmla="*/ 5 w 23"/>
                <a:gd name="T71" fmla="*/ 9 h 45"/>
                <a:gd name="T72" fmla="*/ 5 w 23"/>
                <a:gd name="T73" fmla="*/ 13 h 45"/>
                <a:gd name="T74" fmla="*/ 5 w 23"/>
                <a:gd name="T75" fmla="*/ 21 h 45"/>
                <a:gd name="T76" fmla="*/ 7 w 23"/>
                <a:gd name="T77" fmla="*/ 25 h 45"/>
                <a:gd name="T78" fmla="*/ 8 w 23"/>
                <a:gd name="T79" fmla="*/ 25 h 45"/>
                <a:gd name="T80" fmla="*/ 11 w 23"/>
                <a:gd name="T81" fmla="*/ 25 h 45"/>
                <a:gd name="T82" fmla="*/ 15 w 23"/>
                <a:gd name="T83" fmla="*/ 24 h 45"/>
                <a:gd name="T84" fmla="*/ 16 w 23"/>
                <a:gd name="T85" fmla="*/ 23 h 45"/>
                <a:gd name="T86" fmla="*/ 17 w 23"/>
                <a:gd name="T87" fmla="*/ 21 h 45"/>
                <a:gd name="T88" fmla="*/ 18 w 23"/>
                <a:gd name="T89" fmla="*/ 16 h 45"/>
                <a:gd name="T90" fmla="*/ 17 w 23"/>
                <a:gd name="T91" fmla="*/ 11 h 45"/>
                <a:gd name="T92" fmla="*/ 16 w 23"/>
                <a:gd name="T93" fmla="*/ 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3" h="45">
                  <a:moveTo>
                    <a:pt x="1" y="45"/>
                  </a:moveTo>
                  <a:lnTo>
                    <a:pt x="1" y="45"/>
                  </a:lnTo>
                  <a:lnTo>
                    <a:pt x="4" y="44"/>
                  </a:lnTo>
                  <a:lnTo>
                    <a:pt x="6" y="42"/>
                  </a:lnTo>
                  <a:lnTo>
                    <a:pt x="8" y="41"/>
                  </a:lnTo>
                  <a:lnTo>
                    <a:pt x="10" y="39"/>
                  </a:lnTo>
                  <a:lnTo>
                    <a:pt x="12" y="36"/>
                  </a:lnTo>
                  <a:lnTo>
                    <a:pt x="14" y="33"/>
                  </a:lnTo>
                  <a:lnTo>
                    <a:pt x="16" y="29"/>
                  </a:lnTo>
                  <a:lnTo>
                    <a:pt x="16" y="25"/>
                  </a:lnTo>
                  <a:lnTo>
                    <a:pt x="14" y="26"/>
                  </a:lnTo>
                  <a:lnTo>
                    <a:pt x="12" y="28"/>
                  </a:lnTo>
                  <a:lnTo>
                    <a:pt x="12" y="28"/>
                  </a:lnTo>
                  <a:lnTo>
                    <a:pt x="11" y="29"/>
                  </a:lnTo>
                  <a:lnTo>
                    <a:pt x="9" y="29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2"/>
                  </a:lnTo>
                  <a:lnTo>
                    <a:pt x="1" y="20"/>
                  </a:lnTo>
                  <a:lnTo>
                    <a:pt x="0" y="17"/>
                  </a:lnTo>
                  <a:lnTo>
                    <a:pt x="0" y="14"/>
                  </a:lnTo>
                  <a:lnTo>
                    <a:pt x="1" y="12"/>
                  </a:lnTo>
                  <a:lnTo>
                    <a:pt x="1" y="9"/>
                  </a:lnTo>
                  <a:lnTo>
                    <a:pt x="2" y="7"/>
                  </a:lnTo>
                  <a:lnTo>
                    <a:pt x="4" y="5"/>
                  </a:lnTo>
                  <a:lnTo>
                    <a:pt x="4" y="3"/>
                  </a:lnTo>
                  <a:lnTo>
                    <a:pt x="5" y="2"/>
                  </a:lnTo>
                  <a:lnTo>
                    <a:pt x="7" y="1"/>
                  </a:lnTo>
                  <a:lnTo>
                    <a:pt x="8" y="1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6" y="1"/>
                  </a:lnTo>
                  <a:lnTo>
                    <a:pt x="16" y="1"/>
                  </a:lnTo>
                  <a:lnTo>
                    <a:pt x="19" y="4"/>
                  </a:lnTo>
                  <a:lnTo>
                    <a:pt x="20" y="6"/>
                  </a:lnTo>
                  <a:lnTo>
                    <a:pt x="22" y="9"/>
                  </a:lnTo>
                  <a:lnTo>
                    <a:pt x="23" y="13"/>
                  </a:lnTo>
                  <a:lnTo>
                    <a:pt x="23" y="17"/>
                  </a:lnTo>
                  <a:lnTo>
                    <a:pt x="23" y="21"/>
                  </a:lnTo>
                  <a:lnTo>
                    <a:pt x="23" y="25"/>
                  </a:lnTo>
                  <a:lnTo>
                    <a:pt x="22" y="29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19" y="35"/>
                  </a:lnTo>
                  <a:lnTo>
                    <a:pt x="18" y="37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8" y="44"/>
                  </a:lnTo>
                  <a:lnTo>
                    <a:pt x="7" y="45"/>
                  </a:lnTo>
                  <a:lnTo>
                    <a:pt x="4" y="45"/>
                  </a:lnTo>
                  <a:lnTo>
                    <a:pt x="1" y="45"/>
                  </a:lnTo>
                  <a:lnTo>
                    <a:pt x="1" y="45"/>
                  </a:lnTo>
                  <a:close/>
                  <a:moveTo>
                    <a:pt x="16" y="7"/>
                  </a:moveTo>
                  <a:lnTo>
                    <a:pt x="15" y="5"/>
                  </a:lnTo>
                  <a:lnTo>
                    <a:pt x="13" y="4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1" y="3"/>
                  </a:lnTo>
                  <a:lnTo>
                    <a:pt x="9" y="3"/>
                  </a:lnTo>
                  <a:lnTo>
                    <a:pt x="8" y="3"/>
                  </a:lnTo>
                  <a:lnTo>
                    <a:pt x="8" y="4"/>
                  </a:lnTo>
                  <a:lnTo>
                    <a:pt x="7" y="5"/>
                  </a:lnTo>
                  <a:lnTo>
                    <a:pt x="6" y="5"/>
                  </a:lnTo>
                  <a:lnTo>
                    <a:pt x="5" y="7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3"/>
                  </a:lnTo>
                  <a:lnTo>
                    <a:pt x="5" y="17"/>
                  </a:lnTo>
                  <a:lnTo>
                    <a:pt x="5" y="21"/>
                  </a:lnTo>
                  <a:lnTo>
                    <a:pt x="6" y="23"/>
                  </a:lnTo>
                  <a:lnTo>
                    <a:pt x="7" y="25"/>
                  </a:lnTo>
                  <a:lnTo>
                    <a:pt x="8" y="25"/>
                  </a:lnTo>
                  <a:lnTo>
                    <a:pt x="8" y="25"/>
                  </a:lnTo>
                  <a:lnTo>
                    <a:pt x="10" y="25"/>
                  </a:lnTo>
                  <a:lnTo>
                    <a:pt x="11" y="25"/>
                  </a:lnTo>
                  <a:lnTo>
                    <a:pt x="13" y="25"/>
                  </a:lnTo>
                  <a:lnTo>
                    <a:pt x="15" y="24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16" y="22"/>
                  </a:lnTo>
                  <a:lnTo>
                    <a:pt x="17" y="21"/>
                  </a:lnTo>
                  <a:lnTo>
                    <a:pt x="17" y="19"/>
                  </a:lnTo>
                  <a:lnTo>
                    <a:pt x="18" y="16"/>
                  </a:lnTo>
                  <a:lnTo>
                    <a:pt x="17" y="13"/>
                  </a:lnTo>
                  <a:lnTo>
                    <a:pt x="17" y="11"/>
                  </a:lnTo>
                  <a:lnTo>
                    <a:pt x="16" y="9"/>
                  </a:lnTo>
                  <a:lnTo>
                    <a:pt x="16" y="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25" name="í$1îḍê"/>
            <p:cNvSpPr/>
            <p:nvPr/>
          </p:nvSpPr>
          <p:spPr bwMode="auto">
            <a:xfrm>
              <a:off x="2874963" y="3962401"/>
              <a:ext cx="34925" cy="74613"/>
            </a:xfrm>
            <a:custGeom>
              <a:avLst/>
              <a:gdLst>
                <a:gd name="T0" fmla="*/ 0 w 22"/>
                <a:gd name="T1" fmla="*/ 10 h 47"/>
                <a:gd name="T2" fmla="*/ 1 w 22"/>
                <a:gd name="T3" fmla="*/ 6 h 47"/>
                <a:gd name="T4" fmla="*/ 4 w 22"/>
                <a:gd name="T5" fmla="*/ 2 h 47"/>
                <a:gd name="T6" fmla="*/ 8 w 22"/>
                <a:gd name="T7" fmla="*/ 1 h 47"/>
                <a:gd name="T8" fmla="*/ 12 w 22"/>
                <a:gd name="T9" fmla="*/ 1 h 47"/>
                <a:gd name="T10" fmla="*/ 16 w 22"/>
                <a:gd name="T11" fmla="*/ 2 h 47"/>
                <a:gd name="T12" fmla="*/ 18 w 22"/>
                <a:gd name="T13" fmla="*/ 6 h 47"/>
                <a:gd name="T14" fmla="*/ 20 w 22"/>
                <a:gd name="T15" fmla="*/ 10 h 47"/>
                <a:gd name="T16" fmla="*/ 19 w 22"/>
                <a:gd name="T17" fmla="*/ 14 h 47"/>
                <a:gd name="T18" fmla="*/ 16 w 22"/>
                <a:gd name="T19" fmla="*/ 18 h 47"/>
                <a:gd name="T20" fmla="*/ 15 w 22"/>
                <a:gd name="T21" fmla="*/ 22 h 47"/>
                <a:gd name="T22" fmla="*/ 17 w 22"/>
                <a:gd name="T23" fmla="*/ 24 h 47"/>
                <a:gd name="T24" fmla="*/ 20 w 22"/>
                <a:gd name="T25" fmla="*/ 26 h 47"/>
                <a:gd name="T26" fmla="*/ 21 w 22"/>
                <a:gd name="T27" fmla="*/ 29 h 47"/>
                <a:gd name="T28" fmla="*/ 22 w 22"/>
                <a:gd name="T29" fmla="*/ 33 h 47"/>
                <a:gd name="T30" fmla="*/ 21 w 22"/>
                <a:gd name="T31" fmla="*/ 38 h 47"/>
                <a:gd name="T32" fmla="*/ 18 w 22"/>
                <a:gd name="T33" fmla="*/ 42 h 47"/>
                <a:gd name="T34" fmla="*/ 14 w 22"/>
                <a:gd name="T35" fmla="*/ 46 h 47"/>
                <a:gd name="T36" fmla="*/ 10 w 22"/>
                <a:gd name="T37" fmla="*/ 47 h 47"/>
                <a:gd name="T38" fmla="*/ 6 w 22"/>
                <a:gd name="T39" fmla="*/ 47 h 47"/>
                <a:gd name="T40" fmla="*/ 4 w 22"/>
                <a:gd name="T41" fmla="*/ 46 h 47"/>
                <a:gd name="T42" fmla="*/ 1 w 22"/>
                <a:gd name="T43" fmla="*/ 45 h 47"/>
                <a:gd name="T44" fmla="*/ 0 w 22"/>
                <a:gd name="T45" fmla="*/ 42 h 47"/>
                <a:gd name="T46" fmla="*/ 1 w 22"/>
                <a:gd name="T47" fmla="*/ 40 h 47"/>
                <a:gd name="T48" fmla="*/ 4 w 22"/>
                <a:gd name="T49" fmla="*/ 39 h 47"/>
                <a:gd name="T50" fmla="*/ 5 w 22"/>
                <a:gd name="T51" fmla="*/ 40 h 47"/>
                <a:gd name="T52" fmla="*/ 7 w 22"/>
                <a:gd name="T53" fmla="*/ 42 h 47"/>
                <a:gd name="T54" fmla="*/ 9 w 22"/>
                <a:gd name="T55" fmla="*/ 43 h 47"/>
                <a:gd name="T56" fmla="*/ 12 w 22"/>
                <a:gd name="T57" fmla="*/ 42 h 47"/>
                <a:gd name="T58" fmla="*/ 14 w 22"/>
                <a:gd name="T59" fmla="*/ 41 h 47"/>
                <a:gd name="T60" fmla="*/ 16 w 22"/>
                <a:gd name="T61" fmla="*/ 38 h 47"/>
                <a:gd name="T62" fmla="*/ 17 w 22"/>
                <a:gd name="T63" fmla="*/ 36 h 47"/>
                <a:gd name="T64" fmla="*/ 17 w 22"/>
                <a:gd name="T65" fmla="*/ 34 h 47"/>
                <a:gd name="T66" fmla="*/ 17 w 22"/>
                <a:gd name="T67" fmla="*/ 30 h 47"/>
                <a:gd name="T68" fmla="*/ 16 w 22"/>
                <a:gd name="T69" fmla="*/ 28 h 47"/>
                <a:gd name="T70" fmla="*/ 13 w 22"/>
                <a:gd name="T71" fmla="*/ 26 h 47"/>
                <a:gd name="T72" fmla="*/ 9 w 22"/>
                <a:gd name="T73" fmla="*/ 24 h 47"/>
                <a:gd name="T74" fmla="*/ 6 w 22"/>
                <a:gd name="T75" fmla="*/ 22 h 47"/>
                <a:gd name="T76" fmla="*/ 9 w 22"/>
                <a:gd name="T77" fmla="*/ 22 h 47"/>
                <a:gd name="T78" fmla="*/ 12 w 22"/>
                <a:gd name="T79" fmla="*/ 19 h 47"/>
                <a:gd name="T80" fmla="*/ 14 w 22"/>
                <a:gd name="T81" fmla="*/ 16 h 47"/>
                <a:gd name="T82" fmla="*/ 14 w 22"/>
                <a:gd name="T83" fmla="*/ 13 h 47"/>
                <a:gd name="T84" fmla="*/ 14 w 22"/>
                <a:gd name="T85" fmla="*/ 9 h 47"/>
                <a:gd name="T86" fmla="*/ 12 w 22"/>
                <a:gd name="T87" fmla="*/ 6 h 47"/>
                <a:gd name="T88" fmla="*/ 11 w 22"/>
                <a:gd name="T89" fmla="*/ 6 h 47"/>
                <a:gd name="T90" fmla="*/ 8 w 22"/>
                <a:gd name="T91" fmla="*/ 5 h 47"/>
                <a:gd name="T92" fmla="*/ 6 w 22"/>
                <a:gd name="T93" fmla="*/ 6 h 47"/>
                <a:gd name="T94" fmla="*/ 4 w 22"/>
                <a:gd name="T95" fmla="*/ 6 h 47"/>
                <a:gd name="T96" fmla="*/ 3 w 22"/>
                <a:gd name="T97" fmla="*/ 8 h 47"/>
                <a:gd name="T98" fmla="*/ 2 w 22"/>
                <a:gd name="T99" fmla="*/ 1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2" h="47">
                  <a:moveTo>
                    <a:pt x="0" y="11"/>
                  </a:moveTo>
                  <a:lnTo>
                    <a:pt x="0" y="10"/>
                  </a:lnTo>
                  <a:lnTo>
                    <a:pt x="1" y="8"/>
                  </a:lnTo>
                  <a:lnTo>
                    <a:pt x="1" y="6"/>
                  </a:lnTo>
                  <a:lnTo>
                    <a:pt x="3" y="5"/>
                  </a:lnTo>
                  <a:lnTo>
                    <a:pt x="4" y="2"/>
                  </a:lnTo>
                  <a:lnTo>
                    <a:pt x="6" y="2"/>
                  </a:lnTo>
                  <a:lnTo>
                    <a:pt x="8" y="1"/>
                  </a:lnTo>
                  <a:lnTo>
                    <a:pt x="10" y="0"/>
                  </a:lnTo>
                  <a:lnTo>
                    <a:pt x="12" y="1"/>
                  </a:lnTo>
                  <a:lnTo>
                    <a:pt x="14" y="2"/>
                  </a:lnTo>
                  <a:lnTo>
                    <a:pt x="16" y="2"/>
                  </a:lnTo>
                  <a:lnTo>
                    <a:pt x="17" y="4"/>
                  </a:lnTo>
                  <a:lnTo>
                    <a:pt x="18" y="6"/>
                  </a:lnTo>
                  <a:lnTo>
                    <a:pt x="19" y="8"/>
                  </a:lnTo>
                  <a:lnTo>
                    <a:pt x="20" y="10"/>
                  </a:lnTo>
                  <a:lnTo>
                    <a:pt x="20" y="12"/>
                  </a:lnTo>
                  <a:lnTo>
                    <a:pt x="19" y="14"/>
                  </a:lnTo>
                  <a:lnTo>
                    <a:pt x="17" y="17"/>
                  </a:lnTo>
                  <a:lnTo>
                    <a:pt x="16" y="18"/>
                  </a:lnTo>
                  <a:lnTo>
                    <a:pt x="13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7" y="24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0" y="27"/>
                  </a:lnTo>
                  <a:lnTo>
                    <a:pt x="21" y="29"/>
                  </a:lnTo>
                  <a:lnTo>
                    <a:pt x="21" y="30"/>
                  </a:lnTo>
                  <a:lnTo>
                    <a:pt x="22" y="33"/>
                  </a:lnTo>
                  <a:lnTo>
                    <a:pt x="22" y="35"/>
                  </a:lnTo>
                  <a:lnTo>
                    <a:pt x="21" y="38"/>
                  </a:lnTo>
                  <a:lnTo>
                    <a:pt x="20" y="40"/>
                  </a:lnTo>
                  <a:lnTo>
                    <a:pt x="18" y="42"/>
                  </a:lnTo>
                  <a:lnTo>
                    <a:pt x="16" y="44"/>
                  </a:lnTo>
                  <a:lnTo>
                    <a:pt x="14" y="46"/>
                  </a:lnTo>
                  <a:lnTo>
                    <a:pt x="12" y="46"/>
                  </a:lnTo>
                  <a:lnTo>
                    <a:pt x="10" y="47"/>
                  </a:lnTo>
                  <a:lnTo>
                    <a:pt x="7" y="47"/>
                  </a:lnTo>
                  <a:lnTo>
                    <a:pt x="6" y="47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2" y="46"/>
                  </a:lnTo>
                  <a:lnTo>
                    <a:pt x="1" y="45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40"/>
                  </a:lnTo>
                  <a:lnTo>
                    <a:pt x="3" y="39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5" y="40"/>
                  </a:lnTo>
                  <a:lnTo>
                    <a:pt x="6" y="41"/>
                  </a:lnTo>
                  <a:lnTo>
                    <a:pt x="7" y="42"/>
                  </a:lnTo>
                  <a:lnTo>
                    <a:pt x="8" y="43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2" y="42"/>
                  </a:lnTo>
                  <a:lnTo>
                    <a:pt x="13" y="42"/>
                  </a:lnTo>
                  <a:lnTo>
                    <a:pt x="14" y="41"/>
                  </a:lnTo>
                  <a:lnTo>
                    <a:pt x="16" y="40"/>
                  </a:lnTo>
                  <a:lnTo>
                    <a:pt x="16" y="38"/>
                  </a:lnTo>
                  <a:lnTo>
                    <a:pt x="17" y="38"/>
                  </a:lnTo>
                  <a:lnTo>
                    <a:pt x="17" y="36"/>
                  </a:lnTo>
                  <a:lnTo>
                    <a:pt x="17" y="34"/>
                  </a:lnTo>
                  <a:lnTo>
                    <a:pt x="17" y="34"/>
                  </a:lnTo>
                  <a:lnTo>
                    <a:pt x="17" y="32"/>
                  </a:lnTo>
                  <a:lnTo>
                    <a:pt x="17" y="30"/>
                  </a:lnTo>
                  <a:lnTo>
                    <a:pt x="16" y="29"/>
                  </a:lnTo>
                  <a:lnTo>
                    <a:pt x="16" y="28"/>
                  </a:lnTo>
                  <a:lnTo>
                    <a:pt x="15" y="26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9" y="24"/>
                  </a:lnTo>
                  <a:lnTo>
                    <a:pt x="6" y="24"/>
                  </a:lnTo>
                  <a:lnTo>
                    <a:pt x="6" y="22"/>
                  </a:lnTo>
                  <a:lnTo>
                    <a:pt x="8" y="22"/>
                  </a:lnTo>
                  <a:lnTo>
                    <a:pt x="9" y="22"/>
                  </a:lnTo>
                  <a:lnTo>
                    <a:pt x="10" y="21"/>
                  </a:lnTo>
                  <a:lnTo>
                    <a:pt x="12" y="19"/>
                  </a:lnTo>
                  <a:lnTo>
                    <a:pt x="13" y="18"/>
                  </a:lnTo>
                  <a:lnTo>
                    <a:pt x="14" y="16"/>
                  </a:lnTo>
                  <a:lnTo>
                    <a:pt x="14" y="14"/>
                  </a:lnTo>
                  <a:lnTo>
                    <a:pt x="14" y="13"/>
                  </a:lnTo>
                  <a:lnTo>
                    <a:pt x="14" y="10"/>
                  </a:lnTo>
                  <a:lnTo>
                    <a:pt x="14" y="9"/>
                  </a:lnTo>
                  <a:lnTo>
                    <a:pt x="13" y="8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0" y="5"/>
                  </a:lnTo>
                  <a:lnTo>
                    <a:pt x="8" y="5"/>
                  </a:lnTo>
                  <a:lnTo>
                    <a:pt x="7" y="5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7"/>
                  </a:lnTo>
                  <a:lnTo>
                    <a:pt x="3" y="8"/>
                  </a:lnTo>
                  <a:lnTo>
                    <a:pt x="3" y="10"/>
                  </a:lnTo>
                  <a:lnTo>
                    <a:pt x="2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  <p:grpSp>
        <p:nvGrpSpPr>
          <p:cNvPr id="29" name="组合 28"/>
          <p:cNvGrpSpPr>
            <a:grpSpLocks noChangeAspect="1"/>
          </p:cNvGrpSpPr>
          <p:nvPr/>
        </p:nvGrpSpPr>
        <p:grpSpPr>
          <a:xfrm>
            <a:off x="918845" y="3718560"/>
            <a:ext cx="1000760" cy="1002665"/>
            <a:chOff x="3437020" y="1033173"/>
            <a:chExt cx="863676" cy="865577"/>
          </a:xfrm>
        </p:grpSpPr>
        <p:sp>
          <p:nvSpPr>
            <p:cNvPr id="30" name="椭圆 18"/>
            <p:cNvSpPr>
              <a:spLocks noChangeArrowheads="1"/>
            </p:cNvSpPr>
            <p:nvPr/>
          </p:nvSpPr>
          <p:spPr bwMode="auto">
            <a:xfrm>
              <a:off x="3437020" y="1033173"/>
              <a:ext cx="863676" cy="865577"/>
            </a:xfrm>
            <a:prstGeom prst="ellipse">
              <a:avLst/>
            </a:prstGeom>
            <a:solidFill>
              <a:srgbClr val="013B6D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013B6D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7275" y="1169757"/>
              <a:ext cx="552644" cy="566109"/>
            </a:xfrm>
            <a:prstGeom prst="rect">
              <a:avLst/>
            </a:prstGeom>
          </p:spPr>
        </p:pic>
      </p:grpSp>
      <p:sp>
        <p:nvSpPr>
          <p:cNvPr id="58" name="矩形 57">
            <a:extLst>
              <a:ext uri="{FF2B5EF4-FFF2-40B4-BE49-F238E27FC236}">
                <a16:creationId xmlns:a16="http://schemas.microsoft.com/office/drawing/2014/main" id="{73D037C6-6465-407F-8DBA-3AB406B02D65}"/>
              </a:ext>
            </a:extLst>
          </p:cNvPr>
          <p:cNvSpPr/>
          <p:nvPr/>
        </p:nvSpPr>
        <p:spPr>
          <a:xfrm>
            <a:off x="2300127" y="688392"/>
            <a:ext cx="1560830" cy="922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5400" b="1" dirty="0">
                <a:solidFill>
                  <a:srgbClr val="013B6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目录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BB6596F-4B53-4327-B07B-C5A917B06BBA}"/>
              </a:ext>
            </a:extLst>
          </p:cNvPr>
          <p:cNvSpPr txBox="1"/>
          <p:nvPr/>
        </p:nvSpPr>
        <p:spPr>
          <a:xfrm>
            <a:off x="2374265" y="1515745"/>
            <a:ext cx="141224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en-US" altLang="zh-CN" sz="2400" b="1" dirty="0">
                <a:solidFill>
                  <a:srgbClr val="013B6D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+mn-ea"/>
              </a:rPr>
              <a:t>CONTENTS</a:t>
            </a: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F5846619-4967-4DBE-9B5D-C56201B4BB0F}"/>
              </a:ext>
            </a:extLst>
          </p:cNvPr>
          <p:cNvGrpSpPr>
            <a:grpSpLocks noChangeAspect="1"/>
          </p:cNvGrpSpPr>
          <p:nvPr/>
        </p:nvGrpSpPr>
        <p:grpSpPr>
          <a:xfrm>
            <a:off x="10267950" y="3037205"/>
            <a:ext cx="1000760" cy="1002665"/>
            <a:chOff x="3437020" y="5246272"/>
            <a:chExt cx="863676" cy="865576"/>
          </a:xfrm>
        </p:grpSpPr>
        <p:sp>
          <p:nvSpPr>
            <p:cNvPr id="61" name="椭圆 21">
              <a:extLst>
                <a:ext uri="{FF2B5EF4-FFF2-40B4-BE49-F238E27FC236}">
                  <a16:creationId xmlns:a16="http://schemas.microsoft.com/office/drawing/2014/main" id="{C791F310-1C54-4699-B1BA-C79FD3227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7020" y="5246272"/>
              <a:ext cx="863676" cy="86557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sp>
          <p:nvSpPr>
            <p:cNvPr id="62" name="Freeform 9">
              <a:extLst>
                <a:ext uri="{FF2B5EF4-FFF2-40B4-BE49-F238E27FC236}">
                  <a16:creationId xmlns:a16="http://schemas.microsoft.com/office/drawing/2014/main" id="{36739659-CDA7-46A0-87B7-99BFC6E4CB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64624" y="5446833"/>
              <a:ext cx="605440" cy="464249"/>
            </a:xfrm>
            <a:custGeom>
              <a:avLst/>
              <a:gdLst>
                <a:gd name="T0" fmla="*/ 16 w 104"/>
                <a:gd name="T1" fmla="*/ 2 h 79"/>
                <a:gd name="T2" fmla="*/ 27 w 104"/>
                <a:gd name="T3" fmla="*/ 4 h 79"/>
                <a:gd name="T4" fmla="*/ 19 w 104"/>
                <a:gd name="T5" fmla="*/ 48 h 79"/>
                <a:gd name="T6" fmla="*/ 4 w 104"/>
                <a:gd name="T7" fmla="*/ 45 h 79"/>
                <a:gd name="T8" fmla="*/ 16 w 104"/>
                <a:gd name="T9" fmla="*/ 2 h 79"/>
                <a:gd name="T10" fmla="*/ 18 w 104"/>
                <a:gd name="T11" fmla="*/ 65 h 79"/>
                <a:gd name="T12" fmla="*/ 16 w 104"/>
                <a:gd name="T13" fmla="*/ 72 h 79"/>
                <a:gd name="T14" fmla="*/ 101 w 104"/>
                <a:gd name="T15" fmla="*/ 72 h 79"/>
                <a:gd name="T16" fmla="*/ 104 w 104"/>
                <a:gd name="T17" fmla="*/ 72 h 79"/>
                <a:gd name="T18" fmla="*/ 104 w 104"/>
                <a:gd name="T19" fmla="*/ 68 h 79"/>
                <a:gd name="T20" fmla="*/ 104 w 104"/>
                <a:gd name="T21" fmla="*/ 26 h 79"/>
                <a:gd name="T22" fmla="*/ 104 w 104"/>
                <a:gd name="T23" fmla="*/ 24 h 79"/>
                <a:gd name="T24" fmla="*/ 103 w 104"/>
                <a:gd name="T25" fmla="*/ 23 h 79"/>
                <a:gd name="T26" fmla="*/ 90 w 104"/>
                <a:gd name="T27" fmla="*/ 10 h 79"/>
                <a:gd name="T28" fmla="*/ 89 w 104"/>
                <a:gd name="T29" fmla="*/ 9 h 79"/>
                <a:gd name="T30" fmla="*/ 87 w 104"/>
                <a:gd name="T31" fmla="*/ 9 h 79"/>
                <a:gd name="T32" fmla="*/ 31 w 104"/>
                <a:gd name="T33" fmla="*/ 9 h 79"/>
                <a:gd name="T34" fmla="*/ 31 w 104"/>
                <a:gd name="T35" fmla="*/ 17 h 79"/>
                <a:gd name="T36" fmla="*/ 84 w 104"/>
                <a:gd name="T37" fmla="*/ 17 h 79"/>
                <a:gd name="T38" fmla="*/ 83 w 104"/>
                <a:gd name="T39" fmla="*/ 28 h 79"/>
                <a:gd name="T40" fmla="*/ 83 w 104"/>
                <a:gd name="T41" fmla="*/ 30 h 79"/>
                <a:gd name="T42" fmla="*/ 85 w 104"/>
                <a:gd name="T43" fmla="*/ 30 h 79"/>
                <a:gd name="T44" fmla="*/ 97 w 104"/>
                <a:gd name="T45" fmla="*/ 29 h 79"/>
                <a:gd name="T46" fmla="*/ 97 w 104"/>
                <a:gd name="T47" fmla="*/ 65 h 79"/>
                <a:gd name="T48" fmla="*/ 18 w 104"/>
                <a:gd name="T49" fmla="*/ 65 h 79"/>
                <a:gd name="T50" fmla="*/ 95 w 104"/>
                <a:gd name="T51" fmla="*/ 26 h 79"/>
                <a:gd name="T52" fmla="*/ 86 w 104"/>
                <a:gd name="T53" fmla="*/ 26 h 79"/>
                <a:gd name="T54" fmla="*/ 87 w 104"/>
                <a:gd name="T55" fmla="*/ 18 h 79"/>
                <a:gd name="T56" fmla="*/ 95 w 104"/>
                <a:gd name="T57" fmla="*/ 26 h 79"/>
                <a:gd name="T58" fmla="*/ 32 w 104"/>
                <a:gd name="T59" fmla="*/ 43 h 79"/>
                <a:gd name="T60" fmla="*/ 74 w 104"/>
                <a:gd name="T61" fmla="*/ 43 h 79"/>
                <a:gd name="T62" fmla="*/ 74 w 104"/>
                <a:gd name="T63" fmla="*/ 45 h 79"/>
                <a:gd name="T64" fmla="*/ 32 w 104"/>
                <a:gd name="T65" fmla="*/ 45 h 79"/>
                <a:gd name="T66" fmla="*/ 32 w 104"/>
                <a:gd name="T67" fmla="*/ 43 h 79"/>
                <a:gd name="T68" fmla="*/ 32 w 104"/>
                <a:gd name="T69" fmla="*/ 32 h 79"/>
                <a:gd name="T70" fmla="*/ 71 w 104"/>
                <a:gd name="T71" fmla="*/ 32 h 79"/>
                <a:gd name="T72" fmla="*/ 71 w 104"/>
                <a:gd name="T73" fmla="*/ 35 h 79"/>
                <a:gd name="T74" fmla="*/ 32 w 104"/>
                <a:gd name="T75" fmla="*/ 35 h 79"/>
                <a:gd name="T76" fmla="*/ 32 w 104"/>
                <a:gd name="T77" fmla="*/ 32 h 79"/>
                <a:gd name="T78" fmla="*/ 32 w 104"/>
                <a:gd name="T79" fmla="*/ 22 h 79"/>
                <a:gd name="T80" fmla="*/ 71 w 104"/>
                <a:gd name="T81" fmla="*/ 22 h 79"/>
                <a:gd name="T82" fmla="*/ 71 w 104"/>
                <a:gd name="T83" fmla="*/ 25 h 79"/>
                <a:gd name="T84" fmla="*/ 32 w 104"/>
                <a:gd name="T85" fmla="*/ 25 h 79"/>
                <a:gd name="T86" fmla="*/ 32 w 104"/>
                <a:gd name="T87" fmla="*/ 22 h 79"/>
                <a:gd name="T88" fmla="*/ 3 w 104"/>
                <a:gd name="T89" fmla="*/ 66 h 79"/>
                <a:gd name="T90" fmla="*/ 9 w 104"/>
                <a:gd name="T91" fmla="*/ 68 h 79"/>
                <a:gd name="T92" fmla="*/ 9 w 104"/>
                <a:gd name="T93" fmla="*/ 74 h 79"/>
                <a:gd name="T94" fmla="*/ 5 w 104"/>
                <a:gd name="T95" fmla="*/ 79 h 79"/>
                <a:gd name="T96" fmla="*/ 2 w 104"/>
                <a:gd name="T97" fmla="*/ 78 h 79"/>
                <a:gd name="T98" fmla="*/ 0 w 104"/>
                <a:gd name="T99" fmla="*/ 72 h 79"/>
                <a:gd name="T100" fmla="*/ 3 w 104"/>
                <a:gd name="T101" fmla="*/ 66 h 79"/>
                <a:gd name="T102" fmla="*/ 4 w 104"/>
                <a:gd name="T103" fmla="*/ 48 h 79"/>
                <a:gd name="T104" fmla="*/ 2 w 104"/>
                <a:gd name="T105" fmla="*/ 65 h 79"/>
                <a:gd name="T106" fmla="*/ 12 w 104"/>
                <a:gd name="T107" fmla="*/ 67 h 79"/>
                <a:gd name="T108" fmla="*/ 17 w 104"/>
                <a:gd name="T109" fmla="*/ 51 h 79"/>
                <a:gd name="T110" fmla="*/ 4 w 104"/>
                <a:gd name="T111" fmla="*/ 4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4" h="79">
                  <a:moveTo>
                    <a:pt x="16" y="2"/>
                  </a:moveTo>
                  <a:cubicBezTo>
                    <a:pt x="21" y="0"/>
                    <a:pt x="24" y="1"/>
                    <a:pt x="27" y="4"/>
                  </a:cubicBezTo>
                  <a:cubicBezTo>
                    <a:pt x="26" y="20"/>
                    <a:pt x="23" y="35"/>
                    <a:pt x="19" y="48"/>
                  </a:cubicBezTo>
                  <a:cubicBezTo>
                    <a:pt x="14" y="47"/>
                    <a:pt x="9" y="46"/>
                    <a:pt x="4" y="45"/>
                  </a:cubicBezTo>
                  <a:cubicBezTo>
                    <a:pt x="6" y="29"/>
                    <a:pt x="10" y="15"/>
                    <a:pt x="16" y="2"/>
                  </a:cubicBezTo>
                  <a:close/>
                  <a:moveTo>
                    <a:pt x="18" y="65"/>
                  </a:moveTo>
                  <a:cubicBezTo>
                    <a:pt x="16" y="72"/>
                    <a:pt x="16" y="72"/>
                    <a:pt x="16" y="72"/>
                  </a:cubicBezTo>
                  <a:cubicBezTo>
                    <a:pt x="69" y="72"/>
                    <a:pt x="74" y="72"/>
                    <a:pt x="101" y="72"/>
                  </a:cubicBezTo>
                  <a:cubicBezTo>
                    <a:pt x="104" y="72"/>
                    <a:pt x="104" y="72"/>
                    <a:pt x="104" y="72"/>
                  </a:cubicBezTo>
                  <a:cubicBezTo>
                    <a:pt x="104" y="68"/>
                    <a:pt x="104" y="68"/>
                    <a:pt x="104" y="68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1" y="12"/>
                    <a:pt x="31" y="14"/>
                    <a:pt x="31" y="17"/>
                  </a:cubicBezTo>
                  <a:cubicBezTo>
                    <a:pt x="84" y="17"/>
                    <a:pt x="84" y="17"/>
                    <a:pt x="84" y="17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5" y="30"/>
                    <a:pt x="85" y="30"/>
                    <a:pt x="85" y="30"/>
                  </a:cubicBezTo>
                  <a:cubicBezTo>
                    <a:pt x="97" y="29"/>
                    <a:pt x="97" y="29"/>
                    <a:pt x="97" y="29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79" y="65"/>
                    <a:pt x="57" y="65"/>
                    <a:pt x="18" y="65"/>
                  </a:cubicBezTo>
                  <a:close/>
                  <a:moveTo>
                    <a:pt x="95" y="26"/>
                  </a:moveTo>
                  <a:cubicBezTo>
                    <a:pt x="86" y="26"/>
                    <a:pt x="86" y="26"/>
                    <a:pt x="86" y="26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95" y="26"/>
                    <a:pt x="95" y="26"/>
                    <a:pt x="95" y="26"/>
                  </a:cubicBezTo>
                  <a:close/>
                  <a:moveTo>
                    <a:pt x="32" y="43"/>
                  </a:moveTo>
                  <a:cubicBezTo>
                    <a:pt x="74" y="43"/>
                    <a:pt x="74" y="43"/>
                    <a:pt x="74" y="43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2" y="43"/>
                    <a:pt x="32" y="43"/>
                    <a:pt x="32" y="43"/>
                  </a:cubicBezTo>
                  <a:close/>
                  <a:moveTo>
                    <a:pt x="32" y="32"/>
                  </a:moveTo>
                  <a:cubicBezTo>
                    <a:pt x="71" y="32"/>
                    <a:pt x="71" y="32"/>
                    <a:pt x="71" y="32"/>
                  </a:cubicBezTo>
                  <a:cubicBezTo>
                    <a:pt x="71" y="35"/>
                    <a:pt x="71" y="35"/>
                    <a:pt x="71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2"/>
                    <a:pt x="32" y="32"/>
                    <a:pt x="32" y="32"/>
                  </a:cubicBezTo>
                  <a:close/>
                  <a:moveTo>
                    <a:pt x="32" y="22"/>
                  </a:moveTo>
                  <a:cubicBezTo>
                    <a:pt x="71" y="22"/>
                    <a:pt x="71" y="22"/>
                    <a:pt x="71" y="22"/>
                  </a:cubicBezTo>
                  <a:cubicBezTo>
                    <a:pt x="71" y="25"/>
                    <a:pt x="71" y="25"/>
                    <a:pt x="71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2"/>
                    <a:pt x="32" y="22"/>
                    <a:pt x="32" y="22"/>
                  </a:cubicBezTo>
                  <a:close/>
                  <a:moveTo>
                    <a:pt x="3" y="66"/>
                  </a:moveTo>
                  <a:cubicBezTo>
                    <a:pt x="9" y="68"/>
                    <a:pt x="9" y="68"/>
                    <a:pt x="9" y="68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4" y="79"/>
                    <a:pt x="3" y="79"/>
                    <a:pt x="2" y="7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66"/>
                    <a:pt x="3" y="66"/>
                    <a:pt x="3" y="66"/>
                  </a:cubicBezTo>
                  <a:close/>
                  <a:moveTo>
                    <a:pt x="4" y="48"/>
                  </a:moveTo>
                  <a:cubicBezTo>
                    <a:pt x="3" y="53"/>
                    <a:pt x="3" y="59"/>
                    <a:pt x="2" y="65"/>
                  </a:cubicBezTo>
                  <a:cubicBezTo>
                    <a:pt x="5" y="65"/>
                    <a:pt x="9" y="66"/>
                    <a:pt x="12" y="67"/>
                  </a:cubicBezTo>
                  <a:cubicBezTo>
                    <a:pt x="14" y="61"/>
                    <a:pt x="15" y="56"/>
                    <a:pt x="17" y="51"/>
                  </a:cubicBezTo>
                  <a:cubicBezTo>
                    <a:pt x="13" y="50"/>
                    <a:pt x="9" y="49"/>
                    <a:pt x="4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B5AA6365-67EC-4A69-8F71-04ED5021DF86}"/>
              </a:ext>
            </a:extLst>
          </p:cNvPr>
          <p:cNvGrpSpPr>
            <a:grpSpLocks noChangeAspect="1"/>
          </p:cNvGrpSpPr>
          <p:nvPr/>
        </p:nvGrpSpPr>
        <p:grpSpPr>
          <a:xfrm>
            <a:off x="5605780" y="3322320"/>
            <a:ext cx="1000760" cy="1000760"/>
            <a:chOff x="3437020" y="3157655"/>
            <a:chExt cx="863676" cy="863988"/>
          </a:xfrm>
        </p:grpSpPr>
        <p:sp>
          <p:nvSpPr>
            <p:cNvPr id="64" name="椭圆 20">
              <a:extLst>
                <a:ext uri="{FF2B5EF4-FFF2-40B4-BE49-F238E27FC236}">
                  <a16:creationId xmlns:a16="http://schemas.microsoft.com/office/drawing/2014/main" id="{A141F5C1-E3DD-4F58-9A95-E73A8C8FE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7020" y="3157655"/>
              <a:ext cx="863676" cy="86398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39254C39-9397-4B1A-A3D5-BF32CED711AC}"/>
                </a:ext>
              </a:extLst>
            </p:cNvPr>
            <p:cNvGrpSpPr/>
            <p:nvPr/>
          </p:nvGrpSpPr>
          <p:grpSpPr>
            <a:xfrm>
              <a:off x="3603965" y="3301680"/>
              <a:ext cx="519264" cy="531742"/>
              <a:chOff x="9901114" y="2870043"/>
              <a:chExt cx="1094967" cy="1121279"/>
            </a:xfrm>
          </p:grpSpPr>
          <p:sp>
            <p:nvSpPr>
              <p:cNvPr id="66" name="Freeform 5">
                <a:extLst>
                  <a:ext uri="{FF2B5EF4-FFF2-40B4-BE49-F238E27FC236}">
                    <a16:creationId xmlns:a16="http://schemas.microsoft.com/office/drawing/2014/main" id="{D263802A-04B3-46AD-B538-46C53F3A6B08}"/>
                  </a:ext>
                </a:extLst>
              </p:cNvPr>
              <p:cNvSpPr/>
              <p:nvPr/>
            </p:nvSpPr>
            <p:spPr bwMode="auto">
              <a:xfrm>
                <a:off x="10585467" y="2870043"/>
                <a:ext cx="234963" cy="800500"/>
              </a:xfrm>
              <a:custGeom>
                <a:avLst/>
                <a:gdLst>
                  <a:gd name="T0" fmla="*/ 2 w 43"/>
                  <a:gd name="T1" fmla="*/ 115 h 115"/>
                  <a:gd name="T2" fmla="*/ 3 w 43"/>
                  <a:gd name="T3" fmla="*/ 115 h 115"/>
                  <a:gd name="T4" fmla="*/ 3 w 43"/>
                  <a:gd name="T5" fmla="*/ 115 h 115"/>
                  <a:gd name="T6" fmla="*/ 3 w 43"/>
                  <a:gd name="T7" fmla="*/ 115 h 115"/>
                  <a:gd name="T8" fmla="*/ 4 w 43"/>
                  <a:gd name="T9" fmla="*/ 115 h 115"/>
                  <a:gd name="T10" fmla="*/ 4 w 43"/>
                  <a:gd name="T11" fmla="*/ 115 h 115"/>
                  <a:gd name="T12" fmla="*/ 5 w 43"/>
                  <a:gd name="T13" fmla="*/ 114 h 115"/>
                  <a:gd name="T14" fmla="*/ 22 w 43"/>
                  <a:gd name="T15" fmla="*/ 98 h 115"/>
                  <a:gd name="T16" fmla="*/ 38 w 43"/>
                  <a:gd name="T17" fmla="*/ 114 h 115"/>
                  <a:gd name="T18" fmla="*/ 39 w 43"/>
                  <a:gd name="T19" fmla="*/ 115 h 115"/>
                  <a:gd name="T20" fmla="*/ 39 w 43"/>
                  <a:gd name="T21" fmla="*/ 115 h 115"/>
                  <a:gd name="T22" fmla="*/ 40 w 43"/>
                  <a:gd name="T23" fmla="*/ 115 h 115"/>
                  <a:gd name="T24" fmla="*/ 40 w 43"/>
                  <a:gd name="T25" fmla="*/ 115 h 115"/>
                  <a:gd name="T26" fmla="*/ 40 w 43"/>
                  <a:gd name="T27" fmla="*/ 115 h 115"/>
                  <a:gd name="T28" fmla="*/ 41 w 43"/>
                  <a:gd name="T29" fmla="*/ 115 h 115"/>
                  <a:gd name="T30" fmla="*/ 42 w 43"/>
                  <a:gd name="T31" fmla="*/ 114 h 115"/>
                  <a:gd name="T32" fmla="*/ 43 w 43"/>
                  <a:gd name="T33" fmla="*/ 112 h 115"/>
                  <a:gd name="T34" fmla="*/ 43 w 43"/>
                  <a:gd name="T35" fmla="*/ 27 h 115"/>
                  <a:gd name="T36" fmla="*/ 43 w 43"/>
                  <a:gd name="T37" fmla="*/ 13 h 115"/>
                  <a:gd name="T38" fmla="*/ 43 w 43"/>
                  <a:gd name="T39" fmla="*/ 3 h 115"/>
                  <a:gd name="T40" fmla="*/ 42 w 43"/>
                  <a:gd name="T41" fmla="*/ 1 h 115"/>
                  <a:gd name="T42" fmla="*/ 40 w 43"/>
                  <a:gd name="T43" fmla="*/ 0 h 115"/>
                  <a:gd name="T44" fmla="*/ 3 w 43"/>
                  <a:gd name="T45" fmla="*/ 0 h 115"/>
                  <a:gd name="T46" fmla="*/ 3 w 43"/>
                  <a:gd name="T47" fmla="*/ 0 h 115"/>
                  <a:gd name="T48" fmla="*/ 2 w 43"/>
                  <a:gd name="T49" fmla="*/ 1 h 115"/>
                  <a:gd name="T50" fmla="*/ 2 w 43"/>
                  <a:gd name="T51" fmla="*/ 1 h 115"/>
                  <a:gd name="T52" fmla="*/ 0 w 43"/>
                  <a:gd name="T53" fmla="*/ 3 h 115"/>
                  <a:gd name="T54" fmla="*/ 0 w 43"/>
                  <a:gd name="T55" fmla="*/ 13 h 115"/>
                  <a:gd name="T56" fmla="*/ 0 w 43"/>
                  <a:gd name="T57" fmla="*/ 27 h 115"/>
                  <a:gd name="T58" fmla="*/ 0 w 43"/>
                  <a:gd name="T59" fmla="*/ 112 h 115"/>
                  <a:gd name="T60" fmla="*/ 2 w 43"/>
                  <a:gd name="T61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3" h="115">
                    <a:moveTo>
                      <a:pt x="2" y="115"/>
                    </a:moveTo>
                    <a:cubicBezTo>
                      <a:pt x="2" y="115"/>
                      <a:pt x="2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4" y="115"/>
                      <a:pt x="4" y="115"/>
                    </a:cubicBezTo>
                    <a:cubicBezTo>
                      <a:pt x="4" y="115"/>
                      <a:pt x="4" y="115"/>
                      <a:pt x="4" y="115"/>
                    </a:cubicBezTo>
                    <a:cubicBezTo>
                      <a:pt x="4" y="115"/>
                      <a:pt x="5" y="114"/>
                      <a:pt x="5" y="114"/>
                    </a:cubicBezTo>
                    <a:cubicBezTo>
                      <a:pt x="22" y="98"/>
                      <a:pt x="22" y="98"/>
                      <a:pt x="22" y="98"/>
                    </a:cubicBezTo>
                    <a:cubicBezTo>
                      <a:pt x="38" y="114"/>
                      <a:pt x="38" y="114"/>
                      <a:pt x="38" y="114"/>
                    </a:cubicBezTo>
                    <a:cubicBezTo>
                      <a:pt x="38" y="114"/>
                      <a:pt x="39" y="115"/>
                      <a:pt x="39" y="115"/>
                    </a:cubicBezTo>
                    <a:cubicBezTo>
                      <a:pt x="39" y="115"/>
                      <a:pt x="39" y="115"/>
                      <a:pt x="39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1" y="115"/>
                      <a:pt x="41" y="115"/>
                      <a:pt x="41" y="115"/>
                    </a:cubicBezTo>
                    <a:cubicBezTo>
                      <a:pt x="42" y="115"/>
                      <a:pt x="42" y="114"/>
                      <a:pt x="42" y="114"/>
                    </a:cubicBezTo>
                    <a:cubicBezTo>
                      <a:pt x="43" y="114"/>
                      <a:pt x="43" y="113"/>
                      <a:pt x="43" y="112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43" y="3"/>
                      <a:pt x="43" y="2"/>
                      <a:pt x="42" y="1"/>
                    </a:cubicBezTo>
                    <a:cubicBezTo>
                      <a:pt x="42" y="1"/>
                      <a:pt x="41" y="0"/>
                      <a:pt x="4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3"/>
                      <a:pt x="1" y="114"/>
                      <a:pt x="2" y="11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7" name="Freeform 6">
                <a:extLst>
                  <a:ext uri="{FF2B5EF4-FFF2-40B4-BE49-F238E27FC236}">
                    <a16:creationId xmlns:a16="http://schemas.microsoft.com/office/drawing/2014/main" id="{9D1EB67D-93A5-433B-9780-96D9777F38E2}"/>
                  </a:ext>
                </a:extLst>
              </p:cNvPr>
              <p:cNvSpPr/>
              <p:nvPr/>
            </p:nvSpPr>
            <p:spPr bwMode="auto">
              <a:xfrm>
                <a:off x="10044830" y="3280407"/>
                <a:ext cx="289711" cy="34679"/>
              </a:xfrm>
              <a:custGeom>
                <a:avLst/>
                <a:gdLst>
                  <a:gd name="T0" fmla="*/ 0 w 53"/>
                  <a:gd name="T1" fmla="*/ 3 h 5"/>
                  <a:gd name="T2" fmla="*/ 3 w 53"/>
                  <a:gd name="T3" fmla="*/ 5 h 5"/>
                  <a:gd name="T4" fmla="*/ 50 w 53"/>
                  <a:gd name="T5" fmla="*/ 5 h 5"/>
                  <a:gd name="T6" fmla="*/ 53 w 53"/>
                  <a:gd name="T7" fmla="*/ 3 h 5"/>
                  <a:gd name="T8" fmla="*/ 50 w 53"/>
                  <a:gd name="T9" fmla="*/ 0 h 5"/>
                  <a:gd name="T10" fmla="*/ 3 w 53"/>
                  <a:gd name="T11" fmla="*/ 0 h 5"/>
                  <a:gd name="T12" fmla="*/ 0 w 53"/>
                  <a:gd name="T13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0" y="3"/>
                    </a:move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3"/>
                    </a:cubicBezTo>
                    <a:cubicBezTo>
                      <a:pt x="53" y="1"/>
                      <a:pt x="52" y="0"/>
                      <a:pt x="5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8" name="Freeform 7">
                <a:extLst>
                  <a:ext uri="{FF2B5EF4-FFF2-40B4-BE49-F238E27FC236}">
                    <a16:creationId xmlns:a16="http://schemas.microsoft.com/office/drawing/2014/main" id="{45867709-A917-4843-B186-BACC96DD5D0B}"/>
                  </a:ext>
                </a:extLst>
              </p:cNvPr>
              <p:cNvSpPr/>
              <p:nvPr/>
            </p:nvSpPr>
            <p:spPr bwMode="auto">
              <a:xfrm>
                <a:off x="10044830" y="3442241"/>
                <a:ext cx="289711" cy="34679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9" name="Freeform 8">
                <a:extLst>
                  <a:ext uri="{FF2B5EF4-FFF2-40B4-BE49-F238E27FC236}">
                    <a16:creationId xmlns:a16="http://schemas.microsoft.com/office/drawing/2014/main" id="{2C405E23-E377-41C6-B409-0618BD49ADA3}"/>
                  </a:ext>
                </a:extLst>
              </p:cNvPr>
              <p:cNvSpPr/>
              <p:nvPr/>
            </p:nvSpPr>
            <p:spPr bwMode="auto">
              <a:xfrm>
                <a:off x="10044830" y="3601186"/>
                <a:ext cx="289711" cy="34679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0" name="Freeform 9">
                <a:extLst>
                  <a:ext uri="{FF2B5EF4-FFF2-40B4-BE49-F238E27FC236}">
                    <a16:creationId xmlns:a16="http://schemas.microsoft.com/office/drawing/2014/main" id="{B87BCC21-F1F7-4F24-8D17-08A833D905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01114" y="2953851"/>
                <a:ext cx="1094967" cy="1037471"/>
              </a:xfrm>
              <a:custGeom>
                <a:avLst/>
                <a:gdLst>
                  <a:gd name="T0" fmla="*/ 177 w 200"/>
                  <a:gd name="T1" fmla="*/ 3 h 149"/>
                  <a:gd name="T2" fmla="*/ 177 w 200"/>
                  <a:gd name="T3" fmla="*/ 17 h 149"/>
                  <a:gd name="T4" fmla="*/ 186 w 200"/>
                  <a:gd name="T5" fmla="*/ 21 h 149"/>
                  <a:gd name="T6" fmla="*/ 186 w 200"/>
                  <a:gd name="T7" fmla="*/ 134 h 149"/>
                  <a:gd name="T8" fmla="*/ 107 w 200"/>
                  <a:gd name="T9" fmla="*/ 134 h 149"/>
                  <a:gd name="T10" fmla="*/ 107 w 200"/>
                  <a:gd name="T11" fmla="*/ 21 h 149"/>
                  <a:gd name="T12" fmla="*/ 117 w 200"/>
                  <a:gd name="T13" fmla="*/ 17 h 149"/>
                  <a:gd name="T14" fmla="*/ 117 w 200"/>
                  <a:gd name="T15" fmla="*/ 3 h 149"/>
                  <a:gd name="T16" fmla="*/ 100 w 200"/>
                  <a:gd name="T17" fmla="*/ 9 h 149"/>
                  <a:gd name="T18" fmla="*/ 53 w 200"/>
                  <a:gd name="T19" fmla="*/ 0 h 149"/>
                  <a:gd name="T20" fmla="*/ 0 w 200"/>
                  <a:gd name="T21" fmla="*/ 20 h 149"/>
                  <a:gd name="T22" fmla="*/ 0 w 200"/>
                  <a:gd name="T23" fmla="*/ 142 h 149"/>
                  <a:gd name="T24" fmla="*/ 2 w 200"/>
                  <a:gd name="T25" fmla="*/ 147 h 149"/>
                  <a:gd name="T26" fmla="*/ 8 w 200"/>
                  <a:gd name="T27" fmla="*/ 149 h 149"/>
                  <a:gd name="T28" fmla="*/ 53 w 200"/>
                  <a:gd name="T29" fmla="*/ 145 h 149"/>
                  <a:gd name="T30" fmla="*/ 99 w 200"/>
                  <a:gd name="T31" fmla="*/ 149 h 149"/>
                  <a:gd name="T32" fmla="*/ 99 w 200"/>
                  <a:gd name="T33" fmla="*/ 149 h 149"/>
                  <a:gd name="T34" fmla="*/ 100 w 200"/>
                  <a:gd name="T35" fmla="*/ 149 h 149"/>
                  <a:gd name="T36" fmla="*/ 100 w 200"/>
                  <a:gd name="T37" fmla="*/ 149 h 149"/>
                  <a:gd name="T38" fmla="*/ 101 w 200"/>
                  <a:gd name="T39" fmla="*/ 149 h 149"/>
                  <a:gd name="T40" fmla="*/ 101 w 200"/>
                  <a:gd name="T41" fmla="*/ 149 h 149"/>
                  <a:gd name="T42" fmla="*/ 146 w 200"/>
                  <a:gd name="T43" fmla="*/ 145 h 149"/>
                  <a:gd name="T44" fmla="*/ 192 w 200"/>
                  <a:gd name="T45" fmla="*/ 149 h 149"/>
                  <a:gd name="T46" fmla="*/ 193 w 200"/>
                  <a:gd name="T47" fmla="*/ 149 h 149"/>
                  <a:gd name="T48" fmla="*/ 197 w 200"/>
                  <a:gd name="T49" fmla="*/ 147 h 149"/>
                  <a:gd name="T50" fmla="*/ 200 w 200"/>
                  <a:gd name="T51" fmla="*/ 142 h 149"/>
                  <a:gd name="T52" fmla="*/ 200 w 200"/>
                  <a:gd name="T53" fmla="*/ 20 h 149"/>
                  <a:gd name="T54" fmla="*/ 177 w 200"/>
                  <a:gd name="T55" fmla="*/ 3 h 149"/>
                  <a:gd name="T56" fmla="*/ 93 w 200"/>
                  <a:gd name="T57" fmla="*/ 134 h 149"/>
                  <a:gd name="T58" fmla="*/ 53 w 200"/>
                  <a:gd name="T59" fmla="*/ 131 h 149"/>
                  <a:gd name="T60" fmla="*/ 14 w 200"/>
                  <a:gd name="T61" fmla="*/ 134 h 149"/>
                  <a:gd name="T62" fmla="*/ 14 w 200"/>
                  <a:gd name="T63" fmla="*/ 21 h 149"/>
                  <a:gd name="T64" fmla="*/ 53 w 200"/>
                  <a:gd name="T65" fmla="*/ 14 h 149"/>
                  <a:gd name="T66" fmla="*/ 93 w 200"/>
                  <a:gd name="T67" fmla="*/ 21 h 149"/>
                  <a:gd name="T68" fmla="*/ 93 w 200"/>
                  <a:gd name="T69" fmla="*/ 134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00" h="149">
                    <a:moveTo>
                      <a:pt x="177" y="3"/>
                    </a:moveTo>
                    <a:cubicBezTo>
                      <a:pt x="177" y="17"/>
                      <a:pt x="177" y="17"/>
                      <a:pt x="177" y="17"/>
                    </a:cubicBezTo>
                    <a:cubicBezTo>
                      <a:pt x="181" y="18"/>
                      <a:pt x="185" y="20"/>
                      <a:pt x="186" y="21"/>
                    </a:cubicBezTo>
                    <a:cubicBezTo>
                      <a:pt x="186" y="134"/>
                      <a:pt x="186" y="134"/>
                      <a:pt x="186" y="134"/>
                    </a:cubicBezTo>
                    <a:cubicBezTo>
                      <a:pt x="161" y="130"/>
                      <a:pt x="131" y="130"/>
                      <a:pt x="107" y="134"/>
                    </a:cubicBezTo>
                    <a:cubicBezTo>
                      <a:pt x="107" y="21"/>
                      <a:pt x="107" y="21"/>
                      <a:pt x="107" y="21"/>
                    </a:cubicBezTo>
                    <a:cubicBezTo>
                      <a:pt x="108" y="20"/>
                      <a:pt x="111" y="18"/>
                      <a:pt x="117" y="17"/>
                    </a:cubicBezTo>
                    <a:cubicBezTo>
                      <a:pt x="117" y="3"/>
                      <a:pt x="117" y="3"/>
                      <a:pt x="117" y="3"/>
                    </a:cubicBezTo>
                    <a:cubicBezTo>
                      <a:pt x="110" y="4"/>
                      <a:pt x="104" y="6"/>
                      <a:pt x="100" y="9"/>
                    </a:cubicBezTo>
                    <a:cubicBezTo>
                      <a:pt x="90" y="2"/>
                      <a:pt x="70" y="0"/>
                      <a:pt x="53" y="0"/>
                    </a:cubicBezTo>
                    <a:cubicBezTo>
                      <a:pt x="29" y="0"/>
                      <a:pt x="0" y="5"/>
                      <a:pt x="0" y="20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0" y="144"/>
                      <a:pt x="1" y="146"/>
                      <a:pt x="2" y="147"/>
                    </a:cubicBezTo>
                    <a:cubicBezTo>
                      <a:pt x="4" y="148"/>
                      <a:pt x="6" y="149"/>
                      <a:pt x="8" y="149"/>
                    </a:cubicBezTo>
                    <a:cubicBezTo>
                      <a:pt x="22" y="146"/>
                      <a:pt x="37" y="145"/>
                      <a:pt x="53" y="145"/>
                    </a:cubicBezTo>
                    <a:cubicBezTo>
                      <a:pt x="69" y="145"/>
                      <a:pt x="85" y="146"/>
                      <a:pt x="99" y="149"/>
                    </a:cubicBezTo>
                    <a:cubicBezTo>
                      <a:pt x="99" y="149"/>
                      <a:pt x="99" y="149"/>
                      <a:pt x="99" y="149"/>
                    </a:cubicBezTo>
                    <a:cubicBezTo>
                      <a:pt x="99" y="149"/>
                      <a:pt x="99" y="149"/>
                      <a:pt x="100" y="149"/>
                    </a:cubicBezTo>
                    <a:cubicBezTo>
                      <a:pt x="100" y="149"/>
                      <a:pt x="100" y="149"/>
                      <a:pt x="100" y="149"/>
                    </a:cubicBezTo>
                    <a:cubicBezTo>
                      <a:pt x="100" y="149"/>
                      <a:pt x="100" y="149"/>
                      <a:pt x="101" y="149"/>
                    </a:cubicBezTo>
                    <a:cubicBezTo>
                      <a:pt x="101" y="149"/>
                      <a:pt x="101" y="149"/>
                      <a:pt x="101" y="149"/>
                    </a:cubicBezTo>
                    <a:cubicBezTo>
                      <a:pt x="115" y="146"/>
                      <a:pt x="130" y="145"/>
                      <a:pt x="146" y="145"/>
                    </a:cubicBezTo>
                    <a:cubicBezTo>
                      <a:pt x="162" y="145"/>
                      <a:pt x="178" y="146"/>
                      <a:pt x="192" y="149"/>
                    </a:cubicBezTo>
                    <a:cubicBezTo>
                      <a:pt x="192" y="149"/>
                      <a:pt x="192" y="149"/>
                      <a:pt x="193" y="149"/>
                    </a:cubicBezTo>
                    <a:cubicBezTo>
                      <a:pt x="194" y="149"/>
                      <a:pt x="196" y="148"/>
                      <a:pt x="197" y="147"/>
                    </a:cubicBezTo>
                    <a:cubicBezTo>
                      <a:pt x="199" y="146"/>
                      <a:pt x="200" y="144"/>
                      <a:pt x="200" y="142"/>
                    </a:cubicBezTo>
                    <a:cubicBezTo>
                      <a:pt x="200" y="20"/>
                      <a:pt x="200" y="20"/>
                      <a:pt x="200" y="20"/>
                    </a:cubicBezTo>
                    <a:cubicBezTo>
                      <a:pt x="200" y="11"/>
                      <a:pt x="190" y="6"/>
                      <a:pt x="177" y="3"/>
                    </a:cubicBezTo>
                    <a:close/>
                    <a:moveTo>
                      <a:pt x="93" y="134"/>
                    </a:moveTo>
                    <a:cubicBezTo>
                      <a:pt x="80" y="132"/>
                      <a:pt x="67" y="131"/>
                      <a:pt x="53" y="131"/>
                    </a:cubicBezTo>
                    <a:cubicBezTo>
                      <a:pt x="40" y="131"/>
                      <a:pt x="26" y="132"/>
                      <a:pt x="14" y="13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18"/>
                      <a:pt x="30" y="14"/>
                      <a:pt x="53" y="14"/>
                    </a:cubicBezTo>
                    <a:cubicBezTo>
                      <a:pt x="76" y="14"/>
                      <a:pt x="90" y="18"/>
                      <a:pt x="93" y="21"/>
                    </a:cubicBezTo>
                    <a:lnTo>
                      <a:pt x="93" y="134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149DC91F-A44D-48A4-8DFE-B514EA912992}"/>
              </a:ext>
            </a:extLst>
          </p:cNvPr>
          <p:cNvGrpSpPr>
            <a:grpSpLocks noChangeAspect="1"/>
          </p:cNvGrpSpPr>
          <p:nvPr/>
        </p:nvGrpSpPr>
        <p:grpSpPr>
          <a:xfrm>
            <a:off x="8129270" y="2493010"/>
            <a:ext cx="1000760" cy="1002665"/>
            <a:chOff x="3437020" y="4201727"/>
            <a:chExt cx="863676" cy="865576"/>
          </a:xfrm>
        </p:grpSpPr>
        <p:sp>
          <p:nvSpPr>
            <p:cNvPr id="72" name="椭圆 21">
              <a:extLst>
                <a:ext uri="{FF2B5EF4-FFF2-40B4-BE49-F238E27FC236}">
                  <a16:creationId xmlns:a16="http://schemas.microsoft.com/office/drawing/2014/main" id="{DC712021-5BA5-42F9-85EA-1382E09D9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7020" y="4201727"/>
              <a:ext cx="863676" cy="86557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grpSp>
          <p:nvGrpSpPr>
            <p:cNvPr id="76" name="Group 4">
              <a:extLst>
                <a:ext uri="{FF2B5EF4-FFF2-40B4-BE49-F238E27FC236}">
                  <a16:creationId xmlns:a16="http://schemas.microsoft.com/office/drawing/2014/main" id="{5A5D90A2-BE0D-4161-AC37-927139158EC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626902" y="4339091"/>
              <a:ext cx="476560" cy="578496"/>
              <a:chOff x="2694" y="1931"/>
              <a:chExt cx="374" cy="454"/>
            </a:xfrm>
            <a:solidFill>
              <a:schemeClr val="bg1"/>
            </a:solidFill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33EAC6D0-C3EA-4AF5-996C-C99A19F4A6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94" y="1931"/>
                <a:ext cx="374" cy="454"/>
              </a:xfrm>
              <a:custGeom>
                <a:avLst/>
                <a:gdLst>
                  <a:gd name="T0" fmla="*/ 127 w 155"/>
                  <a:gd name="T1" fmla="*/ 7 h 189"/>
                  <a:gd name="T2" fmla="*/ 124 w 155"/>
                  <a:gd name="T3" fmla="*/ 0 h 189"/>
                  <a:gd name="T4" fmla="*/ 122 w 155"/>
                  <a:gd name="T5" fmla="*/ 7 h 189"/>
                  <a:gd name="T6" fmla="*/ 96 w 155"/>
                  <a:gd name="T7" fmla="*/ 3 h 189"/>
                  <a:gd name="T8" fmla="*/ 90 w 155"/>
                  <a:gd name="T9" fmla="*/ 3 h 189"/>
                  <a:gd name="T10" fmla="*/ 64 w 155"/>
                  <a:gd name="T11" fmla="*/ 7 h 189"/>
                  <a:gd name="T12" fmla="*/ 62 w 155"/>
                  <a:gd name="T13" fmla="*/ 0 h 189"/>
                  <a:gd name="T14" fmla="*/ 59 w 155"/>
                  <a:gd name="T15" fmla="*/ 7 h 189"/>
                  <a:gd name="T16" fmla="*/ 33 w 155"/>
                  <a:gd name="T17" fmla="*/ 3 h 189"/>
                  <a:gd name="T18" fmla="*/ 27 w 155"/>
                  <a:gd name="T19" fmla="*/ 3 h 189"/>
                  <a:gd name="T20" fmla="*/ 7 w 155"/>
                  <a:gd name="T21" fmla="*/ 7 h 189"/>
                  <a:gd name="T22" fmla="*/ 0 w 155"/>
                  <a:gd name="T23" fmla="*/ 182 h 189"/>
                  <a:gd name="T24" fmla="*/ 148 w 155"/>
                  <a:gd name="T25" fmla="*/ 189 h 189"/>
                  <a:gd name="T26" fmla="*/ 155 w 155"/>
                  <a:gd name="T27" fmla="*/ 13 h 189"/>
                  <a:gd name="T28" fmla="*/ 124 w 155"/>
                  <a:gd name="T29" fmla="*/ 40 h 189"/>
                  <a:gd name="T30" fmla="*/ 127 w 155"/>
                  <a:gd name="T31" fmla="*/ 31 h 189"/>
                  <a:gd name="T32" fmla="*/ 124 w 155"/>
                  <a:gd name="T33" fmla="*/ 44 h 189"/>
                  <a:gd name="T34" fmla="*/ 122 w 155"/>
                  <a:gd name="T35" fmla="*/ 31 h 189"/>
                  <a:gd name="T36" fmla="*/ 124 w 155"/>
                  <a:gd name="T37" fmla="*/ 40 h 189"/>
                  <a:gd name="T38" fmla="*/ 96 w 155"/>
                  <a:gd name="T39" fmla="*/ 37 h 189"/>
                  <a:gd name="T40" fmla="*/ 100 w 155"/>
                  <a:gd name="T41" fmla="*/ 37 h 189"/>
                  <a:gd name="T42" fmla="*/ 86 w 155"/>
                  <a:gd name="T43" fmla="*/ 37 h 189"/>
                  <a:gd name="T44" fmla="*/ 90 w 155"/>
                  <a:gd name="T45" fmla="*/ 37 h 189"/>
                  <a:gd name="T46" fmla="*/ 62 w 155"/>
                  <a:gd name="T47" fmla="*/ 40 h 189"/>
                  <a:gd name="T48" fmla="*/ 64 w 155"/>
                  <a:gd name="T49" fmla="*/ 31 h 189"/>
                  <a:gd name="T50" fmla="*/ 62 w 155"/>
                  <a:gd name="T51" fmla="*/ 44 h 189"/>
                  <a:gd name="T52" fmla="*/ 59 w 155"/>
                  <a:gd name="T53" fmla="*/ 31 h 189"/>
                  <a:gd name="T54" fmla="*/ 62 w 155"/>
                  <a:gd name="T55" fmla="*/ 40 h 189"/>
                  <a:gd name="T56" fmla="*/ 33 w 155"/>
                  <a:gd name="T57" fmla="*/ 37 h 189"/>
                  <a:gd name="T58" fmla="*/ 37 w 155"/>
                  <a:gd name="T59" fmla="*/ 37 h 189"/>
                  <a:gd name="T60" fmla="*/ 23 w 155"/>
                  <a:gd name="T61" fmla="*/ 37 h 189"/>
                  <a:gd name="T62" fmla="*/ 27 w 155"/>
                  <a:gd name="T63" fmla="*/ 37 h 189"/>
                  <a:gd name="T64" fmla="*/ 141 w 155"/>
                  <a:gd name="T65" fmla="*/ 175 h 189"/>
                  <a:gd name="T66" fmla="*/ 14 w 155"/>
                  <a:gd name="T67" fmla="*/ 20 h 189"/>
                  <a:gd name="T68" fmla="*/ 27 w 155"/>
                  <a:gd name="T69" fmla="*/ 25 h 189"/>
                  <a:gd name="T70" fmla="*/ 30 w 155"/>
                  <a:gd name="T71" fmla="*/ 50 h 189"/>
                  <a:gd name="T72" fmla="*/ 33 w 155"/>
                  <a:gd name="T73" fmla="*/ 25 h 189"/>
                  <a:gd name="T74" fmla="*/ 59 w 155"/>
                  <a:gd name="T75" fmla="*/ 20 h 189"/>
                  <a:gd name="T76" fmla="*/ 49 w 155"/>
                  <a:gd name="T77" fmla="*/ 37 h 189"/>
                  <a:gd name="T78" fmla="*/ 74 w 155"/>
                  <a:gd name="T79" fmla="*/ 37 h 189"/>
                  <a:gd name="T80" fmla="*/ 64 w 155"/>
                  <a:gd name="T81" fmla="*/ 20 h 189"/>
                  <a:gd name="T82" fmla="*/ 90 w 155"/>
                  <a:gd name="T83" fmla="*/ 25 h 189"/>
                  <a:gd name="T84" fmla="*/ 93 w 155"/>
                  <a:gd name="T85" fmla="*/ 50 h 189"/>
                  <a:gd name="T86" fmla="*/ 96 w 155"/>
                  <a:gd name="T87" fmla="*/ 25 h 189"/>
                  <a:gd name="T88" fmla="*/ 122 w 155"/>
                  <a:gd name="T89" fmla="*/ 20 h 189"/>
                  <a:gd name="T90" fmla="*/ 112 w 155"/>
                  <a:gd name="T91" fmla="*/ 37 h 189"/>
                  <a:gd name="T92" fmla="*/ 137 w 155"/>
                  <a:gd name="T93" fmla="*/ 37 h 189"/>
                  <a:gd name="T94" fmla="*/ 127 w 155"/>
                  <a:gd name="T95" fmla="*/ 20 h 189"/>
                  <a:gd name="T96" fmla="*/ 141 w 155"/>
                  <a:gd name="T97" fmla="*/ 175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5" h="189">
                    <a:moveTo>
                      <a:pt x="148" y="7"/>
                    </a:moveTo>
                    <a:cubicBezTo>
                      <a:pt x="127" y="7"/>
                      <a:pt x="127" y="7"/>
                      <a:pt x="127" y="7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1"/>
                      <a:pt x="126" y="0"/>
                      <a:pt x="124" y="0"/>
                    </a:cubicBezTo>
                    <a:cubicBezTo>
                      <a:pt x="123" y="0"/>
                      <a:pt x="122" y="1"/>
                      <a:pt x="122" y="3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3"/>
                      <a:pt x="96" y="3"/>
                      <a:pt x="96" y="3"/>
                    </a:cubicBezTo>
                    <a:cubicBezTo>
                      <a:pt x="96" y="1"/>
                      <a:pt x="94" y="0"/>
                      <a:pt x="93" y="0"/>
                    </a:cubicBezTo>
                    <a:cubicBezTo>
                      <a:pt x="91" y="0"/>
                      <a:pt x="90" y="1"/>
                      <a:pt x="90" y="3"/>
                    </a:cubicBezTo>
                    <a:cubicBezTo>
                      <a:pt x="90" y="7"/>
                      <a:pt x="90" y="7"/>
                      <a:pt x="90" y="7"/>
                    </a:cubicBezTo>
                    <a:cubicBezTo>
                      <a:pt x="64" y="7"/>
                      <a:pt x="64" y="7"/>
                      <a:pt x="64" y="7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1"/>
                      <a:pt x="63" y="0"/>
                      <a:pt x="62" y="0"/>
                    </a:cubicBezTo>
                    <a:cubicBezTo>
                      <a:pt x="60" y="0"/>
                      <a:pt x="59" y="1"/>
                      <a:pt x="59" y="3"/>
                    </a:cubicBezTo>
                    <a:cubicBezTo>
                      <a:pt x="59" y="7"/>
                      <a:pt x="59" y="7"/>
                      <a:pt x="59" y="7"/>
                    </a:cubicBezTo>
                    <a:cubicBezTo>
                      <a:pt x="33" y="7"/>
                      <a:pt x="33" y="7"/>
                      <a:pt x="33" y="7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3" y="1"/>
                      <a:pt x="32" y="0"/>
                      <a:pt x="30" y="0"/>
                    </a:cubicBezTo>
                    <a:cubicBezTo>
                      <a:pt x="29" y="0"/>
                      <a:pt x="27" y="1"/>
                      <a:pt x="27" y="3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3" y="7"/>
                      <a:pt x="0" y="10"/>
                      <a:pt x="0" y="13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6"/>
                      <a:pt x="3" y="189"/>
                      <a:pt x="7" y="189"/>
                    </a:cubicBezTo>
                    <a:cubicBezTo>
                      <a:pt x="148" y="189"/>
                      <a:pt x="148" y="189"/>
                      <a:pt x="148" y="189"/>
                    </a:cubicBezTo>
                    <a:cubicBezTo>
                      <a:pt x="152" y="189"/>
                      <a:pt x="155" y="186"/>
                      <a:pt x="155" y="182"/>
                    </a:cubicBezTo>
                    <a:cubicBezTo>
                      <a:pt x="155" y="13"/>
                      <a:pt x="155" y="13"/>
                      <a:pt x="155" y="13"/>
                    </a:cubicBezTo>
                    <a:cubicBezTo>
                      <a:pt x="155" y="10"/>
                      <a:pt x="152" y="7"/>
                      <a:pt x="148" y="7"/>
                    </a:cubicBezTo>
                    <a:close/>
                    <a:moveTo>
                      <a:pt x="124" y="40"/>
                    </a:moveTo>
                    <a:cubicBezTo>
                      <a:pt x="126" y="40"/>
                      <a:pt x="127" y="39"/>
                      <a:pt x="127" y="37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30" y="32"/>
                      <a:pt x="131" y="35"/>
                      <a:pt x="131" y="37"/>
                    </a:cubicBezTo>
                    <a:cubicBezTo>
                      <a:pt x="131" y="41"/>
                      <a:pt x="128" y="44"/>
                      <a:pt x="124" y="44"/>
                    </a:cubicBezTo>
                    <a:cubicBezTo>
                      <a:pt x="120" y="44"/>
                      <a:pt x="117" y="41"/>
                      <a:pt x="117" y="37"/>
                    </a:cubicBezTo>
                    <a:cubicBezTo>
                      <a:pt x="117" y="34"/>
                      <a:pt x="119" y="32"/>
                      <a:pt x="122" y="31"/>
                    </a:cubicBezTo>
                    <a:cubicBezTo>
                      <a:pt x="122" y="37"/>
                      <a:pt x="122" y="37"/>
                      <a:pt x="122" y="37"/>
                    </a:cubicBezTo>
                    <a:cubicBezTo>
                      <a:pt x="122" y="39"/>
                      <a:pt x="123" y="40"/>
                      <a:pt x="124" y="40"/>
                    </a:cubicBezTo>
                    <a:close/>
                    <a:moveTo>
                      <a:pt x="93" y="40"/>
                    </a:moveTo>
                    <a:cubicBezTo>
                      <a:pt x="94" y="40"/>
                      <a:pt x="96" y="39"/>
                      <a:pt x="96" y="37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8" y="32"/>
                      <a:pt x="100" y="35"/>
                      <a:pt x="100" y="37"/>
                    </a:cubicBezTo>
                    <a:cubicBezTo>
                      <a:pt x="100" y="41"/>
                      <a:pt x="97" y="44"/>
                      <a:pt x="93" y="44"/>
                    </a:cubicBezTo>
                    <a:cubicBezTo>
                      <a:pt x="89" y="44"/>
                      <a:pt x="86" y="41"/>
                      <a:pt x="86" y="37"/>
                    </a:cubicBezTo>
                    <a:cubicBezTo>
                      <a:pt x="86" y="34"/>
                      <a:pt x="88" y="32"/>
                      <a:pt x="90" y="31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90" y="39"/>
                      <a:pt x="91" y="40"/>
                      <a:pt x="93" y="40"/>
                    </a:cubicBezTo>
                    <a:close/>
                    <a:moveTo>
                      <a:pt x="62" y="40"/>
                    </a:moveTo>
                    <a:cubicBezTo>
                      <a:pt x="63" y="40"/>
                      <a:pt x="64" y="39"/>
                      <a:pt x="64" y="37"/>
                    </a:cubicBezTo>
                    <a:cubicBezTo>
                      <a:pt x="64" y="31"/>
                      <a:pt x="64" y="31"/>
                      <a:pt x="64" y="31"/>
                    </a:cubicBezTo>
                    <a:cubicBezTo>
                      <a:pt x="67" y="32"/>
                      <a:pt x="69" y="35"/>
                      <a:pt x="69" y="37"/>
                    </a:cubicBezTo>
                    <a:cubicBezTo>
                      <a:pt x="69" y="41"/>
                      <a:pt x="65" y="44"/>
                      <a:pt x="62" y="44"/>
                    </a:cubicBezTo>
                    <a:cubicBezTo>
                      <a:pt x="58" y="44"/>
                      <a:pt x="54" y="41"/>
                      <a:pt x="54" y="37"/>
                    </a:cubicBezTo>
                    <a:cubicBezTo>
                      <a:pt x="54" y="34"/>
                      <a:pt x="56" y="32"/>
                      <a:pt x="59" y="31"/>
                    </a:cubicBezTo>
                    <a:cubicBezTo>
                      <a:pt x="59" y="37"/>
                      <a:pt x="59" y="37"/>
                      <a:pt x="59" y="37"/>
                    </a:cubicBezTo>
                    <a:cubicBezTo>
                      <a:pt x="59" y="39"/>
                      <a:pt x="60" y="40"/>
                      <a:pt x="62" y="40"/>
                    </a:cubicBezTo>
                    <a:close/>
                    <a:moveTo>
                      <a:pt x="30" y="40"/>
                    </a:moveTo>
                    <a:cubicBezTo>
                      <a:pt x="32" y="40"/>
                      <a:pt x="33" y="39"/>
                      <a:pt x="33" y="37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5" y="32"/>
                      <a:pt x="37" y="35"/>
                      <a:pt x="37" y="37"/>
                    </a:cubicBezTo>
                    <a:cubicBezTo>
                      <a:pt x="37" y="41"/>
                      <a:pt x="34" y="44"/>
                      <a:pt x="30" y="44"/>
                    </a:cubicBezTo>
                    <a:cubicBezTo>
                      <a:pt x="26" y="44"/>
                      <a:pt x="23" y="41"/>
                      <a:pt x="23" y="37"/>
                    </a:cubicBezTo>
                    <a:cubicBezTo>
                      <a:pt x="23" y="34"/>
                      <a:pt x="25" y="32"/>
                      <a:pt x="27" y="31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27" y="39"/>
                      <a:pt x="29" y="40"/>
                      <a:pt x="30" y="40"/>
                    </a:cubicBezTo>
                    <a:close/>
                    <a:moveTo>
                      <a:pt x="141" y="175"/>
                    </a:moveTo>
                    <a:cubicBezTo>
                      <a:pt x="14" y="175"/>
                      <a:pt x="14" y="175"/>
                      <a:pt x="14" y="175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2" y="26"/>
                      <a:pt x="18" y="31"/>
                      <a:pt x="18" y="37"/>
                    </a:cubicBezTo>
                    <a:cubicBezTo>
                      <a:pt x="18" y="44"/>
                      <a:pt x="23" y="50"/>
                      <a:pt x="30" y="50"/>
                    </a:cubicBezTo>
                    <a:cubicBezTo>
                      <a:pt x="37" y="50"/>
                      <a:pt x="43" y="44"/>
                      <a:pt x="43" y="37"/>
                    </a:cubicBezTo>
                    <a:cubicBezTo>
                      <a:pt x="43" y="31"/>
                      <a:pt x="39" y="26"/>
                      <a:pt x="33" y="25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25"/>
                      <a:pt x="59" y="25"/>
                      <a:pt x="59" y="25"/>
                    </a:cubicBezTo>
                    <a:cubicBezTo>
                      <a:pt x="53" y="26"/>
                      <a:pt x="49" y="31"/>
                      <a:pt x="49" y="37"/>
                    </a:cubicBezTo>
                    <a:cubicBezTo>
                      <a:pt x="49" y="44"/>
                      <a:pt x="55" y="50"/>
                      <a:pt x="62" y="50"/>
                    </a:cubicBezTo>
                    <a:cubicBezTo>
                      <a:pt x="68" y="50"/>
                      <a:pt x="74" y="44"/>
                      <a:pt x="74" y="37"/>
                    </a:cubicBezTo>
                    <a:cubicBezTo>
                      <a:pt x="74" y="31"/>
                      <a:pt x="70" y="26"/>
                      <a:pt x="64" y="25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25"/>
                      <a:pt x="90" y="25"/>
                      <a:pt x="90" y="25"/>
                    </a:cubicBezTo>
                    <a:cubicBezTo>
                      <a:pt x="85" y="26"/>
                      <a:pt x="80" y="31"/>
                      <a:pt x="80" y="37"/>
                    </a:cubicBezTo>
                    <a:cubicBezTo>
                      <a:pt x="80" y="44"/>
                      <a:pt x="86" y="50"/>
                      <a:pt x="93" y="50"/>
                    </a:cubicBezTo>
                    <a:cubicBezTo>
                      <a:pt x="100" y="50"/>
                      <a:pt x="105" y="44"/>
                      <a:pt x="105" y="37"/>
                    </a:cubicBezTo>
                    <a:cubicBezTo>
                      <a:pt x="105" y="31"/>
                      <a:pt x="101" y="26"/>
                      <a:pt x="96" y="25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122" y="20"/>
                      <a:pt x="122" y="20"/>
                      <a:pt x="122" y="20"/>
                    </a:cubicBezTo>
                    <a:cubicBezTo>
                      <a:pt x="122" y="25"/>
                      <a:pt x="122" y="25"/>
                      <a:pt x="122" y="25"/>
                    </a:cubicBezTo>
                    <a:cubicBezTo>
                      <a:pt x="116" y="26"/>
                      <a:pt x="112" y="31"/>
                      <a:pt x="112" y="37"/>
                    </a:cubicBezTo>
                    <a:cubicBezTo>
                      <a:pt x="112" y="44"/>
                      <a:pt x="117" y="50"/>
                      <a:pt x="124" y="50"/>
                    </a:cubicBezTo>
                    <a:cubicBezTo>
                      <a:pt x="131" y="50"/>
                      <a:pt x="137" y="44"/>
                      <a:pt x="137" y="37"/>
                    </a:cubicBezTo>
                    <a:cubicBezTo>
                      <a:pt x="137" y="31"/>
                      <a:pt x="133" y="26"/>
                      <a:pt x="127" y="25"/>
                    </a:cubicBezTo>
                    <a:cubicBezTo>
                      <a:pt x="127" y="20"/>
                      <a:pt x="127" y="20"/>
                      <a:pt x="127" y="20"/>
                    </a:cubicBezTo>
                    <a:cubicBezTo>
                      <a:pt x="141" y="20"/>
                      <a:pt x="141" y="20"/>
                      <a:pt x="141" y="20"/>
                    </a:cubicBezTo>
                    <a:lnTo>
                      <a:pt x="141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465CF9F4-010C-48BE-AE3F-72B3FC3F846E}"/>
                  </a:ext>
                </a:extLst>
              </p:cNvPr>
              <p:cNvSpPr/>
              <p:nvPr/>
            </p:nvSpPr>
            <p:spPr bwMode="auto">
              <a:xfrm>
                <a:off x="2820" y="2272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9" name="Freeform 7">
                <a:extLst>
                  <a:ext uri="{FF2B5EF4-FFF2-40B4-BE49-F238E27FC236}">
                    <a16:creationId xmlns:a16="http://schemas.microsoft.com/office/drawing/2014/main" id="{80D45E21-A138-411D-9B71-5BE21E2B495F}"/>
                  </a:ext>
                </a:extLst>
              </p:cNvPr>
              <p:cNvSpPr/>
              <p:nvPr/>
            </p:nvSpPr>
            <p:spPr bwMode="auto">
              <a:xfrm>
                <a:off x="2820" y="2190"/>
                <a:ext cx="181" cy="14"/>
              </a:xfrm>
              <a:custGeom>
                <a:avLst/>
                <a:gdLst>
                  <a:gd name="T0" fmla="*/ 73 w 75"/>
                  <a:gd name="T1" fmla="*/ 0 h 6"/>
                  <a:gd name="T2" fmla="*/ 2 w 75"/>
                  <a:gd name="T3" fmla="*/ 0 h 6"/>
                  <a:gd name="T4" fmla="*/ 0 w 75"/>
                  <a:gd name="T5" fmla="*/ 3 h 6"/>
                  <a:gd name="T6" fmla="*/ 2 w 75"/>
                  <a:gd name="T7" fmla="*/ 6 h 6"/>
                  <a:gd name="T8" fmla="*/ 73 w 75"/>
                  <a:gd name="T9" fmla="*/ 6 h 6"/>
                  <a:gd name="T10" fmla="*/ 75 w 75"/>
                  <a:gd name="T11" fmla="*/ 3 h 6"/>
                  <a:gd name="T12" fmla="*/ 73 w 75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6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2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4" y="6"/>
                      <a:pt x="75" y="5"/>
                      <a:pt x="75" y="3"/>
                    </a:cubicBezTo>
                    <a:cubicBezTo>
                      <a:pt x="75" y="2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0" name="Freeform 8">
                <a:extLst>
                  <a:ext uri="{FF2B5EF4-FFF2-40B4-BE49-F238E27FC236}">
                    <a16:creationId xmlns:a16="http://schemas.microsoft.com/office/drawing/2014/main" id="{30B1B911-EBFB-4ECD-A5F6-5F7A4857FC35}"/>
                  </a:ext>
                </a:extLst>
              </p:cNvPr>
              <p:cNvSpPr/>
              <p:nvPr/>
            </p:nvSpPr>
            <p:spPr bwMode="auto">
              <a:xfrm>
                <a:off x="2820" y="2111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1" name="Freeform 9">
                <a:extLst>
                  <a:ext uri="{FF2B5EF4-FFF2-40B4-BE49-F238E27FC236}">
                    <a16:creationId xmlns:a16="http://schemas.microsoft.com/office/drawing/2014/main" id="{AFFDC721-A981-484A-A7D2-351DA6E0FA31}"/>
                  </a:ext>
                </a:extLst>
              </p:cNvPr>
              <p:cNvSpPr/>
              <p:nvPr/>
            </p:nvSpPr>
            <p:spPr bwMode="auto">
              <a:xfrm>
                <a:off x="2755" y="2096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2" name="Freeform 10">
                <a:extLst>
                  <a:ext uri="{FF2B5EF4-FFF2-40B4-BE49-F238E27FC236}">
                    <a16:creationId xmlns:a16="http://schemas.microsoft.com/office/drawing/2014/main" id="{C811E7B7-1C75-4F0E-BFA6-739D81B9D6DD}"/>
                  </a:ext>
                </a:extLst>
              </p:cNvPr>
              <p:cNvSpPr/>
              <p:nvPr/>
            </p:nvSpPr>
            <p:spPr bwMode="auto">
              <a:xfrm>
                <a:off x="2755" y="2176"/>
                <a:ext cx="41" cy="43"/>
              </a:xfrm>
              <a:custGeom>
                <a:avLst/>
                <a:gdLst>
                  <a:gd name="T0" fmla="*/ 15 w 17"/>
                  <a:gd name="T1" fmla="*/ 0 h 18"/>
                  <a:gd name="T2" fmla="*/ 3 w 17"/>
                  <a:gd name="T3" fmla="*/ 0 h 18"/>
                  <a:gd name="T4" fmla="*/ 0 w 17"/>
                  <a:gd name="T5" fmla="*/ 3 h 18"/>
                  <a:gd name="T6" fmla="*/ 0 w 17"/>
                  <a:gd name="T7" fmla="*/ 15 h 18"/>
                  <a:gd name="T8" fmla="*/ 3 w 17"/>
                  <a:gd name="T9" fmla="*/ 18 h 18"/>
                  <a:gd name="T10" fmla="*/ 15 w 17"/>
                  <a:gd name="T11" fmla="*/ 18 h 18"/>
                  <a:gd name="T12" fmla="*/ 17 w 17"/>
                  <a:gd name="T13" fmla="*/ 15 h 18"/>
                  <a:gd name="T14" fmla="*/ 17 w 17"/>
                  <a:gd name="T15" fmla="*/ 3 h 18"/>
                  <a:gd name="T16" fmla="*/ 15 w 17"/>
                  <a:gd name="T1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8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7"/>
                      <a:pt x="1" y="18"/>
                      <a:pt x="3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6" y="18"/>
                      <a:pt x="17" y="17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2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3" name="Freeform 11">
                <a:extLst>
                  <a:ext uri="{FF2B5EF4-FFF2-40B4-BE49-F238E27FC236}">
                    <a16:creationId xmlns:a16="http://schemas.microsoft.com/office/drawing/2014/main" id="{80F47488-A021-4600-93FA-2D7D6EF7B3AA}"/>
                  </a:ext>
                </a:extLst>
              </p:cNvPr>
              <p:cNvSpPr/>
              <p:nvPr/>
            </p:nvSpPr>
            <p:spPr bwMode="auto">
              <a:xfrm>
                <a:off x="2755" y="2257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F7DF9A7A-AF63-4ADB-A4F8-1259751C37CA}"/>
              </a:ext>
            </a:extLst>
          </p:cNvPr>
          <p:cNvGrpSpPr>
            <a:grpSpLocks noChangeAspect="1"/>
          </p:cNvGrpSpPr>
          <p:nvPr/>
        </p:nvGrpSpPr>
        <p:grpSpPr>
          <a:xfrm>
            <a:off x="3191510" y="4077970"/>
            <a:ext cx="1000760" cy="1002665"/>
            <a:chOff x="3437020" y="2074814"/>
            <a:chExt cx="863676" cy="865577"/>
          </a:xfrm>
        </p:grpSpPr>
        <p:sp>
          <p:nvSpPr>
            <p:cNvPr id="85" name="椭圆 19">
              <a:extLst>
                <a:ext uri="{FF2B5EF4-FFF2-40B4-BE49-F238E27FC236}">
                  <a16:creationId xmlns:a16="http://schemas.microsoft.com/office/drawing/2014/main" id="{1D26B7E2-E4F6-453A-91B2-B4C72787F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chemeClr val="accent1">
                    <a:lumMod val="40000"/>
                    <a:lumOff val="60000"/>
                  </a:schemeClr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86" name="图片 85">
              <a:extLst>
                <a:ext uri="{FF2B5EF4-FFF2-40B4-BE49-F238E27FC236}">
                  <a16:creationId xmlns:a16="http://schemas.microsoft.com/office/drawing/2014/main" id="{2ABCE665-D56C-4D11-B7B7-2DCD7DF84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6753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矩形 67"/>
          <p:cNvSpPr/>
          <p:nvPr/>
        </p:nvSpPr>
        <p:spPr>
          <a:xfrm>
            <a:off x="422252" y="502816"/>
            <a:ext cx="1620957" cy="418191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defTabSz="1219200">
              <a:lnSpc>
                <a:spcPct val="150000"/>
              </a:lnSpc>
            </a:pPr>
            <a:r>
              <a:rPr lang="zh-CN" altLang="en-US" sz="1600" dirty="0">
                <a:solidFill>
                  <a:srgbClr val="157E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研究背景及意义</a:t>
            </a:r>
          </a:p>
        </p:txBody>
      </p:sp>
      <p:sp>
        <p:nvSpPr>
          <p:cNvPr id="79" name="圆角矩形 78"/>
          <p:cNvSpPr/>
          <p:nvPr/>
        </p:nvSpPr>
        <p:spPr>
          <a:xfrm>
            <a:off x="18595" y="88947"/>
            <a:ext cx="2428272" cy="375920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zh-CN" altLang="en-US" b="1" dirty="0">
                <a:ln w="6350">
                  <a:noFill/>
                </a:ln>
                <a:solidFill>
                  <a:prstClr val="white"/>
                </a:solidFill>
                <a:effectLst>
                  <a:outerShdw blurRad="38100" dist="12700" dir="2700000" algn="tl" rotWithShape="0">
                    <a:srgbClr val="1F497D">
                      <a:lumMod val="75000"/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研究背景及意义</a:t>
            </a:r>
          </a:p>
        </p:txBody>
      </p:sp>
      <p:sp>
        <p:nvSpPr>
          <p:cNvPr id="26" name="箭头3">
            <a:extLst>
              <a:ext uri="{FF2B5EF4-FFF2-40B4-BE49-F238E27FC236}">
                <a16:creationId xmlns:a16="http://schemas.microsoft.com/office/drawing/2014/main" id="{A7F9D590-7CB3-4E29-9209-9C87919E16BB}"/>
              </a:ext>
            </a:extLst>
          </p:cNvPr>
          <p:cNvSpPr/>
          <p:nvPr/>
        </p:nvSpPr>
        <p:spPr bwMode="gray">
          <a:xfrm flipV="1">
            <a:off x="1901895" y="5094726"/>
            <a:ext cx="819764" cy="938530"/>
          </a:xfrm>
          <a:custGeom>
            <a:avLst/>
            <a:gdLst>
              <a:gd name="T0" fmla="*/ 118 w 933"/>
              <a:gd name="T1" fmla="*/ 1044 h 1182"/>
              <a:gd name="T2" fmla="*/ 128 w 933"/>
              <a:gd name="T3" fmla="*/ 340 h 1182"/>
              <a:gd name="T4" fmla="*/ 264 w 933"/>
              <a:gd name="T5" fmla="*/ 210 h 1182"/>
              <a:gd name="T6" fmla="*/ 720 w 933"/>
              <a:gd name="T7" fmla="*/ 202 h 1182"/>
              <a:gd name="T8" fmla="*/ 720 w 933"/>
              <a:gd name="T9" fmla="*/ 320 h 1182"/>
              <a:gd name="T10" fmla="*/ 933 w 933"/>
              <a:gd name="T11" fmla="*/ 153 h 1182"/>
              <a:gd name="T12" fmla="*/ 712 w 933"/>
              <a:gd name="T13" fmla="*/ 0 h 1182"/>
              <a:gd name="T14" fmla="*/ 714 w 933"/>
              <a:gd name="T15" fmla="*/ 92 h 1182"/>
              <a:gd name="T16" fmla="*/ 234 w 933"/>
              <a:gd name="T17" fmla="*/ 94 h 1182"/>
              <a:gd name="T18" fmla="*/ 0 w 933"/>
              <a:gd name="T19" fmla="*/ 298 h 1182"/>
              <a:gd name="T20" fmla="*/ 0 w 933"/>
              <a:gd name="T21" fmla="*/ 1058 h 1182"/>
              <a:gd name="T22" fmla="*/ 118 w 933"/>
              <a:gd name="T23" fmla="*/ 1044 h 1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33" h="1182">
                <a:moveTo>
                  <a:pt x="118" y="1044"/>
                </a:moveTo>
                <a:lnTo>
                  <a:pt x="128" y="340"/>
                </a:lnTo>
                <a:cubicBezTo>
                  <a:pt x="134" y="214"/>
                  <a:pt x="182" y="212"/>
                  <a:pt x="264" y="210"/>
                </a:cubicBezTo>
                <a:lnTo>
                  <a:pt x="720" y="202"/>
                </a:lnTo>
                <a:lnTo>
                  <a:pt x="720" y="320"/>
                </a:lnTo>
                <a:lnTo>
                  <a:pt x="933" y="153"/>
                </a:lnTo>
                <a:lnTo>
                  <a:pt x="712" y="0"/>
                </a:lnTo>
                <a:lnTo>
                  <a:pt x="714" y="92"/>
                </a:lnTo>
                <a:cubicBezTo>
                  <a:pt x="714" y="92"/>
                  <a:pt x="406" y="94"/>
                  <a:pt x="234" y="94"/>
                </a:cubicBezTo>
                <a:cubicBezTo>
                  <a:pt x="60" y="96"/>
                  <a:pt x="2" y="156"/>
                  <a:pt x="0" y="298"/>
                </a:cubicBezTo>
                <a:lnTo>
                  <a:pt x="0" y="1058"/>
                </a:lnTo>
                <a:cubicBezTo>
                  <a:pt x="20" y="1182"/>
                  <a:pt x="93" y="1170"/>
                  <a:pt x="118" y="1044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lIns="62118" tIns="31058" rIns="62118" bIns="31058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90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7" name="箭头1">
            <a:extLst>
              <a:ext uri="{FF2B5EF4-FFF2-40B4-BE49-F238E27FC236}">
                <a16:creationId xmlns:a16="http://schemas.microsoft.com/office/drawing/2014/main" id="{6C5AEC50-F10F-4AD7-87AD-03D05927C5AF}"/>
              </a:ext>
            </a:extLst>
          </p:cNvPr>
          <p:cNvSpPr/>
          <p:nvPr/>
        </p:nvSpPr>
        <p:spPr bwMode="gray">
          <a:xfrm>
            <a:off x="1831928" y="4753401"/>
            <a:ext cx="819764" cy="945081"/>
          </a:xfrm>
          <a:custGeom>
            <a:avLst/>
            <a:gdLst>
              <a:gd name="T0" fmla="*/ 118 w 933"/>
              <a:gd name="T1" fmla="*/ 1044 h 1182"/>
              <a:gd name="T2" fmla="*/ 128 w 933"/>
              <a:gd name="T3" fmla="*/ 340 h 1182"/>
              <a:gd name="T4" fmla="*/ 264 w 933"/>
              <a:gd name="T5" fmla="*/ 210 h 1182"/>
              <a:gd name="T6" fmla="*/ 720 w 933"/>
              <a:gd name="T7" fmla="*/ 202 h 1182"/>
              <a:gd name="T8" fmla="*/ 720 w 933"/>
              <a:gd name="T9" fmla="*/ 320 h 1182"/>
              <a:gd name="T10" fmla="*/ 933 w 933"/>
              <a:gd name="T11" fmla="*/ 153 h 1182"/>
              <a:gd name="T12" fmla="*/ 712 w 933"/>
              <a:gd name="T13" fmla="*/ 0 h 1182"/>
              <a:gd name="T14" fmla="*/ 714 w 933"/>
              <a:gd name="T15" fmla="*/ 92 h 1182"/>
              <a:gd name="T16" fmla="*/ 234 w 933"/>
              <a:gd name="T17" fmla="*/ 94 h 1182"/>
              <a:gd name="T18" fmla="*/ 0 w 933"/>
              <a:gd name="T19" fmla="*/ 298 h 1182"/>
              <a:gd name="T20" fmla="*/ 0 w 933"/>
              <a:gd name="T21" fmla="*/ 1058 h 1182"/>
              <a:gd name="T22" fmla="*/ 118 w 933"/>
              <a:gd name="T23" fmla="*/ 1044 h 1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33" h="1182">
                <a:moveTo>
                  <a:pt x="118" y="1044"/>
                </a:moveTo>
                <a:lnTo>
                  <a:pt x="128" y="340"/>
                </a:lnTo>
                <a:cubicBezTo>
                  <a:pt x="134" y="214"/>
                  <a:pt x="182" y="212"/>
                  <a:pt x="264" y="210"/>
                </a:cubicBezTo>
                <a:lnTo>
                  <a:pt x="720" y="202"/>
                </a:lnTo>
                <a:lnTo>
                  <a:pt x="720" y="320"/>
                </a:lnTo>
                <a:lnTo>
                  <a:pt x="933" y="153"/>
                </a:lnTo>
                <a:lnTo>
                  <a:pt x="712" y="0"/>
                </a:lnTo>
                <a:lnTo>
                  <a:pt x="714" y="92"/>
                </a:lnTo>
                <a:cubicBezTo>
                  <a:pt x="714" y="92"/>
                  <a:pt x="406" y="94"/>
                  <a:pt x="234" y="94"/>
                </a:cubicBezTo>
                <a:cubicBezTo>
                  <a:pt x="60" y="96"/>
                  <a:pt x="2" y="156"/>
                  <a:pt x="0" y="298"/>
                </a:cubicBezTo>
                <a:lnTo>
                  <a:pt x="0" y="1058"/>
                </a:lnTo>
                <a:cubicBezTo>
                  <a:pt x="20" y="1182"/>
                  <a:pt x="93" y="1170"/>
                  <a:pt x="118" y="1044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lIns="62118" tIns="31058" rIns="62118" bIns="31058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90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8" name="标题1">
            <a:extLst>
              <a:ext uri="{FF2B5EF4-FFF2-40B4-BE49-F238E27FC236}">
                <a16:creationId xmlns:a16="http://schemas.microsoft.com/office/drawing/2014/main" id="{45CE6B19-E75F-4618-8F72-7A71CAD61639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45546" y="4208016"/>
            <a:ext cx="1175199" cy="1175615"/>
          </a:xfrm>
          <a:prstGeom prst="roundRect">
            <a:avLst>
              <a:gd name="adj" fmla="val 11921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62118" tIns="31058" rIns="62118" bIns="31058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altLang="zh-CN" b="1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</a:t>
            </a:r>
            <a:endParaRPr lang="zh-CN" altLang="zh-CN" b="1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标题3">
            <a:extLst>
              <a:ext uri="{FF2B5EF4-FFF2-40B4-BE49-F238E27FC236}">
                <a16:creationId xmlns:a16="http://schemas.microsoft.com/office/drawing/2014/main" id="{076927E0-CBF8-41C7-A7AD-B708723DACC8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45546" y="5567857"/>
            <a:ext cx="1175199" cy="1175615"/>
          </a:xfrm>
          <a:prstGeom prst="roundRect">
            <a:avLst>
              <a:gd name="adj" fmla="val 11921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62118" tIns="31058" rIns="62118" bIns="31058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</a:t>
            </a:r>
          </a:p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</a:t>
            </a:r>
            <a:endParaRPr lang="zh-CN" altLang="zh-CN" b="1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Oval 19">
            <a:extLst>
              <a:ext uri="{FF2B5EF4-FFF2-40B4-BE49-F238E27FC236}">
                <a16:creationId xmlns:a16="http://schemas.microsoft.com/office/drawing/2014/main" id="{83ACC682-3351-4DC9-993A-C070BB911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440" y="4946315"/>
            <a:ext cx="892911" cy="894027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</a:ln>
          <a:effectLst/>
        </p:spPr>
        <p:txBody>
          <a:bodyPr lIns="62118" tIns="31058" rIns="62118" bIns="31058" anchor="ctr"/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900" b="1" kern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研究意义</a:t>
            </a:r>
          </a:p>
        </p:txBody>
      </p:sp>
      <p:sp>
        <p:nvSpPr>
          <p:cNvPr id="42" name="文本1">
            <a:extLst>
              <a:ext uri="{FF2B5EF4-FFF2-40B4-BE49-F238E27FC236}">
                <a16:creationId xmlns:a16="http://schemas.microsoft.com/office/drawing/2014/main" id="{5F81A35D-7175-4390-89C0-70E5B1547ED1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20745" y="4092606"/>
            <a:ext cx="6566129" cy="1310419"/>
          </a:xfrm>
          <a:prstGeom prst="roundRect">
            <a:avLst>
              <a:gd name="adj" fmla="val 11505"/>
            </a:avLst>
          </a:prstGeom>
          <a:noFill/>
          <a:ln w="15875" cap="flat" cmpd="sng" algn="ctr">
            <a:solidFill>
              <a:schemeClr val="accent1"/>
            </a:solidFill>
            <a:prstDash val="solid"/>
          </a:ln>
          <a:effectLst/>
        </p:spPr>
        <p:txBody>
          <a:bodyPr lIns="62118" tIns="31058" rIns="62118" bIns="31058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（1）说明研究将补充或拓展的理论认识。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（2）说明研究视角、概念关系或解释框架的价值。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（3）说明研究结果与已有文献的联系。</a:t>
            </a:r>
          </a:p>
        </p:txBody>
      </p:sp>
      <p:sp>
        <p:nvSpPr>
          <p:cNvPr id="43" name="文本2">
            <a:extLst>
              <a:ext uri="{FF2B5EF4-FFF2-40B4-BE49-F238E27FC236}">
                <a16:creationId xmlns:a16="http://schemas.microsoft.com/office/drawing/2014/main" id="{7303CAFE-72E7-4D37-ADC3-F70C439FB00C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20745" y="5573687"/>
            <a:ext cx="6566128" cy="1169785"/>
          </a:xfrm>
          <a:prstGeom prst="roundRect">
            <a:avLst>
              <a:gd name="adj" fmla="val 11505"/>
            </a:avLst>
          </a:prstGeom>
          <a:noFill/>
          <a:ln w="15875" cap="flat" cmpd="sng" algn="ctr">
            <a:solidFill>
              <a:schemeClr val="accent1"/>
            </a:solidFill>
            <a:prstDash val="solid"/>
          </a:ln>
          <a:effectLst/>
        </p:spPr>
        <p:txBody>
          <a:bodyPr lIns="62118" tIns="31058" rIns="62118" bIns="31058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说明研究成果可以回应的现实需求。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列出适用对象、应用场景和预期作用。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A5EAFA2-0756-4B06-A5AF-5DD005521DF2}"/>
              </a:ext>
            </a:extLst>
          </p:cNvPr>
          <p:cNvSpPr txBox="1"/>
          <p:nvPr/>
        </p:nvSpPr>
        <p:spPr>
          <a:xfrm>
            <a:off x="693937" y="1274945"/>
            <a:ext cx="10804125" cy="2484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介绍研究领域的背景、发展趋势及主要变化。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25000"/>
              </a:lnSpc>
            </a:pP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结合文献、政策或案例，说明当前面临的具体问题。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25000"/>
              </a:lnSpc>
            </a:pP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明确研究对象与问题边界，解释开展本项研究的必要性。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2869373" y="521834"/>
            <a:ext cx="1620957" cy="418191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defTabSz="1219200">
              <a:lnSpc>
                <a:spcPct val="150000"/>
              </a:lnSpc>
            </a:pPr>
            <a:r>
              <a:rPr lang="zh-CN" altLang="en-US" sz="1600" dirty="0">
                <a:solidFill>
                  <a:srgbClr val="157E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国内外研究综述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E5B878B-CC8A-4CA3-8960-2AC61F9C438D}"/>
              </a:ext>
            </a:extLst>
          </p:cNvPr>
          <p:cNvSpPr/>
          <p:nvPr/>
        </p:nvSpPr>
        <p:spPr>
          <a:xfrm>
            <a:off x="544497" y="1130898"/>
            <a:ext cx="3415686" cy="32901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研究主题一：在此界定核心概念与研究对象。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梳理代表性观点、常用分类及已有结论。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结合文献说明该主题的适用范围。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83F8018-8DDF-4A60-A645-106043AFC340}"/>
              </a:ext>
            </a:extLst>
          </p:cNvPr>
          <p:cNvSpPr txBox="1"/>
          <p:nvPr/>
        </p:nvSpPr>
        <p:spPr>
          <a:xfrm>
            <a:off x="894793" y="4740088"/>
            <a:ext cx="9989230" cy="1673022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indent="304800" algn="just">
              <a:lnSpc>
                <a:spcPct val="125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研究述评：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5000"/>
              </a:lnSpc>
            </a:pP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（1）概括现有研究形成的共识。</a:t>
            </a:r>
            <a:endParaRPr lang="en-US" altLang="zh-CN" sz="2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>
              <a:lnSpc>
                <a:spcPct val="125000"/>
              </a:lnSpc>
            </a:pP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（2）指出尚未充分解释的具体问题。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>
              <a:lnSpc>
                <a:spcPct val="125000"/>
              </a:lnSpc>
            </a:pP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（3）说明本研究准备推进的方向。</a:t>
            </a:r>
            <a:endParaRPr lang="zh-CN" altLang="zh-CN" sz="2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48FBA2E-1561-4B1E-9808-CE4144F33131}"/>
              </a:ext>
            </a:extLst>
          </p:cNvPr>
          <p:cNvSpPr/>
          <p:nvPr/>
        </p:nvSpPr>
        <p:spPr>
          <a:xfrm>
            <a:off x="4305669" y="1130899"/>
            <a:ext cx="3630967" cy="328674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研究主题二：在此介绍相关理论的发展脉络。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对比代表性研究的视角、方法和结论。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归纳与本课题直接相关的研究发现。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784F01B-F382-4E7F-A0BC-101F560C5181}"/>
              </a:ext>
            </a:extLst>
          </p:cNvPr>
          <p:cNvSpPr/>
          <p:nvPr/>
        </p:nvSpPr>
        <p:spPr>
          <a:xfrm>
            <a:off x="8138199" y="1130897"/>
            <a:ext cx="3509304" cy="328674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研究主题三：在此梳理相关方法及应用。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说明不同方法的适用条件。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归纳当前证据与方法的局限。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5594213" y="520573"/>
            <a:ext cx="1005403" cy="418191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defTabSz="1219200">
              <a:lnSpc>
                <a:spcPct val="150000"/>
              </a:lnSpc>
            </a:pPr>
            <a:r>
              <a:rPr lang="zh-CN" altLang="en-US" sz="1600" dirty="0">
                <a:solidFill>
                  <a:srgbClr val="157E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</a:t>
            </a:r>
          </a:p>
        </p:txBody>
      </p:sp>
      <p:sp>
        <p:nvSpPr>
          <p:cNvPr id="5" name="形状 4">
            <a:extLst>
              <a:ext uri="{FF2B5EF4-FFF2-40B4-BE49-F238E27FC236}">
                <a16:creationId xmlns:a16="http://schemas.microsoft.com/office/drawing/2014/main" id="{DC837A77-4788-41F0-A960-BEA82F60FEA7}"/>
              </a:ext>
            </a:extLst>
          </p:cNvPr>
          <p:cNvSpPr/>
          <p:nvPr/>
        </p:nvSpPr>
        <p:spPr>
          <a:xfrm flipH="1">
            <a:off x="4695038" y="1524917"/>
            <a:ext cx="1867985" cy="1868267"/>
          </a:xfrm>
          <a:prstGeom prst="leftCircularArrow">
            <a:avLst>
              <a:gd name="adj1" fmla="val 8909"/>
              <a:gd name="adj2" fmla="val 1142322"/>
              <a:gd name="adj3" fmla="val 6293598"/>
              <a:gd name="adj4" fmla="val 21479660"/>
              <a:gd name="adj5" fmla="val 12500"/>
            </a:avLst>
          </a:prstGeom>
          <a:solidFill>
            <a:schemeClr val="bg1"/>
          </a:solidFill>
          <a:ln>
            <a:noFill/>
          </a:ln>
          <a:effectLst>
            <a:innerShdw blurRad="63500">
              <a:prstClr val="black"/>
            </a:inn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</p:sp>
      <p:sp>
        <p:nvSpPr>
          <p:cNvPr id="6" name="形状 5">
            <a:extLst>
              <a:ext uri="{FF2B5EF4-FFF2-40B4-BE49-F238E27FC236}">
                <a16:creationId xmlns:a16="http://schemas.microsoft.com/office/drawing/2014/main" id="{8A56F8E8-88DC-4221-BF58-72F8DD9FFFD9}"/>
              </a:ext>
            </a:extLst>
          </p:cNvPr>
          <p:cNvSpPr/>
          <p:nvPr/>
        </p:nvSpPr>
        <p:spPr>
          <a:xfrm>
            <a:off x="4130936" y="2651353"/>
            <a:ext cx="1867985" cy="1868267"/>
          </a:xfrm>
          <a:prstGeom prst="leftCircularArrow">
            <a:avLst>
              <a:gd name="adj1" fmla="val 8909"/>
              <a:gd name="adj2" fmla="val 1142322"/>
              <a:gd name="adj3" fmla="val 6293598"/>
              <a:gd name="adj4" fmla="val 18385882"/>
              <a:gd name="adj5" fmla="val 12500"/>
            </a:avLst>
          </a:prstGeom>
          <a:solidFill>
            <a:schemeClr val="bg1"/>
          </a:solidFill>
          <a:ln>
            <a:noFill/>
          </a:ln>
          <a:effectLst>
            <a:innerShdw blurRad="63500">
              <a:prstClr val="black"/>
            </a:inn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</p:sp>
      <p:sp>
        <p:nvSpPr>
          <p:cNvPr id="7" name="空心弧 6">
            <a:extLst>
              <a:ext uri="{FF2B5EF4-FFF2-40B4-BE49-F238E27FC236}">
                <a16:creationId xmlns:a16="http://schemas.microsoft.com/office/drawing/2014/main" id="{32F0228C-2C66-4539-9F0A-42F045B3C937}"/>
              </a:ext>
            </a:extLst>
          </p:cNvPr>
          <p:cNvSpPr/>
          <p:nvPr/>
        </p:nvSpPr>
        <p:spPr>
          <a:xfrm>
            <a:off x="4801187" y="3873897"/>
            <a:ext cx="1604887" cy="1605530"/>
          </a:xfrm>
          <a:prstGeom prst="blockArc">
            <a:avLst>
              <a:gd name="adj1" fmla="val 14095361"/>
              <a:gd name="adj2" fmla="val 10799997"/>
              <a:gd name="adj3" fmla="val 11504"/>
            </a:avLst>
          </a:prstGeom>
          <a:solidFill>
            <a:schemeClr val="bg1"/>
          </a:solidFill>
          <a:ln>
            <a:noFill/>
          </a:ln>
          <a:effectLst>
            <a:innerShdw blurRad="63500">
              <a:prstClr val="black"/>
            </a:inn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3814C478-9CD7-45BA-AB42-16BDF0050FB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 flipV="1">
            <a:off x="6697164" y="2291387"/>
            <a:ext cx="239249" cy="206315"/>
          </a:xfrm>
          <a:prstGeom prst="triangle">
            <a:avLst>
              <a:gd name="adj" fmla="val 50000"/>
            </a:avLst>
          </a:prstGeom>
          <a:solidFill>
            <a:srgbClr val="005D9D"/>
          </a:solidFill>
          <a:ln>
            <a:noFill/>
          </a:ln>
          <a:effectLst>
            <a:outerShdw blurRad="38100" sx="102000" sy="102000" algn="ctr" rotWithShape="0">
              <a:prstClr val="black">
                <a:alpha val="40000"/>
              </a:prstClr>
            </a:outerShdw>
          </a:effectLst>
        </p:spPr>
        <p:txBody>
          <a:bodyPr lIns="91431" tIns="45716" rIns="91431" bIns="45716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2000">
              <a:solidFill>
                <a:schemeClr val="tx1">
                  <a:lumMod val="65000"/>
                  <a:lumOff val="3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029DC71-395C-4E73-BCDF-C2B2632D29F0}"/>
              </a:ext>
            </a:extLst>
          </p:cNvPr>
          <p:cNvSpPr txBox="1"/>
          <p:nvPr/>
        </p:nvSpPr>
        <p:spPr>
          <a:xfrm>
            <a:off x="5226220" y="2071378"/>
            <a:ext cx="7548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005D9D"/>
                </a:solidFill>
                <a:latin typeface="Broadway" panose="04040905080B02020502" pitchFamily="82" charset="0"/>
              </a:rPr>
              <a:t>01</a:t>
            </a:r>
            <a:endParaRPr lang="zh-CN" altLang="en-US" sz="3600" b="1" dirty="0">
              <a:solidFill>
                <a:srgbClr val="005D9D"/>
              </a:solidFill>
              <a:latin typeface="Broadway" panose="04040905080B02020502" pitchFamily="82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A07A235-ECBC-404E-BD35-1706037BE7FB}"/>
              </a:ext>
            </a:extLst>
          </p:cNvPr>
          <p:cNvSpPr txBox="1"/>
          <p:nvPr/>
        </p:nvSpPr>
        <p:spPr>
          <a:xfrm>
            <a:off x="4585386" y="3198422"/>
            <a:ext cx="7809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005D9D"/>
                </a:solidFill>
                <a:latin typeface="Broadway" panose="04040905080B02020502" pitchFamily="82" charset="0"/>
              </a:rPr>
              <a:t>02</a:t>
            </a:r>
            <a:endParaRPr lang="zh-CN" altLang="en-US" sz="3600" b="1" dirty="0">
              <a:solidFill>
                <a:srgbClr val="005D9D"/>
              </a:solidFill>
              <a:latin typeface="Broadway" panose="04040905080B02020502" pitchFamily="82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CA9E108-6B45-4FB9-B9B2-A2C1B2E4C1A6}"/>
              </a:ext>
            </a:extLst>
          </p:cNvPr>
          <p:cNvSpPr txBox="1"/>
          <p:nvPr/>
        </p:nvSpPr>
        <p:spPr>
          <a:xfrm>
            <a:off x="5187603" y="4354002"/>
            <a:ext cx="7809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005D9D"/>
                </a:solidFill>
                <a:latin typeface="Broadway" panose="04040905080B02020502" pitchFamily="82" charset="0"/>
              </a:rPr>
              <a:t>03</a:t>
            </a:r>
            <a:endParaRPr lang="zh-CN" altLang="en-US" sz="3600" b="1" dirty="0">
              <a:solidFill>
                <a:srgbClr val="005D9D"/>
              </a:solidFill>
              <a:latin typeface="Broadway" panose="04040905080B02020502" pitchFamily="82" charset="0"/>
            </a:endParaRP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B3660900-1139-4CB8-84DF-DE2678533F6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 flipV="1">
            <a:off x="6697164" y="4573504"/>
            <a:ext cx="239249" cy="206315"/>
          </a:xfrm>
          <a:prstGeom prst="triangle">
            <a:avLst>
              <a:gd name="adj" fmla="val 50000"/>
            </a:avLst>
          </a:prstGeom>
          <a:solidFill>
            <a:srgbClr val="005D9D"/>
          </a:solidFill>
          <a:ln>
            <a:noFill/>
          </a:ln>
          <a:effectLst>
            <a:outerShdw blurRad="38100" sx="102000" sy="102000" algn="ctr" rotWithShape="0">
              <a:prstClr val="black">
                <a:alpha val="40000"/>
              </a:prstClr>
            </a:outerShdw>
          </a:effectLst>
        </p:spPr>
        <p:txBody>
          <a:bodyPr lIns="91431" tIns="45716" rIns="91431" bIns="45716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2000">
              <a:solidFill>
                <a:schemeClr val="tx1">
                  <a:lumMod val="65000"/>
                  <a:lumOff val="3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E18FAF7D-22AE-4CE9-B90E-76EFD628C76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6200000" flipH="1" flipV="1">
            <a:off x="3845612" y="3480177"/>
            <a:ext cx="239249" cy="206315"/>
          </a:xfrm>
          <a:prstGeom prst="triangle">
            <a:avLst>
              <a:gd name="adj" fmla="val 50000"/>
            </a:avLst>
          </a:prstGeom>
          <a:solidFill>
            <a:srgbClr val="005D9D"/>
          </a:solidFill>
          <a:ln>
            <a:noFill/>
          </a:ln>
          <a:effectLst>
            <a:outerShdw blurRad="38100" sx="102000" sy="102000" algn="ctr" rotWithShape="0">
              <a:prstClr val="black">
                <a:alpha val="40000"/>
              </a:prstClr>
            </a:outerShdw>
          </a:effectLst>
        </p:spPr>
        <p:txBody>
          <a:bodyPr lIns="91431" tIns="45716" rIns="91431" bIns="45716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2000">
              <a:solidFill>
                <a:schemeClr val="tx1">
                  <a:lumMod val="65000"/>
                  <a:lumOff val="3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36B67E6-746A-4122-A0AB-E548C3A593C5}"/>
              </a:ext>
            </a:extLst>
          </p:cNvPr>
          <p:cNvSpPr txBox="1"/>
          <p:nvPr/>
        </p:nvSpPr>
        <p:spPr>
          <a:xfrm>
            <a:off x="7127125" y="1498560"/>
            <a:ext cx="4052203" cy="1830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研究目标一：界定研究对象与核心概念。</a:t>
            </a:r>
          </a:p>
          <a:p>
            <a:pPr algn="just">
              <a:lnSpc>
                <a:spcPct val="1250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说明拟识别的要素，以及期望获得的结果。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431065-D356-4AC0-AEB0-767E837F482B}"/>
              </a:ext>
            </a:extLst>
          </p:cNvPr>
          <p:cNvSpPr txBox="1"/>
          <p:nvPr/>
        </p:nvSpPr>
        <p:spPr>
          <a:xfrm>
            <a:off x="558492" y="2005807"/>
            <a:ext cx="3110379" cy="3907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研究目标二：分析核心关系或构建研究模型。</a:t>
            </a:r>
          </a:p>
          <a:p>
            <a:pPr algn="just">
              <a:lnSpc>
                <a:spcPct val="1250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说明研究将如何检验主要问题，以及所需的数据和方法。</a:t>
            </a:r>
          </a:p>
          <a:p>
            <a:pPr algn="just">
              <a:lnSpc>
                <a:spcPct val="1250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明确目标与整体研究问题的联系。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CFCC514-6D05-41CD-816C-3819A71CFF07}"/>
              </a:ext>
            </a:extLst>
          </p:cNvPr>
          <p:cNvSpPr txBox="1"/>
          <p:nvPr/>
        </p:nvSpPr>
        <p:spPr>
          <a:xfrm>
            <a:off x="7127124" y="4073427"/>
            <a:ext cx="4052203" cy="1137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研究目标三：提出应用建议。</a:t>
            </a:r>
          </a:p>
          <a:p>
            <a:pPr algn="just">
              <a:lnSpc>
                <a:spcPct val="1250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说明研究结果的使用场景与预期作用。</a:t>
            </a:r>
          </a:p>
        </p:txBody>
      </p:sp>
    </p:spTree>
    <p:extLst>
      <p:ext uri="{BB962C8B-B14F-4D97-AF65-F5344CB8AC3E}">
        <p14:creationId xmlns:p14="http://schemas.microsoft.com/office/powerpoint/2010/main" val="553297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5611968" y="520573"/>
            <a:ext cx="1005403" cy="418191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defTabSz="1219200">
              <a:lnSpc>
                <a:spcPct val="150000"/>
              </a:lnSpc>
            </a:pPr>
            <a:r>
              <a:rPr lang="zh-CN" altLang="en-US" sz="1600" dirty="0">
                <a:solidFill>
                  <a:srgbClr val="157E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2C6023-12F9-4660-A7DD-EDAE2C4CDB4D}"/>
              </a:ext>
            </a:extLst>
          </p:cNvPr>
          <p:cNvSpPr txBox="1"/>
          <p:nvPr/>
        </p:nvSpPr>
        <p:spPr>
          <a:xfrm>
            <a:off x="779016" y="1209939"/>
            <a:ext cx="11046040" cy="4596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kern="100" dirty="0">
                <a:solidFill>
                  <a:srgbClr val="013B6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研究内容一：</a:t>
            </a:r>
            <a:endParaRPr lang="en-US" altLang="zh-CN" sz="2400" b="1" kern="100" dirty="0">
              <a:solidFill>
                <a:srgbClr val="013B6D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just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zh-CN" sz="2400" b="1" kern="100" dirty="0">
                <a:solidFill>
                  <a:srgbClr val="013B6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在此概括本部分研究的主题与任务。</a:t>
            </a:r>
            <a:endParaRPr lang="zh-CN" altLang="zh-CN" sz="2400" kern="100" dirty="0">
              <a:solidFill>
                <a:srgbClr val="013B6D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just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1）说明研究对象、核心概念及范围。介绍拟采用的数据、资料或案例，以及相应的分析步骤。</a:t>
            </a:r>
          </a:p>
          <a:p>
            <a:pPr indent="457200" algn="just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2）说明本部分准备解决的问题、预期成果及其与后续研究的衔接。</a:t>
            </a:r>
          </a:p>
        </p:txBody>
      </p:sp>
    </p:spTree>
    <p:extLst>
      <p:ext uri="{BB962C8B-B14F-4D97-AF65-F5344CB8AC3E}">
        <p14:creationId xmlns:p14="http://schemas.microsoft.com/office/powerpoint/2010/main" val="3451711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5182929" y="520573"/>
            <a:ext cx="1826141" cy="418191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defTabSz="1219200">
              <a:lnSpc>
                <a:spcPct val="150000"/>
              </a:lnSpc>
            </a:pPr>
            <a:r>
              <a:rPr lang="zh-CN" altLang="en-US" sz="1600" dirty="0">
                <a:solidFill>
                  <a:srgbClr val="157E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拟解决的关键问题</a:t>
            </a:r>
          </a:p>
        </p:txBody>
      </p:sp>
      <p:sp>
        <p:nvSpPr>
          <p:cNvPr id="3" name="空心弧 2">
            <a:extLst>
              <a:ext uri="{FF2B5EF4-FFF2-40B4-BE49-F238E27FC236}">
                <a16:creationId xmlns:a16="http://schemas.microsoft.com/office/drawing/2014/main" id="{F26BD0B7-34FE-492E-BD45-5F0083E8B7F4}"/>
              </a:ext>
            </a:extLst>
          </p:cNvPr>
          <p:cNvSpPr/>
          <p:nvPr/>
        </p:nvSpPr>
        <p:spPr>
          <a:xfrm rot="5400000">
            <a:off x="-2260122" y="2834999"/>
            <a:ext cx="5402550" cy="1969480"/>
          </a:xfrm>
          <a:prstGeom prst="blockArc">
            <a:avLst>
              <a:gd name="adj1" fmla="val 10897210"/>
              <a:gd name="adj2" fmla="val 6953"/>
              <a:gd name="adj3" fmla="val 1246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anchor="ctr"/>
          <a:lstStyle/>
          <a:p>
            <a:pPr algn="ctr" defTabSz="914332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89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8DED0E7-88DA-45F8-B862-032A7144A805}"/>
              </a:ext>
            </a:extLst>
          </p:cNvPr>
          <p:cNvCxnSpPr>
            <a:cxnSpLocks/>
          </p:cNvCxnSpPr>
          <p:nvPr/>
        </p:nvCxnSpPr>
        <p:spPr bwMode="auto">
          <a:xfrm>
            <a:off x="691904" y="1262814"/>
            <a:ext cx="1620000" cy="0"/>
          </a:xfrm>
          <a:prstGeom prst="line">
            <a:avLst/>
          </a:prstGeom>
          <a:ln w="12700">
            <a:solidFill>
              <a:srgbClr val="9DA8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FB5E06F-5B98-4FD1-ABC6-5F6B5CA4B1E1}"/>
              </a:ext>
            </a:extLst>
          </p:cNvPr>
          <p:cNvCxnSpPr>
            <a:cxnSpLocks/>
          </p:cNvCxnSpPr>
          <p:nvPr/>
        </p:nvCxnSpPr>
        <p:spPr bwMode="auto">
          <a:xfrm flipV="1">
            <a:off x="1275065" y="5651868"/>
            <a:ext cx="900000" cy="12830"/>
          </a:xfrm>
          <a:prstGeom prst="line">
            <a:avLst/>
          </a:prstGeom>
          <a:ln w="12700">
            <a:solidFill>
              <a:srgbClr val="9DA8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77CDCB33-12D0-4079-8304-03BAE87E5837}"/>
              </a:ext>
            </a:extLst>
          </p:cNvPr>
          <p:cNvSpPr/>
          <p:nvPr/>
        </p:nvSpPr>
        <p:spPr>
          <a:xfrm>
            <a:off x="541094" y="1095295"/>
            <a:ext cx="373310" cy="37331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A324757-967C-485B-9A9E-507566D548E2}"/>
              </a:ext>
            </a:extLst>
          </p:cNvPr>
          <p:cNvSpPr/>
          <p:nvPr/>
        </p:nvSpPr>
        <p:spPr>
          <a:xfrm>
            <a:off x="1189863" y="2929235"/>
            <a:ext cx="373310" cy="37331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3F1DAAD-1A2C-4EAF-AEFB-0B77F119C826}"/>
              </a:ext>
            </a:extLst>
          </p:cNvPr>
          <p:cNvSpPr/>
          <p:nvPr/>
        </p:nvSpPr>
        <p:spPr>
          <a:xfrm>
            <a:off x="953653" y="5474623"/>
            <a:ext cx="373310" cy="37331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grpSp>
        <p:nvGrpSpPr>
          <p:cNvPr id="11" name="Group 398">
            <a:extLst>
              <a:ext uri="{FF2B5EF4-FFF2-40B4-BE49-F238E27FC236}">
                <a16:creationId xmlns:a16="http://schemas.microsoft.com/office/drawing/2014/main" id="{6342008D-5D89-4FB3-B445-BD56A4CE397E}"/>
              </a:ext>
            </a:extLst>
          </p:cNvPr>
          <p:cNvGrpSpPr/>
          <p:nvPr/>
        </p:nvGrpSpPr>
        <p:grpSpPr>
          <a:xfrm>
            <a:off x="2077557" y="1054629"/>
            <a:ext cx="391999" cy="405287"/>
            <a:chOff x="209551" y="3594100"/>
            <a:chExt cx="280988" cy="290513"/>
          </a:xfrm>
          <a:solidFill>
            <a:srgbClr val="157E9F"/>
          </a:solidFill>
        </p:grpSpPr>
        <p:sp>
          <p:nvSpPr>
            <p:cNvPr id="12" name="Freeform 154">
              <a:extLst>
                <a:ext uri="{FF2B5EF4-FFF2-40B4-BE49-F238E27FC236}">
                  <a16:creationId xmlns:a16="http://schemas.microsoft.com/office/drawing/2014/main" id="{8CCA57BE-8500-4B9F-A579-5148D1D9CB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9551" y="3594100"/>
              <a:ext cx="280988" cy="290513"/>
            </a:xfrm>
            <a:custGeom>
              <a:avLst/>
              <a:gdLst/>
              <a:ahLst/>
              <a:cxnLst>
                <a:cxn ang="0">
                  <a:pos x="25" y="104"/>
                </a:cxn>
                <a:cxn ang="0">
                  <a:pos x="40" y="103"/>
                </a:cxn>
                <a:cxn ang="0">
                  <a:pos x="84" y="103"/>
                </a:cxn>
                <a:cxn ang="0">
                  <a:pos x="99" y="104"/>
                </a:cxn>
                <a:cxn ang="0">
                  <a:pos x="108" y="64"/>
                </a:cxn>
                <a:cxn ang="0">
                  <a:pos x="99" y="24"/>
                </a:cxn>
                <a:cxn ang="0">
                  <a:pos x="62" y="0"/>
                </a:cxn>
                <a:cxn ang="0">
                  <a:pos x="25" y="24"/>
                </a:cxn>
                <a:cxn ang="0">
                  <a:pos x="16" y="64"/>
                </a:cxn>
                <a:cxn ang="0">
                  <a:pos x="62" y="124"/>
                </a:cxn>
                <a:cxn ang="0">
                  <a:pos x="62" y="95"/>
                </a:cxn>
                <a:cxn ang="0">
                  <a:pos x="62" y="124"/>
                </a:cxn>
                <a:cxn ang="0">
                  <a:pos x="39" y="50"/>
                </a:cxn>
                <a:cxn ang="0">
                  <a:pos x="62" y="37"/>
                </a:cxn>
                <a:cxn ang="0">
                  <a:pos x="85" y="50"/>
                </a:cxn>
                <a:cxn ang="0">
                  <a:pos x="85" y="78"/>
                </a:cxn>
                <a:cxn ang="0">
                  <a:pos x="62" y="91"/>
                </a:cxn>
                <a:cxn ang="0">
                  <a:pos x="39" y="78"/>
                </a:cxn>
                <a:cxn ang="0">
                  <a:pos x="34" y="74"/>
                </a:cxn>
                <a:cxn ang="0">
                  <a:pos x="34" y="54"/>
                </a:cxn>
                <a:cxn ang="0">
                  <a:pos x="34" y="74"/>
                </a:cxn>
                <a:cxn ang="0">
                  <a:pos x="42" y="30"/>
                </a:cxn>
                <a:cxn ang="0">
                  <a:pos x="48" y="40"/>
                </a:cxn>
                <a:cxn ang="0">
                  <a:pos x="67" y="35"/>
                </a:cxn>
                <a:cxn ang="0">
                  <a:pos x="85" y="45"/>
                </a:cxn>
                <a:cxn ang="0">
                  <a:pos x="67" y="35"/>
                </a:cxn>
                <a:cxn ang="0">
                  <a:pos x="102" y="64"/>
                </a:cxn>
                <a:cxn ang="0">
                  <a:pos x="90" y="64"/>
                </a:cxn>
                <a:cxn ang="0">
                  <a:pos x="85" y="83"/>
                </a:cxn>
                <a:cxn ang="0">
                  <a:pos x="67" y="93"/>
                </a:cxn>
                <a:cxn ang="0">
                  <a:pos x="85" y="83"/>
                </a:cxn>
                <a:cxn ang="0">
                  <a:pos x="57" y="93"/>
                </a:cxn>
                <a:cxn ang="0">
                  <a:pos x="39" y="83"/>
                </a:cxn>
                <a:cxn ang="0">
                  <a:pos x="116" y="94"/>
                </a:cxn>
                <a:cxn ang="0">
                  <a:pos x="86" y="99"/>
                </a:cxn>
                <a:cxn ang="0">
                  <a:pos x="105" y="67"/>
                </a:cxn>
                <a:cxn ang="0">
                  <a:pos x="99" y="28"/>
                </a:cxn>
                <a:cxn ang="0">
                  <a:pos x="105" y="61"/>
                </a:cxn>
                <a:cxn ang="0">
                  <a:pos x="86" y="29"/>
                </a:cxn>
                <a:cxn ang="0">
                  <a:pos x="62" y="4"/>
                </a:cxn>
                <a:cxn ang="0">
                  <a:pos x="62" y="33"/>
                </a:cxn>
                <a:cxn ang="0">
                  <a:pos x="62" y="4"/>
                </a:cxn>
                <a:cxn ang="0">
                  <a:pos x="25" y="28"/>
                </a:cxn>
                <a:cxn ang="0">
                  <a:pos x="35" y="48"/>
                </a:cxn>
                <a:cxn ang="0">
                  <a:pos x="8" y="34"/>
                </a:cxn>
                <a:cxn ang="0">
                  <a:pos x="35" y="80"/>
                </a:cxn>
                <a:cxn ang="0">
                  <a:pos x="25" y="100"/>
                </a:cxn>
                <a:cxn ang="0">
                  <a:pos x="8" y="94"/>
                </a:cxn>
              </a:cxnLst>
              <a:rect l="0" t="0" r="r" b="b"/>
              <a:pathLst>
                <a:path w="124" h="128">
                  <a:moveTo>
                    <a:pt x="4" y="96"/>
                  </a:moveTo>
                  <a:cubicBezTo>
                    <a:pt x="7" y="101"/>
                    <a:pt x="14" y="104"/>
                    <a:pt x="25" y="104"/>
                  </a:cubicBezTo>
                  <a:cubicBezTo>
                    <a:pt x="25" y="104"/>
                    <a:pt x="25" y="104"/>
                    <a:pt x="25" y="104"/>
                  </a:cubicBezTo>
                  <a:cubicBezTo>
                    <a:pt x="29" y="104"/>
                    <a:pt x="34" y="104"/>
                    <a:pt x="40" y="103"/>
                  </a:cubicBezTo>
                  <a:cubicBezTo>
                    <a:pt x="45" y="118"/>
                    <a:pt x="53" y="128"/>
                    <a:pt x="62" y="128"/>
                  </a:cubicBezTo>
                  <a:cubicBezTo>
                    <a:pt x="71" y="128"/>
                    <a:pt x="79" y="118"/>
                    <a:pt x="84" y="103"/>
                  </a:cubicBezTo>
                  <a:cubicBezTo>
                    <a:pt x="90" y="104"/>
                    <a:pt x="95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110" y="104"/>
                    <a:pt x="117" y="101"/>
                    <a:pt x="120" y="96"/>
                  </a:cubicBezTo>
                  <a:cubicBezTo>
                    <a:pt x="124" y="89"/>
                    <a:pt x="120" y="77"/>
                    <a:pt x="108" y="64"/>
                  </a:cubicBezTo>
                  <a:cubicBezTo>
                    <a:pt x="120" y="51"/>
                    <a:pt x="124" y="39"/>
                    <a:pt x="120" y="32"/>
                  </a:cubicBezTo>
                  <a:cubicBezTo>
                    <a:pt x="117" y="27"/>
                    <a:pt x="110" y="24"/>
                    <a:pt x="99" y="24"/>
                  </a:cubicBezTo>
                  <a:cubicBezTo>
                    <a:pt x="95" y="24"/>
                    <a:pt x="90" y="24"/>
                    <a:pt x="84" y="25"/>
                  </a:cubicBezTo>
                  <a:cubicBezTo>
                    <a:pt x="79" y="10"/>
                    <a:pt x="71" y="0"/>
                    <a:pt x="62" y="0"/>
                  </a:cubicBezTo>
                  <a:cubicBezTo>
                    <a:pt x="53" y="0"/>
                    <a:pt x="45" y="10"/>
                    <a:pt x="40" y="25"/>
                  </a:cubicBezTo>
                  <a:cubicBezTo>
                    <a:pt x="34" y="24"/>
                    <a:pt x="29" y="24"/>
                    <a:pt x="25" y="24"/>
                  </a:cubicBezTo>
                  <a:cubicBezTo>
                    <a:pt x="14" y="24"/>
                    <a:pt x="7" y="27"/>
                    <a:pt x="4" y="32"/>
                  </a:cubicBezTo>
                  <a:cubicBezTo>
                    <a:pt x="0" y="39"/>
                    <a:pt x="4" y="51"/>
                    <a:pt x="16" y="64"/>
                  </a:cubicBezTo>
                  <a:cubicBezTo>
                    <a:pt x="4" y="77"/>
                    <a:pt x="0" y="89"/>
                    <a:pt x="4" y="96"/>
                  </a:cubicBezTo>
                  <a:close/>
                  <a:moveTo>
                    <a:pt x="62" y="124"/>
                  </a:moveTo>
                  <a:cubicBezTo>
                    <a:pt x="55" y="124"/>
                    <a:pt x="48" y="115"/>
                    <a:pt x="43" y="102"/>
                  </a:cubicBezTo>
                  <a:cubicBezTo>
                    <a:pt x="50" y="100"/>
                    <a:pt x="56" y="98"/>
                    <a:pt x="62" y="95"/>
                  </a:cubicBezTo>
                  <a:cubicBezTo>
                    <a:pt x="68" y="98"/>
                    <a:pt x="74" y="100"/>
                    <a:pt x="81" y="102"/>
                  </a:cubicBezTo>
                  <a:cubicBezTo>
                    <a:pt x="76" y="115"/>
                    <a:pt x="69" y="124"/>
                    <a:pt x="62" y="124"/>
                  </a:cubicBezTo>
                  <a:close/>
                  <a:moveTo>
                    <a:pt x="38" y="64"/>
                  </a:moveTo>
                  <a:cubicBezTo>
                    <a:pt x="38" y="59"/>
                    <a:pt x="38" y="55"/>
                    <a:pt x="39" y="50"/>
                  </a:cubicBezTo>
                  <a:cubicBezTo>
                    <a:pt x="42" y="48"/>
                    <a:pt x="46" y="46"/>
                    <a:pt x="50" y="43"/>
                  </a:cubicBezTo>
                  <a:cubicBezTo>
                    <a:pt x="54" y="41"/>
                    <a:pt x="58" y="39"/>
                    <a:pt x="62" y="37"/>
                  </a:cubicBezTo>
                  <a:cubicBezTo>
                    <a:pt x="66" y="39"/>
                    <a:pt x="70" y="41"/>
                    <a:pt x="74" y="43"/>
                  </a:cubicBezTo>
                  <a:cubicBezTo>
                    <a:pt x="78" y="46"/>
                    <a:pt x="82" y="48"/>
                    <a:pt x="85" y="50"/>
                  </a:cubicBezTo>
                  <a:cubicBezTo>
                    <a:pt x="86" y="55"/>
                    <a:pt x="86" y="59"/>
                    <a:pt x="86" y="64"/>
                  </a:cubicBezTo>
                  <a:cubicBezTo>
                    <a:pt x="86" y="69"/>
                    <a:pt x="86" y="73"/>
                    <a:pt x="85" y="78"/>
                  </a:cubicBezTo>
                  <a:cubicBezTo>
                    <a:pt x="82" y="80"/>
                    <a:pt x="78" y="82"/>
                    <a:pt x="74" y="85"/>
                  </a:cubicBezTo>
                  <a:cubicBezTo>
                    <a:pt x="70" y="87"/>
                    <a:pt x="66" y="89"/>
                    <a:pt x="62" y="91"/>
                  </a:cubicBezTo>
                  <a:cubicBezTo>
                    <a:pt x="58" y="89"/>
                    <a:pt x="54" y="87"/>
                    <a:pt x="50" y="85"/>
                  </a:cubicBezTo>
                  <a:cubicBezTo>
                    <a:pt x="46" y="82"/>
                    <a:pt x="42" y="80"/>
                    <a:pt x="39" y="78"/>
                  </a:cubicBezTo>
                  <a:cubicBezTo>
                    <a:pt x="38" y="73"/>
                    <a:pt x="38" y="69"/>
                    <a:pt x="38" y="64"/>
                  </a:cubicBezTo>
                  <a:close/>
                  <a:moveTo>
                    <a:pt x="34" y="74"/>
                  </a:moveTo>
                  <a:cubicBezTo>
                    <a:pt x="30" y="71"/>
                    <a:pt x="26" y="68"/>
                    <a:pt x="22" y="64"/>
                  </a:cubicBezTo>
                  <a:cubicBezTo>
                    <a:pt x="26" y="60"/>
                    <a:pt x="30" y="57"/>
                    <a:pt x="34" y="54"/>
                  </a:cubicBezTo>
                  <a:cubicBezTo>
                    <a:pt x="34" y="57"/>
                    <a:pt x="34" y="60"/>
                    <a:pt x="34" y="64"/>
                  </a:cubicBezTo>
                  <a:cubicBezTo>
                    <a:pt x="34" y="68"/>
                    <a:pt x="34" y="71"/>
                    <a:pt x="34" y="74"/>
                  </a:cubicBezTo>
                  <a:close/>
                  <a:moveTo>
                    <a:pt x="39" y="45"/>
                  </a:moveTo>
                  <a:cubicBezTo>
                    <a:pt x="40" y="40"/>
                    <a:pt x="41" y="35"/>
                    <a:pt x="42" y="30"/>
                  </a:cubicBezTo>
                  <a:cubicBezTo>
                    <a:pt x="47" y="31"/>
                    <a:pt x="52" y="33"/>
                    <a:pt x="57" y="35"/>
                  </a:cubicBezTo>
                  <a:cubicBezTo>
                    <a:pt x="54" y="36"/>
                    <a:pt x="51" y="38"/>
                    <a:pt x="48" y="40"/>
                  </a:cubicBezTo>
                  <a:cubicBezTo>
                    <a:pt x="45" y="42"/>
                    <a:pt x="42" y="43"/>
                    <a:pt x="39" y="45"/>
                  </a:cubicBezTo>
                  <a:close/>
                  <a:moveTo>
                    <a:pt x="67" y="35"/>
                  </a:moveTo>
                  <a:cubicBezTo>
                    <a:pt x="72" y="33"/>
                    <a:pt x="77" y="31"/>
                    <a:pt x="82" y="30"/>
                  </a:cubicBezTo>
                  <a:cubicBezTo>
                    <a:pt x="83" y="35"/>
                    <a:pt x="84" y="40"/>
                    <a:pt x="85" y="45"/>
                  </a:cubicBezTo>
                  <a:cubicBezTo>
                    <a:pt x="82" y="43"/>
                    <a:pt x="79" y="42"/>
                    <a:pt x="76" y="40"/>
                  </a:cubicBezTo>
                  <a:cubicBezTo>
                    <a:pt x="73" y="38"/>
                    <a:pt x="70" y="36"/>
                    <a:pt x="67" y="35"/>
                  </a:cubicBezTo>
                  <a:close/>
                  <a:moveTo>
                    <a:pt x="90" y="54"/>
                  </a:moveTo>
                  <a:cubicBezTo>
                    <a:pt x="94" y="57"/>
                    <a:pt x="98" y="60"/>
                    <a:pt x="102" y="64"/>
                  </a:cubicBezTo>
                  <a:cubicBezTo>
                    <a:pt x="98" y="68"/>
                    <a:pt x="94" y="71"/>
                    <a:pt x="90" y="74"/>
                  </a:cubicBezTo>
                  <a:cubicBezTo>
                    <a:pt x="90" y="71"/>
                    <a:pt x="90" y="68"/>
                    <a:pt x="90" y="64"/>
                  </a:cubicBezTo>
                  <a:cubicBezTo>
                    <a:pt x="90" y="60"/>
                    <a:pt x="90" y="57"/>
                    <a:pt x="90" y="54"/>
                  </a:cubicBezTo>
                  <a:close/>
                  <a:moveTo>
                    <a:pt x="85" y="83"/>
                  </a:moveTo>
                  <a:cubicBezTo>
                    <a:pt x="84" y="88"/>
                    <a:pt x="83" y="93"/>
                    <a:pt x="82" y="98"/>
                  </a:cubicBezTo>
                  <a:cubicBezTo>
                    <a:pt x="77" y="97"/>
                    <a:pt x="72" y="95"/>
                    <a:pt x="67" y="93"/>
                  </a:cubicBezTo>
                  <a:cubicBezTo>
                    <a:pt x="70" y="92"/>
                    <a:pt x="73" y="90"/>
                    <a:pt x="76" y="88"/>
                  </a:cubicBezTo>
                  <a:cubicBezTo>
                    <a:pt x="79" y="86"/>
                    <a:pt x="82" y="85"/>
                    <a:pt x="85" y="83"/>
                  </a:cubicBezTo>
                  <a:close/>
                  <a:moveTo>
                    <a:pt x="48" y="88"/>
                  </a:moveTo>
                  <a:cubicBezTo>
                    <a:pt x="51" y="90"/>
                    <a:pt x="54" y="92"/>
                    <a:pt x="57" y="93"/>
                  </a:cubicBezTo>
                  <a:cubicBezTo>
                    <a:pt x="52" y="95"/>
                    <a:pt x="47" y="97"/>
                    <a:pt x="42" y="98"/>
                  </a:cubicBezTo>
                  <a:cubicBezTo>
                    <a:pt x="41" y="93"/>
                    <a:pt x="40" y="88"/>
                    <a:pt x="39" y="83"/>
                  </a:cubicBezTo>
                  <a:cubicBezTo>
                    <a:pt x="42" y="85"/>
                    <a:pt x="45" y="86"/>
                    <a:pt x="48" y="88"/>
                  </a:cubicBezTo>
                  <a:close/>
                  <a:moveTo>
                    <a:pt x="116" y="94"/>
                  </a:moveTo>
                  <a:cubicBezTo>
                    <a:pt x="114" y="98"/>
                    <a:pt x="108" y="100"/>
                    <a:pt x="99" y="100"/>
                  </a:cubicBezTo>
                  <a:cubicBezTo>
                    <a:pt x="95" y="100"/>
                    <a:pt x="90" y="100"/>
                    <a:pt x="86" y="99"/>
                  </a:cubicBezTo>
                  <a:cubicBezTo>
                    <a:pt x="87" y="93"/>
                    <a:pt x="88" y="87"/>
                    <a:pt x="89" y="80"/>
                  </a:cubicBezTo>
                  <a:cubicBezTo>
                    <a:pt x="95" y="76"/>
                    <a:pt x="101" y="71"/>
                    <a:pt x="105" y="67"/>
                  </a:cubicBezTo>
                  <a:cubicBezTo>
                    <a:pt x="115" y="78"/>
                    <a:pt x="120" y="88"/>
                    <a:pt x="116" y="94"/>
                  </a:cubicBezTo>
                  <a:close/>
                  <a:moveTo>
                    <a:pt x="99" y="28"/>
                  </a:moveTo>
                  <a:cubicBezTo>
                    <a:pt x="108" y="28"/>
                    <a:pt x="114" y="30"/>
                    <a:pt x="116" y="34"/>
                  </a:cubicBezTo>
                  <a:cubicBezTo>
                    <a:pt x="120" y="40"/>
                    <a:pt x="115" y="50"/>
                    <a:pt x="105" y="61"/>
                  </a:cubicBezTo>
                  <a:cubicBezTo>
                    <a:pt x="101" y="57"/>
                    <a:pt x="95" y="52"/>
                    <a:pt x="89" y="48"/>
                  </a:cubicBezTo>
                  <a:cubicBezTo>
                    <a:pt x="88" y="41"/>
                    <a:pt x="87" y="35"/>
                    <a:pt x="86" y="29"/>
                  </a:cubicBezTo>
                  <a:cubicBezTo>
                    <a:pt x="90" y="28"/>
                    <a:pt x="95" y="28"/>
                    <a:pt x="99" y="28"/>
                  </a:cubicBezTo>
                  <a:close/>
                  <a:moveTo>
                    <a:pt x="62" y="4"/>
                  </a:moveTo>
                  <a:cubicBezTo>
                    <a:pt x="69" y="4"/>
                    <a:pt x="76" y="13"/>
                    <a:pt x="81" y="26"/>
                  </a:cubicBezTo>
                  <a:cubicBezTo>
                    <a:pt x="74" y="28"/>
                    <a:pt x="68" y="30"/>
                    <a:pt x="62" y="33"/>
                  </a:cubicBezTo>
                  <a:cubicBezTo>
                    <a:pt x="56" y="30"/>
                    <a:pt x="50" y="28"/>
                    <a:pt x="43" y="26"/>
                  </a:cubicBezTo>
                  <a:cubicBezTo>
                    <a:pt x="48" y="13"/>
                    <a:pt x="55" y="4"/>
                    <a:pt x="62" y="4"/>
                  </a:cubicBezTo>
                  <a:close/>
                  <a:moveTo>
                    <a:pt x="8" y="34"/>
                  </a:moveTo>
                  <a:cubicBezTo>
                    <a:pt x="10" y="30"/>
                    <a:pt x="16" y="28"/>
                    <a:pt x="25" y="28"/>
                  </a:cubicBezTo>
                  <a:cubicBezTo>
                    <a:pt x="29" y="28"/>
                    <a:pt x="34" y="28"/>
                    <a:pt x="38" y="29"/>
                  </a:cubicBezTo>
                  <a:cubicBezTo>
                    <a:pt x="37" y="35"/>
                    <a:pt x="36" y="41"/>
                    <a:pt x="35" y="48"/>
                  </a:cubicBezTo>
                  <a:cubicBezTo>
                    <a:pt x="29" y="52"/>
                    <a:pt x="23" y="57"/>
                    <a:pt x="19" y="61"/>
                  </a:cubicBezTo>
                  <a:cubicBezTo>
                    <a:pt x="9" y="50"/>
                    <a:pt x="4" y="40"/>
                    <a:pt x="8" y="34"/>
                  </a:cubicBezTo>
                  <a:close/>
                  <a:moveTo>
                    <a:pt x="19" y="67"/>
                  </a:moveTo>
                  <a:cubicBezTo>
                    <a:pt x="23" y="71"/>
                    <a:pt x="29" y="76"/>
                    <a:pt x="35" y="80"/>
                  </a:cubicBezTo>
                  <a:cubicBezTo>
                    <a:pt x="36" y="87"/>
                    <a:pt x="37" y="93"/>
                    <a:pt x="38" y="99"/>
                  </a:cubicBezTo>
                  <a:cubicBezTo>
                    <a:pt x="34" y="100"/>
                    <a:pt x="29" y="100"/>
                    <a:pt x="25" y="100"/>
                  </a:cubicBezTo>
                  <a:cubicBezTo>
                    <a:pt x="25" y="100"/>
                    <a:pt x="25" y="100"/>
                    <a:pt x="25" y="100"/>
                  </a:cubicBezTo>
                  <a:cubicBezTo>
                    <a:pt x="16" y="100"/>
                    <a:pt x="10" y="98"/>
                    <a:pt x="8" y="94"/>
                  </a:cubicBezTo>
                  <a:cubicBezTo>
                    <a:pt x="4" y="88"/>
                    <a:pt x="9" y="78"/>
                    <a:pt x="19" y="67"/>
                  </a:cubicBezTo>
                  <a:close/>
                </a:path>
              </a:pathLst>
            </a:custGeom>
            <a:grpFill/>
            <a:ln w="12700">
              <a:solidFill>
                <a:srgbClr val="013B6D"/>
              </a:solidFill>
              <a:round/>
            </a:ln>
          </p:spPr>
          <p:txBody>
            <a:bodyPr/>
            <a:lstStyle/>
            <a:p>
              <a:pPr>
                <a:defRPr/>
              </a:pPr>
              <a:endParaRPr lang="id-ID"/>
            </a:p>
          </p:txBody>
        </p:sp>
        <p:sp>
          <p:nvSpPr>
            <p:cNvPr id="13" name="Freeform 155">
              <a:extLst>
                <a:ext uri="{FF2B5EF4-FFF2-40B4-BE49-F238E27FC236}">
                  <a16:creationId xmlns:a16="http://schemas.microsoft.com/office/drawing/2014/main" id="{A89D35E5-3576-40EE-863E-A594939278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7026" y="3716338"/>
              <a:ext cx="46038" cy="46038"/>
            </a:xfrm>
            <a:custGeom>
              <a:avLst/>
              <a:gdLst/>
              <a:ahLst/>
              <a:cxnLst>
                <a:cxn ang="0">
                  <a:pos x="10" y="20"/>
                </a:cxn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10" y="20"/>
                </a:cxn>
                <a:cxn ang="0">
                  <a:pos x="10" y="4"/>
                </a:cxn>
                <a:cxn ang="0">
                  <a:pos x="16" y="10"/>
                </a:cxn>
                <a:cxn ang="0">
                  <a:pos x="10" y="16"/>
                </a:cxn>
                <a:cxn ang="0">
                  <a:pos x="4" y="10"/>
                </a:cxn>
                <a:cxn ang="0">
                  <a:pos x="10" y="4"/>
                </a:cxn>
              </a:cxnLst>
              <a:rect l="0" t="0" r="r" b="b"/>
              <a:pathLst>
                <a:path w="20" h="20">
                  <a:moveTo>
                    <a:pt x="10" y="20"/>
                  </a:moveTo>
                  <a:cubicBezTo>
                    <a:pt x="16" y="20"/>
                    <a:pt x="20" y="16"/>
                    <a:pt x="20" y="10"/>
                  </a:cubicBezTo>
                  <a:cubicBezTo>
                    <a:pt x="20" y="4"/>
                    <a:pt x="16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lose/>
                  <a:moveTo>
                    <a:pt x="10" y="4"/>
                  </a:moveTo>
                  <a:cubicBezTo>
                    <a:pt x="13" y="4"/>
                    <a:pt x="16" y="7"/>
                    <a:pt x="16" y="10"/>
                  </a:cubicBezTo>
                  <a:cubicBezTo>
                    <a:pt x="16" y="13"/>
                    <a:pt x="13" y="16"/>
                    <a:pt x="10" y="16"/>
                  </a:cubicBezTo>
                  <a:cubicBezTo>
                    <a:pt x="7" y="16"/>
                    <a:pt x="4" y="13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lose/>
                </a:path>
              </a:pathLst>
            </a:custGeom>
            <a:grpFill/>
            <a:ln w="12700">
              <a:solidFill>
                <a:srgbClr val="013B6D"/>
              </a:solidFill>
              <a:round/>
            </a:ln>
          </p:spPr>
          <p:txBody>
            <a:bodyPr/>
            <a:lstStyle/>
            <a:p>
              <a:pPr>
                <a:defRPr/>
              </a:pPr>
              <a:endParaRPr lang="id-ID"/>
            </a:p>
          </p:txBody>
        </p:sp>
      </p:grpSp>
      <p:grpSp>
        <p:nvGrpSpPr>
          <p:cNvPr id="17" name="Group 398">
            <a:extLst>
              <a:ext uri="{FF2B5EF4-FFF2-40B4-BE49-F238E27FC236}">
                <a16:creationId xmlns:a16="http://schemas.microsoft.com/office/drawing/2014/main" id="{DEDFED8F-4842-4E37-8BF7-F7FA009C2FB0}"/>
              </a:ext>
            </a:extLst>
          </p:cNvPr>
          <p:cNvGrpSpPr/>
          <p:nvPr/>
        </p:nvGrpSpPr>
        <p:grpSpPr>
          <a:xfrm>
            <a:off x="2072606" y="2894454"/>
            <a:ext cx="391999" cy="405287"/>
            <a:chOff x="209551" y="3594100"/>
            <a:chExt cx="280988" cy="290513"/>
          </a:xfrm>
          <a:solidFill>
            <a:srgbClr val="157E9F"/>
          </a:solidFill>
        </p:grpSpPr>
        <p:sp>
          <p:nvSpPr>
            <p:cNvPr id="18" name="Freeform 154">
              <a:extLst>
                <a:ext uri="{FF2B5EF4-FFF2-40B4-BE49-F238E27FC236}">
                  <a16:creationId xmlns:a16="http://schemas.microsoft.com/office/drawing/2014/main" id="{3280D028-6DC9-4F4C-9D44-9DD1C5CAA1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9551" y="3594100"/>
              <a:ext cx="280988" cy="290513"/>
            </a:xfrm>
            <a:custGeom>
              <a:avLst/>
              <a:gdLst/>
              <a:ahLst/>
              <a:cxnLst>
                <a:cxn ang="0">
                  <a:pos x="25" y="104"/>
                </a:cxn>
                <a:cxn ang="0">
                  <a:pos x="40" y="103"/>
                </a:cxn>
                <a:cxn ang="0">
                  <a:pos x="84" y="103"/>
                </a:cxn>
                <a:cxn ang="0">
                  <a:pos x="99" y="104"/>
                </a:cxn>
                <a:cxn ang="0">
                  <a:pos x="108" y="64"/>
                </a:cxn>
                <a:cxn ang="0">
                  <a:pos x="99" y="24"/>
                </a:cxn>
                <a:cxn ang="0">
                  <a:pos x="62" y="0"/>
                </a:cxn>
                <a:cxn ang="0">
                  <a:pos x="25" y="24"/>
                </a:cxn>
                <a:cxn ang="0">
                  <a:pos x="16" y="64"/>
                </a:cxn>
                <a:cxn ang="0">
                  <a:pos x="62" y="124"/>
                </a:cxn>
                <a:cxn ang="0">
                  <a:pos x="62" y="95"/>
                </a:cxn>
                <a:cxn ang="0">
                  <a:pos x="62" y="124"/>
                </a:cxn>
                <a:cxn ang="0">
                  <a:pos x="39" y="50"/>
                </a:cxn>
                <a:cxn ang="0">
                  <a:pos x="62" y="37"/>
                </a:cxn>
                <a:cxn ang="0">
                  <a:pos x="85" y="50"/>
                </a:cxn>
                <a:cxn ang="0">
                  <a:pos x="85" y="78"/>
                </a:cxn>
                <a:cxn ang="0">
                  <a:pos x="62" y="91"/>
                </a:cxn>
                <a:cxn ang="0">
                  <a:pos x="39" y="78"/>
                </a:cxn>
                <a:cxn ang="0">
                  <a:pos x="34" y="74"/>
                </a:cxn>
                <a:cxn ang="0">
                  <a:pos x="34" y="54"/>
                </a:cxn>
                <a:cxn ang="0">
                  <a:pos x="34" y="74"/>
                </a:cxn>
                <a:cxn ang="0">
                  <a:pos x="42" y="30"/>
                </a:cxn>
                <a:cxn ang="0">
                  <a:pos x="48" y="40"/>
                </a:cxn>
                <a:cxn ang="0">
                  <a:pos x="67" y="35"/>
                </a:cxn>
                <a:cxn ang="0">
                  <a:pos x="85" y="45"/>
                </a:cxn>
                <a:cxn ang="0">
                  <a:pos x="67" y="35"/>
                </a:cxn>
                <a:cxn ang="0">
                  <a:pos x="102" y="64"/>
                </a:cxn>
                <a:cxn ang="0">
                  <a:pos x="90" y="64"/>
                </a:cxn>
                <a:cxn ang="0">
                  <a:pos x="85" y="83"/>
                </a:cxn>
                <a:cxn ang="0">
                  <a:pos x="67" y="93"/>
                </a:cxn>
                <a:cxn ang="0">
                  <a:pos x="85" y="83"/>
                </a:cxn>
                <a:cxn ang="0">
                  <a:pos x="57" y="93"/>
                </a:cxn>
                <a:cxn ang="0">
                  <a:pos x="39" y="83"/>
                </a:cxn>
                <a:cxn ang="0">
                  <a:pos x="116" y="94"/>
                </a:cxn>
                <a:cxn ang="0">
                  <a:pos x="86" y="99"/>
                </a:cxn>
                <a:cxn ang="0">
                  <a:pos x="105" y="67"/>
                </a:cxn>
                <a:cxn ang="0">
                  <a:pos x="99" y="28"/>
                </a:cxn>
                <a:cxn ang="0">
                  <a:pos x="105" y="61"/>
                </a:cxn>
                <a:cxn ang="0">
                  <a:pos x="86" y="29"/>
                </a:cxn>
                <a:cxn ang="0">
                  <a:pos x="62" y="4"/>
                </a:cxn>
                <a:cxn ang="0">
                  <a:pos x="62" y="33"/>
                </a:cxn>
                <a:cxn ang="0">
                  <a:pos x="62" y="4"/>
                </a:cxn>
                <a:cxn ang="0">
                  <a:pos x="25" y="28"/>
                </a:cxn>
                <a:cxn ang="0">
                  <a:pos x="35" y="48"/>
                </a:cxn>
                <a:cxn ang="0">
                  <a:pos x="8" y="34"/>
                </a:cxn>
                <a:cxn ang="0">
                  <a:pos x="35" y="80"/>
                </a:cxn>
                <a:cxn ang="0">
                  <a:pos x="25" y="100"/>
                </a:cxn>
                <a:cxn ang="0">
                  <a:pos x="8" y="94"/>
                </a:cxn>
              </a:cxnLst>
              <a:rect l="0" t="0" r="r" b="b"/>
              <a:pathLst>
                <a:path w="124" h="128">
                  <a:moveTo>
                    <a:pt x="4" y="96"/>
                  </a:moveTo>
                  <a:cubicBezTo>
                    <a:pt x="7" y="101"/>
                    <a:pt x="14" y="104"/>
                    <a:pt x="25" y="104"/>
                  </a:cubicBezTo>
                  <a:cubicBezTo>
                    <a:pt x="25" y="104"/>
                    <a:pt x="25" y="104"/>
                    <a:pt x="25" y="104"/>
                  </a:cubicBezTo>
                  <a:cubicBezTo>
                    <a:pt x="29" y="104"/>
                    <a:pt x="34" y="104"/>
                    <a:pt x="40" y="103"/>
                  </a:cubicBezTo>
                  <a:cubicBezTo>
                    <a:pt x="45" y="118"/>
                    <a:pt x="53" y="128"/>
                    <a:pt x="62" y="128"/>
                  </a:cubicBezTo>
                  <a:cubicBezTo>
                    <a:pt x="71" y="128"/>
                    <a:pt x="79" y="118"/>
                    <a:pt x="84" y="103"/>
                  </a:cubicBezTo>
                  <a:cubicBezTo>
                    <a:pt x="90" y="104"/>
                    <a:pt x="95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110" y="104"/>
                    <a:pt x="117" y="101"/>
                    <a:pt x="120" y="96"/>
                  </a:cubicBezTo>
                  <a:cubicBezTo>
                    <a:pt x="124" y="89"/>
                    <a:pt x="120" y="77"/>
                    <a:pt x="108" y="64"/>
                  </a:cubicBezTo>
                  <a:cubicBezTo>
                    <a:pt x="120" y="51"/>
                    <a:pt x="124" y="39"/>
                    <a:pt x="120" y="32"/>
                  </a:cubicBezTo>
                  <a:cubicBezTo>
                    <a:pt x="117" y="27"/>
                    <a:pt x="110" y="24"/>
                    <a:pt x="99" y="24"/>
                  </a:cubicBezTo>
                  <a:cubicBezTo>
                    <a:pt x="95" y="24"/>
                    <a:pt x="90" y="24"/>
                    <a:pt x="84" y="25"/>
                  </a:cubicBezTo>
                  <a:cubicBezTo>
                    <a:pt x="79" y="10"/>
                    <a:pt x="71" y="0"/>
                    <a:pt x="62" y="0"/>
                  </a:cubicBezTo>
                  <a:cubicBezTo>
                    <a:pt x="53" y="0"/>
                    <a:pt x="45" y="10"/>
                    <a:pt x="40" y="25"/>
                  </a:cubicBezTo>
                  <a:cubicBezTo>
                    <a:pt x="34" y="24"/>
                    <a:pt x="29" y="24"/>
                    <a:pt x="25" y="24"/>
                  </a:cubicBezTo>
                  <a:cubicBezTo>
                    <a:pt x="14" y="24"/>
                    <a:pt x="7" y="27"/>
                    <a:pt x="4" y="32"/>
                  </a:cubicBezTo>
                  <a:cubicBezTo>
                    <a:pt x="0" y="39"/>
                    <a:pt x="4" y="51"/>
                    <a:pt x="16" y="64"/>
                  </a:cubicBezTo>
                  <a:cubicBezTo>
                    <a:pt x="4" y="77"/>
                    <a:pt x="0" y="89"/>
                    <a:pt x="4" y="96"/>
                  </a:cubicBezTo>
                  <a:close/>
                  <a:moveTo>
                    <a:pt x="62" y="124"/>
                  </a:moveTo>
                  <a:cubicBezTo>
                    <a:pt x="55" y="124"/>
                    <a:pt x="48" y="115"/>
                    <a:pt x="43" y="102"/>
                  </a:cubicBezTo>
                  <a:cubicBezTo>
                    <a:pt x="50" y="100"/>
                    <a:pt x="56" y="98"/>
                    <a:pt x="62" y="95"/>
                  </a:cubicBezTo>
                  <a:cubicBezTo>
                    <a:pt x="68" y="98"/>
                    <a:pt x="74" y="100"/>
                    <a:pt x="81" y="102"/>
                  </a:cubicBezTo>
                  <a:cubicBezTo>
                    <a:pt x="76" y="115"/>
                    <a:pt x="69" y="124"/>
                    <a:pt x="62" y="124"/>
                  </a:cubicBezTo>
                  <a:close/>
                  <a:moveTo>
                    <a:pt x="38" y="64"/>
                  </a:moveTo>
                  <a:cubicBezTo>
                    <a:pt x="38" y="59"/>
                    <a:pt x="38" y="55"/>
                    <a:pt x="39" y="50"/>
                  </a:cubicBezTo>
                  <a:cubicBezTo>
                    <a:pt x="42" y="48"/>
                    <a:pt x="46" y="46"/>
                    <a:pt x="50" y="43"/>
                  </a:cubicBezTo>
                  <a:cubicBezTo>
                    <a:pt x="54" y="41"/>
                    <a:pt x="58" y="39"/>
                    <a:pt x="62" y="37"/>
                  </a:cubicBezTo>
                  <a:cubicBezTo>
                    <a:pt x="66" y="39"/>
                    <a:pt x="70" y="41"/>
                    <a:pt x="74" y="43"/>
                  </a:cubicBezTo>
                  <a:cubicBezTo>
                    <a:pt x="78" y="46"/>
                    <a:pt x="82" y="48"/>
                    <a:pt x="85" y="50"/>
                  </a:cubicBezTo>
                  <a:cubicBezTo>
                    <a:pt x="86" y="55"/>
                    <a:pt x="86" y="59"/>
                    <a:pt x="86" y="64"/>
                  </a:cubicBezTo>
                  <a:cubicBezTo>
                    <a:pt x="86" y="69"/>
                    <a:pt x="86" y="73"/>
                    <a:pt x="85" y="78"/>
                  </a:cubicBezTo>
                  <a:cubicBezTo>
                    <a:pt x="82" y="80"/>
                    <a:pt x="78" y="82"/>
                    <a:pt x="74" y="85"/>
                  </a:cubicBezTo>
                  <a:cubicBezTo>
                    <a:pt x="70" y="87"/>
                    <a:pt x="66" y="89"/>
                    <a:pt x="62" y="91"/>
                  </a:cubicBezTo>
                  <a:cubicBezTo>
                    <a:pt x="58" y="89"/>
                    <a:pt x="54" y="87"/>
                    <a:pt x="50" y="85"/>
                  </a:cubicBezTo>
                  <a:cubicBezTo>
                    <a:pt x="46" y="82"/>
                    <a:pt x="42" y="80"/>
                    <a:pt x="39" y="78"/>
                  </a:cubicBezTo>
                  <a:cubicBezTo>
                    <a:pt x="38" y="73"/>
                    <a:pt x="38" y="69"/>
                    <a:pt x="38" y="64"/>
                  </a:cubicBezTo>
                  <a:close/>
                  <a:moveTo>
                    <a:pt x="34" y="74"/>
                  </a:moveTo>
                  <a:cubicBezTo>
                    <a:pt x="30" y="71"/>
                    <a:pt x="26" y="68"/>
                    <a:pt x="22" y="64"/>
                  </a:cubicBezTo>
                  <a:cubicBezTo>
                    <a:pt x="26" y="60"/>
                    <a:pt x="30" y="57"/>
                    <a:pt x="34" y="54"/>
                  </a:cubicBezTo>
                  <a:cubicBezTo>
                    <a:pt x="34" y="57"/>
                    <a:pt x="34" y="60"/>
                    <a:pt x="34" y="64"/>
                  </a:cubicBezTo>
                  <a:cubicBezTo>
                    <a:pt x="34" y="68"/>
                    <a:pt x="34" y="71"/>
                    <a:pt x="34" y="74"/>
                  </a:cubicBezTo>
                  <a:close/>
                  <a:moveTo>
                    <a:pt x="39" y="45"/>
                  </a:moveTo>
                  <a:cubicBezTo>
                    <a:pt x="40" y="40"/>
                    <a:pt x="41" y="35"/>
                    <a:pt x="42" y="30"/>
                  </a:cubicBezTo>
                  <a:cubicBezTo>
                    <a:pt x="47" y="31"/>
                    <a:pt x="52" y="33"/>
                    <a:pt x="57" y="35"/>
                  </a:cubicBezTo>
                  <a:cubicBezTo>
                    <a:pt x="54" y="36"/>
                    <a:pt x="51" y="38"/>
                    <a:pt x="48" y="40"/>
                  </a:cubicBezTo>
                  <a:cubicBezTo>
                    <a:pt x="45" y="42"/>
                    <a:pt x="42" y="43"/>
                    <a:pt x="39" y="45"/>
                  </a:cubicBezTo>
                  <a:close/>
                  <a:moveTo>
                    <a:pt x="67" y="35"/>
                  </a:moveTo>
                  <a:cubicBezTo>
                    <a:pt x="72" y="33"/>
                    <a:pt x="77" y="31"/>
                    <a:pt x="82" y="30"/>
                  </a:cubicBezTo>
                  <a:cubicBezTo>
                    <a:pt x="83" y="35"/>
                    <a:pt x="84" y="40"/>
                    <a:pt x="85" y="45"/>
                  </a:cubicBezTo>
                  <a:cubicBezTo>
                    <a:pt x="82" y="43"/>
                    <a:pt x="79" y="42"/>
                    <a:pt x="76" y="40"/>
                  </a:cubicBezTo>
                  <a:cubicBezTo>
                    <a:pt x="73" y="38"/>
                    <a:pt x="70" y="36"/>
                    <a:pt x="67" y="35"/>
                  </a:cubicBezTo>
                  <a:close/>
                  <a:moveTo>
                    <a:pt x="90" y="54"/>
                  </a:moveTo>
                  <a:cubicBezTo>
                    <a:pt x="94" y="57"/>
                    <a:pt x="98" y="60"/>
                    <a:pt x="102" y="64"/>
                  </a:cubicBezTo>
                  <a:cubicBezTo>
                    <a:pt x="98" y="68"/>
                    <a:pt x="94" y="71"/>
                    <a:pt x="90" y="74"/>
                  </a:cubicBezTo>
                  <a:cubicBezTo>
                    <a:pt x="90" y="71"/>
                    <a:pt x="90" y="68"/>
                    <a:pt x="90" y="64"/>
                  </a:cubicBezTo>
                  <a:cubicBezTo>
                    <a:pt x="90" y="60"/>
                    <a:pt x="90" y="57"/>
                    <a:pt x="90" y="54"/>
                  </a:cubicBezTo>
                  <a:close/>
                  <a:moveTo>
                    <a:pt x="85" y="83"/>
                  </a:moveTo>
                  <a:cubicBezTo>
                    <a:pt x="84" y="88"/>
                    <a:pt x="83" y="93"/>
                    <a:pt x="82" y="98"/>
                  </a:cubicBezTo>
                  <a:cubicBezTo>
                    <a:pt x="77" y="97"/>
                    <a:pt x="72" y="95"/>
                    <a:pt x="67" y="93"/>
                  </a:cubicBezTo>
                  <a:cubicBezTo>
                    <a:pt x="70" y="92"/>
                    <a:pt x="73" y="90"/>
                    <a:pt x="76" y="88"/>
                  </a:cubicBezTo>
                  <a:cubicBezTo>
                    <a:pt x="79" y="86"/>
                    <a:pt x="82" y="85"/>
                    <a:pt x="85" y="83"/>
                  </a:cubicBezTo>
                  <a:close/>
                  <a:moveTo>
                    <a:pt x="48" y="88"/>
                  </a:moveTo>
                  <a:cubicBezTo>
                    <a:pt x="51" y="90"/>
                    <a:pt x="54" y="92"/>
                    <a:pt x="57" y="93"/>
                  </a:cubicBezTo>
                  <a:cubicBezTo>
                    <a:pt x="52" y="95"/>
                    <a:pt x="47" y="97"/>
                    <a:pt x="42" y="98"/>
                  </a:cubicBezTo>
                  <a:cubicBezTo>
                    <a:pt x="41" y="93"/>
                    <a:pt x="40" y="88"/>
                    <a:pt x="39" y="83"/>
                  </a:cubicBezTo>
                  <a:cubicBezTo>
                    <a:pt x="42" y="85"/>
                    <a:pt x="45" y="86"/>
                    <a:pt x="48" y="88"/>
                  </a:cubicBezTo>
                  <a:close/>
                  <a:moveTo>
                    <a:pt x="116" y="94"/>
                  </a:moveTo>
                  <a:cubicBezTo>
                    <a:pt x="114" y="98"/>
                    <a:pt x="108" y="100"/>
                    <a:pt x="99" y="100"/>
                  </a:cubicBezTo>
                  <a:cubicBezTo>
                    <a:pt x="95" y="100"/>
                    <a:pt x="90" y="100"/>
                    <a:pt x="86" y="99"/>
                  </a:cubicBezTo>
                  <a:cubicBezTo>
                    <a:pt x="87" y="93"/>
                    <a:pt x="88" y="87"/>
                    <a:pt x="89" y="80"/>
                  </a:cubicBezTo>
                  <a:cubicBezTo>
                    <a:pt x="95" y="76"/>
                    <a:pt x="101" y="71"/>
                    <a:pt x="105" y="67"/>
                  </a:cubicBezTo>
                  <a:cubicBezTo>
                    <a:pt x="115" y="78"/>
                    <a:pt x="120" y="88"/>
                    <a:pt x="116" y="94"/>
                  </a:cubicBezTo>
                  <a:close/>
                  <a:moveTo>
                    <a:pt x="99" y="28"/>
                  </a:moveTo>
                  <a:cubicBezTo>
                    <a:pt x="108" y="28"/>
                    <a:pt x="114" y="30"/>
                    <a:pt x="116" y="34"/>
                  </a:cubicBezTo>
                  <a:cubicBezTo>
                    <a:pt x="120" y="40"/>
                    <a:pt x="115" y="50"/>
                    <a:pt x="105" y="61"/>
                  </a:cubicBezTo>
                  <a:cubicBezTo>
                    <a:pt x="101" y="57"/>
                    <a:pt x="95" y="52"/>
                    <a:pt x="89" y="48"/>
                  </a:cubicBezTo>
                  <a:cubicBezTo>
                    <a:pt x="88" y="41"/>
                    <a:pt x="87" y="35"/>
                    <a:pt x="86" y="29"/>
                  </a:cubicBezTo>
                  <a:cubicBezTo>
                    <a:pt x="90" y="28"/>
                    <a:pt x="95" y="28"/>
                    <a:pt x="99" y="28"/>
                  </a:cubicBezTo>
                  <a:close/>
                  <a:moveTo>
                    <a:pt x="62" y="4"/>
                  </a:moveTo>
                  <a:cubicBezTo>
                    <a:pt x="69" y="4"/>
                    <a:pt x="76" y="13"/>
                    <a:pt x="81" y="26"/>
                  </a:cubicBezTo>
                  <a:cubicBezTo>
                    <a:pt x="74" y="28"/>
                    <a:pt x="68" y="30"/>
                    <a:pt x="62" y="33"/>
                  </a:cubicBezTo>
                  <a:cubicBezTo>
                    <a:pt x="56" y="30"/>
                    <a:pt x="50" y="28"/>
                    <a:pt x="43" y="26"/>
                  </a:cubicBezTo>
                  <a:cubicBezTo>
                    <a:pt x="48" y="13"/>
                    <a:pt x="55" y="4"/>
                    <a:pt x="62" y="4"/>
                  </a:cubicBezTo>
                  <a:close/>
                  <a:moveTo>
                    <a:pt x="8" y="34"/>
                  </a:moveTo>
                  <a:cubicBezTo>
                    <a:pt x="10" y="30"/>
                    <a:pt x="16" y="28"/>
                    <a:pt x="25" y="28"/>
                  </a:cubicBezTo>
                  <a:cubicBezTo>
                    <a:pt x="29" y="28"/>
                    <a:pt x="34" y="28"/>
                    <a:pt x="38" y="29"/>
                  </a:cubicBezTo>
                  <a:cubicBezTo>
                    <a:pt x="37" y="35"/>
                    <a:pt x="36" y="41"/>
                    <a:pt x="35" y="48"/>
                  </a:cubicBezTo>
                  <a:cubicBezTo>
                    <a:pt x="29" y="52"/>
                    <a:pt x="23" y="57"/>
                    <a:pt x="19" y="61"/>
                  </a:cubicBezTo>
                  <a:cubicBezTo>
                    <a:pt x="9" y="50"/>
                    <a:pt x="4" y="40"/>
                    <a:pt x="8" y="34"/>
                  </a:cubicBezTo>
                  <a:close/>
                  <a:moveTo>
                    <a:pt x="19" y="67"/>
                  </a:moveTo>
                  <a:cubicBezTo>
                    <a:pt x="23" y="71"/>
                    <a:pt x="29" y="76"/>
                    <a:pt x="35" y="80"/>
                  </a:cubicBezTo>
                  <a:cubicBezTo>
                    <a:pt x="36" y="87"/>
                    <a:pt x="37" y="93"/>
                    <a:pt x="38" y="99"/>
                  </a:cubicBezTo>
                  <a:cubicBezTo>
                    <a:pt x="34" y="100"/>
                    <a:pt x="29" y="100"/>
                    <a:pt x="25" y="100"/>
                  </a:cubicBezTo>
                  <a:cubicBezTo>
                    <a:pt x="25" y="100"/>
                    <a:pt x="25" y="100"/>
                    <a:pt x="25" y="100"/>
                  </a:cubicBezTo>
                  <a:cubicBezTo>
                    <a:pt x="16" y="100"/>
                    <a:pt x="10" y="98"/>
                    <a:pt x="8" y="94"/>
                  </a:cubicBezTo>
                  <a:cubicBezTo>
                    <a:pt x="4" y="88"/>
                    <a:pt x="9" y="78"/>
                    <a:pt x="19" y="67"/>
                  </a:cubicBezTo>
                  <a:close/>
                </a:path>
              </a:pathLst>
            </a:custGeom>
            <a:grpFill/>
            <a:ln w="12700">
              <a:solidFill>
                <a:srgbClr val="013B6D"/>
              </a:solidFill>
              <a:round/>
            </a:ln>
          </p:spPr>
          <p:txBody>
            <a:bodyPr/>
            <a:lstStyle/>
            <a:p>
              <a:pPr>
                <a:defRPr/>
              </a:pPr>
              <a:endParaRPr lang="id-ID"/>
            </a:p>
          </p:txBody>
        </p:sp>
        <p:sp>
          <p:nvSpPr>
            <p:cNvPr id="19" name="Freeform 155">
              <a:extLst>
                <a:ext uri="{FF2B5EF4-FFF2-40B4-BE49-F238E27FC236}">
                  <a16:creationId xmlns:a16="http://schemas.microsoft.com/office/drawing/2014/main" id="{11FD5FEA-CA0D-4F2C-B500-D77460497C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7026" y="3716338"/>
              <a:ext cx="46038" cy="46038"/>
            </a:xfrm>
            <a:custGeom>
              <a:avLst/>
              <a:gdLst/>
              <a:ahLst/>
              <a:cxnLst>
                <a:cxn ang="0">
                  <a:pos x="10" y="20"/>
                </a:cxn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10" y="20"/>
                </a:cxn>
                <a:cxn ang="0">
                  <a:pos x="10" y="4"/>
                </a:cxn>
                <a:cxn ang="0">
                  <a:pos x="16" y="10"/>
                </a:cxn>
                <a:cxn ang="0">
                  <a:pos x="10" y="16"/>
                </a:cxn>
                <a:cxn ang="0">
                  <a:pos x="4" y="10"/>
                </a:cxn>
                <a:cxn ang="0">
                  <a:pos x="10" y="4"/>
                </a:cxn>
              </a:cxnLst>
              <a:rect l="0" t="0" r="r" b="b"/>
              <a:pathLst>
                <a:path w="20" h="20">
                  <a:moveTo>
                    <a:pt x="10" y="20"/>
                  </a:moveTo>
                  <a:cubicBezTo>
                    <a:pt x="16" y="20"/>
                    <a:pt x="20" y="16"/>
                    <a:pt x="20" y="10"/>
                  </a:cubicBezTo>
                  <a:cubicBezTo>
                    <a:pt x="20" y="4"/>
                    <a:pt x="16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lose/>
                  <a:moveTo>
                    <a:pt x="10" y="4"/>
                  </a:moveTo>
                  <a:cubicBezTo>
                    <a:pt x="13" y="4"/>
                    <a:pt x="16" y="7"/>
                    <a:pt x="16" y="10"/>
                  </a:cubicBezTo>
                  <a:cubicBezTo>
                    <a:pt x="16" y="13"/>
                    <a:pt x="13" y="16"/>
                    <a:pt x="10" y="16"/>
                  </a:cubicBezTo>
                  <a:cubicBezTo>
                    <a:pt x="7" y="16"/>
                    <a:pt x="4" y="13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lose/>
                </a:path>
              </a:pathLst>
            </a:custGeom>
            <a:grpFill/>
            <a:ln w="12700">
              <a:solidFill>
                <a:srgbClr val="013B6D"/>
              </a:solidFill>
              <a:round/>
            </a:ln>
          </p:spPr>
          <p:txBody>
            <a:bodyPr/>
            <a:lstStyle/>
            <a:p>
              <a:pPr>
                <a:defRPr/>
              </a:pPr>
              <a:endParaRPr lang="id-ID"/>
            </a:p>
          </p:txBody>
        </p:sp>
      </p:grpSp>
      <p:grpSp>
        <p:nvGrpSpPr>
          <p:cNvPr id="20" name="Group 398">
            <a:extLst>
              <a:ext uri="{FF2B5EF4-FFF2-40B4-BE49-F238E27FC236}">
                <a16:creationId xmlns:a16="http://schemas.microsoft.com/office/drawing/2014/main" id="{A351DA44-9ECE-4E50-B285-8CA8912AAE27}"/>
              </a:ext>
            </a:extLst>
          </p:cNvPr>
          <p:cNvGrpSpPr/>
          <p:nvPr/>
        </p:nvGrpSpPr>
        <p:grpSpPr>
          <a:xfrm>
            <a:off x="2119085" y="5458634"/>
            <a:ext cx="391999" cy="405287"/>
            <a:chOff x="209551" y="3594100"/>
            <a:chExt cx="280988" cy="290513"/>
          </a:xfrm>
          <a:solidFill>
            <a:srgbClr val="157E9F"/>
          </a:solidFill>
        </p:grpSpPr>
        <p:sp>
          <p:nvSpPr>
            <p:cNvPr id="21" name="Freeform 154">
              <a:extLst>
                <a:ext uri="{FF2B5EF4-FFF2-40B4-BE49-F238E27FC236}">
                  <a16:creationId xmlns:a16="http://schemas.microsoft.com/office/drawing/2014/main" id="{FEABD7F7-66B7-4899-A63A-0C2574C669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9551" y="3594100"/>
              <a:ext cx="280988" cy="290513"/>
            </a:xfrm>
            <a:custGeom>
              <a:avLst/>
              <a:gdLst/>
              <a:ahLst/>
              <a:cxnLst>
                <a:cxn ang="0">
                  <a:pos x="25" y="104"/>
                </a:cxn>
                <a:cxn ang="0">
                  <a:pos x="40" y="103"/>
                </a:cxn>
                <a:cxn ang="0">
                  <a:pos x="84" y="103"/>
                </a:cxn>
                <a:cxn ang="0">
                  <a:pos x="99" y="104"/>
                </a:cxn>
                <a:cxn ang="0">
                  <a:pos x="108" y="64"/>
                </a:cxn>
                <a:cxn ang="0">
                  <a:pos x="99" y="24"/>
                </a:cxn>
                <a:cxn ang="0">
                  <a:pos x="62" y="0"/>
                </a:cxn>
                <a:cxn ang="0">
                  <a:pos x="25" y="24"/>
                </a:cxn>
                <a:cxn ang="0">
                  <a:pos x="16" y="64"/>
                </a:cxn>
                <a:cxn ang="0">
                  <a:pos x="62" y="124"/>
                </a:cxn>
                <a:cxn ang="0">
                  <a:pos x="62" y="95"/>
                </a:cxn>
                <a:cxn ang="0">
                  <a:pos x="62" y="124"/>
                </a:cxn>
                <a:cxn ang="0">
                  <a:pos x="39" y="50"/>
                </a:cxn>
                <a:cxn ang="0">
                  <a:pos x="62" y="37"/>
                </a:cxn>
                <a:cxn ang="0">
                  <a:pos x="85" y="50"/>
                </a:cxn>
                <a:cxn ang="0">
                  <a:pos x="85" y="78"/>
                </a:cxn>
                <a:cxn ang="0">
                  <a:pos x="62" y="91"/>
                </a:cxn>
                <a:cxn ang="0">
                  <a:pos x="39" y="78"/>
                </a:cxn>
                <a:cxn ang="0">
                  <a:pos x="34" y="74"/>
                </a:cxn>
                <a:cxn ang="0">
                  <a:pos x="34" y="54"/>
                </a:cxn>
                <a:cxn ang="0">
                  <a:pos x="34" y="74"/>
                </a:cxn>
                <a:cxn ang="0">
                  <a:pos x="42" y="30"/>
                </a:cxn>
                <a:cxn ang="0">
                  <a:pos x="48" y="40"/>
                </a:cxn>
                <a:cxn ang="0">
                  <a:pos x="67" y="35"/>
                </a:cxn>
                <a:cxn ang="0">
                  <a:pos x="85" y="45"/>
                </a:cxn>
                <a:cxn ang="0">
                  <a:pos x="67" y="35"/>
                </a:cxn>
                <a:cxn ang="0">
                  <a:pos x="102" y="64"/>
                </a:cxn>
                <a:cxn ang="0">
                  <a:pos x="90" y="64"/>
                </a:cxn>
                <a:cxn ang="0">
                  <a:pos x="85" y="83"/>
                </a:cxn>
                <a:cxn ang="0">
                  <a:pos x="67" y="93"/>
                </a:cxn>
                <a:cxn ang="0">
                  <a:pos x="85" y="83"/>
                </a:cxn>
                <a:cxn ang="0">
                  <a:pos x="57" y="93"/>
                </a:cxn>
                <a:cxn ang="0">
                  <a:pos x="39" y="83"/>
                </a:cxn>
                <a:cxn ang="0">
                  <a:pos x="116" y="94"/>
                </a:cxn>
                <a:cxn ang="0">
                  <a:pos x="86" y="99"/>
                </a:cxn>
                <a:cxn ang="0">
                  <a:pos x="105" y="67"/>
                </a:cxn>
                <a:cxn ang="0">
                  <a:pos x="99" y="28"/>
                </a:cxn>
                <a:cxn ang="0">
                  <a:pos x="105" y="61"/>
                </a:cxn>
                <a:cxn ang="0">
                  <a:pos x="86" y="29"/>
                </a:cxn>
                <a:cxn ang="0">
                  <a:pos x="62" y="4"/>
                </a:cxn>
                <a:cxn ang="0">
                  <a:pos x="62" y="33"/>
                </a:cxn>
                <a:cxn ang="0">
                  <a:pos x="62" y="4"/>
                </a:cxn>
                <a:cxn ang="0">
                  <a:pos x="25" y="28"/>
                </a:cxn>
                <a:cxn ang="0">
                  <a:pos x="35" y="48"/>
                </a:cxn>
                <a:cxn ang="0">
                  <a:pos x="8" y="34"/>
                </a:cxn>
                <a:cxn ang="0">
                  <a:pos x="35" y="80"/>
                </a:cxn>
                <a:cxn ang="0">
                  <a:pos x="25" y="100"/>
                </a:cxn>
                <a:cxn ang="0">
                  <a:pos x="8" y="94"/>
                </a:cxn>
              </a:cxnLst>
              <a:rect l="0" t="0" r="r" b="b"/>
              <a:pathLst>
                <a:path w="124" h="128">
                  <a:moveTo>
                    <a:pt x="4" y="96"/>
                  </a:moveTo>
                  <a:cubicBezTo>
                    <a:pt x="7" y="101"/>
                    <a:pt x="14" y="104"/>
                    <a:pt x="25" y="104"/>
                  </a:cubicBezTo>
                  <a:cubicBezTo>
                    <a:pt x="25" y="104"/>
                    <a:pt x="25" y="104"/>
                    <a:pt x="25" y="104"/>
                  </a:cubicBezTo>
                  <a:cubicBezTo>
                    <a:pt x="29" y="104"/>
                    <a:pt x="34" y="104"/>
                    <a:pt x="40" y="103"/>
                  </a:cubicBezTo>
                  <a:cubicBezTo>
                    <a:pt x="45" y="118"/>
                    <a:pt x="53" y="128"/>
                    <a:pt x="62" y="128"/>
                  </a:cubicBezTo>
                  <a:cubicBezTo>
                    <a:pt x="71" y="128"/>
                    <a:pt x="79" y="118"/>
                    <a:pt x="84" y="103"/>
                  </a:cubicBezTo>
                  <a:cubicBezTo>
                    <a:pt x="90" y="104"/>
                    <a:pt x="95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110" y="104"/>
                    <a:pt x="117" y="101"/>
                    <a:pt x="120" y="96"/>
                  </a:cubicBezTo>
                  <a:cubicBezTo>
                    <a:pt x="124" y="89"/>
                    <a:pt x="120" y="77"/>
                    <a:pt x="108" y="64"/>
                  </a:cubicBezTo>
                  <a:cubicBezTo>
                    <a:pt x="120" y="51"/>
                    <a:pt x="124" y="39"/>
                    <a:pt x="120" y="32"/>
                  </a:cubicBezTo>
                  <a:cubicBezTo>
                    <a:pt x="117" y="27"/>
                    <a:pt x="110" y="24"/>
                    <a:pt x="99" y="24"/>
                  </a:cubicBezTo>
                  <a:cubicBezTo>
                    <a:pt x="95" y="24"/>
                    <a:pt x="90" y="24"/>
                    <a:pt x="84" y="25"/>
                  </a:cubicBezTo>
                  <a:cubicBezTo>
                    <a:pt x="79" y="10"/>
                    <a:pt x="71" y="0"/>
                    <a:pt x="62" y="0"/>
                  </a:cubicBezTo>
                  <a:cubicBezTo>
                    <a:pt x="53" y="0"/>
                    <a:pt x="45" y="10"/>
                    <a:pt x="40" y="25"/>
                  </a:cubicBezTo>
                  <a:cubicBezTo>
                    <a:pt x="34" y="24"/>
                    <a:pt x="29" y="24"/>
                    <a:pt x="25" y="24"/>
                  </a:cubicBezTo>
                  <a:cubicBezTo>
                    <a:pt x="14" y="24"/>
                    <a:pt x="7" y="27"/>
                    <a:pt x="4" y="32"/>
                  </a:cubicBezTo>
                  <a:cubicBezTo>
                    <a:pt x="0" y="39"/>
                    <a:pt x="4" y="51"/>
                    <a:pt x="16" y="64"/>
                  </a:cubicBezTo>
                  <a:cubicBezTo>
                    <a:pt x="4" y="77"/>
                    <a:pt x="0" y="89"/>
                    <a:pt x="4" y="96"/>
                  </a:cubicBezTo>
                  <a:close/>
                  <a:moveTo>
                    <a:pt x="62" y="124"/>
                  </a:moveTo>
                  <a:cubicBezTo>
                    <a:pt x="55" y="124"/>
                    <a:pt x="48" y="115"/>
                    <a:pt x="43" y="102"/>
                  </a:cubicBezTo>
                  <a:cubicBezTo>
                    <a:pt x="50" y="100"/>
                    <a:pt x="56" y="98"/>
                    <a:pt x="62" y="95"/>
                  </a:cubicBezTo>
                  <a:cubicBezTo>
                    <a:pt x="68" y="98"/>
                    <a:pt x="74" y="100"/>
                    <a:pt x="81" y="102"/>
                  </a:cubicBezTo>
                  <a:cubicBezTo>
                    <a:pt x="76" y="115"/>
                    <a:pt x="69" y="124"/>
                    <a:pt x="62" y="124"/>
                  </a:cubicBezTo>
                  <a:close/>
                  <a:moveTo>
                    <a:pt x="38" y="64"/>
                  </a:moveTo>
                  <a:cubicBezTo>
                    <a:pt x="38" y="59"/>
                    <a:pt x="38" y="55"/>
                    <a:pt x="39" y="50"/>
                  </a:cubicBezTo>
                  <a:cubicBezTo>
                    <a:pt x="42" y="48"/>
                    <a:pt x="46" y="46"/>
                    <a:pt x="50" y="43"/>
                  </a:cubicBezTo>
                  <a:cubicBezTo>
                    <a:pt x="54" y="41"/>
                    <a:pt x="58" y="39"/>
                    <a:pt x="62" y="37"/>
                  </a:cubicBezTo>
                  <a:cubicBezTo>
                    <a:pt x="66" y="39"/>
                    <a:pt x="70" y="41"/>
                    <a:pt x="74" y="43"/>
                  </a:cubicBezTo>
                  <a:cubicBezTo>
                    <a:pt x="78" y="46"/>
                    <a:pt x="82" y="48"/>
                    <a:pt x="85" y="50"/>
                  </a:cubicBezTo>
                  <a:cubicBezTo>
                    <a:pt x="86" y="55"/>
                    <a:pt x="86" y="59"/>
                    <a:pt x="86" y="64"/>
                  </a:cubicBezTo>
                  <a:cubicBezTo>
                    <a:pt x="86" y="69"/>
                    <a:pt x="86" y="73"/>
                    <a:pt x="85" y="78"/>
                  </a:cubicBezTo>
                  <a:cubicBezTo>
                    <a:pt x="82" y="80"/>
                    <a:pt x="78" y="82"/>
                    <a:pt x="74" y="85"/>
                  </a:cubicBezTo>
                  <a:cubicBezTo>
                    <a:pt x="70" y="87"/>
                    <a:pt x="66" y="89"/>
                    <a:pt x="62" y="91"/>
                  </a:cubicBezTo>
                  <a:cubicBezTo>
                    <a:pt x="58" y="89"/>
                    <a:pt x="54" y="87"/>
                    <a:pt x="50" y="85"/>
                  </a:cubicBezTo>
                  <a:cubicBezTo>
                    <a:pt x="46" y="82"/>
                    <a:pt x="42" y="80"/>
                    <a:pt x="39" y="78"/>
                  </a:cubicBezTo>
                  <a:cubicBezTo>
                    <a:pt x="38" y="73"/>
                    <a:pt x="38" y="69"/>
                    <a:pt x="38" y="64"/>
                  </a:cubicBezTo>
                  <a:close/>
                  <a:moveTo>
                    <a:pt x="34" y="74"/>
                  </a:moveTo>
                  <a:cubicBezTo>
                    <a:pt x="30" y="71"/>
                    <a:pt x="26" y="68"/>
                    <a:pt x="22" y="64"/>
                  </a:cubicBezTo>
                  <a:cubicBezTo>
                    <a:pt x="26" y="60"/>
                    <a:pt x="30" y="57"/>
                    <a:pt x="34" y="54"/>
                  </a:cubicBezTo>
                  <a:cubicBezTo>
                    <a:pt x="34" y="57"/>
                    <a:pt x="34" y="60"/>
                    <a:pt x="34" y="64"/>
                  </a:cubicBezTo>
                  <a:cubicBezTo>
                    <a:pt x="34" y="68"/>
                    <a:pt x="34" y="71"/>
                    <a:pt x="34" y="74"/>
                  </a:cubicBezTo>
                  <a:close/>
                  <a:moveTo>
                    <a:pt x="39" y="45"/>
                  </a:moveTo>
                  <a:cubicBezTo>
                    <a:pt x="40" y="40"/>
                    <a:pt x="41" y="35"/>
                    <a:pt x="42" y="30"/>
                  </a:cubicBezTo>
                  <a:cubicBezTo>
                    <a:pt x="47" y="31"/>
                    <a:pt x="52" y="33"/>
                    <a:pt x="57" y="35"/>
                  </a:cubicBezTo>
                  <a:cubicBezTo>
                    <a:pt x="54" y="36"/>
                    <a:pt x="51" y="38"/>
                    <a:pt x="48" y="40"/>
                  </a:cubicBezTo>
                  <a:cubicBezTo>
                    <a:pt x="45" y="42"/>
                    <a:pt x="42" y="43"/>
                    <a:pt x="39" y="45"/>
                  </a:cubicBezTo>
                  <a:close/>
                  <a:moveTo>
                    <a:pt x="67" y="35"/>
                  </a:moveTo>
                  <a:cubicBezTo>
                    <a:pt x="72" y="33"/>
                    <a:pt x="77" y="31"/>
                    <a:pt x="82" y="30"/>
                  </a:cubicBezTo>
                  <a:cubicBezTo>
                    <a:pt x="83" y="35"/>
                    <a:pt x="84" y="40"/>
                    <a:pt x="85" y="45"/>
                  </a:cubicBezTo>
                  <a:cubicBezTo>
                    <a:pt x="82" y="43"/>
                    <a:pt x="79" y="42"/>
                    <a:pt x="76" y="40"/>
                  </a:cubicBezTo>
                  <a:cubicBezTo>
                    <a:pt x="73" y="38"/>
                    <a:pt x="70" y="36"/>
                    <a:pt x="67" y="35"/>
                  </a:cubicBezTo>
                  <a:close/>
                  <a:moveTo>
                    <a:pt x="90" y="54"/>
                  </a:moveTo>
                  <a:cubicBezTo>
                    <a:pt x="94" y="57"/>
                    <a:pt x="98" y="60"/>
                    <a:pt x="102" y="64"/>
                  </a:cubicBezTo>
                  <a:cubicBezTo>
                    <a:pt x="98" y="68"/>
                    <a:pt x="94" y="71"/>
                    <a:pt x="90" y="74"/>
                  </a:cubicBezTo>
                  <a:cubicBezTo>
                    <a:pt x="90" y="71"/>
                    <a:pt x="90" y="68"/>
                    <a:pt x="90" y="64"/>
                  </a:cubicBezTo>
                  <a:cubicBezTo>
                    <a:pt x="90" y="60"/>
                    <a:pt x="90" y="57"/>
                    <a:pt x="90" y="54"/>
                  </a:cubicBezTo>
                  <a:close/>
                  <a:moveTo>
                    <a:pt x="85" y="83"/>
                  </a:moveTo>
                  <a:cubicBezTo>
                    <a:pt x="84" y="88"/>
                    <a:pt x="83" y="93"/>
                    <a:pt x="82" y="98"/>
                  </a:cubicBezTo>
                  <a:cubicBezTo>
                    <a:pt x="77" y="97"/>
                    <a:pt x="72" y="95"/>
                    <a:pt x="67" y="93"/>
                  </a:cubicBezTo>
                  <a:cubicBezTo>
                    <a:pt x="70" y="92"/>
                    <a:pt x="73" y="90"/>
                    <a:pt x="76" y="88"/>
                  </a:cubicBezTo>
                  <a:cubicBezTo>
                    <a:pt x="79" y="86"/>
                    <a:pt x="82" y="85"/>
                    <a:pt x="85" y="83"/>
                  </a:cubicBezTo>
                  <a:close/>
                  <a:moveTo>
                    <a:pt x="48" y="88"/>
                  </a:moveTo>
                  <a:cubicBezTo>
                    <a:pt x="51" y="90"/>
                    <a:pt x="54" y="92"/>
                    <a:pt x="57" y="93"/>
                  </a:cubicBezTo>
                  <a:cubicBezTo>
                    <a:pt x="52" y="95"/>
                    <a:pt x="47" y="97"/>
                    <a:pt x="42" y="98"/>
                  </a:cubicBezTo>
                  <a:cubicBezTo>
                    <a:pt x="41" y="93"/>
                    <a:pt x="40" y="88"/>
                    <a:pt x="39" y="83"/>
                  </a:cubicBezTo>
                  <a:cubicBezTo>
                    <a:pt x="42" y="85"/>
                    <a:pt x="45" y="86"/>
                    <a:pt x="48" y="88"/>
                  </a:cubicBezTo>
                  <a:close/>
                  <a:moveTo>
                    <a:pt x="116" y="94"/>
                  </a:moveTo>
                  <a:cubicBezTo>
                    <a:pt x="114" y="98"/>
                    <a:pt x="108" y="100"/>
                    <a:pt x="99" y="100"/>
                  </a:cubicBezTo>
                  <a:cubicBezTo>
                    <a:pt x="95" y="100"/>
                    <a:pt x="90" y="100"/>
                    <a:pt x="86" y="99"/>
                  </a:cubicBezTo>
                  <a:cubicBezTo>
                    <a:pt x="87" y="93"/>
                    <a:pt x="88" y="87"/>
                    <a:pt x="89" y="80"/>
                  </a:cubicBezTo>
                  <a:cubicBezTo>
                    <a:pt x="95" y="76"/>
                    <a:pt x="101" y="71"/>
                    <a:pt x="105" y="67"/>
                  </a:cubicBezTo>
                  <a:cubicBezTo>
                    <a:pt x="115" y="78"/>
                    <a:pt x="120" y="88"/>
                    <a:pt x="116" y="94"/>
                  </a:cubicBezTo>
                  <a:close/>
                  <a:moveTo>
                    <a:pt x="99" y="28"/>
                  </a:moveTo>
                  <a:cubicBezTo>
                    <a:pt x="108" y="28"/>
                    <a:pt x="114" y="30"/>
                    <a:pt x="116" y="34"/>
                  </a:cubicBezTo>
                  <a:cubicBezTo>
                    <a:pt x="120" y="40"/>
                    <a:pt x="115" y="50"/>
                    <a:pt x="105" y="61"/>
                  </a:cubicBezTo>
                  <a:cubicBezTo>
                    <a:pt x="101" y="57"/>
                    <a:pt x="95" y="52"/>
                    <a:pt x="89" y="48"/>
                  </a:cubicBezTo>
                  <a:cubicBezTo>
                    <a:pt x="88" y="41"/>
                    <a:pt x="87" y="35"/>
                    <a:pt x="86" y="29"/>
                  </a:cubicBezTo>
                  <a:cubicBezTo>
                    <a:pt x="90" y="28"/>
                    <a:pt x="95" y="28"/>
                    <a:pt x="99" y="28"/>
                  </a:cubicBezTo>
                  <a:close/>
                  <a:moveTo>
                    <a:pt x="62" y="4"/>
                  </a:moveTo>
                  <a:cubicBezTo>
                    <a:pt x="69" y="4"/>
                    <a:pt x="76" y="13"/>
                    <a:pt x="81" y="26"/>
                  </a:cubicBezTo>
                  <a:cubicBezTo>
                    <a:pt x="74" y="28"/>
                    <a:pt x="68" y="30"/>
                    <a:pt x="62" y="33"/>
                  </a:cubicBezTo>
                  <a:cubicBezTo>
                    <a:pt x="56" y="30"/>
                    <a:pt x="50" y="28"/>
                    <a:pt x="43" y="26"/>
                  </a:cubicBezTo>
                  <a:cubicBezTo>
                    <a:pt x="48" y="13"/>
                    <a:pt x="55" y="4"/>
                    <a:pt x="62" y="4"/>
                  </a:cubicBezTo>
                  <a:close/>
                  <a:moveTo>
                    <a:pt x="8" y="34"/>
                  </a:moveTo>
                  <a:cubicBezTo>
                    <a:pt x="10" y="30"/>
                    <a:pt x="16" y="28"/>
                    <a:pt x="25" y="28"/>
                  </a:cubicBezTo>
                  <a:cubicBezTo>
                    <a:pt x="29" y="28"/>
                    <a:pt x="34" y="28"/>
                    <a:pt x="38" y="29"/>
                  </a:cubicBezTo>
                  <a:cubicBezTo>
                    <a:pt x="37" y="35"/>
                    <a:pt x="36" y="41"/>
                    <a:pt x="35" y="48"/>
                  </a:cubicBezTo>
                  <a:cubicBezTo>
                    <a:pt x="29" y="52"/>
                    <a:pt x="23" y="57"/>
                    <a:pt x="19" y="61"/>
                  </a:cubicBezTo>
                  <a:cubicBezTo>
                    <a:pt x="9" y="50"/>
                    <a:pt x="4" y="40"/>
                    <a:pt x="8" y="34"/>
                  </a:cubicBezTo>
                  <a:close/>
                  <a:moveTo>
                    <a:pt x="19" y="67"/>
                  </a:moveTo>
                  <a:cubicBezTo>
                    <a:pt x="23" y="71"/>
                    <a:pt x="29" y="76"/>
                    <a:pt x="35" y="80"/>
                  </a:cubicBezTo>
                  <a:cubicBezTo>
                    <a:pt x="36" y="87"/>
                    <a:pt x="37" y="93"/>
                    <a:pt x="38" y="99"/>
                  </a:cubicBezTo>
                  <a:cubicBezTo>
                    <a:pt x="34" y="100"/>
                    <a:pt x="29" y="100"/>
                    <a:pt x="25" y="100"/>
                  </a:cubicBezTo>
                  <a:cubicBezTo>
                    <a:pt x="25" y="100"/>
                    <a:pt x="25" y="100"/>
                    <a:pt x="25" y="100"/>
                  </a:cubicBezTo>
                  <a:cubicBezTo>
                    <a:pt x="16" y="100"/>
                    <a:pt x="10" y="98"/>
                    <a:pt x="8" y="94"/>
                  </a:cubicBezTo>
                  <a:cubicBezTo>
                    <a:pt x="4" y="88"/>
                    <a:pt x="9" y="78"/>
                    <a:pt x="19" y="67"/>
                  </a:cubicBezTo>
                  <a:close/>
                </a:path>
              </a:pathLst>
            </a:custGeom>
            <a:grpFill/>
            <a:ln w="12700">
              <a:solidFill>
                <a:srgbClr val="013B6D"/>
              </a:solidFill>
              <a:round/>
            </a:ln>
          </p:spPr>
          <p:txBody>
            <a:bodyPr/>
            <a:lstStyle/>
            <a:p>
              <a:pPr>
                <a:defRPr/>
              </a:pPr>
              <a:endParaRPr lang="id-ID"/>
            </a:p>
          </p:txBody>
        </p:sp>
        <p:sp>
          <p:nvSpPr>
            <p:cNvPr id="22" name="Freeform 155">
              <a:extLst>
                <a:ext uri="{FF2B5EF4-FFF2-40B4-BE49-F238E27FC236}">
                  <a16:creationId xmlns:a16="http://schemas.microsoft.com/office/drawing/2014/main" id="{7A8EAE84-438B-476F-B277-BBEE645D42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7026" y="3716338"/>
              <a:ext cx="46038" cy="46038"/>
            </a:xfrm>
            <a:custGeom>
              <a:avLst/>
              <a:gdLst/>
              <a:ahLst/>
              <a:cxnLst>
                <a:cxn ang="0">
                  <a:pos x="10" y="20"/>
                </a:cxn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10" y="20"/>
                </a:cxn>
                <a:cxn ang="0">
                  <a:pos x="10" y="4"/>
                </a:cxn>
                <a:cxn ang="0">
                  <a:pos x="16" y="10"/>
                </a:cxn>
                <a:cxn ang="0">
                  <a:pos x="10" y="16"/>
                </a:cxn>
                <a:cxn ang="0">
                  <a:pos x="4" y="10"/>
                </a:cxn>
                <a:cxn ang="0">
                  <a:pos x="10" y="4"/>
                </a:cxn>
              </a:cxnLst>
              <a:rect l="0" t="0" r="r" b="b"/>
              <a:pathLst>
                <a:path w="20" h="20">
                  <a:moveTo>
                    <a:pt x="10" y="20"/>
                  </a:moveTo>
                  <a:cubicBezTo>
                    <a:pt x="16" y="20"/>
                    <a:pt x="20" y="16"/>
                    <a:pt x="20" y="10"/>
                  </a:cubicBezTo>
                  <a:cubicBezTo>
                    <a:pt x="20" y="4"/>
                    <a:pt x="16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lose/>
                  <a:moveTo>
                    <a:pt x="10" y="4"/>
                  </a:moveTo>
                  <a:cubicBezTo>
                    <a:pt x="13" y="4"/>
                    <a:pt x="16" y="7"/>
                    <a:pt x="16" y="10"/>
                  </a:cubicBezTo>
                  <a:cubicBezTo>
                    <a:pt x="16" y="13"/>
                    <a:pt x="13" y="16"/>
                    <a:pt x="10" y="16"/>
                  </a:cubicBezTo>
                  <a:cubicBezTo>
                    <a:pt x="7" y="16"/>
                    <a:pt x="4" y="13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lose/>
                </a:path>
              </a:pathLst>
            </a:custGeom>
            <a:grpFill/>
            <a:ln w="12700">
              <a:solidFill>
                <a:srgbClr val="013B6D"/>
              </a:solidFill>
              <a:round/>
            </a:ln>
          </p:spPr>
          <p:txBody>
            <a:bodyPr/>
            <a:lstStyle/>
            <a:p>
              <a:pPr>
                <a:defRPr/>
              </a:pPr>
              <a:endParaRPr lang="id-ID"/>
            </a:p>
          </p:txBody>
        </p:sp>
      </p:grp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29CAAB0-A894-45E1-8A62-B6B362B5417E}"/>
              </a:ext>
            </a:extLst>
          </p:cNvPr>
          <p:cNvCxnSpPr/>
          <p:nvPr/>
        </p:nvCxnSpPr>
        <p:spPr bwMode="auto">
          <a:xfrm>
            <a:off x="1399085" y="3097097"/>
            <a:ext cx="720000" cy="0"/>
          </a:xfrm>
          <a:prstGeom prst="line">
            <a:avLst/>
          </a:prstGeom>
          <a:ln w="12700">
            <a:solidFill>
              <a:srgbClr val="9DA8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C61A0582-19AE-4A23-9EBF-28476B0365E5}"/>
              </a:ext>
            </a:extLst>
          </p:cNvPr>
          <p:cNvSpPr txBox="1"/>
          <p:nvPr/>
        </p:nvSpPr>
        <p:spPr>
          <a:xfrm>
            <a:off x="2633441" y="1054629"/>
            <a:ext cx="8729975" cy="1830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zh-CN" sz="2000" b="1" kern="100" dirty="0">
                <a:solidFill>
                  <a:srgbClr val="013B6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（1）概念界定与要素识别。</a:t>
            </a:r>
            <a:endParaRPr lang="en-US" altLang="zh-CN" sz="2000" b="1" kern="100" dirty="0">
              <a:solidFill>
                <a:srgbClr val="013B6D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0000" indent="-285750" algn="just">
              <a:lnSpc>
                <a:spcPct val="125000"/>
              </a:lnSpc>
              <a:buFont typeface="Wingdings" panose="05000000000000000000" pitchFamily="2" charset="2"/>
              <a:buChar char="u"/>
            </a:pP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说明核心概念的含义和边界。</a:t>
            </a:r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0000" indent="-285750" algn="just">
              <a:lnSpc>
                <a:spcPct val="125000"/>
              </a:lnSpc>
              <a:buFont typeface="Wingdings" panose="05000000000000000000" pitchFamily="2" charset="2"/>
              <a:buChar char="u"/>
            </a:pP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列出需要识别或测量的关键要素。</a:t>
            </a:r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0000" indent="-285750" algn="just">
              <a:lnSpc>
                <a:spcPct val="125000"/>
              </a:lnSpc>
              <a:buFont typeface="Wingdings" panose="05000000000000000000" pitchFamily="2" charset="2"/>
              <a:buChar char="u"/>
            </a:pP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说明形成可靠定义的判断依据。</a:t>
            </a:r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443C44D-004F-48E6-81B9-802914169087}"/>
              </a:ext>
            </a:extLst>
          </p:cNvPr>
          <p:cNvSpPr txBox="1"/>
          <p:nvPr/>
        </p:nvSpPr>
        <p:spPr>
          <a:xfrm>
            <a:off x="2644082" y="2860885"/>
            <a:ext cx="8729975" cy="1830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000" b="1" kern="100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（2）关系分析与模型构建。</a:t>
            </a:r>
          </a:p>
          <a:p>
            <a:pPr marL="540000" indent="-285750" algn="just">
              <a:lnSpc>
                <a:spcPct val="125000"/>
              </a:lnSpc>
              <a:buFont typeface="Wingdings" panose="05000000000000000000" pitchFamily="2" charset="2"/>
              <a:buChar char="u"/>
            </a:pP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方法：在此填写拟采用的研究方法。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0000" indent="-285750" algn="just">
              <a:lnSpc>
                <a:spcPct val="125000"/>
              </a:lnSpc>
              <a:buFont typeface="Wingdings" panose="05000000000000000000" pitchFamily="2" charset="2"/>
              <a:buChar char="u"/>
            </a:pP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方式：说明数据来源、分析步骤与模型检验标准。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1BFDFE2-F64C-424E-8604-BE94901BEE9F}"/>
              </a:ext>
            </a:extLst>
          </p:cNvPr>
          <p:cNvSpPr txBox="1"/>
          <p:nvPr/>
        </p:nvSpPr>
        <p:spPr>
          <a:xfrm>
            <a:off x="2633441" y="4768715"/>
            <a:ext cx="8729975" cy="1830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000" b="1" kern="100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（3）结果验证与应用解释。</a:t>
            </a:r>
          </a:p>
          <a:p>
            <a:pPr marL="540000" indent="-285750" algn="just">
              <a:lnSpc>
                <a:spcPct val="125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说明如何检验研究结果的可靠性。</a:t>
            </a:r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0000" indent="-285750" algn="just">
              <a:lnSpc>
                <a:spcPct val="125000"/>
              </a:lnSpc>
              <a:buFont typeface="Wingdings" panose="05000000000000000000" pitchFamily="2" charset="2"/>
              <a:buChar char="u"/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结合研究对象，解释结果的适用范围与应用方式。</a:t>
            </a:r>
          </a:p>
        </p:txBody>
      </p:sp>
    </p:spTree>
    <p:extLst>
      <p:ext uri="{BB962C8B-B14F-4D97-AF65-F5344CB8AC3E}">
        <p14:creationId xmlns:p14="http://schemas.microsoft.com/office/powerpoint/2010/main" val="1213804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5114817" y="502818"/>
            <a:ext cx="1826141" cy="418191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defTabSz="1219200">
              <a:lnSpc>
                <a:spcPct val="150000"/>
              </a:lnSpc>
            </a:pPr>
            <a:r>
              <a:rPr lang="zh-CN" altLang="en-US" sz="1600" dirty="0">
                <a:solidFill>
                  <a:srgbClr val="157E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拟采取的研究方法</a:t>
            </a:r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5F7256A4-26AB-4D6D-A197-DBDE3A0AD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091" y="3565465"/>
            <a:ext cx="11088210" cy="431800"/>
          </a:xfrm>
          <a:prstGeom prst="rightArrow">
            <a:avLst>
              <a:gd name="adj1" fmla="val 38231"/>
              <a:gd name="adj2" fmla="val 637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cs"/>
              <a:sym typeface="Arial" pitchFamily="34" charset="0"/>
            </a:endParaRPr>
          </a:p>
        </p:txBody>
      </p:sp>
      <p:sp>
        <p:nvSpPr>
          <p:cNvPr id="4" name="Oval 13">
            <a:extLst>
              <a:ext uri="{FF2B5EF4-FFF2-40B4-BE49-F238E27FC236}">
                <a16:creationId xmlns:a16="http://schemas.microsoft.com/office/drawing/2014/main" id="{32DAED9C-CAE1-4D70-86A2-157E68E86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994" y="3668396"/>
            <a:ext cx="287338" cy="284163"/>
          </a:xfrm>
          <a:prstGeom prst="ellipse">
            <a:avLst/>
          </a:prstGeom>
          <a:solidFill>
            <a:srgbClr val="071F65"/>
          </a:solidFill>
          <a:ln>
            <a:noFill/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cs"/>
              <a:sym typeface="Arial" pitchFamily="34" charset="0"/>
            </a:endParaRPr>
          </a:p>
        </p:txBody>
      </p:sp>
      <p:sp>
        <p:nvSpPr>
          <p:cNvPr id="5" name="Oval 14">
            <a:extLst>
              <a:ext uri="{FF2B5EF4-FFF2-40B4-BE49-F238E27FC236}">
                <a16:creationId xmlns:a16="http://schemas.microsoft.com/office/drawing/2014/main" id="{8C9797BE-4FB0-4390-AAEE-57C1B26E6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8699" y="3639284"/>
            <a:ext cx="287338" cy="284163"/>
          </a:xfrm>
          <a:prstGeom prst="ellipse">
            <a:avLst/>
          </a:prstGeom>
          <a:solidFill>
            <a:srgbClr val="071F65"/>
          </a:solidFill>
          <a:ln>
            <a:noFill/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cs"/>
              <a:sym typeface="Arial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478BD8-BFE3-4AFC-9D7E-E63FA92FCB33}"/>
              </a:ext>
            </a:extLst>
          </p:cNvPr>
          <p:cNvSpPr txBox="1"/>
          <p:nvPr/>
        </p:nvSpPr>
        <p:spPr>
          <a:xfrm>
            <a:off x="2373600" y="1504376"/>
            <a:ext cx="186104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文献分析法</a:t>
            </a:r>
            <a:endParaRPr lang="zh-CN" altLang="en-US" sz="1600" dirty="0">
              <a:solidFill>
                <a:srgbClr val="013B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398">
            <a:extLst>
              <a:ext uri="{FF2B5EF4-FFF2-40B4-BE49-F238E27FC236}">
                <a16:creationId xmlns:a16="http://schemas.microsoft.com/office/drawing/2014/main" id="{AD4662AD-5D30-416C-AF5A-E49D3B71630D}"/>
              </a:ext>
            </a:extLst>
          </p:cNvPr>
          <p:cNvGrpSpPr/>
          <p:nvPr/>
        </p:nvGrpSpPr>
        <p:grpSpPr>
          <a:xfrm>
            <a:off x="1817715" y="1531921"/>
            <a:ext cx="391999" cy="405287"/>
            <a:chOff x="209551" y="3594100"/>
            <a:chExt cx="280988" cy="290513"/>
          </a:xfrm>
          <a:solidFill>
            <a:srgbClr val="157E9F"/>
          </a:solidFill>
        </p:grpSpPr>
        <p:sp>
          <p:nvSpPr>
            <p:cNvPr id="9" name="Freeform 154">
              <a:extLst>
                <a:ext uri="{FF2B5EF4-FFF2-40B4-BE49-F238E27FC236}">
                  <a16:creationId xmlns:a16="http://schemas.microsoft.com/office/drawing/2014/main" id="{992075FB-C0C9-4E8A-908A-FD1D47189D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9551" y="3594100"/>
              <a:ext cx="280988" cy="290513"/>
            </a:xfrm>
            <a:custGeom>
              <a:avLst/>
              <a:gdLst/>
              <a:ahLst/>
              <a:cxnLst>
                <a:cxn ang="0">
                  <a:pos x="25" y="104"/>
                </a:cxn>
                <a:cxn ang="0">
                  <a:pos x="40" y="103"/>
                </a:cxn>
                <a:cxn ang="0">
                  <a:pos x="84" y="103"/>
                </a:cxn>
                <a:cxn ang="0">
                  <a:pos x="99" y="104"/>
                </a:cxn>
                <a:cxn ang="0">
                  <a:pos x="108" y="64"/>
                </a:cxn>
                <a:cxn ang="0">
                  <a:pos x="99" y="24"/>
                </a:cxn>
                <a:cxn ang="0">
                  <a:pos x="62" y="0"/>
                </a:cxn>
                <a:cxn ang="0">
                  <a:pos x="25" y="24"/>
                </a:cxn>
                <a:cxn ang="0">
                  <a:pos x="16" y="64"/>
                </a:cxn>
                <a:cxn ang="0">
                  <a:pos x="62" y="124"/>
                </a:cxn>
                <a:cxn ang="0">
                  <a:pos x="62" y="95"/>
                </a:cxn>
                <a:cxn ang="0">
                  <a:pos x="62" y="124"/>
                </a:cxn>
                <a:cxn ang="0">
                  <a:pos x="39" y="50"/>
                </a:cxn>
                <a:cxn ang="0">
                  <a:pos x="62" y="37"/>
                </a:cxn>
                <a:cxn ang="0">
                  <a:pos x="85" y="50"/>
                </a:cxn>
                <a:cxn ang="0">
                  <a:pos x="85" y="78"/>
                </a:cxn>
                <a:cxn ang="0">
                  <a:pos x="62" y="91"/>
                </a:cxn>
                <a:cxn ang="0">
                  <a:pos x="39" y="78"/>
                </a:cxn>
                <a:cxn ang="0">
                  <a:pos x="34" y="74"/>
                </a:cxn>
                <a:cxn ang="0">
                  <a:pos x="34" y="54"/>
                </a:cxn>
                <a:cxn ang="0">
                  <a:pos x="34" y="74"/>
                </a:cxn>
                <a:cxn ang="0">
                  <a:pos x="42" y="30"/>
                </a:cxn>
                <a:cxn ang="0">
                  <a:pos x="48" y="40"/>
                </a:cxn>
                <a:cxn ang="0">
                  <a:pos x="67" y="35"/>
                </a:cxn>
                <a:cxn ang="0">
                  <a:pos x="85" y="45"/>
                </a:cxn>
                <a:cxn ang="0">
                  <a:pos x="67" y="35"/>
                </a:cxn>
                <a:cxn ang="0">
                  <a:pos x="102" y="64"/>
                </a:cxn>
                <a:cxn ang="0">
                  <a:pos x="90" y="64"/>
                </a:cxn>
                <a:cxn ang="0">
                  <a:pos x="85" y="83"/>
                </a:cxn>
                <a:cxn ang="0">
                  <a:pos x="67" y="93"/>
                </a:cxn>
                <a:cxn ang="0">
                  <a:pos x="85" y="83"/>
                </a:cxn>
                <a:cxn ang="0">
                  <a:pos x="57" y="93"/>
                </a:cxn>
                <a:cxn ang="0">
                  <a:pos x="39" y="83"/>
                </a:cxn>
                <a:cxn ang="0">
                  <a:pos x="116" y="94"/>
                </a:cxn>
                <a:cxn ang="0">
                  <a:pos x="86" y="99"/>
                </a:cxn>
                <a:cxn ang="0">
                  <a:pos x="105" y="67"/>
                </a:cxn>
                <a:cxn ang="0">
                  <a:pos x="99" y="28"/>
                </a:cxn>
                <a:cxn ang="0">
                  <a:pos x="105" y="61"/>
                </a:cxn>
                <a:cxn ang="0">
                  <a:pos x="86" y="29"/>
                </a:cxn>
                <a:cxn ang="0">
                  <a:pos x="62" y="4"/>
                </a:cxn>
                <a:cxn ang="0">
                  <a:pos x="62" y="33"/>
                </a:cxn>
                <a:cxn ang="0">
                  <a:pos x="62" y="4"/>
                </a:cxn>
                <a:cxn ang="0">
                  <a:pos x="25" y="28"/>
                </a:cxn>
                <a:cxn ang="0">
                  <a:pos x="35" y="48"/>
                </a:cxn>
                <a:cxn ang="0">
                  <a:pos x="8" y="34"/>
                </a:cxn>
                <a:cxn ang="0">
                  <a:pos x="35" y="80"/>
                </a:cxn>
                <a:cxn ang="0">
                  <a:pos x="25" y="100"/>
                </a:cxn>
                <a:cxn ang="0">
                  <a:pos x="8" y="94"/>
                </a:cxn>
              </a:cxnLst>
              <a:rect l="0" t="0" r="r" b="b"/>
              <a:pathLst>
                <a:path w="124" h="128">
                  <a:moveTo>
                    <a:pt x="4" y="96"/>
                  </a:moveTo>
                  <a:cubicBezTo>
                    <a:pt x="7" y="101"/>
                    <a:pt x="14" y="104"/>
                    <a:pt x="25" y="104"/>
                  </a:cubicBezTo>
                  <a:cubicBezTo>
                    <a:pt x="25" y="104"/>
                    <a:pt x="25" y="104"/>
                    <a:pt x="25" y="104"/>
                  </a:cubicBezTo>
                  <a:cubicBezTo>
                    <a:pt x="29" y="104"/>
                    <a:pt x="34" y="104"/>
                    <a:pt x="40" y="103"/>
                  </a:cubicBezTo>
                  <a:cubicBezTo>
                    <a:pt x="45" y="118"/>
                    <a:pt x="53" y="128"/>
                    <a:pt x="62" y="128"/>
                  </a:cubicBezTo>
                  <a:cubicBezTo>
                    <a:pt x="71" y="128"/>
                    <a:pt x="79" y="118"/>
                    <a:pt x="84" y="103"/>
                  </a:cubicBezTo>
                  <a:cubicBezTo>
                    <a:pt x="90" y="104"/>
                    <a:pt x="95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110" y="104"/>
                    <a:pt x="117" y="101"/>
                    <a:pt x="120" y="96"/>
                  </a:cubicBezTo>
                  <a:cubicBezTo>
                    <a:pt x="124" y="89"/>
                    <a:pt x="120" y="77"/>
                    <a:pt x="108" y="64"/>
                  </a:cubicBezTo>
                  <a:cubicBezTo>
                    <a:pt x="120" y="51"/>
                    <a:pt x="124" y="39"/>
                    <a:pt x="120" y="32"/>
                  </a:cubicBezTo>
                  <a:cubicBezTo>
                    <a:pt x="117" y="27"/>
                    <a:pt x="110" y="24"/>
                    <a:pt x="99" y="24"/>
                  </a:cubicBezTo>
                  <a:cubicBezTo>
                    <a:pt x="95" y="24"/>
                    <a:pt x="90" y="24"/>
                    <a:pt x="84" y="25"/>
                  </a:cubicBezTo>
                  <a:cubicBezTo>
                    <a:pt x="79" y="10"/>
                    <a:pt x="71" y="0"/>
                    <a:pt x="62" y="0"/>
                  </a:cubicBezTo>
                  <a:cubicBezTo>
                    <a:pt x="53" y="0"/>
                    <a:pt x="45" y="10"/>
                    <a:pt x="40" y="25"/>
                  </a:cubicBezTo>
                  <a:cubicBezTo>
                    <a:pt x="34" y="24"/>
                    <a:pt x="29" y="24"/>
                    <a:pt x="25" y="24"/>
                  </a:cubicBezTo>
                  <a:cubicBezTo>
                    <a:pt x="14" y="24"/>
                    <a:pt x="7" y="27"/>
                    <a:pt x="4" y="32"/>
                  </a:cubicBezTo>
                  <a:cubicBezTo>
                    <a:pt x="0" y="39"/>
                    <a:pt x="4" y="51"/>
                    <a:pt x="16" y="64"/>
                  </a:cubicBezTo>
                  <a:cubicBezTo>
                    <a:pt x="4" y="77"/>
                    <a:pt x="0" y="89"/>
                    <a:pt x="4" y="96"/>
                  </a:cubicBezTo>
                  <a:close/>
                  <a:moveTo>
                    <a:pt x="62" y="124"/>
                  </a:moveTo>
                  <a:cubicBezTo>
                    <a:pt x="55" y="124"/>
                    <a:pt x="48" y="115"/>
                    <a:pt x="43" y="102"/>
                  </a:cubicBezTo>
                  <a:cubicBezTo>
                    <a:pt x="50" y="100"/>
                    <a:pt x="56" y="98"/>
                    <a:pt x="62" y="95"/>
                  </a:cubicBezTo>
                  <a:cubicBezTo>
                    <a:pt x="68" y="98"/>
                    <a:pt x="74" y="100"/>
                    <a:pt x="81" y="102"/>
                  </a:cubicBezTo>
                  <a:cubicBezTo>
                    <a:pt x="76" y="115"/>
                    <a:pt x="69" y="124"/>
                    <a:pt x="62" y="124"/>
                  </a:cubicBezTo>
                  <a:close/>
                  <a:moveTo>
                    <a:pt x="38" y="64"/>
                  </a:moveTo>
                  <a:cubicBezTo>
                    <a:pt x="38" y="59"/>
                    <a:pt x="38" y="55"/>
                    <a:pt x="39" y="50"/>
                  </a:cubicBezTo>
                  <a:cubicBezTo>
                    <a:pt x="42" y="48"/>
                    <a:pt x="46" y="46"/>
                    <a:pt x="50" y="43"/>
                  </a:cubicBezTo>
                  <a:cubicBezTo>
                    <a:pt x="54" y="41"/>
                    <a:pt x="58" y="39"/>
                    <a:pt x="62" y="37"/>
                  </a:cubicBezTo>
                  <a:cubicBezTo>
                    <a:pt x="66" y="39"/>
                    <a:pt x="70" y="41"/>
                    <a:pt x="74" y="43"/>
                  </a:cubicBezTo>
                  <a:cubicBezTo>
                    <a:pt x="78" y="46"/>
                    <a:pt x="82" y="48"/>
                    <a:pt x="85" y="50"/>
                  </a:cubicBezTo>
                  <a:cubicBezTo>
                    <a:pt x="86" y="55"/>
                    <a:pt x="86" y="59"/>
                    <a:pt x="86" y="64"/>
                  </a:cubicBezTo>
                  <a:cubicBezTo>
                    <a:pt x="86" y="69"/>
                    <a:pt x="86" y="73"/>
                    <a:pt x="85" y="78"/>
                  </a:cubicBezTo>
                  <a:cubicBezTo>
                    <a:pt x="82" y="80"/>
                    <a:pt x="78" y="82"/>
                    <a:pt x="74" y="85"/>
                  </a:cubicBezTo>
                  <a:cubicBezTo>
                    <a:pt x="70" y="87"/>
                    <a:pt x="66" y="89"/>
                    <a:pt x="62" y="91"/>
                  </a:cubicBezTo>
                  <a:cubicBezTo>
                    <a:pt x="58" y="89"/>
                    <a:pt x="54" y="87"/>
                    <a:pt x="50" y="85"/>
                  </a:cubicBezTo>
                  <a:cubicBezTo>
                    <a:pt x="46" y="82"/>
                    <a:pt x="42" y="80"/>
                    <a:pt x="39" y="78"/>
                  </a:cubicBezTo>
                  <a:cubicBezTo>
                    <a:pt x="38" y="73"/>
                    <a:pt x="38" y="69"/>
                    <a:pt x="38" y="64"/>
                  </a:cubicBezTo>
                  <a:close/>
                  <a:moveTo>
                    <a:pt x="34" y="74"/>
                  </a:moveTo>
                  <a:cubicBezTo>
                    <a:pt x="30" y="71"/>
                    <a:pt x="26" y="68"/>
                    <a:pt x="22" y="64"/>
                  </a:cubicBezTo>
                  <a:cubicBezTo>
                    <a:pt x="26" y="60"/>
                    <a:pt x="30" y="57"/>
                    <a:pt x="34" y="54"/>
                  </a:cubicBezTo>
                  <a:cubicBezTo>
                    <a:pt x="34" y="57"/>
                    <a:pt x="34" y="60"/>
                    <a:pt x="34" y="64"/>
                  </a:cubicBezTo>
                  <a:cubicBezTo>
                    <a:pt x="34" y="68"/>
                    <a:pt x="34" y="71"/>
                    <a:pt x="34" y="74"/>
                  </a:cubicBezTo>
                  <a:close/>
                  <a:moveTo>
                    <a:pt x="39" y="45"/>
                  </a:moveTo>
                  <a:cubicBezTo>
                    <a:pt x="40" y="40"/>
                    <a:pt x="41" y="35"/>
                    <a:pt x="42" y="30"/>
                  </a:cubicBezTo>
                  <a:cubicBezTo>
                    <a:pt x="47" y="31"/>
                    <a:pt x="52" y="33"/>
                    <a:pt x="57" y="35"/>
                  </a:cubicBezTo>
                  <a:cubicBezTo>
                    <a:pt x="54" y="36"/>
                    <a:pt x="51" y="38"/>
                    <a:pt x="48" y="40"/>
                  </a:cubicBezTo>
                  <a:cubicBezTo>
                    <a:pt x="45" y="42"/>
                    <a:pt x="42" y="43"/>
                    <a:pt x="39" y="45"/>
                  </a:cubicBezTo>
                  <a:close/>
                  <a:moveTo>
                    <a:pt x="67" y="35"/>
                  </a:moveTo>
                  <a:cubicBezTo>
                    <a:pt x="72" y="33"/>
                    <a:pt x="77" y="31"/>
                    <a:pt x="82" y="30"/>
                  </a:cubicBezTo>
                  <a:cubicBezTo>
                    <a:pt x="83" y="35"/>
                    <a:pt x="84" y="40"/>
                    <a:pt x="85" y="45"/>
                  </a:cubicBezTo>
                  <a:cubicBezTo>
                    <a:pt x="82" y="43"/>
                    <a:pt x="79" y="42"/>
                    <a:pt x="76" y="40"/>
                  </a:cubicBezTo>
                  <a:cubicBezTo>
                    <a:pt x="73" y="38"/>
                    <a:pt x="70" y="36"/>
                    <a:pt x="67" y="35"/>
                  </a:cubicBezTo>
                  <a:close/>
                  <a:moveTo>
                    <a:pt x="90" y="54"/>
                  </a:moveTo>
                  <a:cubicBezTo>
                    <a:pt x="94" y="57"/>
                    <a:pt x="98" y="60"/>
                    <a:pt x="102" y="64"/>
                  </a:cubicBezTo>
                  <a:cubicBezTo>
                    <a:pt x="98" y="68"/>
                    <a:pt x="94" y="71"/>
                    <a:pt x="90" y="74"/>
                  </a:cubicBezTo>
                  <a:cubicBezTo>
                    <a:pt x="90" y="71"/>
                    <a:pt x="90" y="68"/>
                    <a:pt x="90" y="64"/>
                  </a:cubicBezTo>
                  <a:cubicBezTo>
                    <a:pt x="90" y="60"/>
                    <a:pt x="90" y="57"/>
                    <a:pt x="90" y="54"/>
                  </a:cubicBezTo>
                  <a:close/>
                  <a:moveTo>
                    <a:pt x="85" y="83"/>
                  </a:moveTo>
                  <a:cubicBezTo>
                    <a:pt x="84" y="88"/>
                    <a:pt x="83" y="93"/>
                    <a:pt x="82" y="98"/>
                  </a:cubicBezTo>
                  <a:cubicBezTo>
                    <a:pt x="77" y="97"/>
                    <a:pt x="72" y="95"/>
                    <a:pt x="67" y="93"/>
                  </a:cubicBezTo>
                  <a:cubicBezTo>
                    <a:pt x="70" y="92"/>
                    <a:pt x="73" y="90"/>
                    <a:pt x="76" y="88"/>
                  </a:cubicBezTo>
                  <a:cubicBezTo>
                    <a:pt x="79" y="86"/>
                    <a:pt x="82" y="85"/>
                    <a:pt x="85" y="83"/>
                  </a:cubicBezTo>
                  <a:close/>
                  <a:moveTo>
                    <a:pt x="48" y="88"/>
                  </a:moveTo>
                  <a:cubicBezTo>
                    <a:pt x="51" y="90"/>
                    <a:pt x="54" y="92"/>
                    <a:pt x="57" y="93"/>
                  </a:cubicBezTo>
                  <a:cubicBezTo>
                    <a:pt x="52" y="95"/>
                    <a:pt x="47" y="97"/>
                    <a:pt x="42" y="98"/>
                  </a:cubicBezTo>
                  <a:cubicBezTo>
                    <a:pt x="41" y="93"/>
                    <a:pt x="40" y="88"/>
                    <a:pt x="39" y="83"/>
                  </a:cubicBezTo>
                  <a:cubicBezTo>
                    <a:pt x="42" y="85"/>
                    <a:pt x="45" y="86"/>
                    <a:pt x="48" y="88"/>
                  </a:cubicBezTo>
                  <a:close/>
                  <a:moveTo>
                    <a:pt x="116" y="94"/>
                  </a:moveTo>
                  <a:cubicBezTo>
                    <a:pt x="114" y="98"/>
                    <a:pt x="108" y="100"/>
                    <a:pt x="99" y="100"/>
                  </a:cubicBezTo>
                  <a:cubicBezTo>
                    <a:pt x="95" y="100"/>
                    <a:pt x="90" y="100"/>
                    <a:pt x="86" y="99"/>
                  </a:cubicBezTo>
                  <a:cubicBezTo>
                    <a:pt x="87" y="93"/>
                    <a:pt x="88" y="87"/>
                    <a:pt x="89" y="80"/>
                  </a:cubicBezTo>
                  <a:cubicBezTo>
                    <a:pt x="95" y="76"/>
                    <a:pt x="101" y="71"/>
                    <a:pt x="105" y="67"/>
                  </a:cubicBezTo>
                  <a:cubicBezTo>
                    <a:pt x="115" y="78"/>
                    <a:pt x="120" y="88"/>
                    <a:pt x="116" y="94"/>
                  </a:cubicBezTo>
                  <a:close/>
                  <a:moveTo>
                    <a:pt x="99" y="28"/>
                  </a:moveTo>
                  <a:cubicBezTo>
                    <a:pt x="108" y="28"/>
                    <a:pt x="114" y="30"/>
                    <a:pt x="116" y="34"/>
                  </a:cubicBezTo>
                  <a:cubicBezTo>
                    <a:pt x="120" y="40"/>
                    <a:pt x="115" y="50"/>
                    <a:pt x="105" y="61"/>
                  </a:cubicBezTo>
                  <a:cubicBezTo>
                    <a:pt x="101" y="57"/>
                    <a:pt x="95" y="52"/>
                    <a:pt x="89" y="48"/>
                  </a:cubicBezTo>
                  <a:cubicBezTo>
                    <a:pt x="88" y="41"/>
                    <a:pt x="87" y="35"/>
                    <a:pt x="86" y="29"/>
                  </a:cubicBezTo>
                  <a:cubicBezTo>
                    <a:pt x="90" y="28"/>
                    <a:pt x="95" y="28"/>
                    <a:pt x="99" y="28"/>
                  </a:cubicBezTo>
                  <a:close/>
                  <a:moveTo>
                    <a:pt x="62" y="4"/>
                  </a:moveTo>
                  <a:cubicBezTo>
                    <a:pt x="69" y="4"/>
                    <a:pt x="76" y="13"/>
                    <a:pt x="81" y="26"/>
                  </a:cubicBezTo>
                  <a:cubicBezTo>
                    <a:pt x="74" y="28"/>
                    <a:pt x="68" y="30"/>
                    <a:pt x="62" y="33"/>
                  </a:cubicBezTo>
                  <a:cubicBezTo>
                    <a:pt x="56" y="30"/>
                    <a:pt x="50" y="28"/>
                    <a:pt x="43" y="26"/>
                  </a:cubicBezTo>
                  <a:cubicBezTo>
                    <a:pt x="48" y="13"/>
                    <a:pt x="55" y="4"/>
                    <a:pt x="62" y="4"/>
                  </a:cubicBezTo>
                  <a:close/>
                  <a:moveTo>
                    <a:pt x="8" y="34"/>
                  </a:moveTo>
                  <a:cubicBezTo>
                    <a:pt x="10" y="30"/>
                    <a:pt x="16" y="28"/>
                    <a:pt x="25" y="28"/>
                  </a:cubicBezTo>
                  <a:cubicBezTo>
                    <a:pt x="29" y="28"/>
                    <a:pt x="34" y="28"/>
                    <a:pt x="38" y="29"/>
                  </a:cubicBezTo>
                  <a:cubicBezTo>
                    <a:pt x="37" y="35"/>
                    <a:pt x="36" y="41"/>
                    <a:pt x="35" y="48"/>
                  </a:cubicBezTo>
                  <a:cubicBezTo>
                    <a:pt x="29" y="52"/>
                    <a:pt x="23" y="57"/>
                    <a:pt x="19" y="61"/>
                  </a:cubicBezTo>
                  <a:cubicBezTo>
                    <a:pt x="9" y="50"/>
                    <a:pt x="4" y="40"/>
                    <a:pt x="8" y="34"/>
                  </a:cubicBezTo>
                  <a:close/>
                  <a:moveTo>
                    <a:pt x="19" y="67"/>
                  </a:moveTo>
                  <a:cubicBezTo>
                    <a:pt x="23" y="71"/>
                    <a:pt x="29" y="76"/>
                    <a:pt x="35" y="80"/>
                  </a:cubicBezTo>
                  <a:cubicBezTo>
                    <a:pt x="36" y="87"/>
                    <a:pt x="37" y="93"/>
                    <a:pt x="38" y="99"/>
                  </a:cubicBezTo>
                  <a:cubicBezTo>
                    <a:pt x="34" y="100"/>
                    <a:pt x="29" y="100"/>
                    <a:pt x="25" y="100"/>
                  </a:cubicBezTo>
                  <a:cubicBezTo>
                    <a:pt x="25" y="100"/>
                    <a:pt x="25" y="100"/>
                    <a:pt x="25" y="100"/>
                  </a:cubicBezTo>
                  <a:cubicBezTo>
                    <a:pt x="16" y="100"/>
                    <a:pt x="10" y="98"/>
                    <a:pt x="8" y="94"/>
                  </a:cubicBezTo>
                  <a:cubicBezTo>
                    <a:pt x="4" y="88"/>
                    <a:pt x="9" y="78"/>
                    <a:pt x="19" y="67"/>
                  </a:cubicBezTo>
                  <a:close/>
                </a:path>
              </a:pathLst>
            </a:custGeom>
            <a:grpFill/>
            <a:ln w="12700">
              <a:solidFill>
                <a:srgbClr val="013B6D"/>
              </a:solidFill>
              <a:round/>
            </a:ln>
          </p:spPr>
          <p:txBody>
            <a:bodyPr/>
            <a:lstStyle/>
            <a:p>
              <a:pPr>
                <a:defRPr/>
              </a:pPr>
              <a:endParaRPr lang="id-ID"/>
            </a:p>
          </p:txBody>
        </p:sp>
        <p:sp>
          <p:nvSpPr>
            <p:cNvPr id="10" name="Freeform 155">
              <a:extLst>
                <a:ext uri="{FF2B5EF4-FFF2-40B4-BE49-F238E27FC236}">
                  <a16:creationId xmlns:a16="http://schemas.microsoft.com/office/drawing/2014/main" id="{E670586B-FB06-4675-A666-8A66FA6510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7026" y="3716338"/>
              <a:ext cx="46038" cy="46038"/>
            </a:xfrm>
            <a:custGeom>
              <a:avLst/>
              <a:gdLst/>
              <a:ahLst/>
              <a:cxnLst>
                <a:cxn ang="0">
                  <a:pos x="10" y="20"/>
                </a:cxn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10" y="20"/>
                </a:cxn>
                <a:cxn ang="0">
                  <a:pos x="10" y="4"/>
                </a:cxn>
                <a:cxn ang="0">
                  <a:pos x="16" y="10"/>
                </a:cxn>
                <a:cxn ang="0">
                  <a:pos x="10" y="16"/>
                </a:cxn>
                <a:cxn ang="0">
                  <a:pos x="4" y="10"/>
                </a:cxn>
                <a:cxn ang="0">
                  <a:pos x="10" y="4"/>
                </a:cxn>
              </a:cxnLst>
              <a:rect l="0" t="0" r="r" b="b"/>
              <a:pathLst>
                <a:path w="20" h="20">
                  <a:moveTo>
                    <a:pt x="10" y="20"/>
                  </a:moveTo>
                  <a:cubicBezTo>
                    <a:pt x="16" y="20"/>
                    <a:pt x="20" y="16"/>
                    <a:pt x="20" y="10"/>
                  </a:cubicBezTo>
                  <a:cubicBezTo>
                    <a:pt x="20" y="4"/>
                    <a:pt x="16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lose/>
                  <a:moveTo>
                    <a:pt x="10" y="4"/>
                  </a:moveTo>
                  <a:cubicBezTo>
                    <a:pt x="13" y="4"/>
                    <a:pt x="16" y="7"/>
                    <a:pt x="16" y="10"/>
                  </a:cubicBezTo>
                  <a:cubicBezTo>
                    <a:pt x="16" y="13"/>
                    <a:pt x="13" y="16"/>
                    <a:pt x="10" y="16"/>
                  </a:cubicBezTo>
                  <a:cubicBezTo>
                    <a:pt x="7" y="16"/>
                    <a:pt x="4" y="13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lose/>
                </a:path>
              </a:pathLst>
            </a:custGeom>
            <a:grpFill/>
            <a:ln w="12700">
              <a:solidFill>
                <a:srgbClr val="013B6D"/>
              </a:solidFill>
              <a:round/>
            </a:ln>
          </p:spPr>
          <p:txBody>
            <a:bodyPr/>
            <a:lstStyle/>
            <a:p>
              <a:pPr>
                <a:defRPr/>
              </a:pPr>
              <a:endParaRPr lang="id-ID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320D45B0-8146-4CED-BB96-BB93099AD164}"/>
              </a:ext>
            </a:extLst>
          </p:cNvPr>
          <p:cNvSpPr/>
          <p:nvPr/>
        </p:nvSpPr>
        <p:spPr>
          <a:xfrm>
            <a:off x="802448" y="2153383"/>
            <a:ext cx="5235803" cy="1020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5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系统梳理研究主题的代表性文献。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ts val="25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归纳核心概念、理论与已有发现。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ts val="2500"/>
              </a:lnSpc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通过文献对比明确研究切入点。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B2D50F9-21A4-45DD-86B9-C86631DC3523}"/>
              </a:ext>
            </a:extLst>
          </p:cNvPr>
          <p:cNvSpPr txBox="1"/>
          <p:nvPr/>
        </p:nvSpPr>
        <p:spPr>
          <a:xfrm>
            <a:off x="2373600" y="4158363"/>
            <a:ext cx="2421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数据分析法</a:t>
            </a:r>
            <a:endParaRPr lang="zh-CN" altLang="en-US" sz="1600" dirty="0">
              <a:solidFill>
                <a:srgbClr val="013B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Group 398">
            <a:extLst>
              <a:ext uri="{FF2B5EF4-FFF2-40B4-BE49-F238E27FC236}">
                <a16:creationId xmlns:a16="http://schemas.microsoft.com/office/drawing/2014/main" id="{2F27E9A4-68B2-49AD-935B-DD7FBCEFDA3B}"/>
              </a:ext>
            </a:extLst>
          </p:cNvPr>
          <p:cNvGrpSpPr/>
          <p:nvPr/>
        </p:nvGrpSpPr>
        <p:grpSpPr>
          <a:xfrm>
            <a:off x="1817715" y="4176377"/>
            <a:ext cx="391999" cy="405287"/>
            <a:chOff x="209551" y="3594100"/>
            <a:chExt cx="280988" cy="290513"/>
          </a:xfrm>
          <a:solidFill>
            <a:srgbClr val="157E9F"/>
          </a:solidFill>
        </p:grpSpPr>
        <p:sp>
          <p:nvSpPr>
            <p:cNvPr id="22" name="Freeform 154">
              <a:extLst>
                <a:ext uri="{FF2B5EF4-FFF2-40B4-BE49-F238E27FC236}">
                  <a16:creationId xmlns:a16="http://schemas.microsoft.com/office/drawing/2014/main" id="{441C4DFB-BCEE-4C0B-8F56-1856211A2A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9551" y="3594100"/>
              <a:ext cx="280988" cy="290513"/>
            </a:xfrm>
            <a:custGeom>
              <a:avLst/>
              <a:gdLst/>
              <a:ahLst/>
              <a:cxnLst>
                <a:cxn ang="0">
                  <a:pos x="25" y="104"/>
                </a:cxn>
                <a:cxn ang="0">
                  <a:pos x="40" y="103"/>
                </a:cxn>
                <a:cxn ang="0">
                  <a:pos x="84" y="103"/>
                </a:cxn>
                <a:cxn ang="0">
                  <a:pos x="99" y="104"/>
                </a:cxn>
                <a:cxn ang="0">
                  <a:pos x="108" y="64"/>
                </a:cxn>
                <a:cxn ang="0">
                  <a:pos x="99" y="24"/>
                </a:cxn>
                <a:cxn ang="0">
                  <a:pos x="62" y="0"/>
                </a:cxn>
                <a:cxn ang="0">
                  <a:pos x="25" y="24"/>
                </a:cxn>
                <a:cxn ang="0">
                  <a:pos x="16" y="64"/>
                </a:cxn>
                <a:cxn ang="0">
                  <a:pos x="62" y="124"/>
                </a:cxn>
                <a:cxn ang="0">
                  <a:pos x="62" y="95"/>
                </a:cxn>
                <a:cxn ang="0">
                  <a:pos x="62" y="124"/>
                </a:cxn>
                <a:cxn ang="0">
                  <a:pos x="39" y="50"/>
                </a:cxn>
                <a:cxn ang="0">
                  <a:pos x="62" y="37"/>
                </a:cxn>
                <a:cxn ang="0">
                  <a:pos x="85" y="50"/>
                </a:cxn>
                <a:cxn ang="0">
                  <a:pos x="85" y="78"/>
                </a:cxn>
                <a:cxn ang="0">
                  <a:pos x="62" y="91"/>
                </a:cxn>
                <a:cxn ang="0">
                  <a:pos x="39" y="78"/>
                </a:cxn>
                <a:cxn ang="0">
                  <a:pos x="34" y="74"/>
                </a:cxn>
                <a:cxn ang="0">
                  <a:pos x="34" y="54"/>
                </a:cxn>
                <a:cxn ang="0">
                  <a:pos x="34" y="74"/>
                </a:cxn>
                <a:cxn ang="0">
                  <a:pos x="42" y="30"/>
                </a:cxn>
                <a:cxn ang="0">
                  <a:pos x="48" y="40"/>
                </a:cxn>
                <a:cxn ang="0">
                  <a:pos x="67" y="35"/>
                </a:cxn>
                <a:cxn ang="0">
                  <a:pos x="85" y="45"/>
                </a:cxn>
                <a:cxn ang="0">
                  <a:pos x="67" y="35"/>
                </a:cxn>
                <a:cxn ang="0">
                  <a:pos x="102" y="64"/>
                </a:cxn>
                <a:cxn ang="0">
                  <a:pos x="90" y="64"/>
                </a:cxn>
                <a:cxn ang="0">
                  <a:pos x="85" y="83"/>
                </a:cxn>
                <a:cxn ang="0">
                  <a:pos x="67" y="93"/>
                </a:cxn>
                <a:cxn ang="0">
                  <a:pos x="85" y="83"/>
                </a:cxn>
                <a:cxn ang="0">
                  <a:pos x="57" y="93"/>
                </a:cxn>
                <a:cxn ang="0">
                  <a:pos x="39" y="83"/>
                </a:cxn>
                <a:cxn ang="0">
                  <a:pos x="116" y="94"/>
                </a:cxn>
                <a:cxn ang="0">
                  <a:pos x="86" y="99"/>
                </a:cxn>
                <a:cxn ang="0">
                  <a:pos x="105" y="67"/>
                </a:cxn>
                <a:cxn ang="0">
                  <a:pos x="99" y="28"/>
                </a:cxn>
                <a:cxn ang="0">
                  <a:pos x="105" y="61"/>
                </a:cxn>
                <a:cxn ang="0">
                  <a:pos x="86" y="29"/>
                </a:cxn>
                <a:cxn ang="0">
                  <a:pos x="62" y="4"/>
                </a:cxn>
                <a:cxn ang="0">
                  <a:pos x="62" y="33"/>
                </a:cxn>
                <a:cxn ang="0">
                  <a:pos x="62" y="4"/>
                </a:cxn>
                <a:cxn ang="0">
                  <a:pos x="25" y="28"/>
                </a:cxn>
                <a:cxn ang="0">
                  <a:pos x="35" y="48"/>
                </a:cxn>
                <a:cxn ang="0">
                  <a:pos x="8" y="34"/>
                </a:cxn>
                <a:cxn ang="0">
                  <a:pos x="35" y="80"/>
                </a:cxn>
                <a:cxn ang="0">
                  <a:pos x="25" y="100"/>
                </a:cxn>
                <a:cxn ang="0">
                  <a:pos x="8" y="94"/>
                </a:cxn>
              </a:cxnLst>
              <a:rect l="0" t="0" r="r" b="b"/>
              <a:pathLst>
                <a:path w="124" h="128">
                  <a:moveTo>
                    <a:pt x="4" y="96"/>
                  </a:moveTo>
                  <a:cubicBezTo>
                    <a:pt x="7" y="101"/>
                    <a:pt x="14" y="104"/>
                    <a:pt x="25" y="104"/>
                  </a:cubicBezTo>
                  <a:cubicBezTo>
                    <a:pt x="25" y="104"/>
                    <a:pt x="25" y="104"/>
                    <a:pt x="25" y="104"/>
                  </a:cubicBezTo>
                  <a:cubicBezTo>
                    <a:pt x="29" y="104"/>
                    <a:pt x="34" y="104"/>
                    <a:pt x="40" y="103"/>
                  </a:cubicBezTo>
                  <a:cubicBezTo>
                    <a:pt x="45" y="118"/>
                    <a:pt x="53" y="128"/>
                    <a:pt x="62" y="128"/>
                  </a:cubicBezTo>
                  <a:cubicBezTo>
                    <a:pt x="71" y="128"/>
                    <a:pt x="79" y="118"/>
                    <a:pt x="84" y="103"/>
                  </a:cubicBezTo>
                  <a:cubicBezTo>
                    <a:pt x="90" y="104"/>
                    <a:pt x="95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110" y="104"/>
                    <a:pt x="117" y="101"/>
                    <a:pt x="120" y="96"/>
                  </a:cubicBezTo>
                  <a:cubicBezTo>
                    <a:pt x="124" y="89"/>
                    <a:pt x="120" y="77"/>
                    <a:pt x="108" y="64"/>
                  </a:cubicBezTo>
                  <a:cubicBezTo>
                    <a:pt x="120" y="51"/>
                    <a:pt x="124" y="39"/>
                    <a:pt x="120" y="32"/>
                  </a:cubicBezTo>
                  <a:cubicBezTo>
                    <a:pt x="117" y="27"/>
                    <a:pt x="110" y="24"/>
                    <a:pt x="99" y="24"/>
                  </a:cubicBezTo>
                  <a:cubicBezTo>
                    <a:pt x="95" y="24"/>
                    <a:pt x="90" y="24"/>
                    <a:pt x="84" y="25"/>
                  </a:cubicBezTo>
                  <a:cubicBezTo>
                    <a:pt x="79" y="10"/>
                    <a:pt x="71" y="0"/>
                    <a:pt x="62" y="0"/>
                  </a:cubicBezTo>
                  <a:cubicBezTo>
                    <a:pt x="53" y="0"/>
                    <a:pt x="45" y="10"/>
                    <a:pt x="40" y="25"/>
                  </a:cubicBezTo>
                  <a:cubicBezTo>
                    <a:pt x="34" y="24"/>
                    <a:pt x="29" y="24"/>
                    <a:pt x="25" y="24"/>
                  </a:cubicBezTo>
                  <a:cubicBezTo>
                    <a:pt x="14" y="24"/>
                    <a:pt x="7" y="27"/>
                    <a:pt x="4" y="32"/>
                  </a:cubicBezTo>
                  <a:cubicBezTo>
                    <a:pt x="0" y="39"/>
                    <a:pt x="4" y="51"/>
                    <a:pt x="16" y="64"/>
                  </a:cubicBezTo>
                  <a:cubicBezTo>
                    <a:pt x="4" y="77"/>
                    <a:pt x="0" y="89"/>
                    <a:pt x="4" y="96"/>
                  </a:cubicBezTo>
                  <a:close/>
                  <a:moveTo>
                    <a:pt x="62" y="124"/>
                  </a:moveTo>
                  <a:cubicBezTo>
                    <a:pt x="55" y="124"/>
                    <a:pt x="48" y="115"/>
                    <a:pt x="43" y="102"/>
                  </a:cubicBezTo>
                  <a:cubicBezTo>
                    <a:pt x="50" y="100"/>
                    <a:pt x="56" y="98"/>
                    <a:pt x="62" y="95"/>
                  </a:cubicBezTo>
                  <a:cubicBezTo>
                    <a:pt x="68" y="98"/>
                    <a:pt x="74" y="100"/>
                    <a:pt x="81" y="102"/>
                  </a:cubicBezTo>
                  <a:cubicBezTo>
                    <a:pt x="76" y="115"/>
                    <a:pt x="69" y="124"/>
                    <a:pt x="62" y="124"/>
                  </a:cubicBezTo>
                  <a:close/>
                  <a:moveTo>
                    <a:pt x="38" y="64"/>
                  </a:moveTo>
                  <a:cubicBezTo>
                    <a:pt x="38" y="59"/>
                    <a:pt x="38" y="55"/>
                    <a:pt x="39" y="50"/>
                  </a:cubicBezTo>
                  <a:cubicBezTo>
                    <a:pt x="42" y="48"/>
                    <a:pt x="46" y="46"/>
                    <a:pt x="50" y="43"/>
                  </a:cubicBezTo>
                  <a:cubicBezTo>
                    <a:pt x="54" y="41"/>
                    <a:pt x="58" y="39"/>
                    <a:pt x="62" y="37"/>
                  </a:cubicBezTo>
                  <a:cubicBezTo>
                    <a:pt x="66" y="39"/>
                    <a:pt x="70" y="41"/>
                    <a:pt x="74" y="43"/>
                  </a:cubicBezTo>
                  <a:cubicBezTo>
                    <a:pt x="78" y="46"/>
                    <a:pt x="82" y="48"/>
                    <a:pt x="85" y="50"/>
                  </a:cubicBezTo>
                  <a:cubicBezTo>
                    <a:pt x="86" y="55"/>
                    <a:pt x="86" y="59"/>
                    <a:pt x="86" y="64"/>
                  </a:cubicBezTo>
                  <a:cubicBezTo>
                    <a:pt x="86" y="69"/>
                    <a:pt x="86" y="73"/>
                    <a:pt x="85" y="78"/>
                  </a:cubicBezTo>
                  <a:cubicBezTo>
                    <a:pt x="82" y="80"/>
                    <a:pt x="78" y="82"/>
                    <a:pt x="74" y="85"/>
                  </a:cubicBezTo>
                  <a:cubicBezTo>
                    <a:pt x="70" y="87"/>
                    <a:pt x="66" y="89"/>
                    <a:pt x="62" y="91"/>
                  </a:cubicBezTo>
                  <a:cubicBezTo>
                    <a:pt x="58" y="89"/>
                    <a:pt x="54" y="87"/>
                    <a:pt x="50" y="85"/>
                  </a:cubicBezTo>
                  <a:cubicBezTo>
                    <a:pt x="46" y="82"/>
                    <a:pt x="42" y="80"/>
                    <a:pt x="39" y="78"/>
                  </a:cubicBezTo>
                  <a:cubicBezTo>
                    <a:pt x="38" y="73"/>
                    <a:pt x="38" y="69"/>
                    <a:pt x="38" y="64"/>
                  </a:cubicBezTo>
                  <a:close/>
                  <a:moveTo>
                    <a:pt x="34" y="74"/>
                  </a:moveTo>
                  <a:cubicBezTo>
                    <a:pt x="30" y="71"/>
                    <a:pt x="26" y="68"/>
                    <a:pt x="22" y="64"/>
                  </a:cubicBezTo>
                  <a:cubicBezTo>
                    <a:pt x="26" y="60"/>
                    <a:pt x="30" y="57"/>
                    <a:pt x="34" y="54"/>
                  </a:cubicBezTo>
                  <a:cubicBezTo>
                    <a:pt x="34" y="57"/>
                    <a:pt x="34" y="60"/>
                    <a:pt x="34" y="64"/>
                  </a:cubicBezTo>
                  <a:cubicBezTo>
                    <a:pt x="34" y="68"/>
                    <a:pt x="34" y="71"/>
                    <a:pt x="34" y="74"/>
                  </a:cubicBezTo>
                  <a:close/>
                  <a:moveTo>
                    <a:pt x="39" y="45"/>
                  </a:moveTo>
                  <a:cubicBezTo>
                    <a:pt x="40" y="40"/>
                    <a:pt x="41" y="35"/>
                    <a:pt x="42" y="30"/>
                  </a:cubicBezTo>
                  <a:cubicBezTo>
                    <a:pt x="47" y="31"/>
                    <a:pt x="52" y="33"/>
                    <a:pt x="57" y="35"/>
                  </a:cubicBezTo>
                  <a:cubicBezTo>
                    <a:pt x="54" y="36"/>
                    <a:pt x="51" y="38"/>
                    <a:pt x="48" y="40"/>
                  </a:cubicBezTo>
                  <a:cubicBezTo>
                    <a:pt x="45" y="42"/>
                    <a:pt x="42" y="43"/>
                    <a:pt x="39" y="45"/>
                  </a:cubicBezTo>
                  <a:close/>
                  <a:moveTo>
                    <a:pt x="67" y="35"/>
                  </a:moveTo>
                  <a:cubicBezTo>
                    <a:pt x="72" y="33"/>
                    <a:pt x="77" y="31"/>
                    <a:pt x="82" y="30"/>
                  </a:cubicBezTo>
                  <a:cubicBezTo>
                    <a:pt x="83" y="35"/>
                    <a:pt x="84" y="40"/>
                    <a:pt x="85" y="45"/>
                  </a:cubicBezTo>
                  <a:cubicBezTo>
                    <a:pt x="82" y="43"/>
                    <a:pt x="79" y="42"/>
                    <a:pt x="76" y="40"/>
                  </a:cubicBezTo>
                  <a:cubicBezTo>
                    <a:pt x="73" y="38"/>
                    <a:pt x="70" y="36"/>
                    <a:pt x="67" y="35"/>
                  </a:cubicBezTo>
                  <a:close/>
                  <a:moveTo>
                    <a:pt x="90" y="54"/>
                  </a:moveTo>
                  <a:cubicBezTo>
                    <a:pt x="94" y="57"/>
                    <a:pt x="98" y="60"/>
                    <a:pt x="102" y="64"/>
                  </a:cubicBezTo>
                  <a:cubicBezTo>
                    <a:pt x="98" y="68"/>
                    <a:pt x="94" y="71"/>
                    <a:pt x="90" y="74"/>
                  </a:cubicBezTo>
                  <a:cubicBezTo>
                    <a:pt x="90" y="71"/>
                    <a:pt x="90" y="68"/>
                    <a:pt x="90" y="64"/>
                  </a:cubicBezTo>
                  <a:cubicBezTo>
                    <a:pt x="90" y="60"/>
                    <a:pt x="90" y="57"/>
                    <a:pt x="90" y="54"/>
                  </a:cubicBezTo>
                  <a:close/>
                  <a:moveTo>
                    <a:pt x="85" y="83"/>
                  </a:moveTo>
                  <a:cubicBezTo>
                    <a:pt x="84" y="88"/>
                    <a:pt x="83" y="93"/>
                    <a:pt x="82" y="98"/>
                  </a:cubicBezTo>
                  <a:cubicBezTo>
                    <a:pt x="77" y="97"/>
                    <a:pt x="72" y="95"/>
                    <a:pt x="67" y="93"/>
                  </a:cubicBezTo>
                  <a:cubicBezTo>
                    <a:pt x="70" y="92"/>
                    <a:pt x="73" y="90"/>
                    <a:pt x="76" y="88"/>
                  </a:cubicBezTo>
                  <a:cubicBezTo>
                    <a:pt x="79" y="86"/>
                    <a:pt x="82" y="85"/>
                    <a:pt x="85" y="83"/>
                  </a:cubicBezTo>
                  <a:close/>
                  <a:moveTo>
                    <a:pt x="48" y="88"/>
                  </a:moveTo>
                  <a:cubicBezTo>
                    <a:pt x="51" y="90"/>
                    <a:pt x="54" y="92"/>
                    <a:pt x="57" y="93"/>
                  </a:cubicBezTo>
                  <a:cubicBezTo>
                    <a:pt x="52" y="95"/>
                    <a:pt x="47" y="97"/>
                    <a:pt x="42" y="98"/>
                  </a:cubicBezTo>
                  <a:cubicBezTo>
                    <a:pt x="41" y="93"/>
                    <a:pt x="40" y="88"/>
                    <a:pt x="39" y="83"/>
                  </a:cubicBezTo>
                  <a:cubicBezTo>
                    <a:pt x="42" y="85"/>
                    <a:pt x="45" y="86"/>
                    <a:pt x="48" y="88"/>
                  </a:cubicBezTo>
                  <a:close/>
                  <a:moveTo>
                    <a:pt x="116" y="94"/>
                  </a:moveTo>
                  <a:cubicBezTo>
                    <a:pt x="114" y="98"/>
                    <a:pt x="108" y="100"/>
                    <a:pt x="99" y="100"/>
                  </a:cubicBezTo>
                  <a:cubicBezTo>
                    <a:pt x="95" y="100"/>
                    <a:pt x="90" y="100"/>
                    <a:pt x="86" y="99"/>
                  </a:cubicBezTo>
                  <a:cubicBezTo>
                    <a:pt x="87" y="93"/>
                    <a:pt x="88" y="87"/>
                    <a:pt x="89" y="80"/>
                  </a:cubicBezTo>
                  <a:cubicBezTo>
                    <a:pt x="95" y="76"/>
                    <a:pt x="101" y="71"/>
                    <a:pt x="105" y="67"/>
                  </a:cubicBezTo>
                  <a:cubicBezTo>
                    <a:pt x="115" y="78"/>
                    <a:pt x="120" y="88"/>
                    <a:pt x="116" y="94"/>
                  </a:cubicBezTo>
                  <a:close/>
                  <a:moveTo>
                    <a:pt x="99" y="28"/>
                  </a:moveTo>
                  <a:cubicBezTo>
                    <a:pt x="108" y="28"/>
                    <a:pt x="114" y="30"/>
                    <a:pt x="116" y="34"/>
                  </a:cubicBezTo>
                  <a:cubicBezTo>
                    <a:pt x="120" y="40"/>
                    <a:pt x="115" y="50"/>
                    <a:pt x="105" y="61"/>
                  </a:cubicBezTo>
                  <a:cubicBezTo>
                    <a:pt x="101" y="57"/>
                    <a:pt x="95" y="52"/>
                    <a:pt x="89" y="48"/>
                  </a:cubicBezTo>
                  <a:cubicBezTo>
                    <a:pt x="88" y="41"/>
                    <a:pt x="87" y="35"/>
                    <a:pt x="86" y="29"/>
                  </a:cubicBezTo>
                  <a:cubicBezTo>
                    <a:pt x="90" y="28"/>
                    <a:pt x="95" y="28"/>
                    <a:pt x="99" y="28"/>
                  </a:cubicBezTo>
                  <a:close/>
                  <a:moveTo>
                    <a:pt x="62" y="4"/>
                  </a:moveTo>
                  <a:cubicBezTo>
                    <a:pt x="69" y="4"/>
                    <a:pt x="76" y="13"/>
                    <a:pt x="81" y="26"/>
                  </a:cubicBezTo>
                  <a:cubicBezTo>
                    <a:pt x="74" y="28"/>
                    <a:pt x="68" y="30"/>
                    <a:pt x="62" y="33"/>
                  </a:cubicBezTo>
                  <a:cubicBezTo>
                    <a:pt x="56" y="30"/>
                    <a:pt x="50" y="28"/>
                    <a:pt x="43" y="26"/>
                  </a:cubicBezTo>
                  <a:cubicBezTo>
                    <a:pt x="48" y="13"/>
                    <a:pt x="55" y="4"/>
                    <a:pt x="62" y="4"/>
                  </a:cubicBezTo>
                  <a:close/>
                  <a:moveTo>
                    <a:pt x="8" y="34"/>
                  </a:moveTo>
                  <a:cubicBezTo>
                    <a:pt x="10" y="30"/>
                    <a:pt x="16" y="28"/>
                    <a:pt x="25" y="28"/>
                  </a:cubicBezTo>
                  <a:cubicBezTo>
                    <a:pt x="29" y="28"/>
                    <a:pt x="34" y="28"/>
                    <a:pt x="38" y="29"/>
                  </a:cubicBezTo>
                  <a:cubicBezTo>
                    <a:pt x="37" y="35"/>
                    <a:pt x="36" y="41"/>
                    <a:pt x="35" y="48"/>
                  </a:cubicBezTo>
                  <a:cubicBezTo>
                    <a:pt x="29" y="52"/>
                    <a:pt x="23" y="57"/>
                    <a:pt x="19" y="61"/>
                  </a:cubicBezTo>
                  <a:cubicBezTo>
                    <a:pt x="9" y="50"/>
                    <a:pt x="4" y="40"/>
                    <a:pt x="8" y="34"/>
                  </a:cubicBezTo>
                  <a:close/>
                  <a:moveTo>
                    <a:pt x="19" y="67"/>
                  </a:moveTo>
                  <a:cubicBezTo>
                    <a:pt x="23" y="71"/>
                    <a:pt x="29" y="76"/>
                    <a:pt x="35" y="80"/>
                  </a:cubicBezTo>
                  <a:cubicBezTo>
                    <a:pt x="36" y="87"/>
                    <a:pt x="37" y="93"/>
                    <a:pt x="38" y="99"/>
                  </a:cubicBezTo>
                  <a:cubicBezTo>
                    <a:pt x="34" y="100"/>
                    <a:pt x="29" y="100"/>
                    <a:pt x="25" y="100"/>
                  </a:cubicBezTo>
                  <a:cubicBezTo>
                    <a:pt x="25" y="100"/>
                    <a:pt x="25" y="100"/>
                    <a:pt x="25" y="100"/>
                  </a:cubicBezTo>
                  <a:cubicBezTo>
                    <a:pt x="16" y="100"/>
                    <a:pt x="10" y="98"/>
                    <a:pt x="8" y="94"/>
                  </a:cubicBezTo>
                  <a:cubicBezTo>
                    <a:pt x="4" y="88"/>
                    <a:pt x="9" y="78"/>
                    <a:pt x="19" y="67"/>
                  </a:cubicBezTo>
                  <a:close/>
                </a:path>
              </a:pathLst>
            </a:custGeom>
            <a:grpFill/>
            <a:ln w="12700">
              <a:solidFill>
                <a:srgbClr val="013B6D"/>
              </a:solidFill>
              <a:round/>
            </a:ln>
          </p:spPr>
          <p:txBody>
            <a:bodyPr/>
            <a:lstStyle/>
            <a:p>
              <a:pPr>
                <a:defRPr/>
              </a:pPr>
              <a:endParaRPr lang="id-ID"/>
            </a:p>
          </p:txBody>
        </p:sp>
        <p:sp>
          <p:nvSpPr>
            <p:cNvPr id="23" name="Freeform 155">
              <a:extLst>
                <a:ext uri="{FF2B5EF4-FFF2-40B4-BE49-F238E27FC236}">
                  <a16:creationId xmlns:a16="http://schemas.microsoft.com/office/drawing/2014/main" id="{A3EAF765-A0D9-4B97-B7B7-387B6885D3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7026" y="3716338"/>
              <a:ext cx="46038" cy="46038"/>
            </a:xfrm>
            <a:custGeom>
              <a:avLst/>
              <a:gdLst/>
              <a:ahLst/>
              <a:cxnLst>
                <a:cxn ang="0">
                  <a:pos x="10" y="20"/>
                </a:cxn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10" y="20"/>
                </a:cxn>
                <a:cxn ang="0">
                  <a:pos x="10" y="4"/>
                </a:cxn>
                <a:cxn ang="0">
                  <a:pos x="16" y="10"/>
                </a:cxn>
                <a:cxn ang="0">
                  <a:pos x="10" y="16"/>
                </a:cxn>
                <a:cxn ang="0">
                  <a:pos x="4" y="10"/>
                </a:cxn>
                <a:cxn ang="0">
                  <a:pos x="10" y="4"/>
                </a:cxn>
              </a:cxnLst>
              <a:rect l="0" t="0" r="r" b="b"/>
              <a:pathLst>
                <a:path w="20" h="20">
                  <a:moveTo>
                    <a:pt x="10" y="20"/>
                  </a:moveTo>
                  <a:cubicBezTo>
                    <a:pt x="16" y="20"/>
                    <a:pt x="20" y="16"/>
                    <a:pt x="20" y="10"/>
                  </a:cubicBezTo>
                  <a:cubicBezTo>
                    <a:pt x="20" y="4"/>
                    <a:pt x="16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lose/>
                  <a:moveTo>
                    <a:pt x="10" y="4"/>
                  </a:moveTo>
                  <a:cubicBezTo>
                    <a:pt x="13" y="4"/>
                    <a:pt x="16" y="7"/>
                    <a:pt x="16" y="10"/>
                  </a:cubicBezTo>
                  <a:cubicBezTo>
                    <a:pt x="16" y="13"/>
                    <a:pt x="13" y="16"/>
                    <a:pt x="10" y="16"/>
                  </a:cubicBezTo>
                  <a:cubicBezTo>
                    <a:pt x="7" y="16"/>
                    <a:pt x="4" y="13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lose/>
                </a:path>
              </a:pathLst>
            </a:custGeom>
            <a:grpFill/>
            <a:ln w="12700">
              <a:solidFill>
                <a:srgbClr val="013B6D"/>
              </a:solidFill>
              <a:round/>
            </a:ln>
          </p:spPr>
          <p:txBody>
            <a:bodyPr/>
            <a:lstStyle/>
            <a:p>
              <a:pPr>
                <a:defRPr/>
              </a:pPr>
              <a:endParaRPr lang="id-ID"/>
            </a:p>
          </p:txBody>
        </p: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3A75F73C-6E16-4688-A364-620729675B6F}"/>
              </a:ext>
            </a:extLst>
          </p:cNvPr>
          <p:cNvSpPr/>
          <p:nvPr/>
        </p:nvSpPr>
        <p:spPr>
          <a:xfrm>
            <a:off x="802448" y="4797839"/>
            <a:ext cx="5235803" cy="13434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5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说明拟使用的数据类型与分析工具。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ts val="25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介绍变量处理、分析步骤和结果检验方式。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ts val="25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阐明方法与研究问题的对应关系。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BBD91FF-8E37-4564-8832-A31D08816BAC}"/>
              </a:ext>
            </a:extLst>
          </p:cNvPr>
          <p:cNvSpPr txBox="1"/>
          <p:nvPr/>
        </p:nvSpPr>
        <p:spPr>
          <a:xfrm>
            <a:off x="8349350" y="1504376"/>
            <a:ext cx="186104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实地调研法</a:t>
            </a:r>
            <a:endParaRPr lang="zh-CN" altLang="en-US" sz="1600" dirty="0">
              <a:solidFill>
                <a:srgbClr val="013B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Group 398">
            <a:extLst>
              <a:ext uri="{FF2B5EF4-FFF2-40B4-BE49-F238E27FC236}">
                <a16:creationId xmlns:a16="http://schemas.microsoft.com/office/drawing/2014/main" id="{92E518FE-CF5B-429F-9EC6-BD44B8BD6B37}"/>
              </a:ext>
            </a:extLst>
          </p:cNvPr>
          <p:cNvGrpSpPr/>
          <p:nvPr/>
        </p:nvGrpSpPr>
        <p:grpSpPr>
          <a:xfrm>
            <a:off x="7793465" y="1531921"/>
            <a:ext cx="391999" cy="405287"/>
            <a:chOff x="209551" y="3594100"/>
            <a:chExt cx="280988" cy="290513"/>
          </a:xfrm>
          <a:solidFill>
            <a:srgbClr val="157E9F"/>
          </a:solidFill>
        </p:grpSpPr>
        <p:sp>
          <p:nvSpPr>
            <p:cNvPr id="31" name="Freeform 154">
              <a:extLst>
                <a:ext uri="{FF2B5EF4-FFF2-40B4-BE49-F238E27FC236}">
                  <a16:creationId xmlns:a16="http://schemas.microsoft.com/office/drawing/2014/main" id="{4CDE11FC-192E-4BFE-8F61-34A617AA31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9551" y="3594100"/>
              <a:ext cx="280988" cy="290513"/>
            </a:xfrm>
            <a:custGeom>
              <a:avLst/>
              <a:gdLst/>
              <a:ahLst/>
              <a:cxnLst>
                <a:cxn ang="0">
                  <a:pos x="25" y="104"/>
                </a:cxn>
                <a:cxn ang="0">
                  <a:pos x="40" y="103"/>
                </a:cxn>
                <a:cxn ang="0">
                  <a:pos x="84" y="103"/>
                </a:cxn>
                <a:cxn ang="0">
                  <a:pos x="99" y="104"/>
                </a:cxn>
                <a:cxn ang="0">
                  <a:pos x="108" y="64"/>
                </a:cxn>
                <a:cxn ang="0">
                  <a:pos x="99" y="24"/>
                </a:cxn>
                <a:cxn ang="0">
                  <a:pos x="62" y="0"/>
                </a:cxn>
                <a:cxn ang="0">
                  <a:pos x="25" y="24"/>
                </a:cxn>
                <a:cxn ang="0">
                  <a:pos x="16" y="64"/>
                </a:cxn>
                <a:cxn ang="0">
                  <a:pos x="62" y="124"/>
                </a:cxn>
                <a:cxn ang="0">
                  <a:pos x="62" y="95"/>
                </a:cxn>
                <a:cxn ang="0">
                  <a:pos x="62" y="124"/>
                </a:cxn>
                <a:cxn ang="0">
                  <a:pos x="39" y="50"/>
                </a:cxn>
                <a:cxn ang="0">
                  <a:pos x="62" y="37"/>
                </a:cxn>
                <a:cxn ang="0">
                  <a:pos x="85" y="50"/>
                </a:cxn>
                <a:cxn ang="0">
                  <a:pos x="85" y="78"/>
                </a:cxn>
                <a:cxn ang="0">
                  <a:pos x="62" y="91"/>
                </a:cxn>
                <a:cxn ang="0">
                  <a:pos x="39" y="78"/>
                </a:cxn>
                <a:cxn ang="0">
                  <a:pos x="34" y="74"/>
                </a:cxn>
                <a:cxn ang="0">
                  <a:pos x="34" y="54"/>
                </a:cxn>
                <a:cxn ang="0">
                  <a:pos x="34" y="74"/>
                </a:cxn>
                <a:cxn ang="0">
                  <a:pos x="42" y="30"/>
                </a:cxn>
                <a:cxn ang="0">
                  <a:pos x="48" y="40"/>
                </a:cxn>
                <a:cxn ang="0">
                  <a:pos x="67" y="35"/>
                </a:cxn>
                <a:cxn ang="0">
                  <a:pos x="85" y="45"/>
                </a:cxn>
                <a:cxn ang="0">
                  <a:pos x="67" y="35"/>
                </a:cxn>
                <a:cxn ang="0">
                  <a:pos x="102" y="64"/>
                </a:cxn>
                <a:cxn ang="0">
                  <a:pos x="90" y="64"/>
                </a:cxn>
                <a:cxn ang="0">
                  <a:pos x="85" y="83"/>
                </a:cxn>
                <a:cxn ang="0">
                  <a:pos x="67" y="93"/>
                </a:cxn>
                <a:cxn ang="0">
                  <a:pos x="85" y="83"/>
                </a:cxn>
                <a:cxn ang="0">
                  <a:pos x="57" y="93"/>
                </a:cxn>
                <a:cxn ang="0">
                  <a:pos x="39" y="83"/>
                </a:cxn>
                <a:cxn ang="0">
                  <a:pos x="116" y="94"/>
                </a:cxn>
                <a:cxn ang="0">
                  <a:pos x="86" y="99"/>
                </a:cxn>
                <a:cxn ang="0">
                  <a:pos x="105" y="67"/>
                </a:cxn>
                <a:cxn ang="0">
                  <a:pos x="99" y="28"/>
                </a:cxn>
                <a:cxn ang="0">
                  <a:pos x="105" y="61"/>
                </a:cxn>
                <a:cxn ang="0">
                  <a:pos x="86" y="29"/>
                </a:cxn>
                <a:cxn ang="0">
                  <a:pos x="62" y="4"/>
                </a:cxn>
                <a:cxn ang="0">
                  <a:pos x="62" y="33"/>
                </a:cxn>
                <a:cxn ang="0">
                  <a:pos x="62" y="4"/>
                </a:cxn>
                <a:cxn ang="0">
                  <a:pos x="25" y="28"/>
                </a:cxn>
                <a:cxn ang="0">
                  <a:pos x="35" y="48"/>
                </a:cxn>
                <a:cxn ang="0">
                  <a:pos x="8" y="34"/>
                </a:cxn>
                <a:cxn ang="0">
                  <a:pos x="35" y="80"/>
                </a:cxn>
                <a:cxn ang="0">
                  <a:pos x="25" y="100"/>
                </a:cxn>
                <a:cxn ang="0">
                  <a:pos x="8" y="94"/>
                </a:cxn>
              </a:cxnLst>
              <a:rect l="0" t="0" r="r" b="b"/>
              <a:pathLst>
                <a:path w="124" h="128">
                  <a:moveTo>
                    <a:pt x="4" y="96"/>
                  </a:moveTo>
                  <a:cubicBezTo>
                    <a:pt x="7" y="101"/>
                    <a:pt x="14" y="104"/>
                    <a:pt x="25" y="104"/>
                  </a:cubicBezTo>
                  <a:cubicBezTo>
                    <a:pt x="25" y="104"/>
                    <a:pt x="25" y="104"/>
                    <a:pt x="25" y="104"/>
                  </a:cubicBezTo>
                  <a:cubicBezTo>
                    <a:pt x="29" y="104"/>
                    <a:pt x="34" y="104"/>
                    <a:pt x="40" y="103"/>
                  </a:cubicBezTo>
                  <a:cubicBezTo>
                    <a:pt x="45" y="118"/>
                    <a:pt x="53" y="128"/>
                    <a:pt x="62" y="128"/>
                  </a:cubicBezTo>
                  <a:cubicBezTo>
                    <a:pt x="71" y="128"/>
                    <a:pt x="79" y="118"/>
                    <a:pt x="84" y="103"/>
                  </a:cubicBezTo>
                  <a:cubicBezTo>
                    <a:pt x="90" y="104"/>
                    <a:pt x="95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110" y="104"/>
                    <a:pt x="117" y="101"/>
                    <a:pt x="120" y="96"/>
                  </a:cubicBezTo>
                  <a:cubicBezTo>
                    <a:pt x="124" y="89"/>
                    <a:pt x="120" y="77"/>
                    <a:pt x="108" y="64"/>
                  </a:cubicBezTo>
                  <a:cubicBezTo>
                    <a:pt x="120" y="51"/>
                    <a:pt x="124" y="39"/>
                    <a:pt x="120" y="32"/>
                  </a:cubicBezTo>
                  <a:cubicBezTo>
                    <a:pt x="117" y="27"/>
                    <a:pt x="110" y="24"/>
                    <a:pt x="99" y="24"/>
                  </a:cubicBezTo>
                  <a:cubicBezTo>
                    <a:pt x="95" y="24"/>
                    <a:pt x="90" y="24"/>
                    <a:pt x="84" y="25"/>
                  </a:cubicBezTo>
                  <a:cubicBezTo>
                    <a:pt x="79" y="10"/>
                    <a:pt x="71" y="0"/>
                    <a:pt x="62" y="0"/>
                  </a:cubicBezTo>
                  <a:cubicBezTo>
                    <a:pt x="53" y="0"/>
                    <a:pt x="45" y="10"/>
                    <a:pt x="40" y="25"/>
                  </a:cubicBezTo>
                  <a:cubicBezTo>
                    <a:pt x="34" y="24"/>
                    <a:pt x="29" y="24"/>
                    <a:pt x="25" y="24"/>
                  </a:cubicBezTo>
                  <a:cubicBezTo>
                    <a:pt x="14" y="24"/>
                    <a:pt x="7" y="27"/>
                    <a:pt x="4" y="32"/>
                  </a:cubicBezTo>
                  <a:cubicBezTo>
                    <a:pt x="0" y="39"/>
                    <a:pt x="4" y="51"/>
                    <a:pt x="16" y="64"/>
                  </a:cubicBezTo>
                  <a:cubicBezTo>
                    <a:pt x="4" y="77"/>
                    <a:pt x="0" y="89"/>
                    <a:pt x="4" y="96"/>
                  </a:cubicBezTo>
                  <a:close/>
                  <a:moveTo>
                    <a:pt x="62" y="124"/>
                  </a:moveTo>
                  <a:cubicBezTo>
                    <a:pt x="55" y="124"/>
                    <a:pt x="48" y="115"/>
                    <a:pt x="43" y="102"/>
                  </a:cubicBezTo>
                  <a:cubicBezTo>
                    <a:pt x="50" y="100"/>
                    <a:pt x="56" y="98"/>
                    <a:pt x="62" y="95"/>
                  </a:cubicBezTo>
                  <a:cubicBezTo>
                    <a:pt x="68" y="98"/>
                    <a:pt x="74" y="100"/>
                    <a:pt x="81" y="102"/>
                  </a:cubicBezTo>
                  <a:cubicBezTo>
                    <a:pt x="76" y="115"/>
                    <a:pt x="69" y="124"/>
                    <a:pt x="62" y="124"/>
                  </a:cubicBezTo>
                  <a:close/>
                  <a:moveTo>
                    <a:pt x="38" y="64"/>
                  </a:moveTo>
                  <a:cubicBezTo>
                    <a:pt x="38" y="59"/>
                    <a:pt x="38" y="55"/>
                    <a:pt x="39" y="50"/>
                  </a:cubicBezTo>
                  <a:cubicBezTo>
                    <a:pt x="42" y="48"/>
                    <a:pt x="46" y="46"/>
                    <a:pt x="50" y="43"/>
                  </a:cubicBezTo>
                  <a:cubicBezTo>
                    <a:pt x="54" y="41"/>
                    <a:pt x="58" y="39"/>
                    <a:pt x="62" y="37"/>
                  </a:cubicBezTo>
                  <a:cubicBezTo>
                    <a:pt x="66" y="39"/>
                    <a:pt x="70" y="41"/>
                    <a:pt x="74" y="43"/>
                  </a:cubicBezTo>
                  <a:cubicBezTo>
                    <a:pt x="78" y="46"/>
                    <a:pt x="82" y="48"/>
                    <a:pt x="85" y="50"/>
                  </a:cubicBezTo>
                  <a:cubicBezTo>
                    <a:pt x="86" y="55"/>
                    <a:pt x="86" y="59"/>
                    <a:pt x="86" y="64"/>
                  </a:cubicBezTo>
                  <a:cubicBezTo>
                    <a:pt x="86" y="69"/>
                    <a:pt x="86" y="73"/>
                    <a:pt x="85" y="78"/>
                  </a:cubicBezTo>
                  <a:cubicBezTo>
                    <a:pt x="82" y="80"/>
                    <a:pt x="78" y="82"/>
                    <a:pt x="74" y="85"/>
                  </a:cubicBezTo>
                  <a:cubicBezTo>
                    <a:pt x="70" y="87"/>
                    <a:pt x="66" y="89"/>
                    <a:pt x="62" y="91"/>
                  </a:cubicBezTo>
                  <a:cubicBezTo>
                    <a:pt x="58" y="89"/>
                    <a:pt x="54" y="87"/>
                    <a:pt x="50" y="85"/>
                  </a:cubicBezTo>
                  <a:cubicBezTo>
                    <a:pt x="46" y="82"/>
                    <a:pt x="42" y="80"/>
                    <a:pt x="39" y="78"/>
                  </a:cubicBezTo>
                  <a:cubicBezTo>
                    <a:pt x="38" y="73"/>
                    <a:pt x="38" y="69"/>
                    <a:pt x="38" y="64"/>
                  </a:cubicBezTo>
                  <a:close/>
                  <a:moveTo>
                    <a:pt x="34" y="74"/>
                  </a:moveTo>
                  <a:cubicBezTo>
                    <a:pt x="30" y="71"/>
                    <a:pt x="26" y="68"/>
                    <a:pt x="22" y="64"/>
                  </a:cubicBezTo>
                  <a:cubicBezTo>
                    <a:pt x="26" y="60"/>
                    <a:pt x="30" y="57"/>
                    <a:pt x="34" y="54"/>
                  </a:cubicBezTo>
                  <a:cubicBezTo>
                    <a:pt x="34" y="57"/>
                    <a:pt x="34" y="60"/>
                    <a:pt x="34" y="64"/>
                  </a:cubicBezTo>
                  <a:cubicBezTo>
                    <a:pt x="34" y="68"/>
                    <a:pt x="34" y="71"/>
                    <a:pt x="34" y="74"/>
                  </a:cubicBezTo>
                  <a:close/>
                  <a:moveTo>
                    <a:pt x="39" y="45"/>
                  </a:moveTo>
                  <a:cubicBezTo>
                    <a:pt x="40" y="40"/>
                    <a:pt x="41" y="35"/>
                    <a:pt x="42" y="30"/>
                  </a:cubicBezTo>
                  <a:cubicBezTo>
                    <a:pt x="47" y="31"/>
                    <a:pt x="52" y="33"/>
                    <a:pt x="57" y="35"/>
                  </a:cubicBezTo>
                  <a:cubicBezTo>
                    <a:pt x="54" y="36"/>
                    <a:pt x="51" y="38"/>
                    <a:pt x="48" y="40"/>
                  </a:cubicBezTo>
                  <a:cubicBezTo>
                    <a:pt x="45" y="42"/>
                    <a:pt x="42" y="43"/>
                    <a:pt x="39" y="45"/>
                  </a:cubicBezTo>
                  <a:close/>
                  <a:moveTo>
                    <a:pt x="67" y="35"/>
                  </a:moveTo>
                  <a:cubicBezTo>
                    <a:pt x="72" y="33"/>
                    <a:pt x="77" y="31"/>
                    <a:pt x="82" y="30"/>
                  </a:cubicBezTo>
                  <a:cubicBezTo>
                    <a:pt x="83" y="35"/>
                    <a:pt x="84" y="40"/>
                    <a:pt x="85" y="45"/>
                  </a:cubicBezTo>
                  <a:cubicBezTo>
                    <a:pt x="82" y="43"/>
                    <a:pt x="79" y="42"/>
                    <a:pt x="76" y="40"/>
                  </a:cubicBezTo>
                  <a:cubicBezTo>
                    <a:pt x="73" y="38"/>
                    <a:pt x="70" y="36"/>
                    <a:pt x="67" y="35"/>
                  </a:cubicBezTo>
                  <a:close/>
                  <a:moveTo>
                    <a:pt x="90" y="54"/>
                  </a:moveTo>
                  <a:cubicBezTo>
                    <a:pt x="94" y="57"/>
                    <a:pt x="98" y="60"/>
                    <a:pt x="102" y="64"/>
                  </a:cubicBezTo>
                  <a:cubicBezTo>
                    <a:pt x="98" y="68"/>
                    <a:pt x="94" y="71"/>
                    <a:pt x="90" y="74"/>
                  </a:cubicBezTo>
                  <a:cubicBezTo>
                    <a:pt x="90" y="71"/>
                    <a:pt x="90" y="68"/>
                    <a:pt x="90" y="64"/>
                  </a:cubicBezTo>
                  <a:cubicBezTo>
                    <a:pt x="90" y="60"/>
                    <a:pt x="90" y="57"/>
                    <a:pt x="90" y="54"/>
                  </a:cubicBezTo>
                  <a:close/>
                  <a:moveTo>
                    <a:pt x="85" y="83"/>
                  </a:moveTo>
                  <a:cubicBezTo>
                    <a:pt x="84" y="88"/>
                    <a:pt x="83" y="93"/>
                    <a:pt x="82" y="98"/>
                  </a:cubicBezTo>
                  <a:cubicBezTo>
                    <a:pt x="77" y="97"/>
                    <a:pt x="72" y="95"/>
                    <a:pt x="67" y="93"/>
                  </a:cubicBezTo>
                  <a:cubicBezTo>
                    <a:pt x="70" y="92"/>
                    <a:pt x="73" y="90"/>
                    <a:pt x="76" y="88"/>
                  </a:cubicBezTo>
                  <a:cubicBezTo>
                    <a:pt x="79" y="86"/>
                    <a:pt x="82" y="85"/>
                    <a:pt x="85" y="83"/>
                  </a:cubicBezTo>
                  <a:close/>
                  <a:moveTo>
                    <a:pt x="48" y="88"/>
                  </a:moveTo>
                  <a:cubicBezTo>
                    <a:pt x="51" y="90"/>
                    <a:pt x="54" y="92"/>
                    <a:pt x="57" y="93"/>
                  </a:cubicBezTo>
                  <a:cubicBezTo>
                    <a:pt x="52" y="95"/>
                    <a:pt x="47" y="97"/>
                    <a:pt x="42" y="98"/>
                  </a:cubicBezTo>
                  <a:cubicBezTo>
                    <a:pt x="41" y="93"/>
                    <a:pt x="40" y="88"/>
                    <a:pt x="39" y="83"/>
                  </a:cubicBezTo>
                  <a:cubicBezTo>
                    <a:pt x="42" y="85"/>
                    <a:pt x="45" y="86"/>
                    <a:pt x="48" y="88"/>
                  </a:cubicBezTo>
                  <a:close/>
                  <a:moveTo>
                    <a:pt x="116" y="94"/>
                  </a:moveTo>
                  <a:cubicBezTo>
                    <a:pt x="114" y="98"/>
                    <a:pt x="108" y="100"/>
                    <a:pt x="99" y="100"/>
                  </a:cubicBezTo>
                  <a:cubicBezTo>
                    <a:pt x="95" y="100"/>
                    <a:pt x="90" y="100"/>
                    <a:pt x="86" y="99"/>
                  </a:cubicBezTo>
                  <a:cubicBezTo>
                    <a:pt x="87" y="93"/>
                    <a:pt x="88" y="87"/>
                    <a:pt x="89" y="80"/>
                  </a:cubicBezTo>
                  <a:cubicBezTo>
                    <a:pt x="95" y="76"/>
                    <a:pt x="101" y="71"/>
                    <a:pt x="105" y="67"/>
                  </a:cubicBezTo>
                  <a:cubicBezTo>
                    <a:pt x="115" y="78"/>
                    <a:pt x="120" y="88"/>
                    <a:pt x="116" y="94"/>
                  </a:cubicBezTo>
                  <a:close/>
                  <a:moveTo>
                    <a:pt x="99" y="28"/>
                  </a:moveTo>
                  <a:cubicBezTo>
                    <a:pt x="108" y="28"/>
                    <a:pt x="114" y="30"/>
                    <a:pt x="116" y="34"/>
                  </a:cubicBezTo>
                  <a:cubicBezTo>
                    <a:pt x="120" y="40"/>
                    <a:pt x="115" y="50"/>
                    <a:pt x="105" y="61"/>
                  </a:cubicBezTo>
                  <a:cubicBezTo>
                    <a:pt x="101" y="57"/>
                    <a:pt x="95" y="52"/>
                    <a:pt x="89" y="48"/>
                  </a:cubicBezTo>
                  <a:cubicBezTo>
                    <a:pt x="88" y="41"/>
                    <a:pt x="87" y="35"/>
                    <a:pt x="86" y="29"/>
                  </a:cubicBezTo>
                  <a:cubicBezTo>
                    <a:pt x="90" y="28"/>
                    <a:pt x="95" y="28"/>
                    <a:pt x="99" y="28"/>
                  </a:cubicBezTo>
                  <a:close/>
                  <a:moveTo>
                    <a:pt x="62" y="4"/>
                  </a:moveTo>
                  <a:cubicBezTo>
                    <a:pt x="69" y="4"/>
                    <a:pt x="76" y="13"/>
                    <a:pt x="81" y="26"/>
                  </a:cubicBezTo>
                  <a:cubicBezTo>
                    <a:pt x="74" y="28"/>
                    <a:pt x="68" y="30"/>
                    <a:pt x="62" y="33"/>
                  </a:cubicBezTo>
                  <a:cubicBezTo>
                    <a:pt x="56" y="30"/>
                    <a:pt x="50" y="28"/>
                    <a:pt x="43" y="26"/>
                  </a:cubicBezTo>
                  <a:cubicBezTo>
                    <a:pt x="48" y="13"/>
                    <a:pt x="55" y="4"/>
                    <a:pt x="62" y="4"/>
                  </a:cubicBezTo>
                  <a:close/>
                  <a:moveTo>
                    <a:pt x="8" y="34"/>
                  </a:moveTo>
                  <a:cubicBezTo>
                    <a:pt x="10" y="30"/>
                    <a:pt x="16" y="28"/>
                    <a:pt x="25" y="28"/>
                  </a:cubicBezTo>
                  <a:cubicBezTo>
                    <a:pt x="29" y="28"/>
                    <a:pt x="34" y="28"/>
                    <a:pt x="38" y="29"/>
                  </a:cubicBezTo>
                  <a:cubicBezTo>
                    <a:pt x="37" y="35"/>
                    <a:pt x="36" y="41"/>
                    <a:pt x="35" y="48"/>
                  </a:cubicBezTo>
                  <a:cubicBezTo>
                    <a:pt x="29" y="52"/>
                    <a:pt x="23" y="57"/>
                    <a:pt x="19" y="61"/>
                  </a:cubicBezTo>
                  <a:cubicBezTo>
                    <a:pt x="9" y="50"/>
                    <a:pt x="4" y="40"/>
                    <a:pt x="8" y="34"/>
                  </a:cubicBezTo>
                  <a:close/>
                  <a:moveTo>
                    <a:pt x="19" y="67"/>
                  </a:moveTo>
                  <a:cubicBezTo>
                    <a:pt x="23" y="71"/>
                    <a:pt x="29" y="76"/>
                    <a:pt x="35" y="80"/>
                  </a:cubicBezTo>
                  <a:cubicBezTo>
                    <a:pt x="36" y="87"/>
                    <a:pt x="37" y="93"/>
                    <a:pt x="38" y="99"/>
                  </a:cubicBezTo>
                  <a:cubicBezTo>
                    <a:pt x="34" y="100"/>
                    <a:pt x="29" y="100"/>
                    <a:pt x="25" y="100"/>
                  </a:cubicBezTo>
                  <a:cubicBezTo>
                    <a:pt x="25" y="100"/>
                    <a:pt x="25" y="100"/>
                    <a:pt x="25" y="100"/>
                  </a:cubicBezTo>
                  <a:cubicBezTo>
                    <a:pt x="16" y="100"/>
                    <a:pt x="10" y="98"/>
                    <a:pt x="8" y="94"/>
                  </a:cubicBezTo>
                  <a:cubicBezTo>
                    <a:pt x="4" y="88"/>
                    <a:pt x="9" y="78"/>
                    <a:pt x="19" y="67"/>
                  </a:cubicBezTo>
                  <a:close/>
                </a:path>
              </a:pathLst>
            </a:custGeom>
            <a:grpFill/>
            <a:ln w="12700">
              <a:solidFill>
                <a:srgbClr val="013B6D"/>
              </a:solidFill>
              <a:round/>
            </a:ln>
          </p:spPr>
          <p:txBody>
            <a:bodyPr/>
            <a:lstStyle/>
            <a:p>
              <a:pPr>
                <a:defRPr/>
              </a:pPr>
              <a:endParaRPr lang="id-ID"/>
            </a:p>
          </p:txBody>
        </p:sp>
        <p:sp>
          <p:nvSpPr>
            <p:cNvPr id="32" name="Freeform 155">
              <a:extLst>
                <a:ext uri="{FF2B5EF4-FFF2-40B4-BE49-F238E27FC236}">
                  <a16:creationId xmlns:a16="http://schemas.microsoft.com/office/drawing/2014/main" id="{C919721F-299D-4101-8D68-95D07234AD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7026" y="3716338"/>
              <a:ext cx="46038" cy="46038"/>
            </a:xfrm>
            <a:custGeom>
              <a:avLst/>
              <a:gdLst/>
              <a:ahLst/>
              <a:cxnLst>
                <a:cxn ang="0">
                  <a:pos x="10" y="20"/>
                </a:cxn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10" y="20"/>
                </a:cxn>
                <a:cxn ang="0">
                  <a:pos x="10" y="4"/>
                </a:cxn>
                <a:cxn ang="0">
                  <a:pos x="16" y="10"/>
                </a:cxn>
                <a:cxn ang="0">
                  <a:pos x="10" y="16"/>
                </a:cxn>
                <a:cxn ang="0">
                  <a:pos x="4" y="10"/>
                </a:cxn>
                <a:cxn ang="0">
                  <a:pos x="10" y="4"/>
                </a:cxn>
              </a:cxnLst>
              <a:rect l="0" t="0" r="r" b="b"/>
              <a:pathLst>
                <a:path w="20" h="20">
                  <a:moveTo>
                    <a:pt x="10" y="20"/>
                  </a:moveTo>
                  <a:cubicBezTo>
                    <a:pt x="16" y="20"/>
                    <a:pt x="20" y="16"/>
                    <a:pt x="20" y="10"/>
                  </a:cubicBezTo>
                  <a:cubicBezTo>
                    <a:pt x="20" y="4"/>
                    <a:pt x="16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lose/>
                  <a:moveTo>
                    <a:pt x="10" y="4"/>
                  </a:moveTo>
                  <a:cubicBezTo>
                    <a:pt x="13" y="4"/>
                    <a:pt x="16" y="7"/>
                    <a:pt x="16" y="10"/>
                  </a:cubicBezTo>
                  <a:cubicBezTo>
                    <a:pt x="16" y="13"/>
                    <a:pt x="13" y="16"/>
                    <a:pt x="10" y="16"/>
                  </a:cubicBezTo>
                  <a:cubicBezTo>
                    <a:pt x="7" y="16"/>
                    <a:pt x="4" y="13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lose/>
                </a:path>
              </a:pathLst>
            </a:custGeom>
            <a:grpFill/>
            <a:ln w="12700">
              <a:solidFill>
                <a:srgbClr val="013B6D"/>
              </a:solidFill>
              <a:round/>
            </a:ln>
          </p:spPr>
          <p:txBody>
            <a:bodyPr/>
            <a:lstStyle/>
            <a:p>
              <a:pPr>
                <a:defRPr/>
              </a:pPr>
              <a:endParaRPr lang="id-ID"/>
            </a:p>
          </p:txBody>
        </p: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A714F60E-C996-4B11-B361-D486C84A7978}"/>
              </a:ext>
            </a:extLst>
          </p:cNvPr>
          <p:cNvSpPr/>
          <p:nvPr/>
        </p:nvSpPr>
        <p:spPr>
          <a:xfrm>
            <a:off x="6434466" y="1973431"/>
            <a:ext cx="5235803" cy="1661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5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调研对象：填写拟选择的对象与样本范围。</a:t>
            </a:r>
          </a:p>
          <a:p>
            <a:pPr fontAlgn="auto">
              <a:lnSpc>
                <a:spcPts val="25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实施方式：说明访谈、问卷或观察安排。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ts val="25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资料使用：说明记录、整理与分析方法。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2AC0845-ED6C-4B0C-85E3-B9190F7BC0D9}"/>
              </a:ext>
            </a:extLst>
          </p:cNvPr>
          <p:cNvSpPr txBox="1"/>
          <p:nvPr/>
        </p:nvSpPr>
        <p:spPr>
          <a:xfrm>
            <a:off x="7793465" y="4147542"/>
            <a:ext cx="3320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模型验证法</a:t>
            </a:r>
            <a:endParaRPr lang="zh-CN" altLang="en-US" sz="1600" dirty="0">
              <a:solidFill>
                <a:srgbClr val="013B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Group 398">
            <a:extLst>
              <a:ext uri="{FF2B5EF4-FFF2-40B4-BE49-F238E27FC236}">
                <a16:creationId xmlns:a16="http://schemas.microsoft.com/office/drawing/2014/main" id="{467186B3-AF35-416B-B13E-2974016F1184}"/>
              </a:ext>
            </a:extLst>
          </p:cNvPr>
          <p:cNvGrpSpPr/>
          <p:nvPr/>
        </p:nvGrpSpPr>
        <p:grpSpPr>
          <a:xfrm>
            <a:off x="7237580" y="4175087"/>
            <a:ext cx="391999" cy="405287"/>
            <a:chOff x="209551" y="3594100"/>
            <a:chExt cx="280988" cy="290513"/>
          </a:xfrm>
          <a:solidFill>
            <a:srgbClr val="157E9F"/>
          </a:solidFill>
        </p:grpSpPr>
        <p:sp>
          <p:nvSpPr>
            <p:cNvPr id="40" name="Freeform 154">
              <a:extLst>
                <a:ext uri="{FF2B5EF4-FFF2-40B4-BE49-F238E27FC236}">
                  <a16:creationId xmlns:a16="http://schemas.microsoft.com/office/drawing/2014/main" id="{7BB6D293-F01C-4932-9721-B903AEFB5A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9551" y="3594100"/>
              <a:ext cx="280988" cy="290513"/>
            </a:xfrm>
            <a:custGeom>
              <a:avLst/>
              <a:gdLst/>
              <a:ahLst/>
              <a:cxnLst>
                <a:cxn ang="0">
                  <a:pos x="25" y="104"/>
                </a:cxn>
                <a:cxn ang="0">
                  <a:pos x="40" y="103"/>
                </a:cxn>
                <a:cxn ang="0">
                  <a:pos x="84" y="103"/>
                </a:cxn>
                <a:cxn ang="0">
                  <a:pos x="99" y="104"/>
                </a:cxn>
                <a:cxn ang="0">
                  <a:pos x="108" y="64"/>
                </a:cxn>
                <a:cxn ang="0">
                  <a:pos x="99" y="24"/>
                </a:cxn>
                <a:cxn ang="0">
                  <a:pos x="62" y="0"/>
                </a:cxn>
                <a:cxn ang="0">
                  <a:pos x="25" y="24"/>
                </a:cxn>
                <a:cxn ang="0">
                  <a:pos x="16" y="64"/>
                </a:cxn>
                <a:cxn ang="0">
                  <a:pos x="62" y="124"/>
                </a:cxn>
                <a:cxn ang="0">
                  <a:pos x="62" y="95"/>
                </a:cxn>
                <a:cxn ang="0">
                  <a:pos x="62" y="124"/>
                </a:cxn>
                <a:cxn ang="0">
                  <a:pos x="39" y="50"/>
                </a:cxn>
                <a:cxn ang="0">
                  <a:pos x="62" y="37"/>
                </a:cxn>
                <a:cxn ang="0">
                  <a:pos x="85" y="50"/>
                </a:cxn>
                <a:cxn ang="0">
                  <a:pos x="85" y="78"/>
                </a:cxn>
                <a:cxn ang="0">
                  <a:pos x="62" y="91"/>
                </a:cxn>
                <a:cxn ang="0">
                  <a:pos x="39" y="78"/>
                </a:cxn>
                <a:cxn ang="0">
                  <a:pos x="34" y="74"/>
                </a:cxn>
                <a:cxn ang="0">
                  <a:pos x="34" y="54"/>
                </a:cxn>
                <a:cxn ang="0">
                  <a:pos x="34" y="74"/>
                </a:cxn>
                <a:cxn ang="0">
                  <a:pos x="42" y="30"/>
                </a:cxn>
                <a:cxn ang="0">
                  <a:pos x="48" y="40"/>
                </a:cxn>
                <a:cxn ang="0">
                  <a:pos x="67" y="35"/>
                </a:cxn>
                <a:cxn ang="0">
                  <a:pos x="85" y="45"/>
                </a:cxn>
                <a:cxn ang="0">
                  <a:pos x="67" y="35"/>
                </a:cxn>
                <a:cxn ang="0">
                  <a:pos x="102" y="64"/>
                </a:cxn>
                <a:cxn ang="0">
                  <a:pos x="90" y="64"/>
                </a:cxn>
                <a:cxn ang="0">
                  <a:pos x="85" y="83"/>
                </a:cxn>
                <a:cxn ang="0">
                  <a:pos x="67" y="93"/>
                </a:cxn>
                <a:cxn ang="0">
                  <a:pos x="85" y="83"/>
                </a:cxn>
                <a:cxn ang="0">
                  <a:pos x="57" y="93"/>
                </a:cxn>
                <a:cxn ang="0">
                  <a:pos x="39" y="83"/>
                </a:cxn>
                <a:cxn ang="0">
                  <a:pos x="116" y="94"/>
                </a:cxn>
                <a:cxn ang="0">
                  <a:pos x="86" y="99"/>
                </a:cxn>
                <a:cxn ang="0">
                  <a:pos x="105" y="67"/>
                </a:cxn>
                <a:cxn ang="0">
                  <a:pos x="99" y="28"/>
                </a:cxn>
                <a:cxn ang="0">
                  <a:pos x="105" y="61"/>
                </a:cxn>
                <a:cxn ang="0">
                  <a:pos x="86" y="29"/>
                </a:cxn>
                <a:cxn ang="0">
                  <a:pos x="62" y="4"/>
                </a:cxn>
                <a:cxn ang="0">
                  <a:pos x="62" y="33"/>
                </a:cxn>
                <a:cxn ang="0">
                  <a:pos x="62" y="4"/>
                </a:cxn>
                <a:cxn ang="0">
                  <a:pos x="25" y="28"/>
                </a:cxn>
                <a:cxn ang="0">
                  <a:pos x="35" y="48"/>
                </a:cxn>
                <a:cxn ang="0">
                  <a:pos x="8" y="34"/>
                </a:cxn>
                <a:cxn ang="0">
                  <a:pos x="35" y="80"/>
                </a:cxn>
                <a:cxn ang="0">
                  <a:pos x="25" y="100"/>
                </a:cxn>
                <a:cxn ang="0">
                  <a:pos x="8" y="94"/>
                </a:cxn>
              </a:cxnLst>
              <a:rect l="0" t="0" r="r" b="b"/>
              <a:pathLst>
                <a:path w="124" h="128">
                  <a:moveTo>
                    <a:pt x="4" y="96"/>
                  </a:moveTo>
                  <a:cubicBezTo>
                    <a:pt x="7" y="101"/>
                    <a:pt x="14" y="104"/>
                    <a:pt x="25" y="104"/>
                  </a:cubicBezTo>
                  <a:cubicBezTo>
                    <a:pt x="25" y="104"/>
                    <a:pt x="25" y="104"/>
                    <a:pt x="25" y="104"/>
                  </a:cubicBezTo>
                  <a:cubicBezTo>
                    <a:pt x="29" y="104"/>
                    <a:pt x="34" y="104"/>
                    <a:pt x="40" y="103"/>
                  </a:cubicBezTo>
                  <a:cubicBezTo>
                    <a:pt x="45" y="118"/>
                    <a:pt x="53" y="128"/>
                    <a:pt x="62" y="128"/>
                  </a:cubicBezTo>
                  <a:cubicBezTo>
                    <a:pt x="71" y="128"/>
                    <a:pt x="79" y="118"/>
                    <a:pt x="84" y="103"/>
                  </a:cubicBezTo>
                  <a:cubicBezTo>
                    <a:pt x="90" y="104"/>
                    <a:pt x="95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110" y="104"/>
                    <a:pt x="117" y="101"/>
                    <a:pt x="120" y="96"/>
                  </a:cubicBezTo>
                  <a:cubicBezTo>
                    <a:pt x="124" y="89"/>
                    <a:pt x="120" y="77"/>
                    <a:pt x="108" y="64"/>
                  </a:cubicBezTo>
                  <a:cubicBezTo>
                    <a:pt x="120" y="51"/>
                    <a:pt x="124" y="39"/>
                    <a:pt x="120" y="32"/>
                  </a:cubicBezTo>
                  <a:cubicBezTo>
                    <a:pt x="117" y="27"/>
                    <a:pt x="110" y="24"/>
                    <a:pt x="99" y="24"/>
                  </a:cubicBezTo>
                  <a:cubicBezTo>
                    <a:pt x="95" y="24"/>
                    <a:pt x="90" y="24"/>
                    <a:pt x="84" y="25"/>
                  </a:cubicBezTo>
                  <a:cubicBezTo>
                    <a:pt x="79" y="10"/>
                    <a:pt x="71" y="0"/>
                    <a:pt x="62" y="0"/>
                  </a:cubicBezTo>
                  <a:cubicBezTo>
                    <a:pt x="53" y="0"/>
                    <a:pt x="45" y="10"/>
                    <a:pt x="40" y="25"/>
                  </a:cubicBezTo>
                  <a:cubicBezTo>
                    <a:pt x="34" y="24"/>
                    <a:pt x="29" y="24"/>
                    <a:pt x="25" y="24"/>
                  </a:cubicBezTo>
                  <a:cubicBezTo>
                    <a:pt x="14" y="24"/>
                    <a:pt x="7" y="27"/>
                    <a:pt x="4" y="32"/>
                  </a:cubicBezTo>
                  <a:cubicBezTo>
                    <a:pt x="0" y="39"/>
                    <a:pt x="4" y="51"/>
                    <a:pt x="16" y="64"/>
                  </a:cubicBezTo>
                  <a:cubicBezTo>
                    <a:pt x="4" y="77"/>
                    <a:pt x="0" y="89"/>
                    <a:pt x="4" y="96"/>
                  </a:cubicBezTo>
                  <a:close/>
                  <a:moveTo>
                    <a:pt x="62" y="124"/>
                  </a:moveTo>
                  <a:cubicBezTo>
                    <a:pt x="55" y="124"/>
                    <a:pt x="48" y="115"/>
                    <a:pt x="43" y="102"/>
                  </a:cubicBezTo>
                  <a:cubicBezTo>
                    <a:pt x="50" y="100"/>
                    <a:pt x="56" y="98"/>
                    <a:pt x="62" y="95"/>
                  </a:cubicBezTo>
                  <a:cubicBezTo>
                    <a:pt x="68" y="98"/>
                    <a:pt x="74" y="100"/>
                    <a:pt x="81" y="102"/>
                  </a:cubicBezTo>
                  <a:cubicBezTo>
                    <a:pt x="76" y="115"/>
                    <a:pt x="69" y="124"/>
                    <a:pt x="62" y="124"/>
                  </a:cubicBezTo>
                  <a:close/>
                  <a:moveTo>
                    <a:pt x="38" y="64"/>
                  </a:moveTo>
                  <a:cubicBezTo>
                    <a:pt x="38" y="59"/>
                    <a:pt x="38" y="55"/>
                    <a:pt x="39" y="50"/>
                  </a:cubicBezTo>
                  <a:cubicBezTo>
                    <a:pt x="42" y="48"/>
                    <a:pt x="46" y="46"/>
                    <a:pt x="50" y="43"/>
                  </a:cubicBezTo>
                  <a:cubicBezTo>
                    <a:pt x="54" y="41"/>
                    <a:pt x="58" y="39"/>
                    <a:pt x="62" y="37"/>
                  </a:cubicBezTo>
                  <a:cubicBezTo>
                    <a:pt x="66" y="39"/>
                    <a:pt x="70" y="41"/>
                    <a:pt x="74" y="43"/>
                  </a:cubicBezTo>
                  <a:cubicBezTo>
                    <a:pt x="78" y="46"/>
                    <a:pt x="82" y="48"/>
                    <a:pt x="85" y="50"/>
                  </a:cubicBezTo>
                  <a:cubicBezTo>
                    <a:pt x="86" y="55"/>
                    <a:pt x="86" y="59"/>
                    <a:pt x="86" y="64"/>
                  </a:cubicBezTo>
                  <a:cubicBezTo>
                    <a:pt x="86" y="69"/>
                    <a:pt x="86" y="73"/>
                    <a:pt x="85" y="78"/>
                  </a:cubicBezTo>
                  <a:cubicBezTo>
                    <a:pt x="82" y="80"/>
                    <a:pt x="78" y="82"/>
                    <a:pt x="74" y="85"/>
                  </a:cubicBezTo>
                  <a:cubicBezTo>
                    <a:pt x="70" y="87"/>
                    <a:pt x="66" y="89"/>
                    <a:pt x="62" y="91"/>
                  </a:cubicBezTo>
                  <a:cubicBezTo>
                    <a:pt x="58" y="89"/>
                    <a:pt x="54" y="87"/>
                    <a:pt x="50" y="85"/>
                  </a:cubicBezTo>
                  <a:cubicBezTo>
                    <a:pt x="46" y="82"/>
                    <a:pt x="42" y="80"/>
                    <a:pt x="39" y="78"/>
                  </a:cubicBezTo>
                  <a:cubicBezTo>
                    <a:pt x="38" y="73"/>
                    <a:pt x="38" y="69"/>
                    <a:pt x="38" y="64"/>
                  </a:cubicBezTo>
                  <a:close/>
                  <a:moveTo>
                    <a:pt x="34" y="74"/>
                  </a:moveTo>
                  <a:cubicBezTo>
                    <a:pt x="30" y="71"/>
                    <a:pt x="26" y="68"/>
                    <a:pt x="22" y="64"/>
                  </a:cubicBezTo>
                  <a:cubicBezTo>
                    <a:pt x="26" y="60"/>
                    <a:pt x="30" y="57"/>
                    <a:pt x="34" y="54"/>
                  </a:cubicBezTo>
                  <a:cubicBezTo>
                    <a:pt x="34" y="57"/>
                    <a:pt x="34" y="60"/>
                    <a:pt x="34" y="64"/>
                  </a:cubicBezTo>
                  <a:cubicBezTo>
                    <a:pt x="34" y="68"/>
                    <a:pt x="34" y="71"/>
                    <a:pt x="34" y="74"/>
                  </a:cubicBezTo>
                  <a:close/>
                  <a:moveTo>
                    <a:pt x="39" y="45"/>
                  </a:moveTo>
                  <a:cubicBezTo>
                    <a:pt x="40" y="40"/>
                    <a:pt x="41" y="35"/>
                    <a:pt x="42" y="30"/>
                  </a:cubicBezTo>
                  <a:cubicBezTo>
                    <a:pt x="47" y="31"/>
                    <a:pt x="52" y="33"/>
                    <a:pt x="57" y="35"/>
                  </a:cubicBezTo>
                  <a:cubicBezTo>
                    <a:pt x="54" y="36"/>
                    <a:pt x="51" y="38"/>
                    <a:pt x="48" y="40"/>
                  </a:cubicBezTo>
                  <a:cubicBezTo>
                    <a:pt x="45" y="42"/>
                    <a:pt x="42" y="43"/>
                    <a:pt x="39" y="45"/>
                  </a:cubicBezTo>
                  <a:close/>
                  <a:moveTo>
                    <a:pt x="67" y="35"/>
                  </a:moveTo>
                  <a:cubicBezTo>
                    <a:pt x="72" y="33"/>
                    <a:pt x="77" y="31"/>
                    <a:pt x="82" y="30"/>
                  </a:cubicBezTo>
                  <a:cubicBezTo>
                    <a:pt x="83" y="35"/>
                    <a:pt x="84" y="40"/>
                    <a:pt x="85" y="45"/>
                  </a:cubicBezTo>
                  <a:cubicBezTo>
                    <a:pt x="82" y="43"/>
                    <a:pt x="79" y="42"/>
                    <a:pt x="76" y="40"/>
                  </a:cubicBezTo>
                  <a:cubicBezTo>
                    <a:pt x="73" y="38"/>
                    <a:pt x="70" y="36"/>
                    <a:pt x="67" y="35"/>
                  </a:cubicBezTo>
                  <a:close/>
                  <a:moveTo>
                    <a:pt x="90" y="54"/>
                  </a:moveTo>
                  <a:cubicBezTo>
                    <a:pt x="94" y="57"/>
                    <a:pt x="98" y="60"/>
                    <a:pt x="102" y="64"/>
                  </a:cubicBezTo>
                  <a:cubicBezTo>
                    <a:pt x="98" y="68"/>
                    <a:pt x="94" y="71"/>
                    <a:pt x="90" y="74"/>
                  </a:cubicBezTo>
                  <a:cubicBezTo>
                    <a:pt x="90" y="71"/>
                    <a:pt x="90" y="68"/>
                    <a:pt x="90" y="64"/>
                  </a:cubicBezTo>
                  <a:cubicBezTo>
                    <a:pt x="90" y="60"/>
                    <a:pt x="90" y="57"/>
                    <a:pt x="90" y="54"/>
                  </a:cubicBezTo>
                  <a:close/>
                  <a:moveTo>
                    <a:pt x="85" y="83"/>
                  </a:moveTo>
                  <a:cubicBezTo>
                    <a:pt x="84" y="88"/>
                    <a:pt x="83" y="93"/>
                    <a:pt x="82" y="98"/>
                  </a:cubicBezTo>
                  <a:cubicBezTo>
                    <a:pt x="77" y="97"/>
                    <a:pt x="72" y="95"/>
                    <a:pt x="67" y="93"/>
                  </a:cubicBezTo>
                  <a:cubicBezTo>
                    <a:pt x="70" y="92"/>
                    <a:pt x="73" y="90"/>
                    <a:pt x="76" y="88"/>
                  </a:cubicBezTo>
                  <a:cubicBezTo>
                    <a:pt x="79" y="86"/>
                    <a:pt x="82" y="85"/>
                    <a:pt x="85" y="83"/>
                  </a:cubicBezTo>
                  <a:close/>
                  <a:moveTo>
                    <a:pt x="48" y="88"/>
                  </a:moveTo>
                  <a:cubicBezTo>
                    <a:pt x="51" y="90"/>
                    <a:pt x="54" y="92"/>
                    <a:pt x="57" y="93"/>
                  </a:cubicBezTo>
                  <a:cubicBezTo>
                    <a:pt x="52" y="95"/>
                    <a:pt x="47" y="97"/>
                    <a:pt x="42" y="98"/>
                  </a:cubicBezTo>
                  <a:cubicBezTo>
                    <a:pt x="41" y="93"/>
                    <a:pt x="40" y="88"/>
                    <a:pt x="39" y="83"/>
                  </a:cubicBezTo>
                  <a:cubicBezTo>
                    <a:pt x="42" y="85"/>
                    <a:pt x="45" y="86"/>
                    <a:pt x="48" y="88"/>
                  </a:cubicBezTo>
                  <a:close/>
                  <a:moveTo>
                    <a:pt x="116" y="94"/>
                  </a:moveTo>
                  <a:cubicBezTo>
                    <a:pt x="114" y="98"/>
                    <a:pt x="108" y="100"/>
                    <a:pt x="99" y="100"/>
                  </a:cubicBezTo>
                  <a:cubicBezTo>
                    <a:pt x="95" y="100"/>
                    <a:pt x="90" y="100"/>
                    <a:pt x="86" y="99"/>
                  </a:cubicBezTo>
                  <a:cubicBezTo>
                    <a:pt x="87" y="93"/>
                    <a:pt x="88" y="87"/>
                    <a:pt x="89" y="80"/>
                  </a:cubicBezTo>
                  <a:cubicBezTo>
                    <a:pt x="95" y="76"/>
                    <a:pt x="101" y="71"/>
                    <a:pt x="105" y="67"/>
                  </a:cubicBezTo>
                  <a:cubicBezTo>
                    <a:pt x="115" y="78"/>
                    <a:pt x="120" y="88"/>
                    <a:pt x="116" y="94"/>
                  </a:cubicBezTo>
                  <a:close/>
                  <a:moveTo>
                    <a:pt x="99" y="28"/>
                  </a:moveTo>
                  <a:cubicBezTo>
                    <a:pt x="108" y="28"/>
                    <a:pt x="114" y="30"/>
                    <a:pt x="116" y="34"/>
                  </a:cubicBezTo>
                  <a:cubicBezTo>
                    <a:pt x="120" y="40"/>
                    <a:pt x="115" y="50"/>
                    <a:pt x="105" y="61"/>
                  </a:cubicBezTo>
                  <a:cubicBezTo>
                    <a:pt x="101" y="57"/>
                    <a:pt x="95" y="52"/>
                    <a:pt x="89" y="48"/>
                  </a:cubicBezTo>
                  <a:cubicBezTo>
                    <a:pt x="88" y="41"/>
                    <a:pt x="87" y="35"/>
                    <a:pt x="86" y="29"/>
                  </a:cubicBezTo>
                  <a:cubicBezTo>
                    <a:pt x="90" y="28"/>
                    <a:pt x="95" y="28"/>
                    <a:pt x="99" y="28"/>
                  </a:cubicBezTo>
                  <a:close/>
                  <a:moveTo>
                    <a:pt x="62" y="4"/>
                  </a:moveTo>
                  <a:cubicBezTo>
                    <a:pt x="69" y="4"/>
                    <a:pt x="76" y="13"/>
                    <a:pt x="81" y="26"/>
                  </a:cubicBezTo>
                  <a:cubicBezTo>
                    <a:pt x="74" y="28"/>
                    <a:pt x="68" y="30"/>
                    <a:pt x="62" y="33"/>
                  </a:cubicBezTo>
                  <a:cubicBezTo>
                    <a:pt x="56" y="30"/>
                    <a:pt x="50" y="28"/>
                    <a:pt x="43" y="26"/>
                  </a:cubicBezTo>
                  <a:cubicBezTo>
                    <a:pt x="48" y="13"/>
                    <a:pt x="55" y="4"/>
                    <a:pt x="62" y="4"/>
                  </a:cubicBezTo>
                  <a:close/>
                  <a:moveTo>
                    <a:pt x="8" y="34"/>
                  </a:moveTo>
                  <a:cubicBezTo>
                    <a:pt x="10" y="30"/>
                    <a:pt x="16" y="28"/>
                    <a:pt x="25" y="28"/>
                  </a:cubicBezTo>
                  <a:cubicBezTo>
                    <a:pt x="29" y="28"/>
                    <a:pt x="34" y="28"/>
                    <a:pt x="38" y="29"/>
                  </a:cubicBezTo>
                  <a:cubicBezTo>
                    <a:pt x="37" y="35"/>
                    <a:pt x="36" y="41"/>
                    <a:pt x="35" y="48"/>
                  </a:cubicBezTo>
                  <a:cubicBezTo>
                    <a:pt x="29" y="52"/>
                    <a:pt x="23" y="57"/>
                    <a:pt x="19" y="61"/>
                  </a:cubicBezTo>
                  <a:cubicBezTo>
                    <a:pt x="9" y="50"/>
                    <a:pt x="4" y="40"/>
                    <a:pt x="8" y="34"/>
                  </a:cubicBezTo>
                  <a:close/>
                  <a:moveTo>
                    <a:pt x="19" y="67"/>
                  </a:moveTo>
                  <a:cubicBezTo>
                    <a:pt x="23" y="71"/>
                    <a:pt x="29" y="76"/>
                    <a:pt x="35" y="80"/>
                  </a:cubicBezTo>
                  <a:cubicBezTo>
                    <a:pt x="36" y="87"/>
                    <a:pt x="37" y="93"/>
                    <a:pt x="38" y="99"/>
                  </a:cubicBezTo>
                  <a:cubicBezTo>
                    <a:pt x="34" y="100"/>
                    <a:pt x="29" y="100"/>
                    <a:pt x="25" y="100"/>
                  </a:cubicBezTo>
                  <a:cubicBezTo>
                    <a:pt x="25" y="100"/>
                    <a:pt x="25" y="100"/>
                    <a:pt x="25" y="100"/>
                  </a:cubicBezTo>
                  <a:cubicBezTo>
                    <a:pt x="16" y="100"/>
                    <a:pt x="10" y="98"/>
                    <a:pt x="8" y="94"/>
                  </a:cubicBezTo>
                  <a:cubicBezTo>
                    <a:pt x="4" y="88"/>
                    <a:pt x="9" y="78"/>
                    <a:pt x="19" y="67"/>
                  </a:cubicBezTo>
                  <a:close/>
                </a:path>
              </a:pathLst>
            </a:custGeom>
            <a:grpFill/>
            <a:ln w="12700">
              <a:solidFill>
                <a:srgbClr val="013B6D"/>
              </a:solidFill>
              <a:round/>
            </a:ln>
          </p:spPr>
          <p:txBody>
            <a:bodyPr/>
            <a:lstStyle/>
            <a:p>
              <a:pPr>
                <a:defRPr/>
              </a:pPr>
              <a:endParaRPr lang="id-ID"/>
            </a:p>
          </p:txBody>
        </p:sp>
        <p:sp>
          <p:nvSpPr>
            <p:cNvPr id="41" name="Freeform 155">
              <a:extLst>
                <a:ext uri="{FF2B5EF4-FFF2-40B4-BE49-F238E27FC236}">
                  <a16:creationId xmlns:a16="http://schemas.microsoft.com/office/drawing/2014/main" id="{562CB6D2-1AFB-418A-88A8-CAEC353856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7026" y="3716338"/>
              <a:ext cx="46038" cy="46038"/>
            </a:xfrm>
            <a:custGeom>
              <a:avLst/>
              <a:gdLst/>
              <a:ahLst/>
              <a:cxnLst>
                <a:cxn ang="0">
                  <a:pos x="10" y="20"/>
                </a:cxn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10" y="20"/>
                </a:cxn>
                <a:cxn ang="0">
                  <a:pos x="10" y="4"/>
                </a:cxn>
                <a:cxn ang="0">
                  <a:pos x="16" y="10"/>
                </a:cxn>
                <a:cxn ang="0">
                  <a:pos x="10" y="16"/>
                </a:cxn>
                <a:cxn ang="0">
                  <a:pos x="4" y="10"/>
                </a:cxn>
                <a:cxn ang="0">
                  <a:pos x="10" y="4"/>
                </a:cxn>
              </a:cxnLst>
              <a:rect l="0" t="0" r="r" b="b"/>
              <a:pathLst>
                <a:path w="20" h="20">
                  <a:moveTo>
                    <a:pt x="10" y="20"/>
                  </a:moveTo>
                  <a:cubicBezTo>
                    <a:pt x="16" y="20"/>
                    <a:pt x="20" y="16"/>
                    <a:pt x="20" y="10"/>
                  </a:cubicBezTo>
                  <a:cubicBezTo>
                    <a:pt x="20" y="4"/>
                    <a:pt x="16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lose/>
                  <a:moveTo>
                    <a:pt x="10" y="4"/>
                  </a:moveTo>
                  <a:cubicBezTo>
                    <a:pt x="13" y="4"/>
                    <a:pt x="16" y="7"/>
                    <a:pt x="16" y="10"/>
                  </a:cubicBezTo>
                  <a:cubicBezTo>
                    <a:pt x="16" y="13"/>
                    <a:pt x="13" y="16"/>
                    <a:pt x="10" y="16"/>
                  </a:cubicBezTo>
                  <a:cubicBezTo>
                    <a:pt x="7" y="16"/>
                    <a:pt x="4" y="13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lose/>
                </a:path>
              </a:pathLst>
            </a:custGeom>
            <a:grpFill/>
            <a:ln w="12700">
              <a:solidFill>
                <a:srgbClr val="013B6D"/>
              </a:solidFill>
              <a:round/>
            </a:ln>
          </p:spPr>
          <p:txBody>
            <a:bodyPr/>
            <a:lstStyle/>
            <a:p>
              <a:pPr>
                <a:defRPr/>
              </a:pPr>
              <a:endParaRPr lang="id-ID"/>
            </a:p>
          </p:txBody>
        </p:sp>
      </p:grpSp>
      <p:sp>
        <p:nvSpPr>
          <p:cNvPr id="42" name="矩形 41">
            <a:extLst>
              <a:ext uri="{FF2B5EF4-FFF2-40B4-BE49-F238E27FC236}">
                <a16:creationId xmlns:a16="http://schemas.microsoft.com/office/drawing/2014/main" id="{75EBD229-38C0-4A36-93E7-FF8E99371BE3}"/>
              </a:ext>
            </a:extLst>
          </p:cNvPr>
          <p:cNvSpPr/>
          <p:nvPr/>
        </p:nvSpPr>
        <p:spPr>
          <a:xfrm>
            <a:off x="6434466" y="4758196"/>
            <a:ext cx="5235803" cy="1664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5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说明模型的基本假设与输入条件。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ts val="25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设置检验方案，比较不同条件下的结果。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ts val="25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根据验证结果解释模型的适用范围。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24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5390024" y="520573"/>
            <a:ext cx="1210588" cy="418191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defTabSz="1219200">
              <a:lnSpc>
                <a:spcPct val="150000"/>
              </a:lnSpc>
            </a:pPr>
            <a:r>
              <a:rPr lang="zh-CN" altLang="en-US" sz="1600" dirty="0">
                <a:solidFill>
                  <a:srgbClr val="157E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技术路线图</a:t>
            </a:r>
          </a:p>
        </p:txBody>
      </p:sp>
      <p:sp>
        <p:nvSpPr>
          <p:cNvPr id="3" name="插入技术路线图">
            <a:extLst>
              <a:ext uri="{FF2B5EF4-FFF2-40B4-BE49-F238E27FC236}">
                <a16:creationId xmlns:a16="http://schemas.microsoft.com/office/drawing/2014/main" id="{EB7A856B-C0E9-49A4-A9B8-44613ABAD754}"/>
              </a:ext>
            </a:extLst>
          </p:cNvPr>
          <p:cNvSpPr/>
          <p:nvPr/>
        </p:nvSpPr>
        <p:spPr>
          <a:xfrm>
            <a:off x="731520" y="1143000"/>
            <a:ext cx="10698480" cy="5303520"/>
          </a:xfrm>
          <a:prstGeom prst="rect">
            <a:avLst/>
          </a:prstGeom>
          <a:solidFill>
            <a:srgbClr val="F3F6FA"/>
          </a:solidFill>
          <a:ln w="12700">
            <a:solidFill>
              <a:srgbClr val="7896B7"/>
            </a:solidFill>
            <a:prstDash val="dash"/>
          </a:ln>
        </p:spPr>
        <p:txBody>
          <a:bodyPr wrap="square" anchor="ctr" lIns="91440" rIns="91440"/>
          <a:lstStyle/>
          <a:p>
            <a:pPr algn="ctr"/>
            <a:r>
              <a:rPr lang="zh-CN" sz="1800">
                <a:solidFill>
                  <a:srgbClr val="2D527A"/>
                </a:solidFill>
                <a:latin typeface="Arial"/>
                <a:ea typeface="微软雅黑"/>
              </a:rPr>
              <a:t>插入技术路线图</a:t>
            </a:r>
          </a:p>
        </p:txBody>
      </p:sp>
    </p:spTree>
    <p:extLst>
      <p:ext uri="{BB962C8B-B14F-4D97-AF65-F5344CB8AC3E}">
        <p14:creationId xmlns:p14="http://schemas.microsoft.com/office/powerpoint/2010/main" val="58279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5695890" y="485062"/>
            <a:ext cx="800219" cy="418191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defTabSz="1219200">
              <a:lnSpc>
                <a:spcPct val="150000"/>
              </a:lnSpc>
            </a:pPr>
            <a:r>
              <a:rPr lang="zh-CN" altLang="en-US" sz="1600" dirty="0">
                <a:solidFill>
                  <a:srgbClr val="157E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9949C7-1819-4FC7-8386-F4A297864C0B}"/>
              </a:ext>
            </a:extLst>
          </p:cNvPr>
          <p:cNvSpPr txBox="1"/>
          <p:nvPr/>
        </p:nvSpPr>
        <p:spPr>
          <a:xfrm>
            <a:off x="661755" y="1099755"/>
            <a:ext cx="10868488" cy="5555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just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zh-CN" sz="2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（1）研究视角创新：说明本研究采用的观察角度，以及它能够解释的具体问题。结合已有文献明确其贡献。</a:t>
            </a:r>
            <a:endParaRPr lang="en-US" altLang="zh-CN" sz="2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7970" algn="just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zh-CN" sz="2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（2）研究内容创新：说明新增的研究对象、关键关系或证据范围。指出预期推进的认识。</a:t>
            </a:r>
            <a:endParaRPr lang="en-US" altLang="zh-CN" sz="2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7970" algn="just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zh-CN" sz="2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（3）研究方法创新：说明研究设计、数据或分析方法的改进。给出适用条件与验证方式。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2210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 130"/>
          <p:cNvSpPr/>
          <p:nvPr/>
        </p:nvSpPr>
        <p:spPr>
          <a:xfrm>
            <a:off x="7814125" y="520573"/>
            <a:ext cx="1415772" cy="418191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defTabSz="1219200">
              <a:lnSpc>
                <a:spcPct val="150000"/>
              </a:lnSpc>
            </a:pPr>
            <a:r>
              <a:rPr lang="zh-CN" altLang="en-US" sz="1600" dirty="0">
                <a:solidFill>
                  <a:srgbClr val="157E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前期工作积累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EF2C8AE-FEB1-490D-9F23-73E664C4872F}"/>
              </a:ext>
            </a:extLst>
          </p:cNvPr>
          <p:cNvSpPr txBox="1"/>
          <p:nvPr/>
        </p:nvSpPr>
        <p:spPr>
          <a:xfrm>
            <a:off x="640080" y="13716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267970" algn="just">
              <a:lnSpc>
                <a:spcPct val="125000"/>
              </a:lnSpc>
              <a:defRPr sz="2200" b="1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indent="0">
              <a:spcBef>
                <a:spcPts val="600"/>
              </a:spcBef>
              <a:spcAft>
                <a:spcPts val="600"/>
              </a:spcAft>
            </a:pPr>
            <a:r>
              <a:rPr lang="zh-CN" altLang="zh-CN" sz="2400" dirty="0">
                <a:solidFill>
                  <a:srgbClr val="013B6D"/>
                </a:solidFill>
              </a:rPr>
              <a:t>1、文献与资料准备</a:t>
            </a:r>
          </a:p>
          <a:p>
            <a:pPr indent="457200"/>
            <a:r>
              <a:rPr lang="zh-CN" altLang="zh-CN" b="0" dirty="0"/>
              <a:t>概述已整理的文献、数据和研究资料。说明这些准备对课题的支撑作用。</a:t>
            </a:r>
            <a:endParaRPr lang="en-US" altLang="zh-CN" b="0" dirty="0"/>
          </a:p>
          <a:p>
            <a:pPr indent="0">
              <a:spcBef>
                <a:spcPts val="600"/>
              </a:spcBef>
              <a:spcAft>
                <a:spcPts val="600"/>
              </a:spcAft>
            </a:pPr>
            <a:r>
              <a:rPr lang="zh-CN" altLang="zh-CN" sz="2400" dirty="0">
                <a:solidFill>
                  <a:srgbClr val="013B6D"/>
                </a:solidFill>
              </a:rPr>
              <a:t>2、调研与方法准备</a:t>
            </a:r>
          </a:p>
          <a:p>
            <a:pPr indent="457200"/>
            <a:r>
              <a:rPr lang="zh-CN" altLang="zh-CN" b="0" dirty="0"/>
              <a:t>介绍已开展的调研、预实验或方法验证。说明后续需要补充的工作。</a:t>
            </a:r>
          </a:p>
        </p:txBody>
      </p:sp>
      <p:sp>
        <p:nvSpPr>
          <p:cNvPr id="23" name="插入前期工作或调研证据图">
            <a:extLst>
              <a:ext uri="{FF2B5EF4-FFF2-40B4-BE49-F238E27FC236}">
                <a16:creationId xmlns:a16="http://schemas.microsoft.com/office/drawing/2014/main" id="{F5384B78-5073-46E6-82E2-D32BDB5F1A97}"/>
              </a:ext>
            </a:extLst>
          </p:cNvPr>
          <p:cNvSpPr/>
          <p:nvPr/>
        </p:nvSpPr>
        <p:spPr>
          <a:xfrm>
            <a:off x="4937760" y="1371600"/>
            <a:ext cx="6583680" cy="4389120"/>
          </a:xfrm>
          <a:prstGeom prst="rect">
            <a:avLst/>
          </a:prstGeom>
          <a:solidFill>
            <a:srgbClr val="F3F6FA"/>
          </a:solidFill>
          <a:ln w="12700">
            <a:solidFill>
              <a:srgbClr val="7896B7"/>
            </a:solidFill>
            <a:prstDash val="dash"/>
          </a:ln>
        </p:spPr>
        <p:txBody>
          <a:bodyPr wrap="square" anchor="ctr" lIns="91440" rIns="91440"/>
          <a:lstStyle/>
          <a:p>
            <a:pPr algn="ctr"/>
            <a:r>
              <a:rPr lang="zh-CN" sz="1800">
                <a:solidFill>
                  <a:srgbClr val="2D527A"/>
                </a:solidFill>
                <a:latin typeface="Arial"/>
                <a:ea typeface="微软雅黑"/>
              </a:rPr>
              <a:t>插入前期工作或调研证据图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 130"/>
          <p:cNvSpPr/>
          <p:nvPr/>
        </p:nvSpPr>
        <p:spPr>
          <a:xfrm>
            <a:off x="7521162" y="493940"/>
            <a:ext cx="2031325" cy="418191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defTabSz="1219200">
              <a:lnSpc>
                <a:spcPct val="150000"/>
              </a:lnSpc>
            </a:pPr>
            <a:r>
              <a:rPr lang="zh-CN" altLang="en-US" sz="1600" dirty="0">
                <a:solidFill>
                  <a:srgbClr val="157E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参与项目及主要成果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144C91C-1C1E-491D-89E3-C64EF4349C20}"/>
              </a:ext>
            </a:extLst>
          </p:cNvPr>
          <p:cNvSpPr txBox="1"/>
          <p:nvPr/>
        </p:nvSpPr>
        <p:spPr>
          <a:xfrm>
            <a:off x="805648" y="1186552"/>
            <a:ext cx="10788589" cy="5177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zh-CN" sz="2000" b="1" kern="100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1、参与的项目</a:t>
            </a:r>
          </a:p>
          <a:p>
            <a:pPr indent="457200" algn="just">
              <a:lnSpc>
                <a:spcPct val="125000"/>
              </a:lnSpc>
            </a:pPr>
            <a:r>
              <a:rPr lang="zh-CN" altLang="zh-CN" sz="1800" b="1" kern="100" dirty="0">
                <a:solidFill>
                  <a:srgbClr val="013B6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①项目名称：填写项目主题与本人职责。</a:t>
            </a:r>
          </a:p>
          <a:p>
            <a:pPr indent="457200" algn="just">
              <a:lnSpc>
                <a:spcPct val="1250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②项目名称：填写项目来源与主要工作。</a:t>
            </a:r>
          </a:p>
          <a:p>
            <a:pPr indent="457200" algn="just">
              <a:lnSpc>
                <a:spcPct val="1250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③项目名称：填写与本课题相关的研究积累。</a:t>
            </a:r>
          </a:p>
          <a:p>
            <a:pPr indent="457200" algn="just">
              <a:lnSpc>
                <a:spcPct val="125000"/>
              </a:lnSpc>
            </a:pPr>
            <a:r>
              <a:rPr lang="zh-CN" altLang="zh-CN" b="1" kern="100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④项目名称：填写可支撑课题的数据或经验。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 kern="100" dirty="0">
                <a:solidFill>
                  <a:srgbClr val="013B6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2、已取得的主要成果</a:t>
            </a:r>
          </a:p>
          <a:p>
            <a:pPr indent="457200" algn="just">
              <a:lnSpc>
                <a:spcPct val="125000"/>
              </a:lnSpc>
            </a:pPr>
            <a:r>
              <a:rPr lang="en-US" altLang="zh-CN" b="1" kern="100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①成果名称：填写论文、报告或其他成果及完成状态。</a:t>
            </a:r>
          </a:p>
          <a:p>
            <a:pPr indent="457200" algn="just">
              <a:lnSpc>
                <a:spcPct val="125000"/>
              </a:lnSpc>
            </a:pPr>
            <a:r>
              <a:rPr lang="en-US" altLang="zh-CN" b="1" kern="100" dirty="0">
                <a:solidFill>
                  <a:srgbClr val="013B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②成果名称：填写成果形式、本人贡献与课题关联。</a:t>
            </a:r>
          </a:p>
        </p:txBody>
      </p:sp>
    </p:spTree>
    <p:extLst>
      <p:ext uri="{BB962C8B-B14F-4D97-AF65-F5344CB8AC3E}">
        <p14:creationId xmlns:p14="http://schemas.microsoft.com/office/powerpoint/2010/main" val="2747138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10469362" y="520573"/>
            <a:ext cx="1005403" cy="418191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defTabSz="1219200">
              <a:lnSpc>
                <a:spcPct val="150000"/>
              </a:lnSpc>
            </a:pPr>
            <a:r>
              <a:rPr lang="zh-CN" altLang="en-US" sz="1600" dirty="0">
                <a:solidFill>
                  <a:srgbClr val="157E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章节安排</a:t>
            </a:r>
          </a:p>
        </p:txBody>
      </p:sp>
      <p:sp>
        <p:nvSpPr>
          <p:cNvPr id="7" name="文本框 27">
            <a:extLst>
              <a:ext uri="{FF2B5EF4-FFF2-40B4-BE49-F238E27FC236}">
                <a16:creationId xmlns:a16="http://schemas.microsoft.com/office/drawing/2014/main" id="{7F9620DF-CA5C-45C2-9C7C-F91E62B42D18}"/>
              </a:ext>
            </a:extLst>
          </p:cNvPr>
          <p:cNvSpPr txBox="1"/>
          <p:nvPr/>
        </p:nvSpPr>
        <p:spPr>
          <a:xfrm>
            <a:off x="1879148" y="1548655"/>
            <a:ext cx="8590214" cy="28469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介绍研究背景、目的与意义，概括研究内容、方法及技术路线。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65A492E-AF28-4204-8756-920278CB9185}"/>
              </a:ext>
            </a:extLst>
          </p:cNvPr>
          <p:cNvSpPr/>
          <p:nvPr/>
        </p:nvSpPr>
        <p:spPr bwMode="auto">
          <a:xfrm>
            <a:off x="1563304" y="1179311"/>
            <a:ext cx="1835666" cy="3713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rtlCol="0" anchor="t" anchorCtr="0" compatLnSpc="1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绪论</a:t>
            </a:r>
          </a:p>
        </p:txBody>
      </p:sp>
      <p:sp>
        <p:nvSpPr>
          <p:cNvPr id="9" name="文本框 15">
            <a:extLst>
              <a:ext uri="{FF2B5EF4-FFF2-40B4-BE49-F238E27FC236}">
                <a16:creationId xmlns:a16="http://schemas.microsoft.com/office/drawing/2014/main" id="{37B9D20C-7C7C-491C-BA2E-9854B3749013}"/>
              </a:ext>
            </a:extLst>
          </p:cNvPr>
          <p:cNvSpPr txBox="1"/>
          <p:nvPr/>
        </p:nvSpPr>
        <p:spPr>
          <a:xfrm>
            <a:off x="1879147" y="2196254"/>
            <a:ext cx="8590215" cy="28469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界定核心概念，介绍相关理论基础与研究方法。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2DDC2C-C8A1-4F4D-BB32-81F8C4BDB29C}"/>
              </a:ext>
            </a:extLst>
          </p:cNvPr>
          <p:cNvSpPr/>
          <p:nvPr/>
        </p:nvSpPr>
        <p:spPr bwMode="auto">
          <a:xfrm>
            <a:off x="1563304" y="1842569"/>
            <a:ext cx="3428537" cy="367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rtlCol="0" anchor="t" anchorCtr="0" compatLnSpc="1"/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相关理论与技术基础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009B62-C4B4-48D0-99CF-580F99435337}"/>
              </a:ext>
            </a:extLst>
          </p:cNvPr>
          <p:cNvSpPr/>
          <p:nvPr/>
        </p:nvSpPr>
        <p:spPr bwMode="auto">
          <a:xfrm>
            <a:off x="1548941" y="3347478"/>
            <a:ext cx="4960982" cy="4295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rtlCol="0" anchor="t" anchorCtr="0" compatLnSpc="1"/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 研究模型与实证分析</a:t>
            </a:r>
          </a:p>
        </p:txBody>
      </p:sp>
      <p:sp>
        <p:nvSpPr>
          <p:cNvPr id="12" name="文本框 24">
            <a:extLst>
              <a:ext uri="{FF2B5EF4-FFF2-40B4-BE49-F238E27FC236}">
                <a16:creationId xmlns:a16="http://schemas.microsoft.com/office/drawing/2014/main" id="{7BFDD252-8576-4FF8-890D-58A5BFEBF5BA}"/>
              </a:ext>
            </a:extLst>
          </p:cNvPr>
          <p:cNvSpPr txBox="1"/>
          <p:nvPr/>
        </p:nvSpPr>
        <p:spPr>
          <a:xfrm>
            <a:off x="1864783" y="3776643"/>
            <a:ext cx="8599063" cy="5001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构建研究模型或分析框架，说明数据来源、变量测量及检验方法。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24">
            <a:extLst>
              <a:ext uri="{FF2B5EF4-FFF2-40B4-BE49-F238E27FC236}">
                <a16:creationId xmlns:a16="http://schemas.microsoft.com/office/drawing/2014/main" id="{70DD2C89-F09B-4F4D-98B1-6F695F7F9A19}"/>
              </a:ext>
            </a:extLst>
          </p:cNvPr>
          <p:cNvSpPr txBox="1"/>
          <p:nvPr/>
        </p:nvSpPr>
        <p:spPr>
          <a:xfrm>
            <a:off x="1864783" y="4678491"/>
            <a:ext cx="8599062" cy="5001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0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设置进一步分析或验证方案，比较结果并解释相关机制。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BF6B325-6AD4-4338-B5AD-40C5313976B2}"/>
              </a:ext>
            </a:extLst>
          </p:cNvPr>
          <p:cNvSpPr/>
          <p:nvPr/>
        </p:nvSpPr>
        <p:spPr bwMode="auto">
          <a:xfrm>
            <a:off x="1563304" y="4288602"/>
            <a:ext cx="5745609" cy="3882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rtlCol="0" anchor="t" anchorCtr="0" compatLnSpc="1"/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 深入分析与结果验证</a:t>
            </a:r>
          </a:p>
        </p:txBody>
      </p:sp>
      <p:sp>
        <p:nvSpPr>
          <p:cNvPr id="15" name="文本框 24">
            <a:extLst>
              <a:ext uri="{FF2B5EF4-FFF2-40B4-BE49-F238E27FC236}">
                <a16:creationId xmlns:a16="http://schemas.microsoft.com/office/drawing/2014/main" id="{F76B3A92-A58B-47CB-B051-13B673D7FFE3}"/>
              </a:ext>
            </a:extLst>
          </p:cNvPr>
          <p:cNvSpPr txBox="1"/>
          <p:nvPr/>
        </p:nvSpPr>
        <p:spPr>
          <a:xfrm>
            <a:off x="1861199" y="6264013"/>
            <a:ext cx="8590212" cy="28469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总结主要结论，说明研究贡献、局限与未来方向。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6AA0276-A891-42B5-88D8-6292A5205E37}"/>
              </a:ext>
            </a:extLst>
          </p:cNvPr>
          <p:cNvSpPr/>
          <p:nvPr/>
        </p:nvSpPr>
        <p:spPr bwMode="auto">
          <a:xfrm>
            <a:off x="1548940" y="5828831"/>
            <a:ext cx="2466357" cy="435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rtlCol="0" anchor="t" anchorCtr="0" compatLnSpc="1"/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第七章 结论与展望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FB4528E-7F83-4D03-98CD-D806F80F1743}"/>
              </a:ext>
            </a:extLst>
          </p:cNvPr>
          <p:cNvSpPr/>
          <p:nvPr/>
        </p:nvSpPr>
        <p:spPr bwMode="auto">
          <a:xfrm>
            <a:off x="1567254" y="2462945"/>
            <a:ext cx="4942669" cy="395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rtlCol="0" anchor="t" anchorCtr="0" compatLnSpc="1"/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 研究对象与问题分析</a:t>
            </a:r>
          </a:p>
        </p:txBody>
      </p:sp>
      <p:sp>
        <p:nvSpPr>
          <p:cNvPr id="18" name="文本框 24">
            <a:extLst>
              <a:ext uri="{FF2B5EF4-FFF2-40B4-BE49-F238E27FC236}">
                <a16:creationId xmlns:a16="http://schemas.microsoft.com/office/drawing/2014/main" id="{325FA2D0-5584-4999-8E4A-F3BA11F2EACA}"/>
              </a:ext>
            </a:extLst>
          </p:cNvPr>
          <p:cNvSpPr txBox="1"/>
          <p:nvPr/>
        </p:nvSpPr>
        <p:spPr>
          <a:xfrm>
            <a:off x="1873632" y="2858671"/>
            <a:ext cx="8590215" cy="5001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介绍研究对象和资料基础，明确关键问题、要素及其关系。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24">
            <a:extLst>
              <a:ext uri="{FF2B5EF4-FFF2-40B4-BE49-F238E27FC236}">
                <a16:creationId xmlns:a16="http://schemas.microsoft.com/office/drawing/2014/main" id="{D5238594-4AC7-4FEF-A660-AA6670463642}"/>
              </a:ext>
            </a:extLst>
          </p:cNvPr>
          <p:cNvSpPr txBox="1"/>
          <p:nvPr/>
        </p:nvSpPr>
        <p:spPr>
          <a:xfrm>
            <a:off x="1861199" y="5541598"/>
            <a:ext cx="8590213" cy="28469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square" lIns="68580" tIns="34290" rIns="68580" bIns="34290" rtlCol="0">
            <a:spAutoFit/>
          </a:bodyPr>
          <a:lstStyle/>
          <a:p>
            <a:pPr algn="just">
              <a:lnSpc>
                <a:spcPct val="10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结合研究结论提出应用建议，说明实施条件与适用范围。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B089697-E7CF-47EC-83DB-0E31D9D82BD8}"/>
              </a:ext>
            </a:extLst>
          </p:cNvPr>
          <p:cNvSpPr/>
          <p:nvPr/>
        </p:nvSpPr>
        <p:spPr bwMode="auto">
          <a:xfrm>
            <a:off x="1548940" y="5176591"/>
            <a:ext cx="4747918" cy="3782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rtlCol="0" anchor="t" anchorCtr="0" compatLnSpc="1"/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研究应用与建议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10469362" y="520573"/>
            <a:ext cx="1005403" cy="418191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defTabSz="1219200">
              <a:lnSpc>
                <a:spcPct val="150000"/>
              </a:lnSpc>
            </a:pPr>
            <a:r>
              <a:rPr lang="zh-CN" altLang="en-US" sz="1600" dirty="0">
                <a:solidFill>
                  <a:srgbClr val="157E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进度计划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6E18472-61A6-4A50-9E8B-CFBBB2AD8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296506"/>
              </p:ext>
            </p:extLst>
          </p:nvPr>
        </p:nvGraphicFramePr>
        <p:xfrm>
          <a:off x="648070" y="1169779"/>
          <a:ext cx="10750858" cy="54707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14279">
                  <a:extLst>
                    <a:ext uri="{9D8B030D-6E8A-4147-A177-3AD203B41FA5}">
                      <a16:colId xmlns:a16="http://schemas.microsoft.com/office/drawing/2014/main" val="1745620069"/>
                    </a:ext>
                  </a:extLst>
                </a:gridCol>
                <a:gridCol w="7836579">
                  <a:extLst>
                    <a:ext uri="{9D8B030D-6E8A-4147-A177-3AD203B41FA5}">
                      <a16:colId xmlns:a16="http://schemas.microsoft.com/office/drawing/2014/main" val="35620512"/>
                    </a:ext>
                  </a:extLst>
                </a:gridCol>
              </a:tblGrid>
              <a:tr h="448792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阶段／时间区间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主要任务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71456150"/>
                  </a:ext>
                </a:extLst>
              </a:tr>
              <a:tr h="858953">
                <a:tc>
                  <a:txBody>
                    <a:bodyPr/>
                    <a:lstStyle/>
                    <a:p>
                      <a:pPr algn="ctr"/>
                      <a:r>
                        <a:rPr lang="en-US" sz="17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阶段1：起止年月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文献梳理：明确研究问题，整理相关理论与研究成果。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74193989"/>
                  </a:ext>
                </a:extLst>
              </a:tr>
              <a:tr h="448792">
                <a:tc>
                  <a:txBody>
                    <a:bodyPr/>
                    <a:lstStyle/>
                    <a:p>
                      <a:pPr algn="ctr"/>
                      <a:r>
                        <a:rPr lang="en-US" sz="17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阶段2：起止年月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研究设计：细化研究方案，确定对象、方法与数据需求。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52715663"/>
                  </a:ext>
                </a:extLst>
              </a:tr>
              <a:tr h="448792">
                <a:tc>
                  <a:txBody>
                    <a:bodyPr/>
                    <a:lstStyle/>
                    <a:p>
                      <a:pPr algn="ctr"/>
                      <a:r>
                        <a:rPr lang="en-US" sz="17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阶段3：起止年月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资料收集：开展调研或实验，形成可用于分析的资料。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61994482"/>
                  </a:ext>
                </a:extLst>
              </a:tr>
              <a:tr h="572635">
                <a:tc>
                  <a:txBody>
                    <a:bodyPr/>
                    <a:lstStyle/>
                    <a:p>
                      <a:pPr algn="ctr"/>
                      <a:r>
                        <a:rPr lang="en-US" sz="17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阶段4：起止年月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数据分析：整理数据，完成核心分析与模型检验。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8777477"/>
                  </a:ext>
                </a:extLst>
              </a:tr>
              <a:tr h="448792">
                <a:tc>
                  <a:txBody>
                    <a:bodyPr/>
                    <a:lstStyle/>
                    <a:p>
                      <a:pPr algn="ctr"/>
                      <a:r>
                        <a:rPr lang="en-US" sz="17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阶段5：起止年月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结果验证：补充证据，讨论结果及其适用范围。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6000447"/>
                  </a:ext>
                </a:extLst>
              </a:tr>
              <a:tr h="448792">
                <a:tc>
                  <a:txBody>
                    <a:bodyPr/>
                    <a:lstStyle/>
                    <a:p>
                      <a:pPr algn="ctr"/>
                      <a:r>
                        <a:rPr lang="en-US" sz="17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阶段6：起止年月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撰写初稿。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13015169"/>
                  </a:ext>
                </a:extLst>
              </a:tr>
              <a:tr h="448792">
                <a:tc>
                  <a:txBody>
                    <a:bodyPr/>
                    <a:lstStyle/>
                    <a:p>
                      <a:pPr algn="ctr"/>
                      <a:r>
                        <a:rPr lang="en-US" sz="17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阶段7：起止年月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准备阶段检查。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7695202"/>
                  </a:ext>
                </a:extLst>
              </a:tr>
              <a:tr h="448792">
                <a:tc>
                  <a:txBody>
                    <a:bodyPr/>
                    <a:lstStyle/>
                    <a:p>
                      <a:pPr algn="ctr"/>
                      <a:r>
                        <a:rPr lang="en-US" sz="17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阶段8：起止年月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完善论文内容。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61153891"/>
                  </a:ext>
                </a:extLst>
              </a:tr>
              <a:tr h="448792">
                <a:tc>
                  <a:txBody>
                    <a:bodyPr/>
                    <a:lstStyle/>
                    <a:p>
                      <a:pPr algn="ctr"/>
                      <a:r>
                        <a:rPr lang="en-US" sz="17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阶段9：起止年月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完成送审稿。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4262937"/>
                  </a:ext>
                </a:extLst>
              </a:tr>
              <a:tr h="448792">
                <a:tc>
                  <a:txBody>
                    <a:bodyPr/>
                    <a:lstStyle/>
                    <a:p>
                      <a:pPr algn="ctr"/>
                      <a:r>
                        <a:rPr lang="en-US" sz="17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阶段10：起止年月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准备答辩材料。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13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517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85C14E27-4E0C-4944-831A-E97D0544E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77858" y="0"/>
            <a:ext cx="20565789" cy="709574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9E98FC2-3E94-42D8-9FAC-D765204EB1DA}"/>
              </a:ext>
            </a:extLst>
          </p:cNvPr>
          <p:cNvSpPr/>
          <p:nvPr/>
        </p:nvSpPr>
        <p:spPr>
          <a:xfrm>
            <a:off x="6308" y="-67322"/>
            <a:ext cx="12209844" cy="7296577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87F6778-D788-49F7-AECD-C67205E9FC5B}"/>
              </a:ext>
            </a:extLst>
          </p:cNvPr>
          <p:cNvSpPr/>
          <p:nvPr/>
        </p:nvSpPr>
        <p:spPr>
          <a:xfrm>
            <a:off x="4407131" y="2942159"/>
            <a:ext cx="637225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4800" b="1" dirty="0">
                <a:solidFill>
                  <a:srgbClr val="051F4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敬请各位老师批评指正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5927EDE-6965-4798-9623-E3B44A6C998D}"/>
              </a:ext>
            </a:extLst>
          </p:cNvPr>
          <p:cNvSpPr/>
          <p:nvPr/>
        </p:nvSpPr>
        <p:spPr>
          <a:xfrm>
            <a:off x="6238561" y="4299996"/>
            <a:ext cx="27093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51F4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答辩人：姓名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B913B991-2B2C-4B4E-8D3C-79BB7569D113}"/>
              </a:ext>
            </a:extLst>
          </p:cNvPr>
          <p:cNvCxnSpPr/>
          <p:nvPr/>
        </p:nvCxnSpPr>
        <p:spPr>
          <a:xfrm flipV="1">
            <a:off x="4512310" y="2617470"/>
            <a:ext cx="6094095" cy="4445"/>
          </a:xfrm>
          <a:prstGeom prst="line">
            <a:avLst/>
          </a:prstGeom>
          <a:ln>
            <a:solidFill>
              <a:srgbClr val="0A19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iṩļídê">
            <a:extLst>
              <a:ext uri="{FF2B5EF4-FFF2-40B4-BE49-F238E27FC236}">
                <a16:creationId xmlns:a16="http://schemas.microsoft.com/office/drawing/2014/main" id="{111F9355-3435-4245-B72B-6897271B8066}"/>
              </a:ext>
            </a:extLst>
          </p:cNvPr>
          <p:cNvGrpSpPr/>
          <p:nvPr/>
        </p:nvGrpSpPr>
        <p:grpSpPr>
          <a:xfrm>
            <a:off x="1147827" y="1988567"/>
            <a:ext cx="2880000" cy="2880000"/>
            <a:chOff x="1914526" y="2486026"/>
            <a:chExt cx="1882775" cy="1882775"/>
          </a:xfrm>
          <a:solidFill>
            <a:srgbClr val="051F4E"/>
          </a:solidFill>
        </p:grpSpPr>
        <p:sp>
          <p:nvSpPr>
            <p:cNvPr id="35" name="îśľîḋê">
              <a:extLst>
                <a:ext uri="{FF2B5EF4-FFF2-40B4-BE49-F238E27FC236}">
                  <a16:creationId xmlns:a16="http://schemas.microsoft.com/office/drawing/2014/main" id="{6BC44719-395A-4CE5-AD1E-38D98602F434}"/>
                </a:ext>
              </a:extLst>
            </p:cNvPr>
            <p:cNvSpPr/>
            <p:nvPr/>
          </p:nvSpPr>
          <p:spPr bwMode="auto">
            <a:xfrm>
              <a:off x="2457451" y="3409951"/>
              <a:ext cx="795338" cy="371475"/>
            </a:xfrm>
            <a:custGeom>
              <a:avLst/>
              <a:gdLst>
                <a:gd name="T0" fmla="*/ 294 w 501"/>
                <a:gd name="T1" fmla="*/ 65 h 234"/>
                <a:gd name="T2" fmla="*/ 213 w 501"/>
                <a:gd name="T3" fmla="*/ 129 h 234"/>
                <a:gd name="T4" fmla="*/ 224 w 501"/>
                <a:gd name="T5" fmla="*/ 52 h 234"/>
                <a:gd name="T6" fmla="*/ 203 w 501"/>
                <a:gd name="T7" fmla="*/ 53 h 234"/>
                <a:gd name="T8" fmla="*/ 177 w 501"/>
                <a:gd name="T9" fmla="*/ 30 h 234"/>
                <a:gd name="T10" fmla="*/ 204 w 501"/>
                <a:gd name="T11" fmla="*/ 20 h 234"/>
                <a:gd name="T12" fmla="*/ 180 w 501"/>
                <a:gd name="T13" fmla="*/ 16 h 234"/>
                <a:gd name="T14" fmla="*/ 162 w 501"/>
                <a:gd name="T15" fmla="*/ 54 h 234"/>
                <a:gd name="T16" fmla="*/ 162 w 501"/>
                <a:gd name="T17" fmla="*/ 45 h 234"/>
                <a:gd name="T18" fmla="*/ 175 w 501"/>
                <a:gd name="T19" fmla="*/ 76 h 234"/>
                <a:gd name="T20" fmla="*/ 134 w 501"/>
                <a:gd name="T21" fmla="*/ 128 h 234"/>
                <a:gd name="T22" fmla="*/ 97 w 501"/>
                <a:gd name="T23" fmla="*/ 50 h 234"/>
                <a:gd name="T24" fmla="*/ 30 w 501"/>
                <a:gd name="T25" fmla="*/ 79 h 234"/>
                <a:gd name="T26" fmla="*/ 42 w 501"/>
                <a:gd name="T27" fmla="*/ 39 h 234"/>
                <a:gd name="T28" fmla="*/ 50 w 501"/>
                <a:gd name="T29" fmla="*/ 59 h 234"/>
                <a:gd name="T30" fmla="*/ 34 w 501"/>
                <a:gd name="T31" fmla="*/ 50 h 234"/>
                <a:gd name="T32" fmla="*/ 86 w 501"/>
                <a:gd name="T33" fmla="*/ 69 h 234"/>
                <a:gd name="T34" fmla="*/ 96 w 501"/>
                <a:gd name="T35" fmla="*/ 71 h 234"/>
                <a:gd name="T36" fmla="*/ 166 w 501"/>
                <a:gd name="T37" fmla="*/ 126 h 234"/>
                <a:gd name="T38" fmla="*/ 112 w 501"/>
                <a:gd name="T39" fmla="*/ 25 h 234"/>
                <a:gd name="T40" fmla="*/ 118 w 501"/>
                <a:gd name="T41" fmla="*/ 48 h 234"/>
                <a:gd name="T42" fmla="*/ 106 w 501"/>
                <a:gd name="T43" fmla="*/ 30 h 234"/>
                <a:gd name="T44" fmla="*/ 138 w 501"/>
                <a:gd name="T45" fmla="*/ 57 h 234"/>
                <a:gd name="T46" fmla="*/ 96 w 501"/>
                <a:gd name="T47" fmla="*/ 94 h 234"/>
                <a:gd name="T48" fmla="*/ 96 w 501"/>
                <a:gd name="T49" fmla="*/ 122 h 234"/>
                <a:gd name="T50" fmla="*/ 59 w 501"/>
                <a:gd name="T51" fmla="*/ 69 h 234"/>
                <a:gd name="T52" fmla="*/ 59 w 501"/>
                <a:gd name="T53" fmla="*/ 82 h 234"/>
                <a:gd name="T54" fmla="*/ 13 w 501"/>
                <a:gd name="T55" fmla="*/ 66 h 234"/>
                <a:gd name="T56" fmla="*/ 28 w 501"/>
                <a:gd name="T57" fmla="*/ 83 h 234"/>
                <a:gd name="T58" fmla="*/ 19 w 501"/>
                <a:gd name="T59" fmla="*/ 176 h 234"/>
                <a:gd name="T60" fmla="*/ 5 w 501"/>
                <a:gd name="T61" fmla="*/ 221 h 234"/>
                <a:gd name="T62" fmla="*/ 288 w 501"/>
                <a:gd name="T63" fmla="*/ 127 h 234"/>
                <a:gd name="T64" fmla="*/ 277 w 501"/>
                <a:gd name="T65" fmla="*/ 54 h 234"/>
                <a:gd name="T66" fmla="*/ 322 w 501"/>
                <a:gd name="T67" fmla="*/ 233 h 234"/>
                <a:gd name="T68" fmla="*/ 326 w 501"/>
                <a:gd name="T69" fmla="*/ 30 h 234"/>
                <a:gd name="T70" fmla="*/ 298 w 501"/>
                <a:gd name="T71" fmla="*/ 17 h 234"/>
                <a:gd name="T72" fmla="*/ 323 w 501"/>
                <a:gd name="T73" fmla="*/ 18 h 234"/>
                <a:gd name="T74" fmla="*/ 338 w 501"/>
                <a:gd name="T75" fmla="*/ 58 h 234"/>
                <a:gd name="T76" fmla="*/ 339 w 501"/>
                <a:gd name="T77" fmla="*/ 43 h 234"/>
                <a:gd name="T78" fmla="*/ 375 w 501"/>
                <a:gd name="T79" fmla="*/ 83 h 234"/>
                <a:gd name="T80" fmla="*/ 364 w 501"/>
                <a:gd name="T81" fmla="*/ 126 h 234"/>
                <a:gd name="T82" fmla="*/ 377 w 501"/>
                <a:gd name="T83" fmla="*/ 50 h 234"/>
                <a:gd name="T84" fmla="*/ 377 w 501"/>
                <a:gd name="T85" fmla="*/ 50 h 234"/>
                <a:gd name="T86" fmla="*/ 447 w 501"/>
                <a:gd name="T87" fmla="*/ 63 h 234"/>
                <a:gd name="T88" fmla="*/ 452 w 501"/>
                <a:gd name="T89" fmla="*/ 58 h 234"/>
                <a:gd name="T90" fmla="*/ 469 w 501"/>
                <a:gd name="T91" fmla="*/ 52 h 234"/>
                <a:gd name="T92" fmla="*/ 414 w 501"/>
                <a:gd name="T93" fmla="*/ 73 h 234"/>
                <a:gd name="T94" fmla="*/ 407 w 501"/>
                <a:gd name="T95" fmla="*/ 71 h 234"/>
                <a:gd name="T96" fmla="*/ 338 w 501"/>
                <a:gd name="T97" fmla="*/ 124 h 234"/>
                <a:gd name="T98" fmla="*/ 390 w 501"/>
                <a:gd name="T99" fmla="*/ 24 h 234"/>
                <a:gd name="T100" fmla="*/ 382 w 501"/>
                <a:gd name="T101" fmla="*/ 48 h 234"/>
                <a:gd name="T102" fmla="*/ 397 w 501"/>
                <a:gd name="T103" fmla="*/ 34 h 234"/>
                <a:gd name="T104" fmla="*/ 362 w 501"/>
                <a:gd name="T105" fmla="*/ 58 h 234"/>
                <a:gd name="T106" fmla="*/ 447 w 501"/>
                <a:gd name="T107" fmla="*/ 110 h 234"/>
                <a:gd name="T108" fmla="*/ 405 w 501"/>
                <a:gd name="T109" fmla="*/ 122 h 234"/>
                <a:gd name="T110" fmla="*/ 443 w 501"/>
                <a:gd name="T111" fmla="*/ 69 h 234"/>
                <a:gd name="T112" fmla="*/ 442 w 501"/>
                <a:gd name="T113" fmla="*/ 82 h 234"/>
                <a:gd name="T114" fmla="*/ 488 w 501"/>
                <a:gd name="T115" fmla="*/ 66 h 234"/>
                <a:gd name="T116" fmla="*/ 473 w 501"/>
                <a:gd name="T117" fmla="*/ 83 h 234"/>
                <a:gd name="T118" fmla="*/ 483 w 501"/>
                <a:gd name="T119" fmla="*/ 176 h 234"/>
                <a:gd name="T120" fmla="*/ 496 w 501"/>
                <a:gd name="T121" fmla="*/ 221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01" h="234">
                  <a:moveTo>
                    <a:pt x="250" y="76"/>
                  </a:moveTo>
                  <a:lnTo>
                    <a:pt x="294" y="76"/>
                  </a:lnTo>
                  <a:lnTo>
                    <a:pt x="294" y="103"/>
                  </a:lnTo>
                  <a:lnTo>
                    <a:pt x="250" y="103"/>
                  </a:lnTo>
                  <a:lnTo>
                    <a:pt x="207" y="103"/>
                  </a:lnTo>
                  <a:lnTo>
                    <a:pt x="207" y="76"/>
                  </a:lnTo>
                  <a:lnTo>
                    <a:pt x="250" y="76"/>
                  </a:lnTo>
                  <a:lnTo>
                    <a:pt x="250" y="76"/>
                  </a:lnTo>
                  <a:close/>
                  <a:moveTo>
                    <a:pt x="250" y="107"/>
                  </a:moveTo>
                  <a:lnTo>
                    <a:pt x="250" y="107"/>
                  </a:lnTo>
                  <a:lnTo>
                    <a:pt x="294" y="107"/>
                  </a:lnTo>
                  <a:lnTo>
                    <a:pt x="294" y="116"/>
                  </a:lnTo>
                  <a:lnTo>
                    <a:pt x="252" y="116"/>
                  </a:lnTo>
                  <a:lnTo>
                    <a:pt x="249" y="116"/>
                  </a:lnTo>
                  <a:lnTo>
                    <a:pt x="207" y="116"/>
                  </a:lnTo>
                  <a:lnTo>
                    <a:pt x="207" y="107"/>
                  </a:lnTo>
                  <a:lnTo>
                    <a:pt x="250" y="107"/>
                  </a:lnTo>
                  <a:lnTo>
                    <a:pt x="250" y="107"/>
                  </a:lnTo>
                  <a:close/>
                  <a:moveTo>
                    <a:pt x="247" y="65"/>
                  </a:moveTo>
                  <a:lnTo>
                    <a:pt x="254" y="65"/>
                  </a:lnTo>
                  <a:lnTo>
                    <a:pt x="294" y="65"/>
                  </a:lnTo>
                  <a:lnTo>
                    <a:pt x="294" y="74"/>
                  </a:lnTo>
                  <a:lnTo>
                    <a:pt x="250" y="74"/>
                  </a:lnTo>
                  <a:lnTo>
                    <a:pt x="250" y="74"/>
                  </a:lnTo>
                  <a:lnTo>
                    <a:pt x="250" y="74"/>
                  </a:lnTo>
                  <a:lnTo>
                    <a:pt x="250" y="74"/>
                  </a:lnTo>
                  <a:lnTo>
                    <a:pt x="207" y="74"/>
                  </a:lnTo>
                  <a:lnTo>
                    <a:pt x="207" y="65"/>
                  </a:lnTo>
                  <a:lnTo>
                    <a:pt x="247" y="65"/>
                  </a:lnTo>
                  <a:lnTo>
                    <a:pt x="247" y="65"/>
                  </a:lnTo>
                  <a:close/>
                  <a:moveTo>
                    <a:pt x="225" y="118"/>
                  </a:moveTo>
                  <a:lnTo>
                    <a:pt x="224" y="118"/>
                  </a:lnTo>
                  <a:lnTo>
                    <a:pt x="222" y="121"/>
                  </a:lnTo>
                  <a:lnTo>
                    <a:pt x="221" y="122"/>
                  </a:lnTo>
                  <a:lnTo>
                    <a:pt x="220" y="124"/>
                  </a:lnTo>
                  <a:lnTo>
                    <a:pt x="218" y="125"/>
                  </a:lnTo>
                  <a:lnTo>
                    <a:pt x="217" y="126"/>
                  </a:lnTo>
                  <a:lnTo>
                    <a:pt x="214" y="126"/>
                  </a:lnTo>
                  <a:lnTo>
                    <a:pt x="214" y="126"/>
                  </a:lnTo>
                  <a:lnTo>
                    <a:pt x="214" y="127"/>
                  </a:lnTo>
                  <a:lnTo>
                    <a:pt x="214" y="128"/>
                  </a:lnTo>
                  <a:lnTo>
                    <a:pt x="213" y="129"/>
                  </a:lnTo>
                  <a:lnTo>
                    <a:pt x="213" y="130"/>
                  </a:lnTo>
                  <a:lnTo>
                    <a:pt x="212" y="131"/>
                  </a:lnTo>
                  <a:lnTo>
                    <a:pt x="211" y="132"/>
                  </a:lnTo>
                  <a:lnTo>
                    <a:pt x="209" y="133"/>
                  </a:lnTo>
                  <a:lnTo>
                    <a:pt x="208" y="133"/>
                  </a:lnTo>
                  <a:lnTo>
                    <a:pt x="208" y="118"/>
                  </a:lnTo>
                  <a:lnTo>
                    <a:pt x="225" y="118"/>
                  </a:lnTo>
                  <a:lnTo>
                    <a:pt x="225" y="118"/>
                  </a:lnTo>
                  <a:close/>
                  <a:moveTo>
                    <a:pt x="207" y="62"/>
                  </a:moveTo>
                  <a:lnTo>
                    <a:pt x="209" y="62"/>
                  </a:lnTo>
                  <a:lnTo>
                    <a:pt x="212" y="62"/>
                  </a:lnTo>
                  <a:lnTo>
                    <a:pt x="216" y="62"/>
                  </a:lnTo>
                  <a:lnTo>
                    <a:pt x="219" y="61"/>
                  </a:lnTo>
                  <a:lnTo>
                    <a:pt x="221" y="59"/>
                  </a:lnTo>
                  <a:lnTo>
                    <a:pt x="222" y="58"/>
                  </a:lnTo>
                  <a:lnTo>
                    <a:pt x="222" y="58"/>
                  </a:lnTo>
                  <a:lnTo>
                    <a:pt x="223" y="56"/>
                  </a:lnTo>
                  <a:lnTo>
                    <a:pt x="224" y="54"/>
                  </a:lnTo>
                  <a:lnTo>
                    <a:pt x="224" y="54"/>
                  </a:lnTo>
                  <a:lnTo>
                    <a:pt x="224" y="53"/>
                  </a:lnTo>
                  <a:lnTo>
                    <a:pt x="224" y="52"/>
                  </a:lnTo>
                  <a:lnTo>
                    <a:pt x="222" y="49"/>
                  </a:lnTo>
                  <a:lnTo>
                    <a:pt x="220" y="46"/>
                  </a:lnTo>
                  <a:lnTo>
                    <a:pt x="218" y="45"/>
                  </a:lnTo>
                  <a:lnTo>
                    <a:pt x="217" y="45"/>
                  </a:lnTo>
                  <a:lnTo>
                    <a:pt x="215" y="45"/>
                  </a:lnTo>
                  <a:lnTo>
                    <a:pt x="214" y="46"/>
                  </a:lnTo>
                  <a:lnTo>
                    <a:pt x="211" y="49"/>
                  </a:lnTo>
                  <a:lnTo>
                    <a:pt x="209" y="52"/>
                  </a:lnTo>
                  <a:lnTo>
                    <a:pt x="208" y="53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54"/>
                  </a:lnTo>
                  <a:lnTo>
                    <a:pt x="207" y="62"/>
                  </a:lnTo>
                  <a:lnTo>
                    <a:pt x="207" y="62"/>
                  </a:lnTo>
                  <a:close/>
                  <a:moveTo>
                    <a:pt x="203" y="53"/>
                  </a:moveTo>
                  <a:lnTo>
                    <a:pt x="179" y="53"/>
                  </a:lnTo>
                  <a:lnTo>
                    <a:pt x="179" y="233"/>
                  </a:lnTo>
                  <a:lnTo>
                    <a:pt x="203" y="233"/>
                  </a:lnTo>
                  <a:lnTo>
                    <a:pt x="203" y="53"/>
                  </a:lnTo>
                  <a:lnTo>
                    <a:pt x="203" y="53"/>
                  </a:lnTo>
                  <a:close/>
                  <a:moveTo>
                    <a:pt x="206" y="30"/>
                  </a:moveTo>
                  <a:lnTo>
                    <a:pt x="206" y="30"/>
                  </a:lnTo>
                  <a:lnTo>
                    <a:pt x="207" y="30"/>
                  </a:lnTo>
                  <a:lnTo>
                    <a:pt x="207" y="30"/>
                  </a:lnTo>
                  <a:lnTo>
                    <a:pt x="207" y="30"/>
                  </a:lnTo>
                  <a:lnTo>
                    <a:pt x="207" y="48"/>
                  </a:lnTo>
                  <a:lnTo>
                    <a:pt x="207" y="49"/>
                  </a:lnTo>
                  <a:lnTo>
                    <a:pt x="207" y="50"/>
                  </a:lnTo>
                  <a:lnTo>
                    <a:pt x="206" y="50"/>
                  </a:lnTo>
                  <a:lnTo>
                    <a:pt x="206" y="50"/>
                  </a:lnTo>
                  <a:lnTo>
                    <a:pt x="177" y="50"/>
                  </a:lnTo>
                  <a:lnTo>
                    <a:pt x="176" y="50"/>
                  </a:lnTo>
                  <a:lnTo>
                    <a:pt x="175" y="50"/>
                  </a:lnTo>
                  <a:lnTo>
                    <a:pt x="175" y="49"/>
                  </a:lnTo>
                  <a:lnTo>
                    <a:pt x="175" y="48"/>
                  </a:lnTo>
                  <a:lnTo>
                    <a:pt x="175" y="30"/>
                  </a:lnTo>
                  <a:lnTo>
                    <a:pt x="175" y="30"/>
                  </a:lnTo>
                  <a:lnTo>
                    <a:pt x="175" y="30"/>
                  </a:lnTo>
                  <a:lnTo>
                    <a:pt x="176" y="30"/>
                  </a:lnTo>
                  <a:lnTo>
                    <a:pt x="177" y="30"/>
                  </a:lnTo>
                  <a:lnTo>
                    <a:pt x="206" y="30"/>
                  </a:lnTo>
                  <a:lnTo>
                    <a:pt x="206" y="30"/>
                  </a:lnTo>
                  <a:close/>
                  <a:moveTo>
                    <a:pt x="190" y="0"/>
                  </a:moveTo>
                  <a:lnTo>
                    <a:pt x="191" y="0"/>
                  </a:lnTo>
                  <a:lnTo>
                    <a:pt x="191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3" y="1"/>
                  </a:lnTo>
                  <a:lnTo>
                    <a:pt x="194" y="1"/>
                  </a:lnTo>
                  <a:lnTo>
                    <a:pt x="195" y="2"/>
                  </a:lnTo>
                  <a:lnTo>
                    <a:pt x="196" y="3"/>
                  </a:lnTo>
                  <a:lnTo>
                    <a:pt x="198" y="5"/>
                  </a:lnTo>
                  <a:lnTo>
                    <a:pt x="198" y="7"/>
                  </a:lnTo>
                  <a:lnTo>
                    <a:pt x="199" y="11"/>
                  </a:lnTo>
                  <a:lnTo>
                    <a:pt x="199" y="13"/>
                  </a:lnTo>
                  <a:lnTo>
                    <a:pt x="201" y="14"/>
                  </a:lnTo>
                  <a:lnTo>
                    <a:pt x="202" y="14"/>
                  </a:lnTo>
                  <a:lnTo>
                    <a:pt x="202" y="16"/>
                  </a:lnTo>
                  <a:lnTo>
                    <a:pt x="203" y="17"/>
                  </a:lnTo>
                  <a:lnTo>
                    <a:pt x="204" y="18"/>
                  </a:lnTo>
                  <a:lnTo>
                    <a:pt x="204" y="20"/>
                  </a:lnTo>
                  <a:lnTo>
                    <a:pt x="203" y="22"/>
                  </a:lnTo>
                  <a:lnTo>
                    <a:pt x="202" y="22"/>
                  </a:lnTo>
                  <a:lnTo>
                    <a:pt x="202" y="25"/>
                  </a:lnTo>
                  <a:lnTo>
                    <a:pt x="202" y="26"/>
                  </a:lnTo>
                  <a:lnTo>
                    <a:pt x="202" y="26"/>
                  </a:lnTo>
                  <a:lnTo>
                    <a:pt x="202" y="26"/>
                  </a:lnTo>
                  <a:lnTo>
                    <a:pt x="202" y="27"/>
                  </a:lnTo>
                  <a:lnTo>
                    <a:pt x="201" y="27"/>
                  </a:lnTo>
                  <a:lnTo>
                    <a:pt x="191" y="27"/>
                  </a:lnTo>
                  <a:lnTo>
                    <a:pt x="182" y="27"/>
                  </a:lnTo>
                  <a:lnTo>
                    <a:pt x="181" y="27"/>
                  </a:lnTo>
                  <a:lnTo>
                    <a:pt x="181" y="26"/>
                  </a:lnTo>
                  <a:lnTo>
                    <a:pt x="181" y="26"/>
                  </a:lnTo>
                  <a:lnTo>
                    <a:pt x="181" y="26"/>
                  </a:lnTo>
                  <a:lnTo>
                    <a:pt x="181" y="25"/>
                  </a:lnTo>
                  <a:lnTo>
                    <a:pt x="180" y="22"/>
                  </a:lnTo>
                  <a:lnTo>
                    <a:pt x="179" y="22"/>
                  </a:lnTo>
                  <a:lnTo>
                    <a:pt x="178" y="20"/>
                  </a:lnTo>
                  <a:lnTo>
                    <a:pt x="178" y="18"/>
                  </a:lnTo>
                  <a:lnTo>
                    <a:pt x="179" y="17"/>
                  </a:lnTo>
                  <a:lnTo>
                    <a:pt x="180" y="16"/>
                  </a:lnTo>
                  <a:lnTo>
                    <a:pt x="181" y="14"/>
                  </a:lnTo>
                  <a:lnTo>
                    <a:pt x="182" y="14"/>
                  </a:lnTo>
                  <a:lnTo>
                    <a:pt x="183" y="13"/>
                  </a:lnTo>
                  <a:lnTo>
                    <a:pt x="183" y="11"/>
                  </a:lnTo>
                  <a:lnTo>
                    <a:pt x="184" y="7"/>
                  </a:lnTo>
                  <a:lnTo>
                    <a:pt x="186" y="5"/>
                  </a:lnTo>
                  <a:lnTo>
                    <a:pt x="186" y="3"/>
                  </a:lnTo>
                  <a:lnTo>
                    <a:pt x="187" y="2"/>
                  </a:lnTo>
                  <a:lnTo>
                    <a:pt x="188" y="1"/>
                  </a:lnTo>
                  <a:lnTo>
                    <a:pt x="190" y="1"/>
                  </a:lnTo>
                  <a:lnTo>
                    <a:pt x="190" y="0"/>
                  </a:lnTo>
                  <a:lnTo>
                    <a:pt x="190" y="0"/>
                  </a:lnTo>
                  <a:close/>
                  <a:moveTo>
                    <a:pt x="174" y="52"/>
                  </a:moveTo>
                  <a:lnTo>
                    <a:pt x="174" y="62"/>
                  </a:lnTo>
                  <a:lnTo>
                    <a:pt x="168" y="62"/>
                  </a:lnTo>
                  <a:lnTo>
                    <a:pt x="166" y="62"/>
                  </a:lnTo>
                  <a:lnTo>
                    <a:pt x="166" y="61"/>
                  </a:lnTo>
                  <a:lnTo>
                    <a:pt x="164" y="59"/>
                  </a:lnTo>
                  <a:lnTo>
                    <a:pt x="163" y="58"/>
                  </a:lnTo>
                  <a:lnTo>
                    <a:pt x="162" y="55"/>
                  </a:lnTo>
                  <a:lnTo>
                    <a:pt x="162" y="54"/>
                  </a:lnTo>
                  <a:lnTo>
                    <a:pt x="161" y="53"/>
                  </a:lnTo>
                  <a:lnTo>
                    <a:pt x="159" y="51"/>
                  </a:lnTo>
                  <a:lnTo>
                    <a:pt x="158" y="50"/>
                  </a:lnTo>
                  <a:lnTo>
                    <a:pt x="156" y="47"/>
                  </a:lnTo>
                  <a:lnTo>
                    <a:pt x="156" y="46"/>
                  </a:lnTo>
                  <a:lnTo>
                    <a:pt x="156" y="46"/>
                  </a:lnTo>
                  <a:lnTo>
                    <a:pt x="156" y="45"/>
                  </a:lnTo>
                  <a:lnTo>
                    <a:pt x="157" y="44"/>
                  </a:lnTo>
                  <a:lnTo>
                    <a:pt x="158" y="42"/>
                  </a:lnTo>
                  <a:lnTo>
                    <a:pt x="159" y="42"/>
                  </a:lnTo>
                  <a:lnTo>
                    <a:pt x="160" y="42"/>
                  </a:lnTo>
                  <a:lnTo>
                    <a:pt x="161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3"/>
                  </a:lnTo>
                  <a:lnTo>
                    <a:pt x="161" y="44"/>
                  </a:lnTo>
                  <a:lnTo>
                    <a:pt x="162" y="45"/>
                  </a:lnTo>
                  <a:lnTo>
                    <a:pt x="162" y="46"/>
                  </a:lnTo>
                  <a:lnTo>
                    <a:pt x="163" y="46"/>
                  </a:lnTo>
                  <a:lnTo>
                    <a:pt x="164" y="46"/>
                  </a:lnTo>
                  <a:lnTo>
                    <a:pt x="166" y="47"/>
                  </a:lnTo>
                  <a:lnTo>
                    <a:pt x="169" y="48"/>
                  </a:lnTo>
                  <a:lnTo>
                    <a:pt x="170" y="50"/>
                  </a:lnTo>
                  <a:lnTo>
                    <a:pt x="171" y="51"/>
                  </a:lnTo>
                  <a:lnTo>
                    <a:pt x="173" y="52"/>
                  </a:lnTo>
                  <a:lnTo>
                    <a:pt x="174" y="52"/>
                  </a:lnTo>
                  <a:lnTo>
                    <a:pt x="174" y="52"/>
                  </a:lnTo>
                  <a:close/>
                  <a:moveTo>
                    <a:pt x="175" y="65"/>
                  </a:moveTo>
                  <a:lnTo>
                    <a:pt x="168" y="65"/>
                  </a:lnTo>
                  <a:lnTo>
                    <a:pt x="168" y="74"/>
                  </a:lnTo>
                  <a:lnTo>
                    <a:pt x="175" y="74"/>
                  </a:lnTo>
                  <a:lnTo>
                    <a:pt x="175" y="65"/>
                  </a:lnTo>
                  <a:lnTo>
                    <a:pt x="175" y="65"/>
                  </a:lnTo>
                  <a:close/>
                  <a:moveTo>
                    <a:pt x="175" y="76"/>
                  </a:moveTo>
                  <a:lnTo>
                    <a:pt x="126" y="76"/>
                  </a:lnTo>
                  <a:lnTo>
                    <a:pt x="126" y="83"/>
                  </a:lnTo>
                  <a:lnTo>
                    <a:pt x="175" y="83"/>
                  </a:lnTo>
                  <a:lnTo>
                    <a:pt x="175" y="76"/>
                  </a:lnTo>
                  <a:lnTo>
                    <a:pt x="175" y="76"/>
                  </a:lnTo>
                  <a:close/>
                  <a:moveTo>
                    <a:pt x="175" y="86"/>
                  </a:moveTo>
                  <a:lnTo>
                    <a:pt x="126" y="86"/>
                  </a:lnTo>
                  <a:lnTo>
                    <a:pt x="126" y="107"/>
                  </a:lnTo>
                  <a:lnTo>
                    <a:pt x="175" y="107"/>
                  </a:lnTo>
                  <a:lnTo>
                    <a:pt x="175" y="86"/>
                  </a:lnTo>
                  <a:lnTo>
                    <a:pt x="175" y="86"/>
                  </a:lnTo>
                  <a:close/>
                  <a:moveTo>
                    <a:pt x="175" y="110"/>
                  </a:moveTo>
                  <a:lnTo>
                    <a:pt x="126" y="110"/>
                  </a:lnTo>
                  <a:lnTo>
                    <a:pt x="126" y="117"/>
                  </a:lnTo>
                  <a:lnTo>
                    <a:pt x="175" y="117"/>
                  </a:lnTo>
                  <a:lnTo>
                    <a:pt x="175" y="110"/>
                  </a:lnTo>
                  <a:lnTo>
                    <a:pt x="175" y="110"/>
                  </a:lnTo>
                  <a:close/>
                  <a:moveTo>
                    <a:pt x="140" y="121"/>
                  </a:moveTo>
                  <a:lnTo>
                    <a:pt x="141" y="121"/>
                  </a:lnTo>
                  <a:lnTo>
                    <a:pt x="140" y="122"/>
                  </a:lnTo>
                  <a:lnTo>
                    <a:pt x="139" y="122"/>
                  </a:lnTo>
                  <a:lnTo>
                    <a:pt x="138" y="124"/>
                  </a:lnTo>
                  <a:lnTo>
                    <a:pt x="137" y="126"/>
                  </a:lnTo>
                  <a:lnTo>
                    <a:pt x="135" y="126"/>
                  </a:lnTo>
                  <a:lnTo>
                    <a:pt x="134" y="128"/>
                  </a:lnTo>
                  <a:lnTo>
                    <a:pt x="132" y="128"/>
                  </a:lnTo>
                  <a:lnTo>
                    <a:pt x="130" y="129"/>
                  </a:lnTo>
                  <a:lnTo>
                    <a:pt x="130" y="130"/>
                  </a:lnTo>
                  <a:lnTo>
                    <a:pt x="129" y="132"/>
                  </a:lnTo>
                  <a:lnTo>
                    <a:pt x="128" y="134"/>
                  </a:lnTo>
                  <a:lnTo>
                    <a:pt x="127" y="134"/>
                  </a:lnTo>
                  <a:lnTo>
                    <a:pt x="126" y="134"/>
                  </a:lnTo>
                  <a:lnTo>
                    <a:pt x="126" y="134"/>
                  </a:lnTo>
                  <a:lnTo>
                    <a:pt x="126" y="134"/>
                  </a:lnTo>
                  <a:lnTo>
                    <a:pt x="126" y="121"/>
                  </a:lnTo>
                  <a:lnTo>
                    <a:pt x="140" y="121"/>
                  </a:lnTo>
                  <a:lnTo>
                    <a:pt x="140" y="121"/>
                  </a:lnTo>
                  <a:close/>
                  <a:moveTo>
                    <a:pt x="122" y="73"/>
                  </a:moveTo>
                  <a:lnTo>
                    <a:pt x="100" y="73"/>
                  </a:lnTo>
                  <a:lnTo>
                    <a:pt x="100" y="233"/>
                  </a:lnTo>
                  <a:lnTo>
                    <a:pt x="122" y="233"/>
                  </a:lnTo>
                  <a:lnTo>
                    <a:pt x="122" y="73"/>
                  </a:lnTo>
                  <a:lnTo>
                    <a:pt x="122" y="73"/>
                  </a:lnTo>
                  <a:close/>
                  <a:moveTo>
                    <a:pt x="124" y="50"/>
                  </a:moveTo>
                  <a:lnTo>
                    <a:pt x="98" y="50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96" y="51"/>
                  </a:lnTo>
                  <a:lnTo>
                    <a:pt x="96" y="51"/>
                  </a:lnTo>
                  <a:lnTo>
                    <a:pt x="96" y="67"/>
                  </a:lnTo>
                  <a:lnTo>
                    <a:pt x="96" y="68"/>
                  </a:lnTo>
                  <a:lnTo>
                    <a:pt x="97" y="68"/>
                  </a:lnTo>
                  <a:lnTo>
                    <a:pt x="97" y="68"/>
                  </a:lnTo>
                  <a:lnTo>
                    <a:pt x="98" y="69"/>
                  </a:lnTo>
                  <a:lnTo>
                    <a:pt x="124" y="69"/>
                  </a:lnTo>
                  <a:lnTo>
                    <a:pt x="125" y="68"/>
                  </a:lnTo>
                  <a:lnTo>
                    <a:pt x="125" y="68"/>
                  </a:lnTo>
                  <a:lnTo>
                    <a:pt x="125" y="68"/>
                  </a:lnTo>
                  <a:lnTo>
                    <a:pt x="125" y="67"/>
                  </a:lnTo>
                  <a:lnTo>
                    <a:pt x="125" y="51"/>
                  </a:lnTo>
                  <a:lnTo>
                    <a:pt x="125" y="51"/>
                  </a:lnTo>
                  <a:lnTo>
                    <a:pt x="125" y="50"/>
                  </a:lnTo>
                  <a:lnTo>
                    <a:pt x="125" y="50"/>
                  </a:lnTo>
                  <a:lnTo>
                    <a:pt x="124" y="50"/>
                  </a:lnTo>
                  <a:lnTo>
                    <a:pt x="124" y="50"/>
                  </a:lnTo>
                  <a:close/>
                  <a:moveTo>
                    <a:pt x="52" y="79"/>
                  </a:moveTo>
                  <a:lnTo>
                    <a:pt x="30" y="79"/>
                  </a:lnTo>
                  <a:lnTo>
                    <a:pt x="30" y="232"/>
                  </a:lnTo>
                  <a:lnTo>
                    <a:pt x="51" y="232"/>
                  </a:lnTo>
                  <a:lnTo>
                    <a:pt x="51" y="88"/>
                  </a:lnTo>
                  <a:lnTo>
                    <a:pt x="52" y="88"/>
                  </a:lnTo>
                  <a:lnTo>
                    <a:pt x="52" y="79"/>
                  </a:lnTo>
                  <a:lnTo>
                    <a:pt x="52" y="79"/>
                  </a:lnTo>
                  <a:close/>
                  <a:moveTo>
                    <a:pt x="54" y="63"/>
                  </a:moveTo>
                  <a:lnTo>
                    <a:pt x="30" y="63"/>
                  </a:lnTo>
                  <a:lnTo>
                    <a:pt x="29" y="63"/>
                  </a:lnTo>
                  <a:lnTo>
                    <a:pt x="29" y="64"/>
                  </a:lnTo>
                  <a:lnTo>
                    <a:pt x="29" y="76"/>
                  </a:lnTo>
                  <a:lnTo>
                    <a:pt x="29" y="77"/>
                  </a:lnTo>
                  <a:lnTo>
                    <a:pt x="30" y="78"/>
                  </a:lnTo>
                  <a:lnTo>
                    <a:pt x="54" y="78"/>
                  </a:lnTo>
                  <a:lnTo>
                    <a:pt x="54" y="77"/>
                  </a:lnTo>
                  <a:lnTo>
                    <a:pt x="54" y="76"/>
                  </a:lnTo>
                  <a:lnTo>
                    <a:pt x="54" y="64"/>
                  </a:lnTo>
                  <a:lnTo>
                    <a:pt x="54" y="63"/>
                  </a:lnTo>
                  <a:lnTo>
                    <a:pt x="54" y="63"/>
                  </a:lnTo>
                  <a:lnTo>
                    <a:pt x="54" y="63"/>
                  </a:lnTo>
                  <a:close/>
                  <a:moveTo>
                    <a:pt x="42" y="39"/>
                  </a:moveTo>
                  <a:lnTo>
                    <a:pt x="42" y="39"/>
                  </a:lnTo>
                  <a:lnTo>
                    <a:pt x="43" y="39"/>
                  </a:lnTo>
                  <a:lnTo>
                    <a:pt x="45" y="40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47" y="45"/>
                  </a:lnTo>
                  <a:lnTo>
                    <a:pt x="48" y="47"/>
                  </a:lnTo>
                  <a:lnTo>
                    <a:pt x="49" y="49"/>
                  </a:lnTo>
                  <a:lnTo>
                    <a:pt x="50" y="50"/>
                  </a:lnTo>
                  <a:lnTo>
                    <a:pt x="50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1" y="53"/>
                  </a:lnTo>
                  <a:lnTo>
                    <a:pt x="51" y="54"/>
                  </a:lnTo>
                  <a:lnTo>
                    <a:pt x="51" y="55"/>
                  </a:lnTo>
                  <a:lnTo>
                    <a:pt x="50" y="56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8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1"/>
                  </a:lnTo>
                  <a:lnTo>
                    <a:pt x="50" y="61"/>
                  </a:lnTo>
                  <a:lnTo>
                    <a:pt x="42" y="61"/>
                  </a:lnTo>
                  <a:lnTo>
                    <a:pt x="42" y="61"/>
                  </a:lnTo>
                  <a:lnTo>
                    <a:pt x="42" y="61"/>
                  </a:lnTo>
                  <a:lnTo>
                    <a:pt x="34" y="61"/>
                  </a:lnTo>
                  <a:lnTo>
                    <a:pt x="34" y="61"/>
                  </a:lnTo>
                  <a:lnTo>
                    <a:pt x="34" y="59"/>
                  </a:lnTo>
                  <a:lnTo>
                    <a:pt x="34" y="59"/>
                  </a:lnTo>
                  <a:lnTo>
                    <a:pt x="34" y="58"/>
                  </a:lnTo>
                  <a:lnTo>
                    <a:pt x="34" y="58"/>
                  </a:lnTo>
                  <a:lnTo>
                    <a:pt x="34" y="58"/>
                  </a:lnTo>
                  <a:lnTo>
                    <a:pt x="34" y="57"/>
                  </a:lnTo>
                  <a:lnTo>
                    <a:pt x="34" y="56"/>
                  </a:lnTo>
                  <a:lnTo>
                    <a:pt x="33" y="55"/>
                  </a:lnTo>
                  <a:lnTo>
                    <a:pt x="32" y="54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49"/>
                  </a:lnTo>
                  <a:lnTo>
                    <a:pt x="35" y="47"/>
                  </a:lnTo>
                  <a:lnTo>
                    <a:pt x="36" y="45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39" y="40"/>
                  </a:lnTo>
                  <a:lnTo>
                    <a:pt x="40" y="39"/>
                  </a:lnTo>
                  <a:lnTo>
                    <a:pt x="41" y="39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42" y="39"/>
                  </a:lnTo>
                  <a:close/>
                  <a:moveTo>
                    <a:pt x="96" y="74"/>
                  </a:moveTo>
                  <a:lnTo>
                    <a:pt x="92" y="74"/>
                  </a:lnTo>
                  <a:lnTo>
                    <a:pt x="90" y="74"/>
                  </a:lnTo>
                  <a:lnTo>
                    <a:pt x="90" y="74"/>
                  </a:lnTo>
                  <a:lnTo>
                    <a:pt x="89" y="74"/>
                  </a:lnTo>
                  <a:lnTo>
                    <a:pt x="88" y="73"/>
                  </a:lnTo>
                  <a:lnTo>
                    <a:pt x="86" y="71"/>
                  </a:lnTo>
                  <a:lnTo>
                    <a:pt x="86" y="69"/>
                  </a:lnTo>
                  <a:lnTo>
                    <a:pt x="83" y="65"/>
                  </a:lnTo>
                  <a:lnTo>
                    <a:pt x="81" y="61"/>
                  </a:lnTo>
                  <a:lnTo>
                    <a:pt x="81" y="59"/>
                  </a:lnTo>
                  <a:lnTo>
                    <a:pt x="82" y="59"/>
                  </a:lnTo>
                  <a:lnTo>
                    <a:pt x="82" y="58"/>
                  </a:lnTo>
                  <a:lnTo>
                    <a:pt x="82" y="58"/>
                  </a:lnTo>
                  <a:lnTo>
                    <a:pt x="84" y="57"/>
                  </a:lnTo>
                  <a:lnTo>
                    <a:pt x="84" y="57"/>
                  </a:lnTo>
                  <a:lnTo>
                    <a:pt x="86" y="56"/>
                  </a:lnTo>
                  <a:lnTo>
                    <a:pt x="86" y="56"/>
                  </a:lnTo>
                  <a:lnTo>
                    <a:pt x="86" y="57"/>
                  </a:lnTo>
                  <a:lnTo>
                    <a:pt x="87" y="57"/>
                  </a:lnTo>
                  <a:lnTo>
                    <a:pt x="86" y="58"/>
                  </a:lnTo>
                  <a:lnTo>
                    <a:pt x="86" y="59"/>
                  </a:lnTo>
                  <a:lnTo>
                    <a:pt x="90" y="62"/>
                  </a:lnTo>
                  <a:lnTo>
                    <a:pt x="94" y="65"/>
                  </a:lnTo>
                  <a:lnTo>
                    <a:pt x="94" y="67"/>
                  </a:lnTo>
                  <a:lnTo>
                    <a:pt x="95" y="70"/>
                  </a:lnTo>
                  <a:lnTo>
                    <a:pt x="95" y="71"/>
                  </a:lnTo>
                  <a:lnTo>
                    <a:pt x="95" y="71"/>
                  </a:lnTo>
                  <a:lnTo>
                    <a:pt x="96" y="71"/>
                  </a:lnTo>
                  <a:lnTo>
                    <a:pt x="96" y="74"/>
                  </a:lnTo>
                  <a:lnTo>
                    <a:pt x="96" y="74"/>
                  </a:lnTo>
                  <a:close/>
                  <a:moveTo>
                    <a:pt x="96" y="76"/>
                  </a:moveTo>
                  <a:lnTo>
                    <a:pt x="91" y="76"/>
                  </a:lnTo>
                  <a:lnTo>
                    <a:pt x="91" y="83"/>
                  </a:lnTo>
                  <a:lnTo>
                    <a:pt x="96" y="83"/>
                  </a:lnTo>
                  <a:lnTo>
                    <a:pt x="96" y="76"/>
                  </a:lnTo>
                  <a:lnTo>
                    <a:pt x="96" y="76"/>
                  </a:lnTo>
                  <a:close/>
                  <a:moveTo>
                    <a:pt x="96" y="84"/>
                  </a:moveTo>
                  <a:lnTo>
                    <a:pt x="54" y="84"/>
                  </a:lnTo>
                  <a:lnTo>
                    <a:pt x="54" y="92"/>
                  </a:lnTo>
                  <a:lnTo>
                    <a:pt x="96" y="92"/>
                  </a:lnTo>
                  <a:lnTo>
                    <a:pt x="96" y="84"/>
                  </a:lnTo>
                  <a:lnTo>
                    <a:pt x="96" y="84"/>
                  </a:lnTo>
                  <a:close/>
                  <a:moveTo>
                    <a:pt x="162" y="121"/>
                  </a:moveTo>
                  <a:lnTo>
                    <a:pt x="161" y="121"/>
                  </a:lnTo>
                  <a:lnTo>
                    <a:pt x="162" y="122"/>
                  </a:lnTo>
                  <a:lnTo>
                    <a:pt x="162" y="122"/>
                  </a:lnTo>
                  <a:lnTo>
                    <a:pt x="163" y="124"/>
                  </a:lnTo>
                  <a:lnTo>
                    <a:pt x="164" y="126"/>
                  </a:lnTo>
                  <a:lnTo>
                    <a:pt x="166" y="126"/>
                  </a:lnTo>
                  <a:lnTo>
                    <a:pt x="167" y="128"/>
                  </a:lnTo>
                  <a:lnTo>
                    <a:pt x="169" y="128"/>
                  </a:lnTo>
                  <a:lnTo>
                    <a:pt x="170" y="129"/>
                  </a:lnTo>
                  <a:lnTo>
                    <a:pt x="171" y="130"/>
                  </a:lnTo>
                  <a:lnTo>
                    <a:pt x="172" y="132"/>
                  </a:lnTo>
                  <a:lnTo>
                    <a:pt x="173" y="134"/>
                  </a:lnTo>
                  <a:lnTo>
                    <a:pt x="174" y="134"/>
                  </a:lnTo>
                  <a:lnTo>
                    <a:pt x="174" y="134"/>
                  </a:lnTo>
                  <a:lnTo>
                    <a:pt x="175" y="134"/>
                  </a:lnTo>
                  <a:lnTo>
                    <a:pt x="175" y="134"/>
                  </a:lnTo>
                  <a:lnTo>
                    <a:pt x="175" y="121"/>
                  </a:lnTo>
                  <a:lnTo>
                    <a:pt x="162" y="121"/>
                  </a:lnTo>
                  <a:lnTo>
                    <a:pt x="162" y="121"/>
                  </a:lnTo>
                  <a:close/>
                  <a:moveTo>
                    <a:pt x="110" y="25"/>
                  </a:moveTo>
                  <a:lnTo>
                    <a:pt x="110" y="25"/>
                  </a:lnTo>
                  <a:lnTo>
                    <a:pt x="110" y="25"/>
                  </a:lnTo>
                  <a:lnTo>
                    <a:pt x="110" y="24"/>
                  </a:lnTo>
                  <a:lnTo>
                    <a:pt x="110" y="24"/>
                  </a:lnTo>
                  <a:lnTo>
                    <a:pt x="111" y="24"/>
                  </a:lnTo>
                  <a:lnTo>
                    <a:pt x="111" y="24"/>
                  </a:lnTo>
                  <a:lnTo>
                    <a:pt x="112" y="25"/>
                  </a:lnTo>
                  <a:lnTo>
                    <a:pt x="114" y="25"/>
                  </a:lnTo>
                  <a:lnTo>
                    <a:pt x="114" y="26"/>
                  </a:lnTo>
                  <a:lnTo>
                    <a:pt x="115" y="27"/>
                  </a:lnTo>
                  <a:lnTo>
                    <a:pt x="116" y="29"/>
                  </a:lnTo>
                  <a:lnTo>
                    <a:pt x="117" y="31"/>
                  </a:lnTo>
                  <a:lnTo>
                    <a:pt x="117" y="34"/>
                  </a:lnTo>
                  <a:lnTo>
                    <a:pt x="118" y="35"/>
                  </a:lnTo>
                  <a:lnTo>
                    <a:pt x="118" y="36"/>
                  </a:lnTo>
                  <a:lnTo>
                    <a:pt x="119" y="37"/>
                  </a:lnTo>
                  <a:lnTo>
                    <a:pt x="121" y="38"/>
                  </a:lnTo>
                  <a:lnTo>
                    <a:pt x="121" y="4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22" y="44"/>
                  </a:lnTo>
                  <a:lnTo>
                    <a:pt x="121" y="45"/>
                  </a:lnTo>
                  <a:lnTo>
                    <a:pt x="120" y="46"/>
                  </a:lnTo>
                  <a:lnTo>
                    <a:pt x="120" y="47"/>
                  </a:lnTo>
                  <a:lnTo>
                    <a:pt x="120" y="47"/>
                  </a:lnTo>
                  <a:lnTo>
                    <a:pt x="119" y="48"/>
                  </a:lnTo>
                  <a:lnTo>
                    <a:pt x="119" y="48"/>
                  </a:lnTo>
                  <a:lnTo>
                    <a:pt x="118" y="48"/>
                  </a:lnTo>
                  <a:lnTo>
                    <a:pt x="111" y="48"/>
                  </a:lnTo>
                  <a:lnTo>
                    <a:pt x="111" y="48"/>
                  </a:lnTo>
                  <a:lnTo>
                    <a:pt x="110" y="48"/>
                  </a:lnTo>
                  <a:lnTo>
                    <a:pt x="103" y="48"/>
                  </a:lnTo>
                  <a:lnTo>
                    <a:pt x="102" y="48"/>
                  </a:lnTo>
                  <a:lnTo>
                    <a:pt x="102" y="48"/>
                  </a:lnTo>
                  <a:lnTo>
                    <a:pt x="102" y="48"/>
                  </a:lnTo>
                  <a:lnTo>
                    <a:pt x="102" y="47"/>
                  </a:lnTo>
                  <a:lnTo>
                    <a:pt x="102" y="46"/>
                  </a:lnTo>
                  <a:lnTo>
                    <a:pt x="101" y="46"/>
                  </a:lnTo>
                  <a:lnTo>
                    <a:pt x="100" y="44"/>
                  </a:lnTo>
                  <a:lnTo>
                    <a:pt x="99" y="43"/>
                  </a:lnTo>
                  <a:lnTo>
                    <a:pt x="100" y="42"/>
                  </a:lnTo>
                  <a:lnTo>
                    <a:pt x="100" y="40"/>
                  </a:lnTo>
                  <a:lnTo>
                    <a:pt x="101" y="38"/>
                  </a:lnTo>
                  <a:lnTo>
                    <a:pt x="102" y="38"/>
                  </a:lnTo>
                  <a:lnTo>
                    <a:pt x="103" y="37"/>
                  </a:lnTo>
                  <a:lnTo>
                    <a:pt x="104" y="35"/>
                  </a:lnTo>
                  <a:lnTo>
                    <a:pt x="104" y="34"/>
                  </a:lnTo>
                  <a:lnTo>
                    <a:pt x="105" y="31"/>
                  </a:lnTo>
                  <a:lnTo>
                    <a:pt x="106" y="30"/>
                  </a:lnTo>
                  <a:lnTo>
                    <a:pt x="106" y="27"/>
                  </a:lnTo>
                  <a:lnTo>
                    <a:pt x="107" y="26"/>
                  </a:lnTo>
                  <a:lnTo>
                    <a:pt x="108" y="26"/>
                  </a:lnTo>
                  <a:lnTo>
                    <a:pt x="110" y="25"/>
                  </a:lnTo>
                  <a:lnTo>
                    <a:pt x="110" y="25"/>
                  </a:lnTo>
                  <a:lnTo>
                    <a:pt x="110" y="25"/>
                  </a:lnTo>
                  <a:close/>
                  <a:moveTo>
                    <a:pt x="126" y="74"/>
                  </a:moveTo>
                  <a:lnTo>
                    <a:pt x="130" y="74"/>
                  </a:lnTo>
                  <a:lnTo>
                    <a:pt x="131" y="74"/>
                  </a:lnTo>
                  <a:lnTo>
                    <a:pt x="132" y="74"/>
                  </a:lnTo>
                  <a:lnTo>
                    <a:pt x="134" y="74"/>
                  </a:lnTo>
                  <a:lnTo>
                    <a:pt x="134" y="73"/>
                  </a:lnTo>
                  <a:lnTo>
                    <a:pt x="135" y="71"/>
                  </a:lnTo>
                  <a:lnTo>
                    <a:pt x="136" y="69"/>
                  </a:lnTo>
                  <a:lnTo>
                    <a:pt x="138" y="65"/>
                  </a:lnTo>
                  <a:lnTo>
                    <a:pt x="141" y="61"/>
                  </a:lnTo>
                  <a:lnTo>
                    <a:pt x="141" y="59"/>
                  </a:lnTo>
                  <a:lnTo>
                    <a:pt x="140" y="59"/>
                  </a:lnTo>
                  <a:lnTo>
                    <a:pt x="139" y="58"/>
                  </a:lnTo>
                  <a:lnTo>
                    <a:pt x="139" y="58"/>
                  </a:lnTo>
                  <a:lnTo>
                    <a:pt x="138" y="57"/>
                  </a:lnTo>
                  <a:lnTo>
                    <a:pt x="138" y="57"/>
                  </a:lnTo>
                  <a:lnTo>
                    <a:pt x="136" y="56"/>
                  </a:lnTo>
                  <a:lnTo>
                    <a:pt x="136" y="56"/>
                  </a:lnTo>
                  <a:lnTo>
                    <a:pt x="135" y="57"/>
                  </a:lnTo>
                  <a:lnTo>
                    <a:pt x="135" y="57"/>
                  </a:lnTo>
                  <a:lnTo>
                    <a:pt x="135" y="58"/>
                  </a:lnTo>
                  <a:lnTo>
                    <a:pt x="136" y="59"/>
                  </a:lnTo>
                  <a:lnTo>
                    <a:pt x="132" y="62"/>
                  </a:lnTo>
                  <a:lnTo>
                    <a:pt x="128" y="65"/>
                  </a:lnTo>
                  <a:lnTo>
                    <a:pt x="127" y="67"/>
                  </a:lnTo>
                  <a:lnTo>
                    <a:pt x="127" y="70"/>
                  </a:lnTo>
                  <a:lnTo>
                    <a:pt x="126" y="71"/>
                  </a:lnTo>
                  <a:lnTo>
                    <a:pt x="126" y="71"/>
                  </a:lnTo>
                  <a:lnTo>
                    <a:pt x="126" y="71"/>
                  </a:lnTo>
                  <a:lnTo>
                    <a:pt x="126" y="74"/>
                  </a:lnTo>
                  <a:lnTo>
                    <a:pt x="126" y="74"/>
                  </a:lnTo>
                  <a:close/>
                  <a:moveTo>
                    <a:pt x="96" y="94"/>
                  </a:moveTo>
                  <a:lnTo>
                    <a:pt x="54" y="94"/>
                  </a:lnTo>
                  <a:lnTo>
                    <a:pt x="54" y="110"/>
                  </a:lnTo>
                  <a:lnTo>
                    <a:pt x="96" y="110"/>
                  </a:lnTo>
                  <a:lnTo>
                    <a:pt x="96" y="94"/>
                  </a:lnTo>
                  <a:lnTo>
                    <a:pt x="96" y="94"/>
                  </a:lnTo>
                  <a:close/>
                  <a:moveTo>
                    <a:pt x="96" y="113"/>
                  </a:moveTo>
                  <a:lnTo>
                    <a:pt x="54" y="113"/>
                  </a:lnTo>
                  <a:lnTo>
                    <a:pt x="54" y="120"/>
                  </a:lnTo>
                  <a:lnTo>
                    <a:pt x="96" y="120"/>
                  </a:lnTo>
                  <a:lnTo>
                    <a:pt x="96" y="113"/>
                  </a:lnTo>
                  <a:lnTo>
                    <a:pt x="96" y="113"/>
                  </a:lnTo>
                  <a:close/>
                  <a:moveTo>
                    <a:pt x="96" y="134"/>
                  </a:moveTo>
                  <a:lnTo>
                    <a:pt x="94" y="133"/>
                  </a:lnTo>
                  <a:lnTo>
                    <a:pt x="93" y="131"/>
                  </a:lnTo>
                  <a:lnTo>
                    <a:pt x="90" y="130"/>
                  </a:lnTo>
                  <a:lnTo>
                    <a:pt x="87" y="128"/>
                  </a:lnTo>
                  <a:lnTo>
                    <a:pt x="86" y="126"/>
                  </a:lnTo>
                  <a:lnTo>
                    <a:pt x="85" y="126"/>
                  </a:lnTo>
                  <a:lnTo>
                    <a:pt x="84" y="124"/>
                  </a:lnTo>
                  <a:lnTo>
                    <a:pt x="83" y="123"/>
                  </a:lnTo>
                  <a:lnTo>
                    <a:pt x="82" y="122"/>
                  </a:lnTo>
                  <a:lnTo>
                    <a:pt x="82" y="122"/>
                  </a:lnTo>
                  <a:lnTo>
                    <a:pt x="82" y="122"/>
                  </a:lnTo>
                  <a:lnTo>
                    <a:pt x="82" y="122"/>
                  </a:lnTo>
                  <a:lnTo>
                    <a:pt x="96" y="122"/>
                  </a:lnTo>
                  <a:lnTo>
                    <a:pt x="96" y="134"/>
                  </a:lnTo>
                  <a:lnTo>
                    <a:pt x="96" y="134"/>
                  </a:lnTo>
                  <a:close/>
                  <a:moveTo>
                    <a:pt x="55" y="134"/>
                  </a:moveTo>
                  <a:lnTo>
                    <a:pt x="56" y="134"/>
                  </a:lnTo>
                  <a:lnTo>
                    <a:pt x="58" y="131"/>
                  </a:lnTo>
                  <a:lnTo>
                    <a:pt x="61" y="130"/>
                  </a:lnTo>
                  <a:lnTo>
                    <a:pt x="63" y="128"/>
                  </a:lnTo>
                  <a:lnTo>
                    <a:pt x="65" y="126"/>
                  </a:lnTo>
                  <a:lnTo>
                    <a:pt x="66" y="126"/>
                  </a:lnTo>
                  <a:lnTo>
                    <a:pt x="67" y="124"/>
                  </a:lnTo>
                  <a:lnTo>
                    <a:pt x="67" y="123"/>
                  </a:lnTo>
                  <a:lnTo>
                    <a:pt x="68" y="122"/>
                  </a:lnTo>
                  <a:lnTo>
                    <a:pt x="68" y="122"/>
                  </a:lnTo>
                  <a:lnTo>
                    <a:pt x="55" y="122"/>
                  </a:lnTo>
                  <a:lnTo>
                    <a:pt x="55" y="134"/>
                  </a:lnTo>
                  <a:lnTo>
                    <a:pt x="55" y="134"/>
                  </a:lnTo>
                  <a:close/>
                  <a:moveTo>
                    <a:pt x="54" y="79"/>
                  </a:moveTo>
                  <a:lnTo>
                    <a:pt x="57" y="79"/>
                  </a:lnTo>
                  <a:lnTo>
                    <a:pt x="57" y="70"/>
                  </a:lnTo>
                  <a:lnTo>
                    <a:pt x="58" y="69"/>
                  </a:lnTo>
                  <a:lnTo>
                    <a:pt x="59" y="69"/>
                  </a:lnTo>
                  <a:lnTo>
                    <a:pt x="60" y="69"/>
                  </a:lnTo>
                  <a:lnTo>
                    <a:pt x="61" y="69"/>
                  </a:lnTo>
                  <a:lnTo>
                    <a:pt x="62" y="70"/>
                  </a:lnTo>
                  <a:lnTo>
                    <a:pt x="63" y="70"/>
                  </a:lnTo>
                  <a:lnTo>
                    <a:pt x="63" y="71"/>
                  </a:lnTo>
                  <a:lnTo>
                    <a:pt x="63" y="72"/>
                  </a:lnTo>
                  <a:lnTo>
                    <a:pt x="63" y="73"/>
                  </a:lnTo>
                  <a:lnTo>
                    <a:pt x="63" y="73"/>
                  </a:lnTo>
                  <a:lnTo>
                    <a:pt x="65" y="74"/>
                  </a:lnTo>
                  <a:lnTo>
                    <a:pt x="66" y="74"/>
                  </a:lnTo>
                  <a:lnTo>
                    <a:pt x="66" y="75"/>
                  </a:lnTo>
                  <a:lnTo>
                    <a:pt x="66" y="76"/>
                  </a:lnTo>
                  <a:lnTo>
                    <a:pt x="66" y="77"/>
                  </a:lnTo>
                  <a:lnTo>
                    <a:pt x="66" y="78"/>
                  </a:lnTo>
                  <a:lnTo>
                    <a:pt x="66" y="78"/>
                  </a:lnTo>
                  <a:lnTo>
                    <a:pt x="66" y="78"/>
                  </a:lnTo>
                  <a:lnTo>
                    <a:pt x="65" y="79"/>
                  </a:lnTo>
                  <a:lnTo>
                    <a:pt x="63" y="81"/>
                  </a:lnTo>
                  <a:lnTo>
                    <a:pt x="62" y="82"/>
                  </a:lnTo>
                  <a:lnTo>
                    <a:pt x="60" y="82"/>
                  </a:lnTo>
                  <a:lnTo>
                    <a:pt x="59" y="82"/>
                  </a:lnTo>
                  <a:lnTo>
                    <a:pt x="56" y="82"/>
                  </a:lnTo>
                  <a:lnTo>
                    <a:pt x="54" y="82"/>
                  </a:lnTo>
                  <a:lnTo>
                    <a:pt x="54" y="79"/>
                  </a:lnTo>
                  <a:lnTo>
                    <a:pt x="54" y="79"/>
                  </a:lnTo>
                  <a:close/>
                  <a:moveTo>
                    <a:pt x="28" y="83"/>
                  </a:moveTo>
                  <a:lnTo>
                    <a:pt x="24" y="83"/>
                  </a:lnTo>
                  <a:lnTo>
                    <a:pt x="22" y="83"/>
                  </a:lnTo>
                  <a:lnTo>
                    <a:pt x="21" y="82"/>
                  </a:lnTo>
                  <a:lnTo>
                    <a:pt x="21" y="82"/>
                  </a:lnTo>
                  <a:lnTo>
                    <a:pt x="19" y="82"/>
                  </a:lnTo>
                  <a:lnTo>
                    <a:pt x="18" y="79"/>
                  </a:lnTo>
                  <a:lnTo>
                    <a:pt x="18" y="77"/>
                  </a:lnTo>
                  <a:lnTo>
                    <a:pt x="17" y="75"/>
                  </a:lnTo>
                  <a:lnTo>
                    <a:pt x="16" y="74"/>
                  </a:lnTo>
                  <a:lnTo>
                    <a:pt x="15" y="73"/>
                  </a:lnTo>
                  <a:lnTo>
                    <a:pt x="15" y="72"/>
                  </a:lnTo>
                  <a:lnTo>
                    <a:pt x="14" y="71"/>
                  </a:lnTo>
                  <a:lnTo>
                    <a:pt x="14" y="70"/>
                  </a:lnTo>
                  <a:lnTo>
                    <a:pt x="13" y="70"/>
                  </a:lnTo>
                  <a:lnTo>
                    <a:pt x="13" y="68"/>
                  </a:lnTo>
                  <a:lnTo>
                    <a:pt x="13" y="66"/>
                  </a:lnTo>
                  <a:lnTo>
                    <a:pt x="14" y="65"/>
                  </a:lnTo>
                  <a:lnTo>
                    <a:pt x="14" y="65"/>
                  </a:lnTo>
                  <a:lnTo>
                    <a:pt x="15" y="65"/>
                  </a:lnTo>
                  <a:lnTo>
                    <a:pt x="15" y="64"/>
                  </a:lnTo>
                  <a:lnTo>
                    <a:pt x="16" y="64"/>
                  </a:lnTo>
                  <a:lnTo>
                    <a:pt x="17" y="65"/>
                  </a:lnTo>
                  <a:lnTo>
                    <a:pt x="17" y="65"/>
                  </a:lnTo>
                  <a:lnTo>
                    <a:pt x="17" y="66"/>
                  </a:lnTo>
                  <a:lnTo>
                    <a:pt x="17" y="67"/>
                  </a:lnTo>
                  <a:lnTo>
                    <a:pt x="19" y="68"/>
                  </a:lnTo>
                  <a:lnTo>
                    <a:pt x="22" y="70"/>
                  </a:lnTo>
                  <a:lnTo>
                    <a:pt x="22" y="70"/>
                  </a:lnTo>
                  <a:lnTo>
                    <a:pt x="24" y="71"/>
                  </a:lnTo>
                  <a:lnTo>
                    <a:pt x="25" y="72"/>
                  </a:lnTo>
                  <a:lnTo>
                    <a:pt x="26" y="74"/>
                  </a:lnTo>
                  <a:lnTo>
                    <a:pt x="26" y="76"/>
                  </a:lnTo>
                  <a:lnTo>
                    <a:pt x="26" y="78"/>
                  </a:lnTo>
                  <a:lnTo>
                    <a:pt x="26" y="79"/>
                  </a:lnTo>
                  <a:lnTo>
                    <a:pt x="26" y="79"/>
                  </a:lnTo>
                  <a:lnTo>
                    <a:pt x="28" y="79"/>
                  </a:lnTo>
                  <a:lnTo>
                    <a:pt x="28" y="83"/>
                  </a:lnTo>
                  <a:lnTo>
                    <a:pt x="28" y="83"/>
                  </a:lnTo>
                  <a:close/>
                  <a:moveTo>
                    <a:pt x="27" y="113"/>
                  </a:moveTo>
                  <a:lnTo>
                    <a:pt x="22" y="113"/>
                  </a:lnTo>
                  <a:lnTo>
                    <a:pt x="22" y="120"/>
                  </a:lnTo>
                  <a:lnTo>
                    <a:pt x="27" y="120"/>
                  </a:lnTo>
                  <a:lnTo>
                    <a:pt x="27" y="113"/>
                  </a:lnTo>
                  <a:lnTo>
                    <a:pt x="27" y="113"/>
                  </a:lnTo>
                  <a:close/>
                  <a:moveTo>
                    <a:pt x="28" y="84"/>
                  </a:moveTo>
                  <a:lnTo>
                    <a:pt x="22" y="84"/>
                  </a:lnTo>
                  <a:lnTo>
                    <a:pt x="22" y="92"/>
                  </a:lnTo>
                  <a:lnTo>
                    <a:pt x="28" y="92"/>
                  </a:lnTo>
                  <a:lnTo>
                    <a:pt x="28" y="84"/>
                  </a:lnTo>
                  <a:lnTo>
                    <a:pt x="28" y="84"/>
                  </a:lnTo>
                  <a:close/>
                  <a:moveTo>
                    <a:pt x="26" y="166"/>
                  </a:moveTo>
                  <a:lnTo>
                    <a:pt x="26" y="166"/>
                  </a:lnTo>
                  <a:lnTo>
                    <a:pt x="24" y="167"/>
                  </a:lnTo>
                  <a:lnTo>
                    <a:pt x="22" y="169"/>
                  </a:lnTo>
                  <a:lnTo>
                    <a:pt x="22" y="170"/>
                  </a:lnTo>
                  <a:lnTo>
                    <a:pt x="21" y="171"/>
                  </a:lnTo>
                  <a:lnTo>
                    <a:pt x="20" y="172"/>
                  </a:lnTo>
                  <a:lnTo>
                    <a:pt x="19" y="176"/>
                  </a:lnTo>
                  <a:lnTo>
                    <a:pt x="19" y="178"/>
                  </a:lnTo>
                  <a:lnTo>
                    <a:pt x="17" y="179"/>
                  </a:lnTo>
                  <a:lnTo>
                    <a:pt x="15" y="180"/>
                  </a:lnTo>
                  <a:lnTo>
                    <a:pt x="14" y="182"/>
                  </a:lnTo>
                  <a:lnTo>
                    <a:pt x="12" y="183"/>
                  </a:lnTo>
                  <a:lnTo>
                    <a:pt x="11" y="186"/>
                  </a:lnTo>
                  <a:lnTo>
                    <a:pt x="10" y="188"/>
                  </a:lnTo>
                  <a:lnTo>
                    <a:pt x="10" y="190"/>
                  </a:lnTo>
                  <a:lnTo>
                    <a:pt x="10" y="193"/>
                  </a:lnTo>
                  <a:lnTo>
                    <a:pt x="10" y="198"/>
                  </a:lnTo>
                  <a:lnTo>
                    <a:pt x="11" y="200"/>
                  </a:lnTo>
                  <a:lnTo>
                    <a:pt x="10" y="202"/>
                  </a:lnTo>
                  <a:lnTo>
                    <a:pt x="8" y="203"/>
                  </a:lnTo>
                  <a:lnTo>
                    <a:pt x="6" y="206"/>
                  </a:lnTo>
                  <a:lnTo>
                    <a:pt x="5" y="209"/>
                  </a:lnTo>
                  <a:lnTo>
                    <a:pt x="4" y="210"/>
                  </a:lnTo>
                  <a:lnTo>
                    <a:pt x="4" y="212"/>
                  </a:lnTo>
                  <a:lnTo>
                    <a:pt x="4" y="214"/>
                  </a:lnTo>
                  <a:lnTo>
                    <a:pt x="4" y="217"/>
                  </a:lnTo>
                  <a:lnTo>
                    <a:pt x="4" y="219"/>
                  </a:lnTo>
                  <a:lnTo>
                    <a:pt x="5" y="221"/>
                  </a:lnTo>
                  <a:lnTo>
                    <a:pt x="6" y="222"/>
                  </a:lnTo>
                  <a:lnTo>
                    <a:pt x="6" y="222"/>
                  </a:lnTo>
                  <a:lnTo>
                    <a:pt x="26" y="222"/>
                  </a:lnTo>
                  <a:lnTo>
                    <a:pt x="26" y="166"/>
                  </a:lnTo>
                  <a:lnTo>
                    <a:pt x="26" y="166"/>
                  </a:lnTo>
                  <a:close/>
                  <a:moveTo>
                    <a:pt x="27" y="226"/>
                  </a:moveTo>
                  <a:lnTo>
                    <a:pt x="0" y="226"/>
                  </a:lnTo>
                  <a:lnTo>
                    <a:pt x="0" y="234"/>
                  </a:lnTo>
                  <a:lnTo>
                    <a:pt x="27" y="234"/>
                  </a:lnTo>
                  <a:lnTo>
                    <a:pt x="27" y="226"/>
                  </a:lnTo>
                  <a:lnTo>
                    <a:pt x="27" y="226"/>
                  </a:lnTo>
                  <a:close/>
                  <a:moveTo>
                    <a:pt x="277" y="118"/>
                  </a:moveTo>
                  <a:lnTo>
                    <a:pt x="277" y="118"/>
                  </a:lnTo>
                  <a:lnTo>
                    <a:pt x="279" y="121"/>
                  </a:lnTo>
                  <a:lnTo>
                    <a:pt x="280" y="122"/>
                  </a:lnTo>
                  <a:lnTo>
                    <a:pt x="281" y="124"/>
                  </a:lnTo>
                  <a:lnTo>
                    <a:pt x="283" y="125"/>
                  </a:lnTo>
                  <a:lnTo>
                    <a:pt x="284" y="126"/>
                  </a:lnTo>
                  <a:lnTo>
                    <a:pt x="287" y="126"/>
                  </a:lnTo>
                  <a:lnTo>
                    <a:pt x="287" y="126"/>
                  </a:lnTo>
                  <a:lnTo>
                    <a:pt x="288" y="127"/>
                  </a:lnTo>
                  <a:lnTo>
                    <a:pt x="288" y="128"/>
                  </a:lnTo>
                  <a:lnTo>
                    <a:pt x="288" y="129"/>
                  </a:lnTo>
                  <a:lnTo>
                    <a:pt x="288" y="130"/>
                  </a:lnTo>
                  <a:lnTo>
                    <a:pt x="289" y="131"/>
                  </a:lnTo>
                  <a:lnTo>
                    <a:pt x="290" y="132"/>
                  </a:lnTo>
                  <a:lnTo>
                    <a:pt x="292" y="133"/>
                  </a:lnTo>
                  <a:lnTo>
                    <a:pt x="293" y="133"/>
                  </a:lnTo>
                  <a:lnTo>
                    <a:pt x="293" y="118"/>
                  </a:lnTo>
                  <a:lnTo>
                    <a:pt x="277" y="118"/>
                  </a:lnTo>
                  <a:lnTo>
                    <a:pt x="277" y="118"/>
                  </a:lnTo>
                  <a:close/>
                  <a:moveTo>
                    <a:pt x="294" y="62"/>
                  </a:moveTo>
                  <a:lnTo>
                    <a:pt x="292" y="62"/>
                  </a:lnTo>
                  <a:lnTo>
                    <a:pt x="289" y="62"/>
                  </a:lnTo>
                  <a:lnTo>
                    <a:pt x="285" y="62"/>
                  </a:lnTo>
                  <a:lnTo>
                    <a:pt x="282" y="61"/>
                  </a:lnTo>
                  <a:lnTo>
                    <a:pt x="280" y="59"/>
                  </a:lnTo>
                  <a:lnTo>
                    <a:pt x="279" y="58"/>
                  </a:lnTo>
                  <a:lnTo>
                    <a:pt x="279" y="58"/>
                  </a:lnTo>
                  <a:lnTo>
                    <a:pt x="278" y="56"/>
                  </a:lnTo>
                  <a:lnTo>
                    <a:pt x="277" y="54"/>
                  </a:lnTo>
                  <a:lnTo>
                    <a:pt x="277" y="54"/>
                  </a:lnTo>
                  <a:lnTo>
                    <a:pt x="277" y="53"/>
                  </a:lnTo>
                  <a:lnTo>
                    <a:pt x="277" y="52"/>
                  </a:lnTo>
                  <a:lnTo>
                    <a:pt x="279" y="49"/>
                  </a:lnTo>
                  <a:lnTo>
                    <a:pt x="281" y="46"/>
                  </a:lnTo>
                  <a:lnTo>
                    <a:pt x="283" y="45"/>
                  </a:lnTo>
                  <a:lnTo>
                    <a:pt x="284" y="45"/>
                  </a:lnTo>
                  <a:lnTo>
                    <a:pt x="286" y="45"/>
                  </a:lnTo>
                  <a:lnTo>
                    <a:pt x="287" y="46"/>
                  </a:lnTo>
                  <a:lnTo>
                    <a:pt x="290" y="49"/>
                  </a:lnTo>
                  <a:lnTo>
                    <a:pt x="292" y="52"/>
                  </a:lnTo>
                  <a:lnTo>
                    <a:pt x="294" y="53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54"/>
                  </a:lnTo>
                  <a:lnTo>
                    <a:pt x="294" y="62"/>
                  </a:lnTo>
                  <a:lnTo>
                    <a:pt x="294" y="62"/>
                  </a:lnTo>
                  <a:close/>
                  <a:moveTo>
                    <a:pt x="298" y="53"/>
                  </a:moveTo>
                  <a:lnTo>
                    <a:pt x="322" y="53"/>
                  </a:lnTo>
                  <a:lnTo>
                    <a:pt x="322" y="233"/>
                  </a:lnTo>
                  <a:lnTo>
                    <a:pt x="298" y="233"/>
                  </a:lnTo>
                  <a:lnTo>
                    <a:pt x="298" y="53"/>
                  </a:lnTo>
                  <a:lnTo>
                    <a:pt x="298" y="53"/>
                  </a:lnTo>
                  <a:close/>
                  <a:moveTo>
                    <a:pt x="295" y="30"/>
                  </a:moveTo>
                  <a:lnTo>
                    <a:pt x="295" y="30"/>
                  </a:lnTo>
                  <a:lnTo>
                    <a:pt x="294" y="30"/>
                  </a:lnTo>
                  <a:lnTo>
                    <a:pt x="294" y="30"/>
                  </a:lnTo>
                  <a:lnTo>
                    <a:pt x="294" y="30"/>
                  </a:lnTo>
                  <a:lnTo>
                    <a:pt x="294" y="48"/>
                  </a:lnTo>
                  <a:lnTo>
                    <a:pt x="294" y="49"/>
                  </a:lnTo>
                  <a:lnTo>
                    <a:pt x="294" y="50"/>
                  </a:lnTo>
                  <a:lnTo>
                    <a:pt x="295" y="50"/>
                  </a:lnTo>
                  <a:lnTo>
                    <a:pt x="295" y="50"/>
                  </a:lnTo>
                  <a:lnTo>
                    <a:pt x="325" y="50"/>
                  </a:lnTo>
                  <a:lnTo>
                    <a:pt x="325" y="50"/>
                  </a:lnTo>
                  <a:lnTo>
                    <a:pt x="326" y="50"/>
                  </a:lnTo>
                  <a:lnTo>
                    <a:pt x="326" y="49"/>
                  </a:lnTo>
                  <a:lnTo>
                    <a:pt x="326" y="48"/>
                  </a:lnTo>
                  <a:lnTo>
                    <a:pt x="326" y="30"/>
                  </a:lnTo>
                  <a:lnTo>
                    <a:pt x="326" y="30"/>
                  </a:lnTo>
                  <a:lnTo>
                    <a:pt x="326" y="30"/>
                  </a:lnTo>
                  <a:lnTo>
                    <a:pt x="325" y="30"/>
                  </a:lnTo>
                  <a:lnTo>
                    <a:pt x="325" y="30"/>
                  </a:lnTo>
                  <a:lnTo>
                    <a:pt x="295" y="30"/>
                  </a:lnTo>
                  <a:lnTo>
                    <a:pt x="295" y="30"/>
                  </a:lnTo>
                  <a:close/>
                  <a:moveTo>
                    <a:pt x="311" y="0"/>
                  </a:moveTo>
                  <a:lnTo>
                    <a:pt x="310" y="0"/>
                  </a:lnTo>
                  <a:lnTo>
                    <a:pt x="310" y="0"/>
                  </a:lnTo>
                  <a:lnTo>
                    <a:pt x="310" y="0"/>
                  </a:lnTo>
                  <a:lnTo>
                    <a:pt x="309" y="0"/>
                  </a:lnTo>
                  <a:lnTo>
                    <a:pt x="308" y="1"/>
                  </a:lnTo>
                  <a:lnTo>
                    <a:pt x="307" y="1"/>
                  </a:lnTo>
                  <a:lnTo>
                    <a:pt x="306" y="2"/>
                  </a:lnTo>
                  <a:lnTo>
                    <a:pt x="305" y="3"/>
                  </a:lnTo>
                  <a:lnTo>
                    <a:pt x="303" y="5"/>
                  </a:lnTo>
                  <a:lnTo>
                    <a:pt x="303" y="7"/>
                  </a:lnTo>
                  <a:lnTo>
                    <a:pt x="302" y="11"/>
                  </a:lnTo>
                  <a:lnTo>
                    <a:pt x="302" y="13"/>
                  </a:lnTo>
                  <a:lnTo>
                    <a:pt x="300" y="14"/>
                  </a:lnTo>
                  <a:lnTo>
                    <a:pt x="299" y="14"/>
                  </a:lnTo>
                  <a:lnTo>
                    <a:pt x="299" y="16"/>
                  </a:lnTo>
                  <a:lnTo>
                    <a:pt x="298" y="17"/>
                  </a:lnTo>
                  <a:lnTo>
                    <a:pt x="297" y="18"/>
                  </a:lnTo>
                  <a:lnTo>
                    <a:pt x="297" y="20"/>
                  </a:lnTo>
                  <a:lnTo>
                    <a:pt x="298" y="22"/>
                  </a:lnTo>
                  <a:lnTo>
                    <a:pt x="299" y="22"/>
                  </a:lnTo>
                  <a:lnTo>
                    <a:pt x="299" y="25"/>
                  </a:lnTo>
                  <a:lnTo>
                    <a:pt x="299" y="26"/>
                  </a:lnTo>
                  <a:lnTo>
                    <a:pt x="299" y="26"/>
                  </a:lnTo>
                  <a:lnTo>
                    <a:pt x="299" y="26"/>
                  </a:lnTo>
                  <a:lnTo>
                    <a:pt x="299" y="27"/>
                  </a:lnTo>
                  <a:lnTo>
                    <a:pt x="300" y="27"/>
                  </a:lnTo>
                  <a:lnTo>
                    <a:pt x="310" y="27"/>
                  </a:lnTo>
                  <a:lnTo>
                    <a:pt x="319" y="27"/>
                  </a:lnTo>
                  <a:lnTo>
                    <a:pt x="320" y="27"/>
                  </a:lnTo>
                  <a:lnTo>
                    <a:pt x="320" y="26"/>
                  </a:lnTo>
                  <a:lnTo>
                    <a:pt x="321" y="26"/>
                  </a:lnTo>
                  <a:lnTo>
                    <a:pt x="321" y="26"/>
                  </a:lnTo>
                  <a:lnTo>
                    <a:pt x="321" y="25"/>
                  </a:lnTo>
                  <a:lnTo>
                    <a:pt x="321" y="22"/>
                  </a:lnTo>
                  <a:lnTo>
                    <a:pt x="322" y="22"/>
                  </a:lnTo>
                  <a:lnTo>
                    <a:pt x="323" y="20"/>
                  </a:lnTo>
                  <a:lnTo>
                    <a:pt x="323" y="18"/>
                  </a:lnTo>
                  <a:lnTo>
                    <a:pt x="322" y="17"/>
                  </a:lnTo>
                  <a:lnTo>
                    <a:pt x="321" y="16"/>
                  </a:lnTo>
                  <a:lnTo>
                    <a:pt x="320" y="14"/>
                  </a:lnTo>
                  <a:lnTo>
                    <a:pt x="319" y="14"/>
                  </a:lnTo>
                  <a:lnTo>
                    <a:pt x="318" y="13"/>
                  </a:lnTo>
                  <a:lnTo>
                    <a:pt x="318" y="11"/>
                  </a:lnTo>
                  <a:lnTo>
                    <a:pt x="317" y="7"/>
                  </a:lnTo>
                  <a:lnTo>
                    <a:pt x="316" y="5"/>
                  </a:lnTo>
                  <a:lnTo>
                    <a:pt x="315" y="3"/>
                  </a:lnTo>
                  <a:lnTo>
                    <a:pt x="314" y="2"/>
                  </a:lnTo>
                  <a:lnTo>
                    <a:pt x="313" y="1"/>
                  </a:lnTo>
                  <a:lnTo>
                    <a:pt x="312" y="1"/>
                  </a:lnTo>
                  <a:lnTo>
                    <a:pt x="311" y="0"/>
                  </a:lnTo>
                  <a:lnTo>
                    <a:pt x="311" y="0"/>
                  </a:lnTo>
                  <a:close/>
                  <a:moveTo>
                    <a:pt x="327" y="52"/>
                  </a:moveTo>
                  <a:lnTo>
                    <a:pt x="327" y="62"/>
                  </a:lnTo>
                  <a:lnTo>
                    <a:pt x="333" y="62"/>
                  </a:lnTo>
                  <a:lnTo>
                    <a:pt x="335" y="62"/>
                  </a:lnTo>
                  <a:lnTo>
                    <a:pt x="336" y="61"/>
                  </a:lnTo>
                  <a:lnTo>
                    <a:pt x="337" y="59"/>
                  </a:lnTo>
                  <a:lnTo>
                    <a:pt x="338" y="58"/>
                  </a:lnTo>
                  <a:lnTo>
                    <a:pt x="339" y="55"/>
                  </a:lnTo>
                  <a:lnTo>
                    <a:pt x="339" y="54"/>
                  </a:lnTo>
                  <a:lnTo>
                    <a:pt x="340" y="53"/>
                  </a:lnTo>
                  <a:lnTo>
                    <a:pt x="342" y="51"/>
                  </a:lnTo>
                  <a:lnTo>
                    <a:pt x="343" y="50"/>
                  </a:lnTo>
                  <a:lnTo>
                    <a:pt x="345" y="47"/>
                  </a:lnTo>
                  <a:lnTo>
                    <a:pt x="345" y="46"/>
                  </a:lnTo>
                  <a:lnTo>
                    <a:pt x="345" y="46"/>
                  </a:lnTo>
                  <a:lnTo>
                    <a:pt x="345" y="45"/>
                  </a:lnTo>
                  <a:lnTo>
                    <a:pt x="344" y="44"/>
                  </a:lnTo>
                  <a:lnTo>
                    <a:pt x="343" y="42"/>
                  </a:lnTo>
                  <a:lnTo>
                    <a:pt x="342" y="42"/>
                  </a:lnTo>
                  <a:lnTo>
                    <a:pt x="341" y="42"/>
                  </a:lnTo>
                  <a:lnTo>
                    <a:pt x="340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2"/>
                  </a:lnTo>
                  <a:lnTo>
                    <a:pt x="339" y="43"/>
                  </a:lnTo>
                  <a:lnTo>
                    <a:pt x="340" y="44"/>
                  </a:lnTo>
                  <a:lnTo>
                    <a:pt x="339" y="45"/>
                  </a:lnTo>
                  <a:lnTo>
                    <a:pt x="339" y="46"/>
                  </a:lnTo>
                  <a:lnTo>
                    <a:pt x="338" y="46"/>
                  </a:lnTo>
                  <a:lnTo>
                    <a:pt x="337" y="46"/>
                  </a:lnTo>
                  <a:lnTo>
                    <a:pt x="335" y="47"/>
                  </a:lnTo>
                  <a:lnTo>
                    <a:pt x="332" y="48"/>
                  </a:lnTo>
                  <a:lnTo>
                    <a:pt x="331" y="50"/>
                  </a:lnTo>
                  <a:lnTo>
                    <a:pt x="330" y="51"/>
                  </a:lnTo>
                  <a:lnTo>
                    <a:pt x="328" y="52"/>
                  </a:lnTo>
                  <a:lnTo>
                    <a:pt x="327" y="52"/>
                  </a:lnTo>
                  <a:lnTo>
                    <a:pt x="327" y="52"/>
                  </a:lnTo>
                  <a:close/>
                  <a:moveTo>
                    <a:pt x="326" y="65"/>
                  </a:moveTo>
                  <a:lnTo>
                    <a:pt x="333" y="65"/>
                  </a:lnTo>
                  <a:lnTo>
                    <a:pt x="333" y="74"/>
                  </a:lnTo>
                  <a:lnTo>
                    <a:pt x="326" y="74"/>
                  </a:lnTo>
                  <a:lnTo>
                    <a:pt x="326" y="65"/>
                  </a:lnTo>
                  <a:lnTo>
                    <a:pt x="326" y="65"/>
                  </a:lnTo>
                  <a:close/>
                  <a:moveTo>
                    <a:pt x="326" y="76"/>
                  </a:moveTo>
                  <a:lnTo>
                    <a:pt x="375" y="76"/>
                  </a:lnTo>
                  <a:lnTo>
                    <a:pt x="375" y="83"/>
                  </a:lnTo>
                  <a:lnTo>
                    <a:pt x="326" y="83"/>
                  </a:lnTo>
                  <a:lnTo>
                    <a:pt x="326" y="76"/>
                  </a:lnTo>
                  <a:lnTo>
                    <a:pt x="326" y="76"/>
                  </a:lnTo>
                  <a:close/>
                  <a:moveTo>
                    <a:pt x="326" y="86"/>
                  </a:moveTo>
                  <a:lnTo>
                    <a:pt x="375" y="86"/>
                  </a:lnTo>
                  <a:lnTo>
                    <a:pt x="375" y="107"/>
                  </a:lnTo>
                  <a:lnTo>
                    <a:pt x="326" y="107"/>
                  </a:lnTo>
                  <a:lnTo>
                    <a:pt x="326" y="86"/>
                  </a:lnTo>
                  <a:lnTo>
                    <a:pt x="326" y="86"/>
                  </a:lnTo>
                  <a:close/>
                  <a:moveTo>
                    <a:pt x="326" y="110"/>
                  </a:moveTo>
                  <a:lnTo>
                    <a:pt x="375" y="110"/>
                  </a:lnTo>
                  <a:lnTo>
                    <a:pt x="375" y="117"/>
                  </a:lnTo>
                  <a:lnTo>
                    <a:pt x="326" y="117"/>
                  </a:lnTo>
                  <a:lnTo>
                    <a:pt x="326" y="110"/>
                  </a:lnTo>
                  <a:lnTo>
                    <a:pt x="326" y="110"/>
                  </a:lnTo>
                  <a:close/>
                  <a:moveTo>
                    <a:pt x="361" y="121"/>
                  </a:moveTo>
                  <a:lnTo>
                    <a:pt x="361" y="121"/>
                  </a:lnTo>
                  <a:lnTo>
                    <a:pt x="361" y="122"/>
                  </a:lnTo>
                  <a:lnTo>
                    <a:pt x="362" y="122"/>
                  </a:lnTo>
                  <a:lnTo>
                    <a:pt x="363" y="124"/>
                  </a:lnTo>
                  <a:lnTo>
                    <a:pt x="364" y="126"/>
                  </a:lnTo>
                  <a:lnTo>
                    <a:pt x="366" y="126"/>
                  </a:lnTo>
                  <a:lnTo>
                    <a:pt x="367" y="128"/>
                  </a:lnTo>
                  <a:lnTo>
                    <a:pt x="369" y="128"/>
                  </a:lnTo>
                  <a:lnTo>
                    <a:pt x="371" y="129"/>
                  </a:lnTo>
                  <a:lnTo>
                    <a:pt x="371" y="130"/>
                  </a:lnTo>
                  <a:lnTo>
                    <a:pt x="372" y="132"/>
                  </a:lnTo>
                  <a:lnTo>
                    <a:pt x="373" y="134"/>
                  </a:lnTo>
                  <a:lnTo>
                    <a:pt x="374" y="134"/>
                  </a:lnTo>
                  <a:lnTo>
                    <a:pt x="375" y="134"/>
                  </a:lnTo>
                  <a:lnTo>
                    <a:pt x="375" y="134"/>
                  </a:lnTo>
                  <a:lnTo>
                    <a:pt x="375" y="134"/>
                  </a:lnTo>
                  <a:lnTo>
                    <a:pt x="375" y="121"/>
                  </a:lnTo>
                  <a:lnTo>
                    <a:pt x="361" y="121"/>
                  </a:lnTo>
                  <a:lnTo>
                    <a:pt x="361" y="121"/>
                  </a:lnTo>
                  <a:close/>
                  <a:moveTo>
                    <a:pt x="379" y="73"/>
                  </a:moveTo>
                  <a:lnTo>
                    <a:pt x="401" y="73"/>
                  </a:lnTo>
                  <a:lnTo>
                    <a:pt x="401" y="233"/>
                  </a:lnTo>
                  <a:lnTo>
                    <a:pt x="379" y="233"/>
                  </a:lnTo>
                  <a:lnTo>
                    <a:pt x="379" y="73"/>
                  </a:lnTo>
                  <a:lnTo>
                    <a:pt x="379" y="73"/>
                  </a:lnTo>
                  <a:close/>
                  <a:moveTo>
                    <a:pt x="377" y="50"/>
                  </a:moveTo>
                  <a:lnTo>
                    <a:pt x="404" y="50"/>
                  </a:lnTo>
                  <a:lnTo>
                    <a:pt x="404" y="50"/>
                  </a:lnTo>
                  <a:lnTo>
                    <a:pt x="404" y="50"/>
                  </a:lnTo>
                  <a:lnTo>
                    <a:pt x="405" y="51"/>
                  </a:lnTo>
                  <a:lnTo>
                    <a:pt x="405" y="51"/>
                  </a:lnTo>
                  <a:lnTo>
                    <a:pt x="405" y="67"/>
                  </a:lnTo>
                  <a:lnTo>
                    <a:pt x="405" y="68"/>
                  </a:lnTo>
                  <a:lnTo>
                    <a:pt x="404" y="68"/>
                  </a:lnTo>
                  <a:lnTo>
                    <a:pt x="404" y="68"/>
                  </a:lnTo>
                  <a:lnTo>
                    <a:pt x="404" y="69"/>
                  </a:lnTo>
                  <a:lnTo>
                    <a:pt x="377" y="69"/>
                  </a:lnTo>
                  <a:lnTo>
                    <a:pt x="377" y="68"/>
                  </a:lnTo>
                  <a:lnTo>
                    <a:pt x="376" y="68"/>
                  </a:lnTo>
                  <a:lnTo>
                    <a:pt x="376" y="68"/>
                  </a:lnTo>
                  <a:lnTo>
                    <a:pt x="376" y="67"/>
                  </a:lnTo>
                  <a:lnTo>
                    <a:pt x="376" y="51"/>
                  </a:lnTo>
                  <a:lnTo>
                    <a:pt x="376" y="51"/>
                  </a:lnTo>
                  <a:lnTo>
                    <a:pt x="376" y="50"/>
                  </a:lnTo>
                  <a:lnTo>
                    <a:pt x="377" y="50"/>
                  </a:lnTo>
                  <a:lnTo>
                    <a:pt x="377" y="50"/>
                  </a:lnTo>
                  <a:lnTo>
                    <a:pt x="377" y="50"/>
                  </a:lnTo>
                  <a:close/>
                  <a:moveTo>
                    <a:pt x="449" y="79"/>
                  </a:moveTo>
                  <a:lnTo>
                    <a:pt x="471" y="79"/>
                  </a:lnTo>
                  <a:lnTo>
                    <a:pt x="471" y="232"/>
                  </a:lnTo>
                  <a:lnTo>
                    <a:pt x="450" y="232"/>
                  </a:lnTo>
                  <a:lnTo>
                    <a:pt x="450" y="88"/>
                  </a:lnTo>
                  <a:lnTo>
                    <a:pt x="449" y="88"/>
                  </a:lnTo>
                  <a:lnTo>
                    <a:pt x="449" y="79"/>
                  </a:lnTo>
                  <a:lnTo>
                    <a:pt x="449" y="79"/>
                  </a:lnTo>
                  <a:close/>
                  <a:moveTo>
                    <a:pt x="447" y="63"/>
                  </a:moveTo>
                  <a:lnTo>
                    <a:pt x="471" y="63"/>
                  </a:lnTo>
                  <a:lnTo>
                    <a:pt x="472" y="63"/>
                  </a:lnTo>
                  <a:lnTo>
                    <a:pt x="473" y="64"/>
                  </a:lnTo>
                  <a:lnTo>
                    <a:pt x="473" y="76"/>
                  </a:lnTo>
                  <a:lnTo>
                    <a:pt x="472" y="77"/>
                  </a:lnTo>
                  <a:lnTo>
                    <a:pt x="471" y="78"/>
                  </a:lnTo>
                  <a:lnTo>
                    <a:pt x="447" y="78"/>
                  </a:lnTo>
                  <a:lnTo>
                    <a:pt x="447" y="77"/>
                  </a:lnTo>
                  <a:lnTo>
                    <a:pt x="447" y="76"/>
                  </a:lnTo>
                  <a:lnTo>
                    <a:pt x="447" y="64"/>
                  </a:lnTo>
                  <a:lnTo>
                    <a:pt x="447" y="63"/>
                  </a:lnTo>
                  <a:lnTo>
                    <a:pt x="447" y="63"/>
                  </a:lnTo>
                  <a:lnTo>
                    <a:pt x="447" y="63"/>
                  </a:lnTo>
                  <a:close/>
                  <a:moveTo>
                    <a:pt x="459" y="39"/>
                  </a:moveTo>
                  <a:lnTo>
                    <a:pt x="459" y="39"/>
                  </a:lnTo>
                  <a:lnTo>
                    <a:pt x="458" y="39"/>
                  </a:lnTo>
                  <a:lnTo>
                    <a:pt x="456" y="40"/>
                  </a:lnTo>
                  <a:lnTo>
                    <a:pt x="455" y="42"/>
                  </a:lnTo>
                  <a:lnTo>
                    <a:pt x="455" y="42"/>
                  </a:lnTo>
                  <a:lnTo>
                    <a:pt x="454" y="45"/>
                  </a:lnTo>
                  <a:lnTo>
                    <a:pt x="453" y="47"/>
                  </a:lnTo>
                  <a:lnTo>
                    <a:pt x="453" y="49"/>
                  </a:lnTo>
                  <a:lnTo>
                    <a:pt x="451" y="50"/>
                  </a:lnTo>
                  <a:lnTo>
                    <a:pt x="451" y="50"/>
                  </a:lnTo>
                  <a:lnTo>
                    <a:pt x="451" y="51"/>
                  </a:lnTo>
                  <a:lnTo>
                    <a:pt x="450" y="52"/>
                  </a:lnTo>
                  <a:lnTo>
                    <a:pt x="450" y="53"/>
                  </a:lnTo>
                  <a:lnTo>
                    <a:pt x="450" y="54"/>
                  </a:lnTo>
                  <a:lnTo>
                    <a:pt x="450" y="55"/>
                  </a:lnTo>
                  <a:lnTo>
                    <a:pt x="451" y="56"/>
                  </a:lnTo>
                  <a:lnTo>
                    <a:pt x="451" y="57"/>
                  </a:lnTo>
                  <a:lnTo>
                    <a:pt x="451" y="58"/>
                  </a:lnTo>
                  <a:lnTo>
                    <a:pt x="452" y="58"/>
                  </a:lnTo>
                  <a:lnTo>
                    <a:pt x="451" y="58"/>
                  </a:lnTo>
                  <a:lnTo>
                    <a:pt x="451" y="59"/>
                  </a:lnTo>
                  <a:lnTo>
                    <a:pt x="451" y="59"/>
                  </a:lnTo>
                  <a:lnTo>
                    <a:pt x="451" y="61"/>
                  </a:lnTo>
                  <a:lnTo>
                    <a:pt x="451" y="61"/>
                  </a:lnTo>
                  <a:lnTo>
                    <a:pt x="459" y="61"/>
                  </a:lnTo>
                  <a:lnTo>
                    <a:pt x="459" y="61"/>
                  </a:lnTo>
                  <a:lnTo>
                    <a:pt x="459" y="61"/>
                  </a:lnTo>
                  <a:lnTo>
                    <a:pt x="467" y="61"/>
                  </a:lnTo>
                  <a:lnTo>
                    <a:pt x="467" y="61"/>
                  </a:lnTo>
                  <a:lnTo>
                    <a:pt x="467" y="59"/>
                  </a:lnTo>
                  <a:lnTo>
                    <a:pt x="467" y="59"/>
                  </a:lnTo>
                  <a:lnTo>
                    <a:pt x="467" y="58"/>
                  </a:lnTo>
                  <a:lnTo>
                    <a:pt x="467" y="58"/>
                  </a:lnTo>
                  <a:lnTo>
                    <a:pt x="467" y="58"/>
                  </a:lnTo>
                  <a:lnTo>
                    <a:pt x="467" y="57"/>
                  </a:lnTo>
                  <a:lnTo>
                    <a:pt x="467" y="56"/>
                  </a:lnTo>
                  <a:lnTo>
                    <a:pt x="469" y="55"/>
                  </a:lnTo>
                  <a:lnTo>
                    <a:pt x="469" y="54"/>
                  </a:lnTo>
                  <a:lnTo>
                    <a:pt x="469" y="53"/>
                  </a:lnTo>
                  <a:lnTo>
                    <a:pt x="469" y="52"/>
                  </a:lnTo>
                  <a:lnTo>
                    <a:pt x="468" y="51"/>
                  </a:lnTo>
                  <a:lnTo>
                    <a:pt x="467" y="50"/>
                  </a:lnTo>
                  <a:lnTo>
                    <a:pt x="467" y="50"/>
                  </a:lnTo>
                  <a:lnTo>
                    <a:pt x="466" y="49"/>
                  </a:lnTo>
                  <a:lnTo>
                    <a:pt x="466" y="47"/>
                  </a:lnTo>
                  <a:lnTo>
                    <a:pt x="465" y="45"/>
                  </a:lnTo>
                  <a:lnTo>
                    <a:pt x="464" y="42"/>
                  </a:lnTo>
                  <a:lnTo>
                    <a:pt x="463" y="42"/>
                  </a:lnTo>
                  <a:lnTo>
                    <a:pt x="463" y="40"/>
                  </a:lnTo>
                  <a:lnTo>
                    <a:pt x="461" y="39"/>
                  </a:lnTo>
                  <a:lnTo>
                    <a:pt x="460" y="39"/>
                  </a:lnTo>
                  <a:lnTo>
                    <a:pt x="459" y="39"/>
                  </a:lnTo>
                  <a:lnTo>
                    <a:pt x="459" y="39"/>
                  </a:lnTo>
                  <a:lnTo>
                    <a:pt x="459" y="39"/>
                  </a:lnTo>
                  <a:lnTo>
                    <a:pt x="459" y="39"/>
                  </a:lnTo>
                  <a:close/>
                  <a:moveTo>
                    <a:pt x="405" y="74"/>
                  </a:moveTo>
                  <a:lnTo>
                    <a:pt x="409" y="74"/>
                  </a:lnTo>
                  <a:lnTo>
                    <a:pt x="411" y="74"/>
                  </a:lnTo>
                  <a:lnTo>
                    <a:pt x="411" y="74"/>
                  </a:lnTo>
                  <a:lnTo>
                    <a:pt x="412" y="74"/>
                  </a:lnTo>
                  <a:lnTo>
                    <a:pt x="414" y="73"/>
                  </a:lnTo>
                  <a:lnTo>
                    <a:pt x="415" y="71"/>
                  </a:lnTo>
                  <a:lnTo>
                    <a:pt x="415" y="69"/>
                  </a:lnTo>
                  <a:lnTo>
                    <a:pt x="418" y="65"/>
                  </a:lnTo>
                  <a:lnTo>
                    <a:pt x="420" y="61"/>
                  </a:lnTo>
                  <a:lnTo>
                    <a:pt x="420" y="59"/>
                  </a:lnTo>
                  <a:lnTo>
                    <a:pt x="419" y="59"/>
                  </a:lnTo>
                  <a:lnTo>
                    <a:pt x="419" y="58"/>
                  </a:lnTo>
                  <a:lnTo>
                    <a:pt x="419" y="58"/>
                  </a:lnTo>
                  <a:lnTo>
                    <a:pt x="418" y="57"/>
                  </a:lnTo>
                  <a:lnTo>
                    <a:pt x="417" y="57"/>
                  </a:lnTo>
                  <a:lnTo>
                    <a:pt x="415" y="56"/>
                  </a:lnTo>
                  <a:lnTo>
                    <a:pt x="415" y="56"/>
                  </a:lnTo>
                  <a:lnTo>
                    <a:pt x="415" y="57"/>
                  </a:lnTo>
                  <a:lnTo>
                    <a:pt x="414" y="57"/>
                  </a:lnTo>
                  <a:lnTo>
                    <a:pt x="415" y="58"/>
                  </a:lnTo>
                  <a:lnTo>
                    <a:pt x="415" y="59"/>
                  </a:lnTo>
                  <a:lnTo>
                    <a:pt x="411" y="62"/>
                  </a:lnTo>
                  <a:lnTo>
                    <a:pt x="407" y="65"/>
                  </a:lnTo>
                  <a:lnTo>
                    <a:pt x="407" y="67"/>
                  </a:lnTo>
                  <a:lnTo>
                    <a:pt x="407" y="70"/>
                  </a:lnTo>
                  <a:lnTo>
                    <a:pt x="407" y="71"/>
                  </a:lnTo>
                  <a:lnTo>
                    <a:pt x="407" y="71"/>
                  </a:lnTo>
                  <a:lnTo>
                    <a:pt x="405" y="71"/>
                  </a:lnTo>
                  <a:lnTo>
                    <a:pt x="405" y="74"/>
                  </a:lnTo>
                  <a:lnTo>
                    <a:pt x="405" y="74"/>
                  </a:lnTo>
                  <a:close/>
                  <a:moveTo>
                    <a:pt x="405" y="76"/>
                  </a:moveTo>
                  <a:lnTo>
                    <a:pt x="410" y="76"/>
                  </a:lnTo>
                  <a:lnTo>
                    <a:pt x="410" y="83"/>
                  </a:lnTo>
                  <a:lnTo>
                    <a:pt x="405" y="83"/>
                  </a:lnTo>
                  <a:lnTo>
                    <a:pt x="405" y="76"/>
                  </a:lnTo>
                  <a:lnTo>
                    <a:pt x="405" y="76"/>
                  </a:lnTo>
                  <a:close/>
                  <a:moveTo>
                    <a:pt x="405" y="84"/>
                  </a:moveTo>
                  <a:lnTo>
                    <a:pt x="447" y="84"/>
                  </a:lnTo>
                  <a:lnTo>
                    <a:pt x="447" y="92"/>
                  </a:lnTo>
                  <a:lnTo>
                    <a:pt x="405" y="92"/>
                  </a:lnTo>
                  <a:lnTo>
                    <a:pt x="405" y="84"/>
                  </a:lnTo>
                  <a:lnTo>
                    <a:pt x="405" y="84"/>
                  </a:lnTo>
                  <a:close/>
                  <a:moveTo>
                    <a:pt x="339" y="121"/>
                  </a:moveTo>
                  <a:lnTo>
                    <a:pt x="340" y="121"/>
                  </a:lnTo>
                  <a:lnTo>
                    <a:pt x="340" y="122"/>
                  </a:lnTo>
                  <a:lnTo>
                    <a:pt x="339" y="122"/>
                  </a:lnTo>
                  <a:lnTo>
                    <a:pt x="338" y="124"/>
                  </a:lnTo>
                  <a:lnTo>
                    <a:pt x="337" y="126"/>
                  </a:lnTo>
                  <a:lnTo>
                    <a:pt x="335" y="126"/>
                  </a:lnTo>
                  <a:lnTo>
                    <a:pt x="334" y="128"/>
                  </a:lnTo>
                  <a:lnTo>
                    <a:pt x="332" y="128"/>
                  </a:lnTo>
                  <a:lnTo>
                    <a:pt x="331" y="129"/>
                  </a:lnTo>
                  <a:lnTo>
                    <a:pt x="330" y="130"/>
                  </a:lnTo>
                  <a:lnTo>
                    <a:pt x="329" y="132"/>
                  </a:lnTo>
                  <a:lnTo>
                    <a:pt x="328" y="134"/>
                  </a:lnTo>
                  <a:lnTo>
                    <a:pt x="327" y="134"/>
                  </a:lnTo>
                  <a:lnTo>
                    <a:pt x="327" y="134"/>
                  </a:lnTo>
                  <a:lnTo>
                    <a:pt x="326" y="134"/>
                  </a:lnTo>
                  <a:lnTo>
                    <a:pt x="326" y="134"/>
                  </a:lnTo>
                  <a:lnTo>
                    <a:pt x="326" y="121"/>
                  </a:lnTo>
                  <a:lnTo>
                    <a:pt x="339" y="121"/>
                  </a:lnTo>
                  <a:lnTo>
                    <a:pt x="339" y="121"/>
                  </a:lnTo>
                  <a:close/>
                  <a:moveTo>
                    <a:pt x="391" y="25"/>
                  </a:moveTo>
                  <a:lnTo>
                    <a:pt x="391" y="25"/>
                  </a:lnTo>
                  <a:lnTo>
                    <a:pt x="391" y="25"/>
                  </a:lnTo>
                  <a:lnTo>
                    <a:pt x="391" y="24"/>
                  </a:lnTo>
                  <a:lnTo>
                    <a:pt x="391" y="24"/>
                  </a:lnTo>
                  <a:lnTo>
                    <a:pt x="390" y="24"/>
                  </a:lnTo>
                  <a:lnTo>
                    <a:pt x="390" y="24"/>
                  </a:lnTo>
                  <a:lnTo>
                    <a:pt x="389" y="25"/>
                  </a:lnTo>
                  <a:lnTo>
                    <a:pt x="388" y="25"/>
                  </a:lnTo>
                  <a:lnTo>
                    <a:pt x="387" y="26"/>
                  </a:lnTo>
                  <a:lnTo>
                    <a:pt x="387" y="27"/>
                  </a:lnTo>
                  <a:lnTo>
                    <a:pt x="385" y="29"/>
                  </a:lnTo>
                  <a:lnTo>
                    <a:pt x="384" y="31"/>
                  </a:lnTo>
                  <a:lnTo>
                    <a:pt x="384" y="34"/>
                  </a:lnTo>
                  <a:lnTo>
                    <a:pt x="384" y="35"/>
                  </a:lnTo>
                  <a:lnTo>
                    <a:pt x="383" y="36"/>
                  </a:lnTo>
                  <a:lnTo>
                    <a:pt x="382" y="37"/>
                  </a:lnTo>
                  <a:lnTo>
                    <a:pt x="380" y="38"/>
                  </a:lnTo>
                  <a:lnTo>
                    <a:pt x="380" y="40"/>
                  </a:lnTo>
                  <a:lnTo>
                    <a:pt x="379" y="42"/>
                  </a:lnTo>
                  <a:lnTo>
                    <a:pt x="379" y="42"/>
                  </a:lnTo>
                  <a:lnTo>
                    <a:pt x="379" y="44"/>
                  </a:lnTo>
                  <a:lnTo>
                    <a:pt x="380" y="45"/>
                  </a:lnTo>
                  <a:lnTo>
                    <a:pt x="381" y="46"/>
                  </a:lnTo>
                  <a:lnTo>
                    <a:pt x="381" y="47"/>
                  </a:lnTo>
                  <a:lnTo>
                    <a:pt x="382" y="47"/>
                  </a:lnTo>
                  <a:lnTo>
                    <a:pt x="382" y="48"/>
                  </a:lnTo>
                  <a:lnTo>
                    <a:pt x="382" y="48"/>
                  </a:lnTo>
                  <a:lnTo>
                    <a:pt x="383" y="48"/>
                  </a:lnTo>
                  <a:lnTo>
                    <a:pt x="390" y="48"/>
                  </a:lnTo>
                  <a:lnTo>
                    <a:pt x="390" y="48"/>
                  </a:lnTo>
                  <a:lnTo>
                    <a:pt x="391" y="48"/>
                  </a:lnTo>
                  <a:lnTo>
                    <a:pt x="398" y="48"/>
                  </a:lnTo>
                  <a:lnTo>
                    <a:pt x="399" y="48"/>
                  </a:lnTo>
                  <a:lnTo>
                    <a:pt x="399" y="48"/>
                  </a:lnTo>
                  <a:lnTo>
                    <a:pt x="399" y="48"/>
                  </a:lnTo>
                  <a:lnTo>
                    <a:pt x="399" y="47"/>
                  </a:lnTo>
                  <a:lnTo>
                    <a:pt x="399" y="46"/>
                  </a:lnTo>
                  <a:lnTo>
                    <a:pt x="401" y="46"/>
                  </a:lnTo>
                  <a:lnTo>
                    <a:pt x="401" y="44"/>
                  </a:lnTo>
                  <a:lnTo>
                    <a:pt x="402" y="43"/>
                  </a:lnTo>
                  <a:lnTo>
                    <a:pt x="401" y="42"/>
                  </a:lnTo>
                  <a:lnTo>
                    <a:pt x="401" y="40"/>
                  </a:lnTo>
                  <a:lnTo>
                    <a:pt x="400" y="38"/>
                  </a:lnTo>
                  <a:lnTo>
                    <a:pt x="399" y="38"/>
                  </a:lnTo>
                  <a:lnTo>
                    <a:pt x="398" y="37"/>
                  </a:lnTo>
                  <a:lnTo>
                    <a:pt x="397" y="35"/>
                  </a:lnTo>
                  <a:lnTo>
                    <a:pt x="397" y="34"/>
                  </a:lnTo>
                  <a:lnTo>
                    <a:pt x="396" y="31"/>
                  </a:lnTo>
                  <a:lnTo>
                    <a:pt x="395" y="30"/>
                  </a:lnTo>
                  <a:lnTo>
                    <a:pt x="395" y="27"/>
                  </a:lnTo>
                  <a:lnTo>
                    <a:pt x="394" y="26"/>
                  </a:lnTo>
                  <a:lnTo>
                    <a:pt x="393" y="26"/>
                  </a:lnTo>
                  <a:lnTo>
                    <a:pt x="392" y="25"/>
                  </a:lnTo>
                  <a:lnTo>
                    <a:pt x="391" y="25"/>
                  </a:lnTo>
                  <a:lnTo>
                    <a:pt x="391" y="25"/>
                  </a:lnTo>
                  <a:close/>
                  <a:moveTo>
                    <a:pt x="375" y="74"/>
                  </a:moveTo>
                  <a:lnTo>
                    <a:pt x="371" y="74"/>
                  </a:lnTo>
                  <a:lnTo>
                    <a:pt x="370" y="74"/>
                  </a:lnTo>
                  <a:lnTo>
                    <a:pt x="369" y="74"/>
                  </a:lnTo>
                  <a:lnTo>
                    <a:pt x="368" y="74"/>
                  </a:lnTo>
                  <a:lnTo>
                    <a:pt x="367" y="73"/>
                  </a:lnTo>
                  <a:lnTo>
                    <a:pt x="366" y="71"/>
                  </a:lnTo>
                  <a:lnTo>
                    <a:pt x="366" y="69"/>
                  </a:lnTo>
                  <a:lnTo>
                    <a:pt x="363" y="65"/>
                  </a:lnTo>
                  <a:lnTo>
                    <a:pt x="360" y="61"/>
                  </a:lnTo>
                  <a:lnTo>
                    <a:pt x="360" y="59"/>
                  </a:lnTo>
                  <a:lnTo>
                    <a:pt x="361" y="59"/>
                  </a:lnTo>
                  <a:lnTo>
                    <a:pt x="362" y="58"/>
                  </a:lnTo>
                  <a:lnTo>
                    <a:pt x="362" y="58"/>
                  </a:lnTo>
                  <a:lnTo>
                    <a:pt x="363" y="57"/>
                  </a:lnTo>
                  <a:lnTo>
                    <a:pt x="364" y="57"/>
                  </a:lnTo>
                  <a:lnTo>
                    <a:pt x="365" y="56"/>
                  </a:lnTo>
                  <a:lnTo>
                    <a:pt x="366" y="56"/>
                  </a:lnTo>
                  <a:lnTo>
                    <a:pt x="366" y="57"/>
                  </a:lnTo>
                  <a:lnTo>
                    <a:pt x="366" y="57"/>
                  </a:lnTo>
                  <a:lnTo>
                    <a:pt x="366" y="58"/>
                  </a:lnTo>
                  <a:lnTo>
                    <a:pt x="366" y="59"/>
                  </a:lnTo>
                  <a:lnTo>
                    <a:pt x="369" y="62"/>
                  </a:lnTo>
                  <a:lnTo>
                    <a:pt x="373" y="65"/>
                  </a:lnTo>
                  <a:lnTo>
                    <a:pt x="374" y="67"/>
                  </a:lnTo>
                  <a:lnTo>
                    <a:pt x="374" y="70"/>
                  </a:lnTo>
                  <a:lnTo>
                    <a:pt x="375" y="71"/>
                  </a:lnTo>
                  <a:lnTo>
                    <a:pt x="375" y="71"/>
                  </a:lnTo>
                  <a:lnTo>
                    <a:pt x="375" y="71"/>
                  </a:lnTo>
                  <a:lnTo>
                    <a:pt x="375" y="74"/>
                  </a:lnTo>
                  <a:lnTo>
                    <a:pt x="375" y="74"/>
                  </a:lnTo>
                  <a:close/>
                  <a:moveTo>
                    <a:pt x="405" y="94"/>
                  </a:moveTo>
                  <a:lnTo>
                    <a:pt x="447" y="94"/>
                  </a:lnTo>
                  <a:lnTo>
                    <a:pt x="447" y="110"/>
                  </a:lnTo>
                  <a:lnTo>
                    <a:pt x="405" y="110"/>
                  </a:lnTo>
                  <a:lnTo>
                    <a:pt x="405" y="94"/>
                  </a:lnTo>
                  <a:lnTo>
                    <a:pt x="405" y="94"/>
                  </a:lnTo>
                  <a:close/>
                  <a:moveTo>
                    <a:pt x="405" y="113"/>
                  </a:moveTo>
                  <a:lnTo>
                    <a:pt x="447" y="113"/>
                  </a:lnTo>
                  <a:lnTo>
                    <a:pt x="447" y="120"/>
                  </a:lnTo>
                  <a:lnTo>
                    <a:pt x="405" y="120"/>
                  </a:lnTo>
                  <a:lnTo>
                    <a:pt x="405" y="113"/>
                  </a:lnTo>
                  <a:lnTo>
                    <a:pt x="405" y="113"/>
                  </a:lnTo>
                  <a:close/>
                  <a:moveTo>
                    <a:pt x="405" y="134"/>
                  </a:moveTo>
                  <a:lnTo>
                    <a:pt x="407" y="133"/>
                  </a:lnTo>
                  <a:lnTo>
                    <a:pt x="409" y="131"/>
                  </a:lnTo>
                  <a:lnTo>
                    <a:pt x="411" y="130"/>
                  </a:lnTo>
                  <a:lnTo>
                    <a:pt x="414" y="128"/>
                  </a:lnTo>
                  <a:lnTo>
                    <a:pt x="415" y="126"/>
                  </a:lnTo>
                  <a:lnTo>
                    <a:pt x="416" y="126"/>
                  </a:lnTo>
                  <a:lnTo>
                    <a:pt x="418" y="124"/>
                  </a:lnTo>
                  <a:lnTo>
                    <a:pt x="418" y="123"/>
                  </a:lnTo>
                  <a:lnTo>
                    <a:pt x="419" y="122"/>
                  </a:lnTo>
                  <a:lnTo>
                    <a:pt x="419" y="122"/>
                  </a:lnTo>
                  <a:lnTo>
                    <a:pt x="405" y="122"/>
                  </a:lnTo>
                  <a:lnTo>
                    <a:pt x="405" y="134"/>
                  </a:lnTo>
                  <a:lnTo>
                    <a:pt x="405" y="134"/>
                  </a:lnTo>
                  <a:close/>
                  <a:moveTo>
                    <a:pt x="446" y="134"/>
                  </a:moveTo>
                  <a:lnTo>
                    <a:pt x="445" y="134"/>
                  </a:lnTo>
                  <a:lnTo>
                    <a:pt x="443" y="131"/>
                  </a:lnTo>
                  <a:lnTo>
                    <a:pt x="440" y="130"/>
                  </a:lnTo>
                  <a:lnTo>
                    <a:pt x="438" y="128"/>
                  </a:lnTo>
                  <a:lnTo>
                    <a:pt x="436" y="126"/>
                  </a:lnTo>
                  <a:lnTo>
                    <a:pt x="435" y="126"/>
                  </a:lnTo>
                  <a:lnTo>
                    <a:pt x="435" y="124"/>
                  </a:lnTo>
                  <a:lnTo>
                    <a:pt x="434" y="123"/>
                  </a:lnTo>
                  <a:lnTo>
                    <a:pt x="433" y="122"/>
                  </a:lnTo>
                  <a:lnTo>
                    <a:pt x="433" y="122"/>
                  </a:lnTo>
                  <a:lnTo>
                    <a:pt x="447" y="122"/>
                  </a:lnTo>
                  <a:lnTo>
                    <a:pt x="446" y="134"/>
                  </a:lnTo>
                  <a:lnTo>
                    <a:pt x="446" y="134"/>
                  </a:lnTo>
                  <a:close/>
                  <a:moveTo>
                    <a:pt x="447" y="79"/>
                  </a:moveTo>
                  <a:lnTo>
                    <a:pt x="444" y="79"/>
                  </a:lnTo>
                  <a:lnTo>
                    <a:pt x="444" y="70"/>
                  </a:lnTo>
                  <a:lnTo>
                    <a:pt x="443" y="69"/>
                  </a:lnTo>
                  <a:lnTo>
                    <a:pt x="443" y="69"/>
                  </a:lnTo>
                  <a:lnTo>
                    <a:pt x="441" y="69"/>
                  </a:lnTo>
                  <a:lnTo>
                    <a:pt x="440" y="69"/>
                  </a:lnTo>
                  <a:lnTo>
                    <a:pt x="439" y="70"/>
                  </a:lnTo>
                  <a:lnTo>
                    <a:pt x="438" y="70"/>
                  </a:lnTo>
                  <a:lnTo>
                    <a:pt x="438" y="71"/>
                  </a:lnTo>
                  <a:lnTo>
                    <a:pt x="438" y="72"/>
                  </a:lnTo>
                  <a:lnTo>
                    <a:pt x="438" y="73"/>
                  </a:lnTo>
                  <a:lnTo>
                    <a:pt x="438" y="73"/>
                  </a:lnTo>
                  <a:lnTo>
                    <a:pt x="436" y="74"/>
                  </a:lnTo>
                  <a:lnTo>
                    <a:pt x="435" y="74"/>
                  </a:lnTo>
                  <a:lnTo>
                    <a:pt x="435" y="75"/>
                  </a:lnTo>
                  <a:lnTo>
                    <a:pt x="435" y="76"/>
                  </a:lnTo>
                  <a:lnTo>
                    <a:pt x="435" y="77"/>
                  </a:lnTo>
                  <a:lnTo>
                    <a:pt x="435" y="78"/>
                  </a:lnTo>
                  <a:lnTo>
                    <a:pt x="435" y="78"/>
                  </a:lnTo>
                  <a:lnTo>
                    <a:pt x="435" y="78"/>
                  </a:lnTo>
                  <a:lnTo>
                    <a:pt x="436" y="79"/>
                  </a:lnTo>
                  <a:lnTo>
                    <a:pt x="438" y="81"/>
                  </a:lnTo>
                  <a:lnTo>
                    <a:pt x="439" y="82"/>
                  </a:lnTo>
                  <a:lnTo>
                    <a:pt x="441" y="82"/>
                  </a:lnTo>
                  <a:lnTo>
                    <a:pt x="442" y="82"/>
                  </a:lnTo>
                  <a:lnTo>
                    <a:pt x="445" y="82"/>
                  </a:lnTo>
                  <a:lnTo>
                    <a:pt x="447" y="82"/>
                  </a:lnTo>
                  <a:lnTo>
                    <a:pt x="447" y="79"/>
                  </a:lnTo>
                  <a:lnTo>
                    <a:pt x="447" y="79"/>
                  </a:lnTo>
                  <a:close/>
                  <a:moveTo>
                    <a:pt x="473" y="83"/>
                  </a:moveTo>
                  <a:lnTo>
                    <a:pt x="478" y="83"/>
                  </a:lnTo>
                  <a:lnTo>
                    <a:pt x="479" y="83"/>
                  </a:lnTo>
                  <a:lnTo>
                    <a:pt x="480" y="82"/>
                  </a:lnTo>
                  <a:lnTo>
                    <a:pt x="481" y="82"/>
                  </a:lnTo>
                  <a:lnTo>
                    <a:pt x="482" y="82"/>
                  </a:lnTo>
                  <a:lnTo>
                    <a:pt x="483" y="79"/>
                  </a:lnTo>
                  <a:lnTo>
                    <a:pt x="483" y="77"/>
                  </a:lnTo>
                  <a:lnTo>
                    <a:pt x="484" y="75"/>
                  </a:lnTo>
                  <a:lnTo>
                    <a:pt x="485" y="74"/>
                  </a:lnTo>
                  <a:lnTo>
                    <a:pt x="486" y="73"/>
                  </a:lnTo>
                  <a:lnTo>
                    <a:pt x="487" y="72"/>
                  </a:lnTo>
                  <a:lnTo>
                    <a:pt x="487" y="71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68"/>
                  </a:lnTo>
                  <a:lnTo>
                    <a:pt x="488" y="66"/>
                  </a:lnTo>
                  <a:lnTo>
                    <a:pt x="487" y="65"/>
                  </a:lnTo>
                  <a:lnTo>
                    <a:pt x="487" y="65"/>
                  </a:lnTo>
                  <a:lnTo>
                    <a:pt x="487" y="65"/>
                  </a:lnTo>
                  <a:lnTo>
                    <a:pt x="486" y="64"/>
                  </a:lnTo>
                  <a:lnTo>
                    <a:pt x="485" y="64"/>
                  </a:lnTo>
                  <a:lnTo>
                    <a:pt x="484" y="65"/>
                  </a:lnTo>
                  <a:lnTo>
                    <a:pt x="484" y="65"/>
                  </a:lnTo>
                  <a:lnTo>
                    <a:pt x="484" y="66"/>
                  </a:lnTo>
                  <a:lnTo>
                    <a:pt x="484" y="67"/>
                  </a:lnTo>
                  <a:lnTo>
                    <a:pt x="483" y="68"/>
                  </a:lnTo>
                  <a:lnTo>
                    <a:pt x="480" y="70"/>
                  </a:lnTo>
                  <a:lnTo>
                    <a:pt x="479" y="70"/>
                  </a:lnTo>
                  <a:lnTo>
                    <a:pt x="477" y="71"/>
                  </a:lnTo>
                  <a:lnTo>
                    <a:pt x="476" y="72"/>
                  </a:lnTo>
                  <a:lnTo>
                    <a:pt x="475" y="74"/>
                  </a:lnTo>
                  <a:lnTo>
                    <a:pt x="475" y="76"/>
                  </a:lnTo>
                  <a:lnTo>
                    <a:pt x="475" y="78"/>
                  </a:lnTo>
                  <a:lnTo>
                    <a:pt x="475" y="79"/>
                  </a:lnTo>
                  <a:lnTo>
                    <a:pt x="475" y="79"/>
                  </a:lnTo>
                  <a:lnTo>
                    <a:pt x="473" y="79"/>
                  </a:lnTo>
                  <a:lnTo>
                    <a:pt x="473" y="83"/>
                  </a:lnTo>
                  <a:lnTo>
                    <a:pt x="473" y="83"/>
                  </a:lnTo>
                  <a:close/>
                  <a:moveTo>
                    <a:pt x="474" y="113"/>
                  </a:moveTo>
                  <a:lnTo>
                    <a:pt x="479" y="113"/>
                  </a:lnTo>
                  <a:lnTo>
                    <a:pt x="479" y="120"/>
                  </a:lnTo>
                  <a:lnTo>
                    <a:pt x="474" y="120"/>
                  </a:lnTo>
                  <a:lnTo>
                    <a:pt x="474" y="113"/>
                  </a:lnTo>
                  <a:lnTo>
                    <a:pt x="474" y="113"/>
                  </a:lnTo>
                  <a:close/>
                  <a:moveTo>
                    <a:pt x="473" y="84"/>
                  </a:moveTo>
                  <a:lnTo>
                    <a:pt x="479" y="84"/>
                  </a:lnTo>
                  <a:lnTo>
                    <a:pt x="479" y="92"/>
                  </a:lnTo>
                  <a:lnTo>
                    <a:pt x="473" y="92"/>
                  </a:lnTo>
                  <a:lnTo>
                    <a:pt x="473" y="84"/>
                  </a:lnTo>
                  <a:lnTo>
                    <a:pt x="473" y="84"/>
                  </a:lnTo>
                  <a:close/>
                  <a:moveTo>
                    <a:pt x="475" y="166"/>
                  </a:moveTo>
                  <a:lnTo>
                    <a:pt x="475" y="166"/>
                  </a:lnTo>
                  <a:lnTo>
                    <a:pt x="477" y="167"/>
                  </a:lnTo>
                  <a:lnTo>
                    <a:pt x="479" y="169"/>
                  </a:lnTo>
                  <a:lnTo>
                    <a:pt x="479" y="170"/>
                  </a:lnTo>
                  <a:lnTo>
                    <a:pt x="480" y="171"/>
                  </a:lnTo>
                  <a:lnTo>
                    <a:pt x="481" y="172"/>
                  </a:lnTo>
                  <a:lnTo>
                    <a:pt x="483" y="176"/>
                  </a:lnTo>
                  <a:lnTo>
                    <a:pt x="483" y="178"/>
                  </a:lnTo>
                  <a:lnTo>
                    <a:pt x="484" y="179"/>
                  </a:lnTo>
                  <a:lnTo>
                    <a:pt x="486" y="180"/>
                  </a:lnTo>
                  <a:lnTo>
                    <a:pt x="487" y="182"/>
                  </a:lnTo>
                  <a:lnTo>
                    <a:pt x="489" y="183"/>
                  </a:lnTo>
                  <a:lnTo>
                    <a:pt x="490" y="186"/>
                  </a:lnTo>
                  <a:lnTo>
                    <a:pt x="491" y="188"/>
                  </a:lnTo>
                  <a:lnTo>
                    <a:pt x="491" y="190"/>
                  </a:lnTo>
                  <a:lnTo>
                    <a:pt x="491" y="193"/>
                  </a:lnTo>
                  <a:lnTo>
                    <a:pt x="491" y="198"/>
                  </a:lnTo>
                  <a:lnTo>
                    <a:pt x="490" y="200"/>
                  </a:lnTo>
                  <a:lnTo>
                    <a:pt x="491" y="202"/>
                  </a:lnTo>
                  <a:lnTo>
                    <a:pt x="493" y="203"/>
                  </a:lnTo>
                  <a:lnTo>
                    <a:pt x="495" y="206"/>
                  </a:lnTo>
                  <a:lnTo>
                    <a:pt x="497" y="209"/>
                  </a:lnTo>
                  <a:lnTo>
                    <a:pt x="497" y="210"/>
                  </a:lnTo>
                  <a:lnTo>
                    <a:pt x="497" y="212"/>
                  </a:lnTo>
                  <a:lnTo>
                    <a:pt x="497" y="214"/>
                  </a:lnTo>
                  <a:lnTo>
                    <a:pt x="497" y="217"/>
                  </a:lnTo>
                  <a:lnTo>
                    <a:pt x="497" y="219"/>
                  </a:lnTo>
                  <a:lnTo>
                    <a:pt x="496" y="221"/>
                  </a:lnTo>
                  <a:lnTo>
                    <a:pt x="496" y="222"/>
                  </a:lnTo>
                  <a:lnTo>
                    <a:pt x="495" y="222"/>
                  </a:lnTo>
                  <a:lnTo>
                    <a:pt x="475" y="222"/>
                  </a:lnTo>
                  <a:lnTo>
                    <a:pt x="475" y="166"/>
                  </a:lnTo>
                  <a:lnTo>
                    <a:pt x="475" y="166"/>
                  </a:lnTo>
                  <a:close/>
                  <a:moveTo>
                    <a:pt x="474" y="226"/>
                  </a:moveTo>
                  <a:lnTo>
                    <a:pt x="501" y="226"/>
                  </a:lnTo>
                  <a:lnTo>
                    <a:pt x="501" y="234"/>
                  </a:lnTo>
                  <a:lnTo>
                    <a:pt x="474" y="234"/>
                  </a:lnTo>
                  <a:lnTo>
                    <a:pt x="474" y="2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36" name="îṣḻïḋé">
              <a:extLst>
                <a:ext uri="{FF2B5EF4-FFF2-40B4-BE49-F238E27FC236}">
                  <a16:creationId xmlns:a16="http://schemas.microsoft.com/office/drawing/2014/main" id="{4F4A3626-9736-4E71-97D7-15AEC1B6DCF2}"/>
                </a:ext>
              </a:extLst>
            </p:cNvPr>
            <p:cNvSpPr/>
            <p:nvPr/>
          </p:nvSpPr>
          <p:spPr bwMode="auto">
            <a:xfrm>
              <a:off x="1914526" y="2486026"/>
              <a:ext cx="1882775" cy="1882775"/>
            </a:xfrm>
            <a:custGeom>
              <a:avLst/>
              <a:gdLst>
                <a:gd name="T0" fmla="*/ 784 w 1186"/>
                <a:gd name="T1" fmla="*/ 31 h 1186"/>
                <a:gd name="T2" fmla="*/ 982 w 1186"/>
                <a:gd name="T3" fmla="*/ 145 h 1186"/>
                <a:gd name="T4" fmla="*/ 1122 w 1186"/>
                <a:gd name="T5" fmla="*/ 323 h 1186"/>
                <a:gd name="T6" fmla="*/ 1184 w 1186"/>
                <a:gd name="T7" fmla="*/ 548 h 1186"/>
                <a:gd name="T8" fmla="*/ 1171 w 1186"/>
                <a:gd name="T9" fmla="*/ 727 h 1186"/>
                <a:gd name="T10" fmla="*/ 1077 w 1186"/>
                <a:gd name="T11" fmla="*/ 936 h 1186"/>
                <a:gd name="T12" fmla="*/ 913 w 1186"/>
                <a:gd name="T13" fmla="*/ 1093 h 1186"/>
                <a:gd name="T14" fmla="*/ 698 w 1186"/>
                <a:gd name="T15" fmla="*/ 1177 h 1186"/>
                <a:gd name="T16" fmla="*/ 518 w 1186"/>
                <a:gd name="T17" fmla="*/ 1181 h 1186"/>
                <a:gd name="T18" fmla="*/ 298 w 1186"/>
                <a:gd name="T19" fmla="*/ 1108 h 1186"/>
                <a:gd name="T20" fmla="*/ 127 w 1186"/>
                <a:gd name="T21" fmla="*/ 960 h 1186"/>
                <a:gd name="T22" fmla="*/ 23 w 1186"/>
                <a:gd name="T23" fmla="*/ 756 h 1186"/>
                <a:gd name="T24" fmla="*/ 1 w 1186"/>
                <a:gd name="T25" fmla="*/ 578 h 1186"/>
                <a:gd name="T26" fmla="*/ 53 w 1186"/>
                <a:gd name="T27" fmla="*/ 349 h 1186"/>
                <a:gd name="T28" fmla="*/ 184 w 1186"/>
                <a:gd name="T29" fmla="*/ 164 h 1186"/>
                <a:gd name="T30" fmla="*/ 376 w 1186"/>
                <a:gd name="T31" fmla="*/ 42 h 1186"/>
                <a:gd name="T32" fmla="*/ 593 w 1186"/>
                <a:gd name="T33" fmla="*/ 0 h 1186"/>
                <a:gd name="T34" fmla="*/ 491 w 1186"/>
                <a:gd name="T35" fmla="*/ 233 h 1186"/>
                <a:gd name="T36" fmla="*/ 362 w 1186"/>
                <a:gd name="T37" fmla="*/ 299 h 1186"/>
                <a:gd name="T38" fmla="*/ 268 w 1186"/>
                <a:gd name="T39" fmla="*/ 407 h 1186"/>
                <a:gd name="T40" fmla="*/ 222 w 1186"/>
                <a:gd name="T41" fmla="*/ 546 h 1186"/>
                <a:gd name="T42" fmla="*/ 224 w 1186"/>
                <a:gd name="T43" fmla="*/ 660 h 1186"/>
                <a:gd name="T44" fmla="*/ 278 w 1186"/>
                <a:gd name="T45" fmla="*/ 795 h 1186"/>
                <a:gd name="T46" fmla="*/ 392 w 1186"/>
                <a:gd name="T47" fmla="*/ 908 h 1186"/>
                <a:gd name="T48" fmla="*/ 431 w 1186"/>
                <a:gd name="T49" fmla="*/ 916 h 1186"/>
                <a:gd name="T50" fmla="*/ 304 w 1186"/>
                <a:gd name="T51" fmla="*/ 809 h 1186"/>
                <a:gd name="T52" fmla="*/ 244 w 1186"/>
                <a:gd name="T53" fmla="*/ 684 h 1186"/>
                <a:gd name="T54" fmla="*/ 232 w 1186"/>
                <a:gd name="T55" fmla="*/ 575 h 1186"/>
                <a:gd name="T56" fmla="*/ 268 w 1186"/>
                <a:gd name="T57" fmla="*/ 437 h 1186"/>
                <a:gd name="T58" fmla="*/ 351 w 1186"/>
                <a:gd name="T59" fmla="*/ 326 h 1186"/>
                <a:gd name="T60" fmla="*/ 469 w 1186"/>
                <a:gd name="T61" fmla="*/ 254 h 1186"/>
                <a:gd name="T62" fmla="*/ 593 w 1186"/>
                <a:gd name="T63" fmla="*/ 232 h 1186"/>
                <a:gd name="T64" fmla="*/ 717 w 1186"/>
                <a:gd name="T65" fmla="*/ 254 h 1186"/>
                <a:gd name="T66" fmla="*/ 836 w 1186"/>
                <a:gd name="T67" fmla="*/ 326 h 1186"/>
                <a:gd name="T68" fmla="*/ 919 w 1186"/>
                <a:gd name="T69" fmla="*/ 437 h 1186"/>
                <a:gd name="T70" fmla="*/ 954 w 1186"/>
                <a:gd name="T71" fmla="*/ 575 h 1186"/>
                <a:gd name="T72" fmla="*/ 943 w 1186"/>
                <a:gd name="T73" fmla="*/ 684 h 1186"/>
                <a:gd name="T74" fmla="*/ 883 w 1186"/>
                <a:gd name="T75" fmla="*/ 809 h 1186"/>
                <a:gd name="T76" fmla="*/ 756 w 1186"/>
                <a:gd name="T77" fmla="*/ 916 h 1186"/>
                <a:gd name="T78" fmla="*/ 795 w 1186"/>
                <a:gd name="T79" fmla="*/ 909 h 1186"/>
                <a:gd name="T80" fmla="*/ 909 w 1186"/>
                <a:gd name="T81" fmla="*/ 795 h 1186"/>
                <a:gd name="T82" fmla="*/ 961 w 1186"/>
                <a:gd name="T83" fmla="*/ 660 h 1186"/>
                <a:gd name="T84" fmla="*/ 965 w 1186"/>
                <a:gd name="T85" fmla="*/ 546 h 1186"/>
                <a:gd name="T86" fmla="*/ 918 w 1186"/>
                <a:gd name="T87" fmla="*/ 407 h 1186"/>
                <a:gd name="T88" fmla="*/ 825 w 1186"/>
                <a:gd name="T89" fmla="*/ 299 h 1186"/>
                <a:gd name="T90" fmla="*/ 696 w 1186"/>
                <a:gd name="T91" fmla="*/ 233 h 1186"/>
                <a:gd name="T92" fmla="*/ 593 w 1186"/>
                <a:gd name="T93" fmla="*/ 14 h 1186"/>
                <a:gd name="T94" fmla="*/ 408 w 1186"/>
                <a:gd name="T95" fmla="*/ 44 h 1186"/>
                <a:gd name="T96" fmla="*/ 214 w 1186"/>
                <a:gd name="T97" fmla="*/ 155 h 1186"/>
                <a:gd name="T98" fmla="*/ 77 w 1186"/>
                <a:gd name="T99" fmla="*/ 330 h 1186"/>
                <a:gd name="T100" fmla="*/ 15 w 1186"/>
                <a:gd name="T101" fmla="*/ 548 h 1186"/>
                <a:gd name="T102" fmla="*/ 28 w 1186"/>
                <a:gd name="T103" fmla="*/ 724 h 1186"/>
                <a:gd name="T104" fmla="*/ 120 w 1186"/>
                <a:gd name="T105" fmla="*/ 928 h 1186"/>
                <a:gd name="T106" fmla="*/ 281 w 1186"/>
                <a:gd name="T107" fmla="*/ 1081 h 1186"/>
                <a:gd name="T108" fmla="*/ 491 w 1186"/>
                <a:gd name="T109" fmla="*/ 1164 h 1186"/>
                <a:gd name="T110" fmla="*/ 667 w 1186"/>
                <a:gd name="T111" fmla="*/ 1169 h 1186"/>
                <a:gd name="T112" fmla="*/ 882 w 1186"/>
                <a:gd name="T113" fmla="*/ 1096 h 1186"/>
                <a:gd name="T114" fmla="*/ 1050 w 1186"/>
                <a:gd name="T115" fmla="*/ 951 h 1186"/>
                <a:gd name="T116" fmla="*/ 1151 w 1186"/>
                <a:gd name="T117" fmla="*/ 752 h 1186"/>
                <a:gd name="T118" fmla="*/ 1173 w 1186"/>
                <a:gd name="T119" fmla="*/ 578 h 1186"/>
                <a:gd name="T120" fmla="*/ 1122 w 1186"/>
                <a:gd name="T121" fmla="*/ 355 h 1186"/>
                <a:gd name="T122" fmla="*/ 994 w 1186"/>
                <a:gd name="T123" fmla="*/ 174 h 1186"/>
                <a:gd name="T124" fmla="*/ 806 w 1186"/>
                <a:gd name="T125" fmla="*/ 54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86" h="1186">
                  <a:moveTo>
                    <a:pt x="593" y="0"/>
                  </a:moveTo>
                  <a:lnTo>
                    <a:pt x="593" y="0"/>
                  </a:lnTo>
                  <a:lnTo>
                    <a:pt x="593" y="0"/>
                  </a:lnTo>
                  <a:lnTo>
                    <a:pt x="609" y="1"/>
                  </a:lnTo>
                  <a:lnTo>
                    <a:pt x="624" y="1"/>
                  </a:lnTo>
                  <a:lnTo>
                    <a:pt x="639" y="2"/>
                  </a:lnTo>
                  <a:lnTo>
                    <a:pt x="654" y="3"/>
                  </a:lnTo>
                  <a:lnTo>
                    <a:pt x="669" y="5"/>
                  </a:lnTo>
                  <a:lnTo>
                    <a:pt x="684" y="7"/>
                  </a:lnTo>
                  <a:lnTo>
                    <a:pt x="698" y="10"/>
                  </a:lnTo>
                  <a:lnTo>
                    <a:pt x="713" y="13"/>
                  </a:lnTo>
                  <a:lnTo>
                    <a:pt x="727" y="15"/>
                  </a:lnTo>
                  <a:lnTo>
                    <a:pt x="741" y="19"/>
                  </a:lnTo>
                  <a:lnTo>
                    <a:pt x="756" y="23"/>
                  </a:lnTo>
                  <a:lnTo>
                    <a:pt x="769" y="27"/>
                  </a:lnTo>
                  <a:lnTo>
                    <a:pt x="784" y="31"/>
                  </a:lnTo>
                  <a:lnTo>
                    <a:pt x="797" y="36"/>
                  </a:lnTo>
                  <a:lnTo>
                    <a:pt x="811" y="42"/>
                  </a:lnTo>
                  <a:lnTo>
                    <a:pt x="825" y="47"/>
                  </a:lnTo>
                  <a:lnTo>
                    <a:pt x="837" y="53"/>
                  </a:lnTo>
                  <a:lnTo>
                    <a:pt x="850" y="59"/>
                  </a:lnTo>
                  <a:lnTo>
                    <a:pt x="863" y="65"/>
                  </a:lnTo>
                  <a:lnTo>
                    <a:pt x="876" y="72"/>
                  </a:lnTo>
                  <a:lnTo>
                    <a:pt x="889" y="79"/>
                  </a:lnTo>
                  <a:lnTo>
                    <a:pt x="901" y="87"/>
                  </a:lnTo>
                  <a:lnTo>
                    <a:pt x="913" y="94"/>
                  </a:lnTo>
                  <a:lnTo>
                    <a:pt x="925" y="102"/>
                  </a:lnTo>
                  <a:lnTo>
                    <a:pt x="937" y="110"/>
                  </a:lnTo>
                  <a:lnTo>
                    <a:pt x="948" y="119"/>
                  </a:lnTo>
                  <a:lnTo>
                    <a:pt x="959" y="127"/>
                  </a:lnTo>
                  <a:lnTo>
                    <a:pt x="970" y="135"/>
                  </a:lnTo>
                  <a:lnTo>
                    <a:pt x="982" y="145"/>
                  </a:lnTo>
                  <a:lnTo>
                    <a:pt x="992" y="155"/>
                  </a:lnTo>
                  <a:lnTo>
                    <a:pt x="1002" y="164"/>
                  </a:lnTo>
                  <a:lnTo>
                    <a:pt x="1013" y="174"/>
                  </a:lnTo>
                  <a:lnTo>
                    <a:pt x="1022" y="184"/>
                  </a:lnTo>
                  <a:lnTo>
                    <a:pt x="1032" y="195"/>
                  </a:lnTo>
                  <a:lnTo>
                    <a:pt x="1042" y="206"/>
                  </a:lnTo>
                  <a:lnTo>
                    <a:pt x="1050" y="216"/>
                  </a:lnTo>
                  <a:lnTo>
                    <a:pt x="1060" y="227"/>
                  </a:lnTo>
                  <a:lnTo>
                    <a:pt x="1069" y="239"/>
                  </a:lnTo>
                  <a:lnTo>
                    <a:pt x="1077" y="250"/>
                  </a:lnTo>
                  <a:lnTo>
                    <a:pt x="1085" y="262"/>
                  </a:lnTo>
                  <a:lnTo>
                    <a:pt x="1093" y="274"/>
                  </a:lnTo>
                  <a:lnTo>
                    <a:pt x="1101" y="286"/>
                  </a:lnTo>
                  <a:lnTo>
                    <a:pt x="1108" y="298"/>
                  </a:lnTo>
                  <a:lnTo>
                    <a:pt x="1114" y="311"/>
                  </a:lnTo>
                  <a:lnTo>
                    <a:pt x="1122" y="323"/>
                  </a:lnTo>
                  <a:lnTo>
                    <a:pt x="1128" y="336"/>
                  </a:lnTo>
                  <a:lnTo>
                    <a:pt x="1134" y="349"/>
                  </a:lnTo>
                  <a:lnTo>
                    <a:pt x="1140" y="363"/>
                  </a:lnTo>
                  <a:lnTo>
                    <a:pt x="1146" y="376"/>
                  </a:lnTo>
                  <a:lnTo>
                    <a:pt x="1150" y="389"/>
                  </a:lnTo>
                  <a:lnTo>
                    <a:pt x="1155" y="403"/>
                  </a:lnTo>
                  <a:lnTo>
                    <a:pt x="1160" y="417"/>
                  </a:lnTo>
                  <a:lnTo>
                    <a:pt x="1164" y="431"/>
                  </a:lnTo>
                  <a:lnTo>
                    <a:pt x="1167" y="445"/>
                  </a:lnTo>
                  <a:lnTo>
                    <a:pt x="1171" y="460"/>
                  </a:lnTo>
                  <a:lnTo>
                    <a:pt x="1174" y="474"/>
                  </a:lnTo>
                  <a:lnTo>
                    <a:pt x="1177" y="488"/>
                  </a:lnTo>
                  <a:lnTo>
                    <a:pt x="1179" y="503"/>
                  </a:lnTo>
                  <a:lnTo>
                    <a:pt x="1182" y="518"/>
                  </a:lnTo>
                  <a:lnTo>
                    <a:pt x="1183" y="532"/>
                  </a:lnTo>
                  <a:lnTo>
                    <a:pt x="1184" y="548"/>
                  </a:lnTo>
                  <a:lnTo>
                    <a:pt x="1186" y="563"/>
                  </a:lnTo>
                  <a:lnTo>
                    <a:pt x="1186" y="578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593"/>
                  </a:lnTo>
                  <a:lnTo>
                    <a:pt x="1186" y="608"/>
                  </a:lnTo>
                  <a:lnTo>
                    <a:pt x="1186" y="624"/>
                  </a:lnTo>
                  <a:lnTo>
                    <a:pt x="1184" y="639"/>
                  </a:lnTo>
                  <a:lnTo>
                    <a:pt x="1183" y="654"/>
                  </a:lnTo>
                  <a:lnTo>
                    <a:pt x="1182" y="669"/>
                  </a:lnTo>
                  <a:lnTo>
                    <a:pt x="1179" y="684"/>
                  </a:lnTo>
                  <a:lnTo>
                    <a:pt x="1177" y="698"/>
                  </a:lnTo>
                  <a:lnTo>
                    <a:pt x="1174" y="713"/>
                  </a:lnTo>
                  <a:lnTo>
                    <a:pt x="1171" y="727"/>
                  </a:lnTo>
                  <a:lnTo>
                    <a:pt x="1167" y="741"/>
                  </a:lnTo>
                  <a:lnTo>
                    <a:pt x="1164" y="756"/>
                  </a:lnTo>
                  <a:lnTo>
                    <a:pt x="1160" y="769"/>
                  </a:lnTo>
                  <a:lnTo>
                    <a:pt x="1155" y="784"/>
                  </a:lnTo>
                  <a:lnTo>
                    <a:pt x="1150" y="797"/>
                  </a:lnTo>
                  <a:lnTo>
                    <a:pt x="1146" y="811"/>
                  </a:lnTo>
                  <a:lnTo>
                    <a:pt x="1140" y="824"/>
                  </a:lnTo>
                  <a:lnTo>
                    <a:pt x="1134" y="837"/>
                  </a:lnTo>
                  <a:lnTo>
                    <a:pt x="1128" y="851"/>
                  </a:lnTo>
                  <a:lnTo>
                    <a:pt x="1122" y="864"/>
                  </a:lnTo>
                  <a:lnTo>
                    <a:pt x="1114" y="876"/>
                  </a:lnTo>
                  <a:lnTo>
                    <a:pt x="1108" y="888"/>
                  </a:lnTo>
                  <a:lnTo>
                    <a:pt x="1101" y="900"/>
                  </a:lnTo>
                  <a:lnTo>
                    <a:pt x="1093" y="912"/>
                  </a:lnTo>
                  <a:lnTo>
                    <a:pt x="1085" y="924"/>
                  </a:lnTo>
                  <a:lnTo>
                    <a:pt x="1077" y="936"/>
                  </a:lnTo>
                  <a:lnTo>
                    <a:pt x="1069" y="948"/>
                  </a:lnTo>
                  <a:lnTo>
                    <a:pt x="1060" y="960"/>
                  </a:lnTo>
                  <a:lnTo>
                    <a:pt x="1050" y="970"/>
                  </a:lnTo>
                  <a:lnTo>
                    <a:pt x="1042" y="981"/>
                  </a:lnTo>
                  <a:lnTo>
                    <a:pt x="1032" y="992"/>
                  </a:lnTo>
                  <a:lnTo>
                    <a:pt x="1022" y="1002"/>
                  </a:lnTo>
                  <a:lnTo>
                    <a:pt x="1013" y="1012"/>
                  </a:lnTo>
                  <a:lnTo>
                    <a:pt x="1002" y="1022"/>
                  </a:lnTo>
                  <a:lnTo>
                    <a:pt x="992" y="1032"/>
                  </a:lnTo>
                  <a:lnTo>
                    <a:pt x="982" y="1041"/>
                  </a:lnTo>
                  <a:lnTo>
                    <a:pt x="970" y="1051"/>
                  </a:lnTo>
                  <a:lnTo>
                    <a:pt x="959" y="1060"/>
                  </a:lnTo>
                  <a:lnTo>
                    <a:pt x="948" y="1069"/>
                  </a:lnTo>
                  <a:lnTo>
                    <a:pt x="937" y="1077"/>
                  </a:lnTo>
                  <a:lnTo>
                    <a:pt x="925" y="1085"/>
                  </a:lnTo>
                  <a:lnTo>
                    <a:pt x="913" y="1093"/>
                  </a:lnTo>
                  <a:lnTo>
                    <a:pt x="901" y="1101"/>
                  </a:lnTo>
                  <a:lnTo>
                    <a:pt x="889" y="1108"/>
                  </a:lnTo>
                  <a:lnTo>
                    <a:pt x="876" y="1114"/>
                  </a:lnTo>
                  <a:lnTo>
                    <a:pt x="863" y="1121"/>
                  </a:lnTo>
                  <a:lnTo>
                    <a:pt x="850" y="1128"/>
                  </a:lnTo>
                  <a:lnTo>
                    <a:pt x="837" y="1134"/>
                  </a:lnTo>
                  <a:lnTo>
                    <a:pt x="825" y="1140"/>
                  </a:lnTo>
                  <a:lnTo>
                    <a:pt x="811" y="1145"/>
                  </a:lnTo>
                  <a:lnTo>
                    <a:pt x="797" y="1150"/>
                  </a:lnTo>
                  <a:lnTo>
                    <a:pt x="784" y="1155"/>
                  </a:lnTo>
                  <a:lnTo>
                    <a:pt x="769" y="1160"/>
                  </a:lnTo>
                  <a:lnTo>
                    <a:pt x="756" y="1164"/>
                  </a:lnTo>
                  <a:lnTo>
                    <a:pt x="741" y="1168"/>
                  </a:lnTo>
                  <a:lnTo>
                    <a:pt x="727" y="1171"/>
                  </a:lnTo>
                  <a:lnTo>
                    <a:pt x="713" y="1174"/>
                  </a:lnTo>
                  <a:lnTo>
                    <a:pt x="698" y="1177"/>
                  </a:lnTo>
                  <a:lnTo>
                    <a:pt x="684" y="1179"/>
                  </a:lnTo>
                  <a:lnTo>
                    <a:pt x="669" y="1181"/>
                  </a:lnTo>
                  <a:lnTo>
                    <a:pt x="654" y="1183"/>
                  </a:lnTo>
                  <a:lnTo>
                    <a:pt x="639" y="1185"/>
                  </a:lnTo>
                  <a:lnTo>
                    <a:pt x="624" y="1185"/>
                  </a:lnTo>
                  <a:lnTo>
                    <a:pt x="609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93" y="1186"/>
                  </a:lnTo>
                  <a:lnTo>
                    <a:pt x="578" y="1186"/>
                  </a:lnTo>
                  <a:lnTo>
                    <a:pt x="563" y="1185"/>
                  </a:lnTo>
                  <a:lnTo>
                    <a:pt x="548" y="1185"/>
                  </a:lnTo>
                  <a:lnTo>
                    <a:pt x="532" y="1183"/>
                  </a:lnTo>
                  <a:lnTo>
                    <a:pt x="518" y="1181"/>
                  </a:lnTo>
                  <a:lnTo>
                    <a:pt x="503" y="1179"/>
                  </a:lnTo>
                  <a:lnTo>
                    <a:pt x="488" y="1177"/>
                  </a:lnTo>
                  <a:lnTo>
                    <a:pt x="474" y="1174"/>
                  </a:lnTo>
                  <a:lnTo>
                    <a:pt x="460" y="1171"/>
                  </a:lnTo>
                  <a:lnTo>
                    <a:pt x="445" y="1168"/>
                  </a:lnTo>
                  <a:lnTo>
                    <a:pt x="431" y="1164"/>
                  </a:lnTo>
                  <a:lnTo>
                    <a:pt x="417" y="1160"/>
                  </a:lnTo>
                  <a:lnTo>
                    <a:pt x="404" y="1155"/>
                  </a:lnTo>
                  <a:lnTo>
                    <a:pt x="389" y="1150"/>
                  </a:lnTo>
                  <a:lnTo>
                    <a:pt x="376" y="1145"/>
                  </a:lnTo>
                  <a:lnTo>
                    <a:pt x="363" y="1140"/>
                  </a:lnTo>
                  <a:lnTo>
                    <a:pt x="349" y="1134"/>
                  </a:lnTo>
                  <a:lnTo>
                    <a:pt x="336" y="1128"/>
                  </a:lnTo>
                  <a:lnTo>
                    <a:pt x="324" y="1121"/>
                  </a:lnTo>
                  <a:lnTo>
                    <a:pt x="311" y="1114"/>
                  </a:lnTo>
                  <a:lnTo>
                    <a:pt x="298" y="1108"/>
                  </a:lnTo>
                  <a:lnTo>
                    <a:pt x="286" y="1101"/>
                  </a:lnTo>
                  <a:lnTo>
                    <a:pt x="274" y="1093"/>
                  </a:lnTo>
                  <a:lnTo>
                    <a:pt x="262" y="1085"/>
                  </a:lnTo>
                  <a:lnTo>
                    <a:pt x="250" y="1077"/>
                  </a:lnTo>
                  <a:lnTo>
                    <a:pt x="239" y="1069"/>
                  </a:lnTo>
                  <a:lnTo>
                    <a:pt x="227" y="1060"/>
                  </a:lnTo>
                  <a:lnTo>
                    <a:pt x="216" y="1051"/>
                  </a:lnTo>
                  <a:lnTo>
                    <a:pt x="205" y="1041"/>
                  </a:lnTo>
                  <a:lnTo>
                    <a:pt x="195" y="1032"/>
                  </a:lnTo>
                  <a:lnTo>
                    <a:pt x="184" y="1022"/>
                  </a:lnTo>
                  <a:lnTo>
                    <a:pt x="174" y="1012"/>
                  </a:lnTo>
                  <a:lnTo>
                    <a:pt x="164" y="1002"/>
                  </a:lnTo>
                  <a:lnTo>
                    <a:pt x="155" y="992"/>
                  </a:lnTo>
                  <a:lnTo>
                    <a:pt x="145" y="981"/>
                  </a:lnTo>
                  <a:lnTo>
                    <a:pt x="135" y="970"/>
                  </a:lnTo>
                  <a:lnTo>
                    <a:pt x="127" y="960"/>
                  </a:lnTo>
                  <a:lnTo>
                    <a:pt x="118" y="948"/>
                  </a:lnTo>
                  <a:lnTo>
                    <a:pt x="110" y="936"/>
                  </a:lnTo>
                  <a:lnTo>
                    <a:pt x="102" y="924"/>
                  </a:lnTo>
                  <a:lnTo>
                    <a:pt x="94" y="912"/>
                  </a:lnTo>
                  <a:lnTo>
                    <a:pt x="87" y="900"/>
                  </a:lnTo>
                  <a:lnTo>
                    <a:pt x="79" y="888"/>
                  </a:lnTo>
                  <a:lnTo>
                    <a:pt x="71" y="876"/>
                  </a:lnTo>
                  <a:lnTo>
                    <a:pt x="65" y="864"/>
                  </a:lnTo>
                  <a:lnTo>
                    <a:pt x="59" y="851"/>
                  </a:lnTo>
                  <a:lnTo>
                    <a:pt x="53" y="837"/>
                  </a:lnTo>
                  <a:lnTo>
                    <a:pt x="47" y="824"/>
                  </a:lnTo>
                  <a:lnTo>
                    <a:pt x="42" y="811"/>
                  </a:lnTo>
                  <a:lnTo>
                    <a:pt x="36" y="797"/>
                  </a:lnTo>
                  <a:lnTo>
                    <a:pt x="31" y="784"/>
                  </a:lnTo>
                  <a:lnTo>
                    <a:pt x="27" y="769"/>
                  </a:lnTo>
                  <a:lnTo>
                    <a:pt x="23" y="756"/>
                  </a:lnTo>
                  <a:lnTo>
                    <a:pt x="19" y="741"/>
                  </a:lnTo>
                  <a:lnTo>
                    <a:pt x="15" y="727"/>
                  </a:lnTo>
                  <a:lnTo>
                    <a:pt x="12" y="713"/>
                  </a:lnTo>
                  <a:lnTo>
                    <a:pt x="10" y="698"/>
                  </a:lnTo>
                  <a:lnTo>
                    <a:pt x="7" y="684"/>
                  </a:lnTo>
                  <a:lnTo>
                    <a:pt x="5" y="669"/>
                  </a:lnTo>
                  <a:lnTo>
                    <a:pt x="3" y="654"/>
                  </a:lnTo>
                  <a:lnTo>
                    <a:pt x="2" y="639"/>
                  </a:lnTo>
                  <a:lnTo>
                    <a:pt x="1" y="624"/>
                  </a:lnTo>
                  <a:lnTo>
                    <a:pt x="1" y="608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0" y="593"/>
                  </a:lnTo>
                  <a:lnTo>
                    <a:pt x="1" y="578"/>
                  </a:lnTo>
                  <a:lnTo>
                    <a:pt x="1" y="563"/>
                  </a:lnTo>
                  <a:lnTo>
                    <a:pt x="2" y="548"/>
                  </a:lnTo>
                  <a:lnTo>
                    <a:pt x="3" y="532"/>
                  </a:lnTo>
                  <a:lnTo>
                    <a:pt x="5" y="518"/>
                  </a:lnTo>
                  <a:lnTo>
                    <a:pt x="7" y="503"/>
                  </a:lnTo>
                  <a:lnTo>
                    <a:pt x="10" y="488"/>
                  </a:lnTo>
                  <a:lnTo>
                    <a:pt x="12" y="474"/>
                  </a:lnTo>
                  <a:lnTo>
                    <a:pt x="15" y="460"/>
                  </a:lnTo>
                  <a:lnTo>
                    <a:pt x="19" y="445"/>
                  </a:lnTo>
                  <a:lnTo>
                    <a:pt x="23" y="431"/>
                  </a:lnTo>
                  <a:lnTo>
                    <a:pt x="27" y="417"/>
                  </a:lnTo>
                  <a:lnTo>
                    <a:pt x="31" y="403"/>
                  </a:lnTo>
                  <a:lnTo>
                    <a:pt x="36" y="389"/>
                  </a:lnTo>
                  <a:lnTo>
                    <a:pt x="42" y="376"/>
                  </a:lnTo>
                  <a:lnTo>
                    <a:pt x="47" y="363"/>
                  </a:lnTo>
                  <a:lnTo>
                    <a:pt x="53" y="349"/>
                  </a:lnTo>
                  <a:lnTo>
                    <a:pt x="59" y="336"/>
                  </a:lnTo>
                  <a:lnTo>
                    <a:pt x="65" y="323"/>
                  </a:lnTo>
                  <a:lnTo>
                    <a:pt x="71" y="311"/>
                  </a:lnTo>
                  <a:lnTo>
                    <a:pt x="79" y="298"/>
                  </a:lnTo>
                  <a:lnTo>
                    <a:pt x="87" y="286"/>
                  </a:lnTo>
                  <a:lnTo>
                    <a:pt x="94" y="274"/>
                  </a:lnTo>
                  <a:lnTo>
                    <a:pt x="102" y="262"/>
                  </a:lnTo>
                  <a:lnTo>
                    <a:pt x="110" y="250"/>
                  </a:lnTo>
                  <a:lnTo>
                    <a:pt x="118" y="239"/>
                  </a:lnTo>
                  <a:lnTo>
                    <a:pt x="127" y="227"/>
                  </a:lnTo>
                  <a:lnTo>
                    <a:pt x="135" y="216"/>
                  </a:lnTo>
                  <a:lnTo>
                    <a:pt x="145" y="206"/>
                  </a:lnTo>
                  <a:lnTo>
                    <a:pt x="155" y="195"/>
                  </a:lnTo>
                  <a:lnTo>
                    <a:pt x="164" y="184"/>
                  </a:lnTo>
                  <a:lnTo>
                    <a:pt x="174" y="174"/>
                  </a:lnTo>
                  <a:lnTo>
                    <a:pt x="184" y="164"/>
                  </a:lnTo>
                  <a:lnTo>
                    <a:pt x="195" y="155"/>
                  </a:lnTo>
                  <a:lnTo>
                    <a:pt x="205" y="145"/>
                  </a:lnTo>
                  <a:lnTo>
                    <a:pt x="216" y="135"/>
                  </a:lnTo>
                  <a:lnTo>
                    <a:pt x="227" y="127"/>
                  </a:lnTo>
                  <a:lnTo>
                    <a:pt x="239" y="119"/>
                  </a:lnTo>
                  <a:lnTo>
                    <a:pt x="250" y="110"/>
                  </a:lnTo>
                  <a:lnTo>
                    <a:pt x="262" y="102"/>
                  </a:lnTo>
                  <a:lnTo>
                    <a:pt x="274" y="94"/>
                  </a:lnTo>
                  <a:lnTo>
                    <a:pt x="286" y="87"/>
                  </a:lnTo>
                  <a:lnTo>
                    <a:pt x="298" y="79"/>
                  </a:lnTo>
                  <a:lnTo>
                    <a:pt x="311" y="72"/>
                  </a:lnTo>
                  <a:lnTo>
                    <a:pt x="324" y="65"/>
                  </a:lnTo>
                  <a:lnTo>
                    <a:pt x="336" y="59"/>
                  </a:lnTo>
                  <a:lnTo>
                    <a:pt x="349" y="53"/>
                  </a:lnTo>
                  <a:lnTo>
                    <a:pt x="363" y="47"/>
                  </a:lnTo>
                  <a:lnTo>
                    <a:pt x="376" y="42"/>
                  </a:lnTo>
                  <a:lnTo>
                    <a:pt x="389" y="36"/>
                  </a:lnTo>
                  <a:lnTo>
                    <a:pt x="404" y="31"/>
                  </a:lnTo>
                  <a:lnTo>
                    <a:pt x="417" y="27"/>
                  </a:lnTo>
                  <a:lnTo>
                    <a:pt x="431" y="23"/>
                  </a:lnTo>
                  <a:lnTo>
                    <a:pt x="445" y="19"/>
                  </a:lnTo>
                  <a:lnTo>
                    <a:pt x="460" y="15"/>
                  </a:lnTo>
                  <a:lnTo>
                    <a:pt x="474" y="13"/>
                  </a:lnTo>
                  <a:lnTo>
                    <a:pt x="488" y="10"/>
                  </a:lnTo>
                  <a:lnTo>
                    <a:pt x="503" y="7"/>
                  </a:lnTo>
                  <a:lnTo>
                    <a:pt x="518" y="5"/>
                  </a:lnTo>
                  <a:lnTo>
                    <a:pt x="532" y="3"/>
                  </a:lnTo>
                  <a:lnTo>
                    <a:pt x="548" y="2"/>
                  </a:lnTo>
                  <a:lnTo>
                    <a:pt x="563" y="1"/>
                  </a:lnTo>
                  <a:lnTo>
                    <a:pt x="578" y="1"/>
                  </a:lnTo>
                  <a:lnTo>
                    <a:pt x="593" y="0"/>
                  </a:lnTo>
                  <a:lnTo>
                    <a:pt x="593" y="0"/>
                  </a:lnTo>
                  <a:lnTo>
                    <a:pt x="593" y="0"/>
                  </a:lnTo>
                  <a:lnTo>
                    <a:pt x="593" y="0"/>
                  </a:lnTo>
                  <a:close/>
                  <a:moveTo>
                    <a:pt x="593" y="219"/>
                  </a:moveTo>
                  <a:lnTo>
                    <a:pt x="593" y="219"/>
                  </a:lnTo>
                  <a:lnTo>
                    <a:pt x="593" y="219"/>
                  </a:lnTo>
                  <a:lnTo>
                    <a:pt x="584" y="219"/>
                  </a:lnTo>
                  <a:lnTo>
                    <a:pt x="574" y="219"/>
                  </a:lnTo>
                  <a:lnTo>
                    <a:pt x="564" y="220"/>
                  </a:lnTo>
                  <a:lnTo>
                    <a:pt x="555" y="221"/>
                  </a:lnTo>
                  <a:lnTo>
                    <a:pt x="545" y="222"/>
                  </a:lnTo>
                  <a:lnTo>
                    <a:pt x="536" y="223"/>
                  </a:lnTo>
                  <a:lnTo>
                    <a:pt x="527" y="225"/>
                  </a:lnTo>
                  <a:lnTo>
                    <a:pt x="518" y="227"/>
                  </a:lnTo>
                  <a:lnTo>
                    <a:pt x="508" y="228"/>
                  </a:lnTo>
                  <a:lnTo>
                    <a:pt x="500" y="231"/>
                  </a:lnTo>
                  <a:lnTo>
                    <a:pt x="491" y="233"/>
                  </a:lnTo>
                  <a:lnTo>
                    <a:pt x="482" y="235"/>
                  </a:lnTo>
                  <a:lnTo>
                    <a:pt x="473" y="239"/>
                  </a:lnTo>
                  <a:lnTo>
                    <a:pt x="464" y="242"/>
                  </a:lnTo>
                  <a:lnTo>
                    <a:pt x="456" y="245"/>
                  </a:lnTo>
                  <a:lnTo>
                    <a:pt x="448" y="248"/>
                  </a:lnTo>
                  <a:lnTo>
                    <a:pt x="439" y="251"/>
                  </a:lnTo>
                  <a:lnTo>
                    <a:pt x="431" y="255"/>
                  </a:lnTo>
                  <a:lnTo>
                    <a:pt x="423" y="259"/>
                  </a:lnTo>
                  <a:lnTo>
                    <a:pt x="415" y="264"/>
                  </a:lnTo>
                  <a:lnTo>
                    <a:pt x="407" y="268"/>
                  </a:lnTo>
                  <a:lnTo>
                    <a:pt x="399" y="273"/>
                  </a:lnTo>
                  <a:lnTo>
                    <a:pt x="392" y="278"/>
                  </a:lnTo>
                  <a:lnTo>
                    <a:pt x="384" y="283"/>
                  </a:lnTo>
                  <a:lnTo>
                    <a:pt x="376" y="288"/>
                  </a:lnTo>
                  <a:lnTo>
                    <a:pt x="369" y="293"/>
                  </a:lnTo>
                  <a:lnTo>
                    <a:pt x="362" y="299"/>
                  </a:lnTo>
                  <a:lnTo>
                    <a:pt x="356" y="304"/>
                  </a:lnTo>
                  <a:lnTo>
                    <a:pt x="348" y="310"/>
                  </a:lnTo>
                  <a:lnTo>
                    <a:pt x="341" y="316"/>
                  </a:lnTo>
                  <a:lnTo>
                    <a:pt x="335" y="322"/>
                  </a:lnTo>
                  <a:lnTo>
                    <a:pt x="328" y="328"/>
                  </a:lnTo>
                  <a:lnTo>
                    <a:pt x="322" y="335"/>
                  </a:lnTo>
                  <a:lnTo>
                    <a:pt x="316" y="342"/>
                  </a:lnTo>
                  <a:lnTo>
                    <a:pt x="310" y="348"/>
                  </a:lnTo>
                  <a:lnTo>
                    <a:pt x="304" y="355"/>
                  </a:lnTo>
                  <a:lnTo>
                    <a:pt x="299" y="362"/>
                  </a:lnTo>
                  <a:lnTo>
                    <a:pt x="293" y="369"/>
                  </a:lnTo>
                  <a:lnTo>
                    <a:pt x="288" y="376"/>
                  </a:lnTo>
                  <a:lnTo>
                    <a:pt x="283" y="383"/>
                  </a:lnTo>
                  <a:lnTo>
                    <a:pt x="278" y="391"/>
                  </a:lnTo>
                  <a:lnTo>
                    <a:pt x="273" y="399"/>
                  </a:lnTo>
                  <a:lnTo>
                    <a:pt x="268" y="407"/>
                  </a:lnTo>
                  <a:lnTo>
                    <a:pt x="264" y="415"/>
                  </a:lnTo>
                  <a:lnTo>
                    <a:pt x="260" y="423"/>
                  </a:lnTo>
                  <a:lnTo>
                    <a:pt x="256" y="431"/>
                  </a:lnTo>
                  <a:lnTo>
                    <a:pt x="252" y="439"/>
                  </a:lnTo>
                  <a:lnTo>
                    <a:pt x="248" y="448"/>
                  </a:lnTo>
                  <a:lnTo>
                    <a:pt x="245" y="456"/>
                  </a:lnTo>
                  <a:lnTo>
                    <a:pt x="242" y="464"/>
                  </a:lnTo>
                  <a:lnTo>
                    <a:pt x="239" y="473"/>
                  </a:lnTo>
                  <a:lnTo>
                    <a:pt x="236" y="482"/>
                  </a:lnTo>
                  <a:lnTo>
                    <a:pt x="233" y="491"/>
                  </a:lnTo>
                  <a:lnTo>
                    <a:pt x="231" y="500"/>
                  </a:lnTo>
                  <a:lnTo>
                    <a:pt x="228" y="509"/>
                  </a:lnTo>
                  <a:lnTo>
                    <a:pt x="227" y="518"/>
                  </a:lnTo>
                  <a:lnTo>
                    <a:pt x="224" y="527"/>
                  </a:lnTo>
                  <a:lnTo>
                    <a:pt x="223" y="536"/>
                  </a:lnTo>
                  <a:lnTo>
                    <a:pt x="222" y="546"/>
                  </a:lnTo>
                  <a:lnTo>
                    <a:pt x="221" y="555"/>
                  </a:lnTo>
                  <a:lnTo>
                    <a:pt x="220" y="564"/>
                  </a:lnTo>
                  <a:lnTo>
                    <a:pt x="219" y="574"/>
                  </a:lnTo>
                  <a:lnTo>
                    <a:pt x="219" y="584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593"/>
                  </a:lnTo>
                  <a:lnTo>
                    <a:pt x="219" y="603"/>
                  </a:lnTo>
                  <a:lnTo>
                    <a:pt x="219" y="612"/>
                  </a:lnTo>
                  <a:lnTo>
                    <a:pt x="220" y="622"/>
                  </a:lnTo>
                  <a:lnTo>
                    <a:pt x="221" y="632"/>
                  </a:lnTo>
                  <a:lnTo>
                    <a:pt x="222" y="641"/>
                  </a:lnTo>
                  <a:lnTo>
                    <a:pt x="223" y="650"/>
                  </a:lnTo>
                  <a:lnTo>
                    <a:pt x="224" y="660"/>
                  </a:lnTo>
                  <a:lnTo>
                    <a:pt x="227" y="669"/>
                  </a:lnTo>
                  <a:lnTo>
                    <a:pt x="228" y="678"/>
                  </a:lnTo>
                  <a:lnTo>
                    <a:pt x="231" y="687"/>
                  </a:lnTo>
                  <a:lnTo>
                    <a:pt x="233" y="696"/>
                  </a:lnTo>
                  <a:lnTo>
                    <a:pt x="236" y="704"/>
                  </a:lnTo>
                  <a:lnTo>
                    <a:pt x="239" y="713"/>
                  </a:lnTo>
                  <a:lnTo>
                    <a:pt x="242" y="722"/>
                  </a:lnTo>
                  <a:lnTo>
                    <a:pt x="245" y="731"/>
                  </a:lnTo>
                  <a:lnTo>
                    <a:pt x="248" y="739"/>
                  </a:lnTo>
                  <a:lnTo>
                    <a:pt x="252" y="748"/>
                  </a:lnTo>
                  <a:lnTo>
                    <a:pt x="256" y="756"/>
                  </a:lnTo>
                  <a:lnTo>
                    <a:pt x="260" y="764"/>
                  </a:lnTo>
                  <a:lnTo>
                    <a:pt x="264" y="772"/>
                  </a:lnTo>
                  <a:lnTo>
                    <a:pt x="268" y="780"/>
                  </a:lnTo>
                  <a:lnTo>
                    <a:pt x="273" y="788"/>
                  </a:lnTo>
                  <a:lnTo>
                    <a:pt x="278" y="795"/>
                  </a:lnTo>
                  <a:lnTo>
                    <a:pt x="283" y="803"/>
                  </a:lnTo>
                  <a:lnTo>
                    <a:pt x="288" y="810"/>
                  </a:lnTo>
                  <a:lnTo>
                    <a:pt x="293" y="817"/>
                  </a:lnTo>
                  <a:lnTo>
                    <a:pt x="299" y="824"/>
                  </a:lnTo>
                  <a:lnTo>
                    <a:pt x="304" y="832"/>
                  </a:lnTo>
                  <a:lnTo>
                    <a:pt x="310" y="838"/>
                  </a:lnTo>
                  <a:lnTo>
                    <a:pt x="316" y="845"/>
                  </a:lnTo>
                  <a:lnTo>
                    <a:pt x="322" y="852"/>
                  </a:lnTo>
                  <a:lnTo>
                    <a:pt x="328" y="858"/>
                  </a:lnTo>
                  <a:lnTo>
                    <a:pt x="337" y="866"/>
                  </a:lnTo>
                  <a:lnTo>
                    <a:pt x="345" y="874"/>
                  </a:lnTo>
                  <a:lnTo>
                    <a:pt x="354" y="881"/>
                  </a:lnTo>
                  <a:lnTo>
                    <a:pt x="363" y="888"/>
                  </a:lnTo>
                  <a:lnTo>
                    <a:pt x="372" y="896"/>
                  </a:lnTo>
                  <a:lnTo>
                    <a:pt x="382" y="903"/>
                  </a:lnTo>
                  <a:lnTo>
                    <a:pt x="392" y="908"/>
                  </a:lnTo>
                  <a:lnTo>
                    <a:pt x="402" y="915"/>
                  </a:lnTo>
                  <a:lnTo>
                    <a:pt x="412" y="921"/>
                  </a:lnTo>
                  <a:lnTo>
                    <a:pt x="422" y="927"/>
                  </a:lnTo>
                  <a:lnTo>
                    <a:pt x="432" y="932"/>
                  </a:lnTo>
                  <a:lnTo>
                    <a:pt x="444" y="936"/>
                  </a:lnTo>
                  <a:lnTo>
                    <a:pt x="454" y="941"/>
                  </a:lnTo>
                  <a:lnTo>
                    <a:pt x="465" y="945"/>
                  </a:lnTo>
                  <a:lnTo>
                    <a:pt x="476" y="949"/>
                  </a:lnTo>
                  <a:lnTo>
                    <a:pt x="488" y="952"/>
                  </a:lnTo>
                  <a:lnTo>
                    <a:pt x="496" y="941"/>
                  </a:lnTo>
                  <a:lnTo>
                    <a:pt x="484" y="938"/>
                  </a:lnTo>
                  <a:lnTo>
                    <a:pt x="473" y="934"/>
                  </a:lnTo>
                  <a:lnTo>
                    <a:pt x="462" y="930"/>
                  </a:lnTo>
                  <a:lnTo>
                    <a:pt x="452" y="925"/>
                  </a:lnTo>
                  <a:lnTo>
                    <a:pt x="440" y="921"/>
                  </a:lnTo>
                  <a:lnTo>
                    <a:pt x="431" y="916"/>
                  </a:lnTo>
                  <a:lnTo>
                    <a:pt x="420" y="910"/>
                  </a:lnTo>
                  <a:lnTo>
                    <a:pt x="410" y="904"/>
                  </a:lnTo>
                  <a:lnTo>
                    <a:pt x="400" y="899"/>
                  </a:lnTo>
                  <a:lnTo>
                    <a:pt x="391" y="892"/>
                  </a:lnTo>
                  <a:lnTo>
                    <a:pt x="381" y="886"/>
                  </a:lnTo>
                  <a:lnTo>
                    <a:pt x="372" y="879"/>
                  </a:lnTo>
                  <a:lnTo>
                    <a:pt x="364" y="872"/>
                  </a:lnTo>
                  <a:lnTo>
                    <a:pt x="355" y="864"/>
                  </a:lnTo>
                  <a:lnTo>
                    <a:pt x="346" y="856"/>
                  </a:lnTo>
                  <a:lnTo>
                    <a:pt x="338" y="848"/>
                  </a:lnTo>
                  <a:lnTo>
                    <a:pt x="332" y="843"/>
                  </a:lnTo>
                  <a:lnTo>
                    <a:pt x="326" y="836"/>
                  </a:lnTo>
                  <a:lnTo>
                    <a:pt x="320" y="830"/>
                  </a:lnTo>
                  <a:lnTo>
                    <a:pt x="315" y="823"/>
                  </a:lnTo>
                  <a:lnTo>
                    <a:pt x="309" y="816"/>
                  </a:lnTo>
                  <a:lnTo>
                    <a:pt x="304" y="809"/>
                  </a:lnTo>
                  <a:lnTo>
                    <a:pt x="299" y="802"/>
                  </a:lnTo>
                  <a:lnTo>
                    <a:pt x="294" y="795"/>
                  </a:lnTo>
                  <a:lnTo>
                    <a:pt x="289" y="788"/>
                  </a:lnTo>
                  <a:lnTo>
                    <a:pt x="284" y="780"/>
                  </a:lnTo>
                  <a:lnTo>
                    <a:pt x="280" y="773"/>
                  </a:lnTo>
                  <a:lnTo>
                    <a:pt x="276" y="765"/>
                  </a:lnTo>
                  <a:lnTo>
                    <a:pt x="272" y="758"/>
                  </a:lnTo>
                  <a:lnTo>
                    <a:pt x="268" y="750"/>
                  </a:lnTo>
                  <a:lnTo>
                    <a:pt x="264" y="742"/>
                  </a:lnTo>
                  <a:lnTo>
                    <a:pt x="260" y="734"/>
                  </a:lnTo>
                  <a:lnTo>
                    <a:pt x="257" y="726"/>
                  </a:lnTo>
                  <a:lnTo>
                    <a:pt x="254" y="717"/>
                  </a:lnTo>
                  <a:lnTo>
                    <a:pt x="252" y="709"/>
                  </a:lnTo>
                  <a:lnTo>
                    <a:pt x="248" y="700"/>
                  </a:lnTo>
                  <a:lnTo>
                    <a:pt x="246" y="692"/>
                  </a:lnTo>
                  <a:lnTo>
                    <a:pt x="244" y="684"/>
                  </a:lnTo>
                  <a:lnTo>
                    <a:pt x="241" y="675"/>
                  </a:lnTo>
                  <a:lnTo>
                    <a:pt x="240" y="666"/>
                  </a:lnTo>
                  <a:lnTo>
                    <a:pt x="238" y="657"/>
                  </a:lnTo>
                  <a:lnTo>
                    <a:pt x="236" y="648"/>
                  </a:lnTo>
                  <a:lnTo>
                    <a:pt x="235" y="640"/>
                  </a:lnTo>
                  <a:lnTo>
                    <a:pt x="234" y="630"/>
                  </a:lnTo>
                  <a:lnTo>
                    <a:pt x="233" y="621"/>
                  </a:lnTo>
                  <a:lnTo>
                    <a:pt x="232" y="612"/>
                  </a:lnTo>
                  <a:lnTo>
                    <a:pt x="232" y="60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93"/>
                  </a:lnTo>
                  <a:lnTo>
                    <a:pt x="232" y="584"/>
                  </a:lnTo>
                  <a:lnTo>
                    <a:pt x="232" y="575"/>
                  </a:lnTo>
                  <a:lnTo>
                    <a:pt x="233" y="565"/>
                  </a:lnTo>
                  <a:lnTo>
                    <a:pt x="234" y="556"/>
                  </a:lnTo>
                  <a:lnTo>
                    <a:pt x="235" y="548"/>
                  </a:lnTo>
                  <a:lnTo>
                    <a:pt x="236" y="538"/>
                  </a:lnTo>
                  <a:lnTo>
                    <a:pt x="238" y="529"/>
                  </a:lnTo>
                  <a:lnTo>
                    <a:pt x="240" y="520"/>
                  </a:lnTo>
                  <a:lnTo>
                    <a:pt x="241" y="512"/>
                  </a:lnTo>
                  <a:lnTo>
                    <a:pt x="244" y="503"/>
                  </a:lnTo>
                  <a:lnTo>
                    <a:pt x="246" y="495"/>
                  </a:lnTo>
                  <a:lnTo>
                    <a:pt x="248" y="486"/>
                  </a:lnTo>
                  <a:lnTo>
                    <a:pt x="252" y="478"/>
                  </a:lnTo>
                  <a:lnTo>
                    <a:pt x="254" y="469"/>
                  </a:lnTo>
                  <a:lnTo>
                    <a:pt x="257" y="461"/>
                  </a:lnTo>
                  <a:lnTo>
                    <a:pt x="260" y="452"/>
                  </a:lnTo>
                  <a:lnTo>
                    <a:pt x="264" y="444"/>
                  </a:lnTo>
                  <a:lnTo>
                    <a:pt x="268" y="437"/>
                  </a:lnTo>
                  <a:lnTo>
                    <a:pt x="272" y="429"/>
                  </a:lnTo>
                  <a:lnTo>
                    <a:pt x="276" y="421"/>
                  </a:lnTo>
                  <a:lnTo>
                    <a:pt x="280" y="413"/>
                  </a:lnTo>
                  <a:lnTo>
                    <a:pt x="284" y="406"/>
                  </a:lnTo>
                  <a:lnTo>
                    <a:pt x="289" y="399"/>
                  </a:lnTo>
                  <a:lnTo>
                    <a:pt x="294" y="391"/>
                  </a:lnTo>
                  <a:lnTo>
                    <a:pt x="299" y="384"/>
                  </a:lnTo>
                  <a:lnTo>
                    <a:pt x="304" y="377"/>
                  </a:lnTo>
                  <a:lnTo>
                    <a:pt x="309" y="371"/>
                  </a:lnTo>
                  <a:lnTo>
                    <a:pt x="315" y="363"/>
                  </a:lnTo>
                  <a:lnTo>
                    <a:pt x="320" y="357"/>
                  </a:lnTo>
                  <a:lnTo>
                    <a:pt x="326" y="351"/>
                  </a:lnTo>
                  <a:lnTo>
                    <a:pt x="332" y="344"/>
                  </a:lnTo>
                  <a:lnTo>
                    <a:pt x="338" y="338"/>
                  </a:lnTo>
                  <a:lnTo>
                    <a:pt x="344" y="331"/>
                  </a:lnTo>
                  <a:lnTo>
                    <a:pt x="351" y="326"/>
                  </a:lnTo>
                  <a:lnTo>
                    <a:pt x="357" y="320"/>
                  </a:lnTo>
                  <a:lnTo>
                    <a:pt x="364" y="315"/>
                  </a:lnTo>
                  <a:lnTo>
                    <a:pt x="370" y="309"/>
                  </a:lnTo>
                  <a:lnTo>
                    <a:pt x="377" y="303"/>
                  </a:lnTo>
                  <a:lnTo>
                    <a:pt x="384" y="299"/>
                  </a:lnTo>
                  <a:lnTo>
                    <a:pt x="392" y="294"/>
                  </a:lnTo>
                  <a:lnTo>
                    <a:pt x="399" y="289"/>
                  </a:lnTo>
                  <a:lnTo>
                    <a:pt x="406" y="284"/>
                  </a:lnTo>
                  <a:lnTo>
                    <a:pt x="413" y="280"/>
                  </a:lnTo>
                  <a:lnTo>
                    <a:pt x="421" y="276"/>
                  </a:lnTo>
                  <a:lnTo>
                    <a:pt x="429" y="271"/>
                  </a:lnTo>
                  <a:lnTo>
                    <a:pt x="437" y="267"/>
                  </a:lnTo>
                  <a:lnTo>
                    <a:pt x="444" y="264"/>
                  </a:lnTo>
                  <a:lnTo>
                    <a:pt x="452" y="260"/>
                  </a:lnTo>
                  <a:lnTo>
                    <a:pt x="461" y="257"/>
                  </a:lnTo>
                  <a:lnTo>
                    <a:pt x="469" y="254"/>
                  </a:lnTo>
                  <a:lnTo>
                    <a:pt x="477" y="251"/>
                  </a:lnTo>
                  <a:lnTo>
                    <a:pt x="486" y="248"/>
                  </a:lnTo>
                  <a:lnTo>
                    <a:pt x="494" y="246"/>
                  </a:lnTo>
                  <a:lnTo>
                    <a:pt x="503" y="243"/>
                  </a:lnTo>
                  <a:lnTo>
                    <a:pt x="512" y="241"/>
                  </a:lnTo>
                  <a:lnTo>
                    <a:pt x="520" y="239"/>
                  </a:lnTo>
                  <a:lnTo>
                    <a:pt x="529" y="238"/>
                  </a:lnTo>
                  <a:lnTo>
                    <a:pt x="538" y="236"/>
                  </a:lnTo>
                  <a:lnTo>
                    <a:pt x="548" y="235"/>
                  </a:lnTo>
                  <a:lnTo>
                    <a:pt x="556" y="234"/>
                  </a:lnTo>
                  <a:lnTo>
                    <a:pt x="565" y="233"/>
                  </a:lnTo>
                  <a:lnTo>
                    <a:pt x="575" y="232"/>
                  </a:lnTo>
                  <a:lnTo>
                    <a:pt x="584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593" y="232"/>
                  </a:lnTo>
                  <a:lnTo>
                    <a:pt x="603" y="232"/>
                  </a:lnTo>
                  <a:lnTo>
                    <a:pt x="612" y="232"/>
                  </a:lnTo>
                  <a:lnTo>
                    <a:pt x="621" y="233"/>
                  </a:lnTo>
                  <a:lnTo>
                    <a:pt x="630" y="234"/>
                  </a:lnTo>
                  <a:lnTo>
                    <a:pt x="639" y="235"/>
                  </a:lnTo>
                  <a:lnTo>
                    <a:pt x="649" y="236"/>
                  </a:lnTo>
                  <a:lnTo>
                    <a:pt x="657" y="238"/>
                  </a:lnTo>
                  <a:lnTo>
                    <a:pt x="666" y="239"/>
                  </a:lnTo>
                  <a:lnTo>
                    <a:pt x="675" y="241"/>
                  </a:lnTo>
                  <a:lnTo>
                    <a:pt x="684" y="243"/>
                  </a:lnTo>
                  <a:lnTo>
                    <a:pt x="693" y="246"/>
                  </a:lnTo>
                  <a:lnTo>
                    <a:pt x="701" y="248"/>
                  </a:lnTo>
                  <a:lnTo>
                    <a:pt x="709" y="251"/>
                  </a:lnTo>
                  <a:lnTo>
                    <a:pt x="717" y="254"/>
                  </a:lnTo>
                  <a:lnTo>
                    <a:pt x="726" y="257"/>
                  </a:lnTo>
                  <a:lnTo>
                    <a:pt x="733" y="260"/>
                  </a:lnTo>
                  <a:lnTo>
                    <a:pt x="742" y="264"/>
                  </a:lnTo>
                  <a:lnTo>
                    <a:pt x="750" y="267"/>
                  </a:lnTo>
                  <a:lnTo>
                    <a:pt x="757" y="271"/>
                  </a:lnTo>
                  <a:lnTo>
                    <a:pt x="765" y="276"/>
                  </a:lnTo>
                  <a:lnTo>
                    <a:pt x="773" y="280"/>
                  </a:lnTo>
                  <a:lnTo>
                    <a:pt x="781" y="284"/>
                  </a:lnTo>
                  <a:lnTo>
                    <a:pt x="788" y="289"/>
                  </a:lnTo>
                  <a:lnTo>
                    <a:pt x="795" y="294"/>
                  </a:lnTo>
                  <a:lnTo>
                    <a:pt x="802" y="299"/>
                  </a:lnTo>
                  <a:lnTo>
                    <a:pt x="809" y="303"/>
                  </a:lnTo>
                  <a:lnTo>
                    <a:pt x="817" y="309"/>
                  </a:lnTo>
                  <a:lnTo>
                    <a:pt x="823" y="315"/>
                  </a:lnTo>
                  <a:lnTo>
                    <a:pt x="829" y="320"/>
                  </a:lnTo>
                  <a:lnTo>
                    <a:pt x="836" y="326"/>
                  </a:lnTo>
                  <a:lnTo>
                    <a:pt x="842" y="331"/>
                  </a:lnTo>
                  <a:lnTo>
                    <a:pt x="849" y="338"/>
                  </a:lnTo>
                  <a:lnTo>
                    <a:pt x="855" y="344"/>
                  </a:lnTo>
                  <a:lnTo>
                    <a:pt x="861" y="351"/>
                  </a:lnTo>
                  <a:lnTo>
                    <a:pt x="866" y="357"/>
                  </a:lnTo>
                  <a:lnTo>
                    <a:pt x="872" y="363"/>
                  </a:lnTo>
                  <a:lnTo>
                    <a:pt x="877" y="371"/>
                  </a:lnTo>
                  <a:lnTo>
                    <a:pt x="883" y="377"/>
                  </a:lnTo>
                  <a:lnTo>
                    <a:pt x="888" y="384"/>
                  </a:lnTo>
                  <a:lnTo>
                    <a:pt x="893" y="391"/>
                  </a:lnTo>
                  <a:lnTo>
                    <a:pt x="897" y="399"/>
                  </a:lnTo>
                  <a:lnTo>
                    <a:pt x="902" y="406"/>
                  </a:lnTo>
                  <a:lnTo>
                    <a:pt x="906" y="413"/>
                  </a:lnTo>
                  <a:lnTo>
                    <a:pt x="911" y="421"/>
                  </a:lnTo>
                  <a:lnTo>
                    <a:pt x="915" y="429"/>
                  </a:lnTo>
                  <a:lnTo>
                    <a:pt x="919" y="437"/>
                  </a:lnTo>
                  <a:lnTo>
                    <a:pt x="923" y="444"/>
                  </a:lnTo>
                  <a:lnTo>
                    <a:pt x="926" y="452"/>
                  </a:lnTo>
                  <a:lnTo>
                    <a:pt x="929" y="461"/>
                  </a:lnTo>
                  <a:lnTo>
                    <a:pt x="933" y="469"/>
                  </a:lnTo>
                  <a:lnTo>
                    <a:pt x="936" y="478"/>
                  </a:lnTo>
                  <a:lnTo>
                    <a:pt x="938" y="486"/>
                  </a:lnTo>
                  <a:lnTo>
                    <a:pt x="941" y="495"/>
                  </a:lnTo>
                  <a:lnTo>
                    <a:pt x="943" y="503"/>
                  </a:lnTo>
                  <a:lnTo>
                    <a:pt x="945" y="512"/>
                  </a:lnTo>
                  <a:lnTo>
                    <a:pt x="947" y="520"/>
                  </a:lnTo>
                  <a:lnTo>
                    <a:pt x="949" y="529"/>
                  </a:lnTo>
                  <a:lnTo>
                    <a:pt x="950" y="538"/>
                  </a:lnTo>
                  <a:lnTo>
                    <a:pt x="952" y="548"/>
                  </a:lnTo>
                  <a:lnTo>
                    <a:pt x="953" y="556"/>
                  </a:lnTo>
                  <a:lnTo>
                    <a:pt x="953" y="565"/>
                  </a:lnTo>
                  <a:lnTo>
                    <a:pt x="954" y="575"/>
                  </a:lnTo>
                  <a:lnTo>
                    <a:pt x="954" y="584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593"/>
                  </a:lnTo>
                  <a:lnTo>
                    <a:pt x="954" y="603"/>
                  </a:lnTo>
                  <a:lnTo>
                    <a:pt x="954" y="612"/>
                  </a:lnTo>
                  <a:lnTo>
                    <a:pt x="953" y="621"/>
                  </a:lnTo>
                  <a:lnTo>
                    <a:pt x="953" y="630"/>
                  </a:lnTo>
                  <a:lnTo>
                    <a:pt x="952" y="640"/>
                  </a:lnTo>
                  <a:lnTo>
                    <a:pt x="950" y="648"/>
                  </a:lnTo>
                  <a:lnTo>
                    <a:pt x="949" y="657"/>
                  </a:lnTo>
                  <a:lnTo>
                    <a:pt x="947" y="666"/>
                  </a:lnTo>
                  <a:lnTo>
                    <a:pt x="945" y="675"/>
                  </a:lnTo>
                  <a:lnTo>
                    <a:pt x="943" y="684"/>
                  </a:lnTo>
                  <a:lnTo>
                    <a:pt x="941" y="692"/>
                  </a:lnTo>
                  <a:lnTo>
                    <a:pt x="938" y="700"/>
                  </a:lnTo>
                  <a:lnTo>
                    <a:pt x="936" y="709"/>
                  </a:lnTo>
                  <a:lnTo>
                    <a:pt x="933" y="717"/>
                  </a:lnTo>
                  <a:lnTo>
                    <a:pt x="929" y="726"/>
                  </a:lnTo>
                  <a:lnTo>
                    <a:pt x="926" y="734"/>
                  </a:lnTo>
                  <a:lnTo>
                    <a:pt x="923" y="742"/>
                  </a:lnTo>
                  <a:lnTo>
                    <a:pt x="919" y="750"/>
                  </a:lnTo>
                  <a:lnTo>
                    <a:pt x="915" y="758"/>
                  </a:lnTo>
                  <a:lnTo>
                    <a:pt x="911" y="765"/>
                  </a:lnTo>
                  <a:lnTo>
                    <a:pt x="906" y="773"/>
                  </a:lnTo>
                  <a:lnTo>
                    <a:pt x="902" y="780"/>
                  </a:lnTo>
                  <a:lnTo>
                    <a:pt x="897" y="788"/>
                  </a:lnTo>
                  <a:lnTo>
                    <a:pt x="893" y="795"/>
                  </a:lnTo>
                  <a:lnTo>
                    <a:pt x="888" y="802"/>
                  </a:lnTo>
                  <a:lnTo>
                    <a:pt x="883" y="809"/>
                  </a:lnTo>
                  <a:lnTo>
                    <a:pt x="877" y="816"/>
                  </a:lnTo>
                  <a:lnTo>
                    <a:pt x="872" y="823"/>
                  </a:lnTo>
                  <a:lnTo>
                    <a:pt x="866" y="830"/>
                  </a:lnTo>
                  <a:lnTo>
                    <a:pt x="861" y="836"/>
                  </a:lnTo>
                  <a:lnTo>
                    <a:pt x="855" y="843"/>
                  </a:lnTo>
                  <a:lnTo>
                    <a:pt x="849" y="848"/>
                  </a:lnTo>
                  <a:lnTo>
                    <a:pt x="841" y="856"/>
                  </a:lnTo>
                  <a:lnTo>
                    <a:pt x="832" y="864"/>
                  </a:lnTo>
                  <a:lnTo>
                    <a:pt x="823" y="872"/>
                  </a:lnTo>
                  <a:lnTo>
                    <a:pt x="814" y="879"/>
                  </a:lnTo>
                  <a:lnTo>
                    <a:pt x="805" y="886"/>
                  </a:lnTo>
                  <a:lnTo>
                    <a:pt x="796" y="892"/>
                  </a:lnTo>
                  <a:lnTo>
                    <a:pt x="786" y="899"/>
                  </a:lnTo>
                  <a:lnTo>
                    <a:pt x="777" y="904"/>
                  </a:lnTo>
                  <a:lnTo>
                    <a:pt x="766" y="910"/>
                  </a:lnTo>
                  <a:lnTo>
                    <a:pt x="756" y="916"/>
                  </a:lnTo>
                  <a:lnTo>
                    <a:pt x="745" y="921"/>
                  </a:lnTo>
                  <a:lnTo>
                    <a:pt x="735" y="925"/>
                  </a:lnTo>
                  <a:lnTo>
                    <a:pt x="725" y="930"/>
                  </a:lnTo>
                  <a:lnTo>
                    <a:pt x="713" y="934"/>
                  </a:lnTo>
                  <a:lnTo>
                    <a:pt x="702" y="938"/>
                  </a:lnTo>
                  <a:lnTo>
                    <a:pt x="691" y="941"/>
                  </a:lnTo>
                  <a:lnTo>
                    <a:pt x="699" y="952"/>
                  </a:lnTo>
                  <a:lnTo>
                    <a:pt x="710" y="949"/>
                  </a:lnTo>
                  <a:lnTo>
                    <a:pt x="721" y="945"/>
                  </a:lnTo>
                  <a:lnTo>
                    <a:pt x="733" y="941"/>
                  </a:lnTo>
                  <a:lnTo>
                    <a:pt x="743" y="936"/>
                  </a:lnTo>
                  <a:lnTo>
                    <a:pt x="754" y="932"/>
                  </a:lnTo>
                  <a:lnTo>
                    <a:pt x="765" y="927"/>
                  </a:lnTo>
                  <a:lnTo>
                    <a:pt x="775" y="921"/>
                  </a:lnTo>
                  <a:lnTo>
                    <a:pt x="785" y="915"/>
                  </a:lnTo>
                  <a:lnTo>
                    <a:pt x="795" y="909"/>
                  </a:lnTo>
                  <a:lnTo>
                    <a:pt x="805" y="903"/>
                  </a:lnTo>
                  <a:lnTo>
                    <a:pt x="814" y="896"/>
                  </a:lnTo>
                  <a:lnTo>
                    <a:pt x="823" y="888"/>
                  </a:lnTo>
                  <a:lnTo>
                    <a:pt x="833" y="881"/>
                  </a:lnTo>
                  <a:lnTo>
                    <a:pt x="841" y="874"/>
                  </a:lnTo>
                  <a:lnTo>
                    <a:pt x="850" y="866"/>
                  </a:lnTo>
                  <a:lnTo>
                    <a:pt x="858" y="858"/>
                  </a:lnTo>
                  <a:lnTo>
                    <a:pt x="865" y="852"/>
                  </a:lnTo>
                  <a:lnTo>
                    <a:pt x="871" y="845"/>
                  </a:lnTo>
                  <a:lnTo>
                    <a:pt x="877" y="838"/>
                  </a:lnTo>
                  <a:lnTo>
                    <a:pt x="882" y="832"/>
                  </a:lnTo>
                  <a:lnTo>
                    <a:pt x="888" y="824"/>
                  </a:lnTo>
                  <a:lnTo>
                    <a:pt x="893" y="817"/>
                  </a:lnTo>
                  <a:lnTo>
                    <a:pt x="898" y="810"/>
                  </a:lnTo>
                  <a:lnTo>
                    <a:pt x="904" y="803"/>
                  </a:lnTo>
                  <a:lnTo>
                    <a:pt x="909" y="795"/>
                  </a:lnTo>
                  <a:lnTo>
                    <a:pt x="913" y="788"/>
                  </a:lnTo>
                  <a:lnTo>
                    <a:pt x="918" y="780"/>
                  </a:lnTo>
                  <a:lnTo>
                    <a:pt x="923" y="772"/>
                  </a:lnTo>
                  <a:lnTo>
                    <a:pt x="927" y="764"/>
                  </a:lnTo>
                  <a:lnTo>
                    <a:pt x="931" y="756"/>
                  </a:lnTo>
                  <a:lnTo>
                    <a:pt x="935" y="748"/>
                  </a:lnTo>
                  <a:lnTo>
                    <a:pt x="938" y="739"/>
                  </a:lnTo>
                  <a:lnTo>
                    <a:pt x="941" y="731"/>
                  </a:lnTo>
                  <a:lnTo>
                    <a:pt x="945" y="722"/>
                  </a:lnTo>
                  <a:lnTo>
                    <a:pt x="948" y="713"/>
                  </a:lnTo>
                  <a:lnTo>
                    <a:pt x="951" y="704"/>
                  </a:lnTo>
                  <a:lnTo>
                    <a:pt x="953" y="696"/>
                  </a:lnTo>
                  <a:lnTo>
                    <a:pt x="956" y="687"/>
                  </a:lnTo>
                  <a:lnTo>
                    <a:pt x="958" y="678"/>
                  </a:lnTo>
                  <a:lnTo>
                    <a:pt x="960" y="669"/>
                  </a:lnTo>
                  <a:lnTo>
                    <a:pt x="961" y="660"/>
                  </a:lnTo>
                  <a:lnTo>
                    <a:pt x="964" y="650"/>
                  </a:lnTo>
                  <a:lnTo>
                    <a:pt x="965" y="641"/>
                  </a:lnTo>
                  <a:lnTo>
                    <a:pt x="965" y="632"/>
                  </a:lnTo>
                  <a:lnTo>
                    <a:pt x="967" y="622"/>
                  </a:lnTo>
                  <a:lnTo>
                    <a:pt x="967" y="612"/>
                  </a:lnTo>
                  <a:lnTo>
                    <a:pt x="968" y="60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93"/>
                  </a:lnTo>
                  <a:lnTo>
                    <a:pt x="968" y="584"/>
                  </a:lnTo>
                  <a:lnTo>
                    <a:pt x="967" y="574"/>
                  </a:lnTo>
                  <a:lnTo>
                    <a:pt x="967" y="564"/>
                  </a:lnTo>
                  <a:lnTo>
                    <a:pt x="965" y="555"/>
                  </a:lnTo>
                  <a:lnTo>
                    <a:pt x="965" y="546"/>
                  </a:lnTo>
                  <a:lnTo>
                    <a:pt x="964" y="536"/>
                  </a:lnTo>
                  <a:lnTo>
                    <a:pt x="961" y="527"/>
                  </a:lnTo>
                  <a:lnTo>
                    <a:pt x="960" y="518"/>
                  </a:lnTo>
                  <a:lnTo>
                    <a:pt x="958" y="509"/>
                  </a:lnTo>
                  <a:lnTo>
                    <a:pt x="956" y="500"/>
                  </a:lnTo>
                  <a:lnTo>
                    <a:pt x="953" y="491"/>
                  </a:lnTo>
                  <a:lnTo>
                    <a:pt x="951" y="482"/>
                  </a:lnTo>
                  <a:lnTo>
                    <a:pt x="948" y="473"/>
                  </a:lnTo>
                  <a:lnTo>
                    <a:pt x="945" y="464"/>
                  </a:lnTo>
                  <a:lnTo>
                    <a:pt x="941" y="456"/>
                  </a:lnTo>
                  <a:lnTo>
                    <a:pt x="938" y="448"/>
                  </a:lnTo>
                  <a:lnTo>
                    <a:pt x="935" y="439"/>
                  </a:lnTo>
                  <a:lnTo>
                    <a:pt x="931" y="431"/>
                  </a:lnTo>
                  <a:lnTo>
                    <a:pt x="927" y="423"/>
                  </a:lnTo>
                  <a:lnTo>
                    <a:pt x="923" y="415"/>
                  </a:lnTo>
                  <a:lnTo>
                    <a:pt x="918" y="407"/>
                  </a:lnTo>
                  <a:lnTo>
                    <a:pt x="913" y="399"/>
                  </a:lnTo>
                  <a:lnTo>
                    <a:pt x="909" y="391"/>
                  </a:lnTo>
                  <a:lnTo>
                    <a:pt x="904" y="383"/>
                  </a:lnTo>
                  <a:lnTo>
                    <a:pt x="898" y="376"/>
                  </a:lnTo>
                  <a:lnTo>
                    <a:pt x="893" y="369"/>
                  </a:lnTo>
                  <a:lnTo>
                    <a:pt x="888" y="362"/>
                  </a:lnTo>
                  <a:lnTo>
                    <a:pt x="882" y="355"/>
                  </a:lnTo>
                  <a:lnTo>
                    <a:pt x="877" y="348"/>
                  </a:lnTo>
                  <a:lnTo>
                    <a:pt x="871" y="342"/>
                  </a:lnTo>
                  <a:lnTo>
                    <a:pt x="865" y="335"/>
                  </a:lnTo>
                  <a:lnTo>
                    <a:pt x="858" y="328"/>
                  </a:lnTo>
                  <a:lnTo>
                    <a:pt x="852" y="322"/>
                  </a:lnTo>
                  <a:lnTo>
                    <a:pt x="845" y="316"/>
                  </a:lnTo>
                  <a:lnTo>
                    <a:pt x="838" y="310"/>
                  </a:lnTo>
                  <a:lnTo>
                    <a:pt x="832" y="304"/>
                  </a:lnTo>
                  <a:lnTo>
                    <a:pt x="825" y="299"/>
                  </a:lnTo>
                  <a:lnTo>
                    <a:pt x="817" y="293"/>
                  </a:lnTo>
                  <a:lnTo>
                    <a:pt x="810" y="288"/>
                  </a:lnTo>
                  <a:lnTo>
                    <a:pt x="803" y="283"/>
                  </a:lnTo>
                  <a:lnTo>
                    <a:pt x="795" y="278"/>
                  </a:lnTo>
                  <a:lnTo>
                    <a:pt x="787" y="273"/>
                  </a:lnTo>
                  <a:lnTo>
                    <a:pt x="780" y="268"/>
                  </a:lnTo>
                  <a:lnTo>
                    <a:pt x="772" y="264"/>
                  </a:lnTo>
                  <a:lnTo>
                    <a:pt x="764" y="259"/>
                  </a:lnTo>
                  <a:lnTo>
                    <a:pt x="756" y="255"/>
                  </a:lnTo>
                  <a:lnTo>
                    <a:pt x="748" y="251"/>
                  </a:lnTo>
                  <a:lnTo>
                    <a:pt x="739" y="248"/>
                  </a:lnTo>
                  <a:lnTo>
                    <a:pt x="731" y="245"/>
                  </a:lnTo>
                  <a:lnTo>
                    <a:pt x="722" y="242"/>
                  </a:lnTo>
                  <a:lnTo>
                    <a:pt x="713" y="239"/>
                  </a:lnTo>
                  <a:lnTo>
                    <a:pt x="705" y="235"/>
                  </a:lnTo>
                  <a:lnTo>
                    <a:pt x="696" y="233"/>
                  </a:lnTo>
                  <a:lnTo>
                    <a:pt x="687" y="231"/>
                  </a:lnTo>
                  <a:lnTo>
                    <a:pt x="678" y="228"/>
                  </a:lnTo>
                  <a:lnTo>
                    <a:pt x="669" y="227"/>
                  </a:lnTo>
                  <a:lnTo>
                    <a:pt x="660" y="225"/>
                  </a:lnTo>
                  <a:lnTo>
                    <a:pt x="650" y="223"/>
                  </a:lnTo>
                  <a:lnTo>
                    <a:pt x="641" y="222"/>
                  </a:lnTo>
                  <a:lnTo>
                    <a:pt x="632" y="221"/>
                  </a:lnTo>
                  <a:lnTo>
                    <a:pt x="622" y="220"/>
                  </a:lnTo>
                  <a:lnTo>
                    <a:pt x="613" y="219"/>
                  </a:lnTo>
                  <a:lnTo>
                    <a:pt x="603" y="219"/>
                  </a:lnTo>
                  <a:lnTo>
                    <a:pt x="593" y="219"/>
                  </a:lnTo>
                  <a:lnTo>
                    <a:pt x="593" y="219"/>
                  </a:lnTo>
                  <a:lnTo>
                    <a:pt x="593" y="219"/>
                  </a:lnTo>
                  <a:lnTo>
                    <a:pt x="593" y="219"/>
                  </a:lnTo>
                  <a:close/>
                  <a:moveTo>
                    <a:pt x="593" y="14"/>
                  </a:moveTo>
                  <a:lnTo>
                    <a:pt x="593" y="14"/>
                  </a:lnTo>
                  <a:lnTo>
                    <a:pt x="593" y="14"/>
                  </a:lnTo>
                  <a:lnTo>
                    <a:pt x="593" y="14"/>
                  </a:lnTo>
                  <a:lnTo>
                    <a:pt x="593" y="14"/>
                  </a:lnTo>
                  <a:lnTo>
                    <a:pt x="578" y="14"/>
                  </a:lnTo>
                  <a:lnTo>
                    <a:pt x="564" y="15"/>
                  </a:lnTo>
                  <a:lnTo>
                    <a:pt x="548" y="15"/>
                  </a:lnTo>
                  <a:lnTo>
                    <a:pt x="534" y="16"/>
                  </a:lnTo>
                  <a:lnTo>
                    <a:pt x="520" y="19"/>
                  </a:lnTo>
                  <a:lnTo>
                    <a:pt x="505" y="20"/>
                  </a:lnTo>
                  <a:lnTo>
                    <a:pt x="491" y="23"/>
                  </a:lnTo>
                  <a:lnTo>
                    <a:pt x="476" y="26"/>
                  </a:lnTo>
                  <a:lnTo>
                    <a:pt x="463" y="28"/>
                  </a:lnTo>
                  <a:lnTo>
                    <a:pt x="448" y="32"/>
                  </a:lnTo>
                  <a:lnTo>
                    <a:pt x="435" y="35"/>
                  </a:lnTo>
                  <a:lnTo>
                    <a:pt x="421" y="40"/>
                  </a:lnTo>
                  <a:lnTo>
                    <a:pt x="408" y="44"/>
                  </a:lnTo>
                  <a:lnTo>
                    <a:pt x="394" y="49"/>
                  </a:lnTo>
                  <a:lnTo>
                    <a:pt x="381" y="54"/>
                  </a:lnTo>
                  <a:lnTo>
                    <a:pt x="368" y="59"/>
                  </a:lnTo>
                  <a:lnTo>
                    <a:pt x="355" y="65"/>
                  </a:lnTo>
                  <a:lnTo>
                    <a:pt x="342" y="71"/>
                  </a:lnTo>
                  <a:lnTo>
                    <a:pt x="329" y="77"/>
                  </a:lnTo>
                  <a:lnTo>
                    <a:pt x="317" y="83"/>
                  </a:lnTo>
                  <a:lnTo>
                    <a:pt x="305" y="91"/>
                  </a:lnTo>
                  <a:lnTo>
                    <a:pt x="292" y="98"/>
                  </a:lnTo>
                  <a:lnTo>
                    <a:pt x="281" y="105"/>
                  </a:lnTo>
                  <a:lnTo>
                    <a:pt x="269" y="113"/>
                  </a:lnTo>
                  <a:lnTo>
                    <a:pt x="258" y="120"/>
                  </a:lnTo>
                  <a:lnTo>
                    <a:pt x="247" y="129"/>
                  </a:lnTo>
                  <a:lnTo>
                    <a:pt x="236" y="137"/>
                  </a:lnTo>
                  <a:lnTo>
                    <a:pt x="224" y="146"/>
                  </a:lnTo>
                  <a:lnTo>
                    <a:pt x="214" y="155"/>
                  </a:lnTo>
                  <a:lnTo>
                    <a:pt x="203" y="164"/>
                  </a:lnTo>
                  <a:lnTo>
                    <a:pt x="193" y="174"/>
                  </a:lnTo>
                  <a:lnTo>
                    <a:pt x="183" y="183"/>
                  </a:lnTo>
                  <a:lnTo>
                    <a:pt x="174" y="194"/>
                  </a:lnTo>
                  <a:lnTo>
                    <a:pt x="164" y="203"/>
                  </a:lnTo>
                  <a:lnTo>
                    <a:pt x="155" y="214"/>
                  </a:lnTo>
                  <a:lnTo>
                    <a:pt x="146" y="224"/>
                  </a:lnTo>
                  <a:lnTo>
                    <a:pt x="137" y="235"/>
                  </a:lnTo>
                  <a:lnTo>
                    <a:pt x="129" y="247"/>
                  </a:lnTo>
                  <a:lnTo>
                    <a:pt x="120" y="258"/>
                  </a:lnTo>
                  <a:lnTo>
                    <a:pt x="112" y="269"/>
                  </a:lnTo>
                  <a:lnTo>
                    <a:pt x="105" y="281"/>
                  </a:lnTo>
                  <a:lnTo>
                    <a:pt x="98" y="292"/>
                  </a:lnTo>
                  <a:lnTo>
                    <a:pt x="91" y="305"/>
                  </a:lnTo>
                  <a:lnTo>
                    <a:pt x="83" y="317"/>
                  </a:lnTo>
                  <a:lnTo>
                    <a:pt x="77" y="330"/>
                  </a:lnTo>
                  <a:lnTo>
                    <a:pt x="71" y="342"/>
                  </a:lnTo>
                  <a:lnTo>
                    <a:pt x="65" y="355"/>
                  </a:lnTo>
                  <a:lnTo>
                    <a:pt x="59" y="367"/>
                  </a:lnTo>
                  <a:lnTo>
                    <a:pt x="54" y="381"/>
                  </a:lnTo>
                  <a:lnTo>
                    <a:pt x="49" y="394"/>
                  </a:lnTo>
                  <a:lnTo>
                    <a:pt x="44" y="408"/>
                  </a:lnTo>
                  <a:lnTo>
                    <a:pt x="39" y="421"/>
                  </a:lnTo>
                  <a:lnTo>
                    <a:pt x="35" y="435"/>
                  </a:lnTo>
                  <a:lnTo>
                    <a:pt x="32" y="448"/>
                  </a:lnTo>
                  <a:lnTo>
                    <a:pt x="28" y="463"/>
                  </a:lnTo>
                  <a:lnTo>
                    <a:pt x="25" y="476"/>
                  </a:lnTo>
                  <a:lnTo>
                    <a:pt x="23" y="491"/>
                  </a:lnTo>
                  <a:lnTo>
                    <a:pt x="20" y="505"/>
                  </a:lnTo>
                  <a:lnTo>
                    <a:pt x="18" y="520"/>
                  </a:lnTo>
                  <a:lnTo>
                    <a:pt x="16" y="534"/>
                  </a:lnTo>
                  <a:lnTo>
                    <a:pt x="15" y="548"/>
                  </a:lnTo>
                  <a:lnTo>
                    <a:pt x="15" y="564"/>
                  </a:lnTo>
                  <a:lnTo>
                    <a:pt x="14" y="578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593"/>
                  </a:lnTo>
                  <a:lnTo>
                    <a:pt x="14" y="608"/>
                  </a:lnTo>
                  <a:lnTo>
                    <a:pt x="15" y="623"/>
                  </a:lnTo>
                  <a:lnTo>
                    <a:pt x="15" y="638"/>
                  </a:lnTo>
                  <a:lnTo>
                    <a:pt x="16" y="652"/>
                  </a:lnTo>
                  <a:lnTo>
                    <a:pt x="18" y="667"/>
                  </a:lnTo>
                  <a:lnTo>
                    <a:pt x="20" y="682"/>
                  </a:lnTo>
                  <a:lnTo>
                    <a:pt x="23" y="696"/>
                  </a:lnTo>
                  <a:lnTo>
                    <a:pt x="25" y="710"/>
                  </a:lnTo>
                  <a:lnTo>
                    <a:pt x="28" y="724"/>
                  </a:lnTo>
                  <a:lnTo>
                    <a:pt x="32" y="738"/>
                  </a:lnTo>
                  <a:lnTo>
                    <a:pt x="35" y="752"/>
                  </a:lnTo>
                  <a:lnTo>
                    <a:pt x="40" y="765"/>
                  </a:lnTo>
                  <a:lnTo>
                    <a:pt x="44" y="779"/>
                  </a:lnTo>
                  <a:lnTo>
                    <a:pt x="49" y="792"/>
                  </a:lnTo>
                  <a:lnTo>
                    <a:pt x="54" y="806"/>
                  </a:lnTo>
                  <a:lnTo>
                    <a:pt x="59" y="819"/>
                  </a:lnTo>
                  <a:lnTo>
                    <a:pt x="65" y="832"/>
                  </a:lnTo>
                  <a:lnTo>
                    <a:pt x="71" y="844"/>
                  </a:lnTo>
                  <a:lnTo>
                    <a:pt x="77" y="857"/>
                  </a:lnTo>
                  <a:lnTo>
                    <a:pt x="83" y="869"/>
                  </a:lnTo>
                  <a:lnTo>
                    <a:pt x="91" y="882"/>
                  </a:lnTo>
                  <a:lnTo>
                    <a:pt x="98" y="894"/>
                  </a:lnTo>
                  <a:lnTo>
                    <a:pt x="105" y="906"/>
                  </a:lnTo>
                  <a:lnTo>
                    <a:pt x="112" y="917"/>
                  </a:lnTo>
                  <a:lnTo>
                    <a:pt x="120" y="928"/>
                  </a:lnTo>
                  <a:lnTo>
                    <a:pt x="129" y="940"/>
                  </a:lnTo>
                  <a:lnTo>
                    <a:pt x="137" y="951"/>
                  </a:lnTo>
                  <a:lnTo>
                    <a:pt x="146" y="962"/>
                  </a:lnTo>
                  <a:lnTo>
                    <a:pt x="155" y="972"/>
                  </a:lnTo>
                  <a:lnTo>
                    <a:pt x="164" y="983"/>
                  </a:lnTo>
                  <a:lnTo>
                    <a:pt x="174" y="993"/>
                  </a:lnTo>
                  <a:lnTo>
                    <a:pt x="183" y="1003"/>
                  </a:lnTo>
                  <a:lnTo>
                    <a:pt x="193" y="1012"/>
                  </a:lnTo>
                  <a:lnTo>
                    <a:pt x="203" y="1022"/>
                  </a:lnTo>
                  <a:lnTo>
                    <a:pt x="214" y="1032"/>
                  </a:lnTo>
                  <a:lnTo>
                    <a:pt x="224" y="1040"/>
                  </a:lnTo>
                  <a:lnTo>
                    <a:pt x="236" y="1049"/>
                  </a:lnTo>
                  <a:lnTo>
                    <a:pt x="247" y="1058"/>
                  </a:lnTo>
                  <a:lnTo>
                    <a:pt x="258" y="1066"/>
                  </a:lnTo>
                  <a:lnTo>
                    <a:pt x="269" y="1074"/>
                  </a:lnTo>
                  <a:lnTo>
                    <a:pt x="281" y="1081"/>
                  </a:lnTo>
                  <a:lnTo>
                    <a:pt x="292" y="1089"/>
                  </a:lnTo>
                  <a:lnTo>
                    <a:pt x="305" y="1096"/>
                  </a:lnTo>
                  <a:lnTo>
                    <a:pt x="317" y="1103"/>
                  </a:lnTo>
                  <a:lnTo>
                    <a:pt x="329" y="1109"/>
                  </a:lnTo>
                  <a:lnTo>
                    <a:pt x="342" y="1116"/>
                  </a:lnTo>
                  <a:lnTo>
                    <a:pt x="355" y="1121"/>
                  </a:lnTo>
                  <a:lnTo>
                    <a:pt x="368" y="1127"/>
                  </a:lnTo>
                  <a:lnTo>
                    <a:pt x="381" y="1133"/>
                  </a:lnTo>
                  <a:lnTo>
                    <a:pt x="394" y="1138"/>
                  </a:lnTo>
                  <a:lnTo>
                    <a:pt x="408" y="1142"/>
                  </a:lnTo>
                  <a:lnTo>
                    <a:pt x="421" y="1147"/>
                  </a:lnTo>
                  <a:lnTo>
                    <a:pt x="435" y="1151"/>
                  </a:lnTo>
                  <a:lnTo>
                    <a:pt x="448" y="1155"/>
                  </a:lnTo>
                  <a:lnTo>
                    <a:pt x="463" y="1158"/>
                  </a:lnTo>
                  <a:lnTo>
                    <a:pt x="476" y="1161"/>
                  </a:lnTo>
                  <a:lnTo>
                    <a:pt x="491" y="1164"/>
                  </a:lnTo>
                  <a:lnTo>
                    <a:pt x="505" y="1166"/>
                  </a:lnTo>
                  <a:lnTo>
                    <a:pt x="520" y="1169"/>
                  </a:lnTo>
                  <a:lnTo>
                    <a:pt x="534" y="1170"/>
                  </a:lnTo>
                  <a:lnTo>
                    <a:pt x="548" y="1171"/>
                  </a:lnTo>
                  <a:lnTo>
                    <a:pt x="564" y="1172"/>
                  </a:lnTo>
                  <a:lnTo>
                    <a:pt x="578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593" y="1173"/>
                  </a:lnTo>
                  <a:lnTo>
                    <a:pt x="609" y="1173"/>
                  </a:lnTo>
                  <a:lnTo>
                    <a:pt x="623" y="1172"/>
                  </a:lnTo>
                  <a:lnTo>
                    <a:pt x="638" y="1171"/>
                  </a:lnTo>
                  <a:lnTo>
                    <a:pt x="653" y="1170"/>
                  </a:lnTo>
                  <a:lnTo>
                    <a:pt x="667" y="1169"/>
                  </a:lnTo>
                  <a:lnTo>
                    <a:pt x="681" y="1166"/>
                  </a:lnTo>
                  <a:lnTo>
                    <a:pt x="696" y="1164"/>
                  </a:lnTo>
                  <a:lnTo>
                    <a:pt x="710" y="1161"/>
                  </a:lnTo>
                  <a:lnTo>
                    <a:pt x="725" y="1158"/>
                  </a:lnTo>
                  <a:lnTo>
                    <a:pt x="738" y="1155"/>
                  </a:lnTo>
                  <a:lnTo>
                    <a:pt x="752" y="1151"/>
                  </a:lnTo>
                  <a:lnTo>
                    <a:pt x="765" y="1147"/>
                  </a:lnTo>
                  <a:lnTo>
                    <a:pt x="779" y="1142"/>
                  </a:lnTo>
                  <a:lnTo>
                    <a:pt x="793" y="1138"/>
                  </a:lnTo>
                  <a:lnTo>
                    <a:pt x="806" y="1133"/>
                  </a:lnTo>
                  <a:lnTo>
                    <a:pt x="819" y="1127"/>
                  </a:lnTo>
                  <a:lnTo>
                    <a:pt x="832" y="1121"/>
                  </a:lnTo>
                  <a:lnTo>
                    <a:pt x="845" y="1116"/>
                  </a:lnTo>
                  <a:lnTo>
                    <a:pt x="857" y="1109"/>
                  </a:lnTo>
                  <a:lnTo>
                    <a:pt x="869" y="1103"/>
                  </a:lnTo>
                  <a:lnTo>
                    <a:pt x="882" y="1096"/>
                  </a:lnTo>
                  <a:lnTo>
                    <a:pt x="893" y="1089"/>
                  </a:lnTo>
                  <a:lnTo>
                    <a:pt x="905" y="1081"/>
                  </a:lnTo>
                  <a:lnTo>
                    <a:pt x="917" y="1074"/>
                  </a:lnTo>
                  <a:lnTo>
                    <a:pt x="929" y="1066"/>
                  </a:lnTo>
                  <a:lnTo>
                    <a:pt x="940" y="1058"/>
                  </a:lnTo>
                  <a:lnTo>
                    <a:pt x="951" y="1049"/>
                  </a:lnTo>
                  <a:lnTo>
                    <a:pt x="961" y="1040"/>
                  </a:lnTo>
                  <a:lnTo>
                    <a:pt x="973" y="1032"/>
                  </a:lnTo>
                  <a:lnTo>
                    <a:pt x="983" y="1022"/>
                  </a:lnTo>
                  <a:lnTo>
                    <a:pt x="994" y="1012"/>
                  </a:lnTo>
                  <a:lnTo>
                    <a:pt x="1003" y="1003"/>
                  </a:lnTo>
                  <a:lnTo>
                    <a:pt x="1013" y="993"/>
                  </a:lnTo>
                  <a:lnTo>
                    <a:pt x="1022" y="983"/>
                  </a:lnTo>
                  <a:lnTo>
                    <a:pt x="1032" y="972"/>
                  </a:lnTo>
                  <a:lnTo>
                    <a:pt x="1041" y="962"/>
                  </a:lnTo>
                  <a:lnTo>
                    <a:pt x="1050" y="951"/>
                  </a:lnTo>
                  <a:lnTo>
                    <a:pt x="1058" y="940"/>
                  </a:lnTo>
                  <a:lnTo>
                    <a:pt x="1066" y="928"/>
                  </a:lnTo>
                  <a:lnTo>
                    <a:pt x="1074" y="917"/>
                  </a:lnTo>
                  <a:lnTo>
                    <a:pt x="1082" y="906"/>
                  </a:lnTo>
                  <a:lnTo>
                    <a:pt x="1089" y="894"/>
                  </a:lnTo>
                  <a:lnTo>
                    <a:pt x="1096" y="882"/>
                  </a:lnTo>
                  <a:lnTo>
                    <a:pt x="1103" y="869"/>
                  </a:lnTo>
                  <a:lnTo>
                    <a:pt x="1110" y="857"/>
                  </a:lnTo>
                  <a:lnTo>
                    <a:pt x="1116" y="844"/>
                  </a:lnTo>
                  <a:lnTo>
                    <a:pt x="1122" y="832"/>
                  </a:lnTo>
                  <a:lnTo>
                    <a:pt x="1127" y="819"/>
                  </a:lnTo>
                  <a:lnTo>
                    <a:pt x="1133" y="806"/>
                  </a:lnTo>
                  <a:lnTo>
                    <a:pt x="1138" y="792"/>
                  </a:lnTo>
                  <a:lnTo>
                    <a:pt x="1142" y="779"/>
                  </a:lnTo>
                  <a:lnTo>
                    <a:pt x="1147" y="765"/>
                  </a:lnTo>
                  <a:lnTo>
                    <a:pt x="1151" y="752"/>
                  </a:lnTo>
                  <a:lnTo>
                    <a:pt x="1154" y="738"/>
                  </a:lnTo>
                  <a:lnTo>
                    <a:pt x="1158" y="724"/>
                  </a:lnTo>
                  <a:lnTo>
                    <a:pt x="1162" y="710"/>
                  </a:lnTo>
                  <a:lnTo>
                    <a:pt x="1164" y="696"/>
                  </a:lnTo>
                  <a:lnTo>
                    <a:pt x="1166" y="682"/>
                  </a:lnTo>
                  <a:lnTo>
                    <a:pt x="1168" y="667"/>
                  </a:lnTo>
                  <a:lnTo>
                    <a:pt x="1170" y="652"/>
                  </a:lnTo>
                  <a:lnTo>
                    <a:pt x="1171" y="638"/>
                  </a:lnTo>
                  <a:lnTo>
                    <a:pt x="1172" y="623"/>
                  </a:lnTo>
                  <a:lnTo>
                    <a:pt x="1173" y="608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93"/>
                  </a:lnTo>
                  <a:lnTo>
                    <a:pt x="1173" y="578"/>
                  </a:lnTo>
                  <a:lnTo>
                    <a:pt x="1172" y="564"/>
                  </a:lnTo>
                  <a:lnTo>
                    <a:pt x="1171" y="548"/>
                  </a:lnTo>
                  <a:lnTo>
                    <a:pt x="1170" y="534"/>
                  </a:lnTo>
                  <a:lnTo>
                    <a:pt x="1168" y="520"/>
                  </a:lnTo>
                  <a:lnTo>
                    <a:pt x="1166" y="505"/>
                  </a:lnTo>
                  <a:lnTo>
                    <a:pt x="1164" y="491"/>
                  </a:lnTo>
                  <a:lnTo>
                    <a:pt x="1162" y="476"/>
                  </a:lnTo>
                  <a:lnTo>
                    <a:pt x="1158" y="463"/>
                  </a:lnTo>
                  <a:lnTo>
                    <a:pt x="1154" y="448"/>
                  </a:lnTo>
                  <a:lnTo>
                    <a:pt x="1151" y="435"/>
                  </a:lnTo>
                  <a:lnTo>
                    <a:pt x="1147" y="421"/>
                  </a:lnTo>
                  <a:lnTo>
                    <a:pt x="1142" y="408"/>
                  </a:lnTo>
                  <a:lnTo>
                    <a:pt x="1138" y="394"/>
                  </a:lnTo>
                  <a:lnTo>
                    <a:pt x="1133" y="381"/>
                  </a:lnTo>
                  <a:lnTo>
                    <a:pt x="1127" y="367"/>
                  </a:lnTo>
                  <a:lnTo>
                    <a:pt x="1122" y="355"/>
                  </a:lnTo>
                  <a:lnTo>
                    <a:pt x="1116" y="342"/>
                  </a:lnTo>
                  <a:lnTo>
                    <a:pt x="1110" y="330"/>
                  </a:lnTo>
                  <a:lnTo>
                    <a:pt x="1103" y="317"/>
                  </a:lnTo>
                  <a:lnTo>
                    <a:pt x="1096" y="305"/>
                  </a:lnTo>
                  <a:lnTo>
                    <a:pt x="1089" y="292"/>
                  </a:lnTo>
                  <a:lnTo>
                    <a:pt x="1082" y="281"/>
                  </a:lnTo>
                  <a:lnTo>
                    <a:pt x="1074" y="269"/>
                  </a:lnTo>
                  <a:lnTo>
                    <a:pt x="1066" y="258"/>
                  </a:lnTo>
                  <a:lnTo>
                    <a:pt x="1058" y="247"/>
                  </a:lnTo>
                  <a:lnTo>
                    <a:pt x="1050" y="235"/>
                  </a:lnTo>
                  <a:lnTo>
                    <a:pt x="1041" y="224"/>
                  </a:lnTo>
                  <a:lnTo>
                    <a:pt x="1032" y="214"/>
                  </a:lnTo>
                  <a:lnTo>
                    <a:pt x="1022" y="203"/>
                  </a:lnTo>
                  <a:lnTo>
                    <a:pt x="1013" y="194"/>
                  </a:lnTo>
                  <a:lnTo>
                    <a:pt x="1003" y="183"/>
                  </a:lnTo>
                  <a:lnTo>
                    <a:pt x="994" y="174"/>
                  </a:lnTo>
                  <a:lnTo>
                    <a:pt x="983" y="164"/>
                  </a:lnTo>
                  <a:lnTo>
                    <a:pt x="973" y="155"/>
                  </a:lnTo>
                  <a:lnTo>
                    <a:pt x="961" y="146"/>
                  </a:lnTo>
                  <a:lnTo>
                    <a:pt x="951" y="137"/>
                  </a:lnTo>
                  <a:lnTo>
                    <a:pt x="940" y="129"/>
                  </a:lnTo>
                  <a:lnTo>
                    <a:pt x="929" y="120"/>
                  </a:lnTo>
                  <a:lnTo>
                    <a:pt x="917" y="113"/>
                  </a:lnTo>
                  <a:lnTo>
                    <a:pt x="905" y="105"/>
                  </a:lnTo>
                  <a:lnTo>
                    <a:pt x="893" y="98"/>
                  </a:lnTo>
                  <a:lnTo>
                    <a:pt x="882" y="91"/>
                  </a:lnTo>
                  <a:lnTo>
                    <a:pt x="869" y="83"/>
                  </a:lnTo>
                  <a:lnTo>
                    <a:pt x="857" y="77"/>
                  </a:lnTo>
                  <a:lnTo>
                    <a:pt x="845" y="71"/>
                  </a:lnTo>
                  <a:lnTo>
                    <a:pt x="832" y="65"/>
                  </a:lnTo>
                  <a:lnTo>
                    <a:pt x="819" y="59"/>
                  </a:lnTo>
                  <a:lnTo>
                    <a:pt x="806" y="54"/>
                  </a:lnTo>
                  <a:lnTo>
                    <a:pt x="793" y="49"/>
                  </a:lnTo>
                  <a:lnTo>
                    <a:pt x="779" y="44"/>
                  </a:lnTo>
                  <a:lnTo>
                    <a:pt x="765" y="40"/>
                  </a:lnTo>
                  <a:lnTo>
                    <a:pt x="752" y="35"/>
                  </a:lnTo>
                  <a:lnTo>
                    <a:pt x="738" y="32"/>
                  </a:lnTo>
                  <a:lnTo>
                    <a:pt x="725" y="28"/>
                  </a:lnTo>
                  <a:lnTo>
                    <a:pt x="710" y="26"/>
                  </a:lnTo>
                  <a:lnTo>
                    <a:pt x="696" y="23"/>
                  </a:lnTo>
                  <a:lnTo>
                    <a:pt x="681" y="20"/>
                  </a:lnTo>
                  <a:lnTo>
                    <a:pt x="667" y="19"/>
                  </a:lnTo>
                  <a:lnTo>
                    <a:pt x="653" y="16"/>
                  </a:lnTo>
                  <a:lnTo>
                    <a:pt x="638" y="15"/>
                  </a:lnTo>
                  <a:lnTo>
                    <a:pt x="623" y="15"/>
                  </a:lnTo>
                  <a:lnTo>
                    <a:pt x="609" y="14"/>
                  </a:lnTo>
                  <a:lnTo>
                    <a:pt x="59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37" name="îṥľîḋè">
              <a:extLst>
                <a:ext uri="{FF2B5EF4-FFF2-40B4-BE49-F238E27FC236}">
                  <a16:creationId xmlns:a16="http://schemas.microsoft.com/office/drawing/2014/main" id="{1636D42F-0057-4E43-A44E-058DDAA329F0}"/>
                </a:ext>
              </a:extLst>
            </p:cNvPr>
            <p:cNvSpPr/>
            <p:nvPr/>
          </p:nvSpPr>
          <p:spPr bwMode="auto">
            <a:xfrm>
              <a:off x="2636838" y="3000376"/>
              <a:ext cx="433388" cy="309563"/>
            </a:xfrm>
            <a:custGeom>
              <a:avLst/>
              <a:gdLst>
                <a:gd name="T0" fmla="*/ 121 w 273"/>
                <a:gd name="T1" fmla="*/ 190 h 195"/>
                <a:gd name="T2" fmla="*/ 157 w 273"/>
                <a:gd name="T3" fmla="*/ 186 h 195"/>
                <a:gd name="T4" fmla="*/ 184 w 273"/>
                <a:gd name="T5" fmla="*/ 151 h 195"/>
                <a:gd name="T6" fmla="*/ 206 w 273"/>
                <a:gd name="T7" fmla="*/ 133 h 195"/>
                <a:gd name="T8" fmla="*/ 247 w 273"/>
                <a:gd name="T9" fmla="*/ 119 h 195"/>
                <a:gd name="T10" fmla="*/ 273 w 273"/>
                <a:gd name="T11" fmla="*/ 102 h 195"/>
                <a:gd name="T12" fmla="*/ 245 w 273"/>
                <a:gd name="T13" fmla="*/ 71 h 195"/>
                <a:gd name="T14" fmla="*/ 216 w 273"/>
                <a:gd name="T15" fmla="*/ 35 h 195"/>
                <a:gd name="T16" fmla="*/ 207 w 273"/>
                <a:gd name="T17" fmla="*/ 1 h 195"/>
                <a:gd name="T18" fmla="*/ 172 w 273"/>
                <a:gd name="T19" fmla="*/ 9 h 195"/>
                <a:gd name="T20" fmla="*/ 129 w 273"/>
                <a:gd name="T21" fmla="*/ 24 h 195"/>
                <a:gd name="T22" fmla="*/ 76 w 273"/>
                <a:gd name="T23" fmla="*/ 2 h 195"/>
                <a:gd name="T24" fmla="*/ 62 w 273"/>
                <a:gd name="T25" fmla="*/ 6 h 195"/>
                <a:gd name="T26" fmla="*/ 49 w 273"/>
                <a:gd name="T27" fmla="*/ 57 h 195"/>
                <a:gd name="T28" fmla="*/ 15 w 273"/>
                <a:gd name="T29" fmla="*/ 89 h 195"/>
                <a:gd name="T30" fmla="*/ 1 w 273"/>
                <a:gd name="T31" fmla="*/ 108 h 195"/>
                <a:gd name="T32" fmla="*/ 46 w 273"/>
                <a:gd name="T33" fmla="*/ 132 h 195"/>
                <a:gd name="T34" fmla="*/ 76 w 273"/>
                <a:gd name="T35" fmla="*/ 132 h 195"/>
                <a:gd name="T36" fmla="*/ 130 w 273"/>
                <a:gd name="T37" fmla="*/ 100 h 195"/>
                <a:gd name="T38" fmla="*/ 110 w 273"/>
                <a:gd name="T39" fmla="*/ 80 h 195"/>
                <a:gd name="T40" fmla="*/ 105 w 273"/>
                <a:gd name="T41" fmla="*/ 85 h 195"/>
                <a:gd name="T42" fmla="*/ 69 w 273"/>
                <a:gd name="T43" fmla="*/ 56 h 195"/>
                <a:gd name="T44" fmla="*/ 73 w 273"/>
                <a:gd name="T45" fmla="*/ 13 h 195"/>
                <a:gd name="T46" fmla="*/ 119 w 273"/>
                <a:gd name="T47" fmla="*/ 31 h 195"/>
                <a:gd name="T48" fmla="*/ 154 w 273"/>
                <a:gd name="T49" fmla="*/ 31 h 195"/>
                <a:gd name="T50" fmla="*/ 199 w 273"/>
                <a:gd name="T51" fmla="*/ 13 h 195"/>
                <a:gd name="T52" fmla="*/ 205 w 273"/>
                <a:gd name="T53" fmla="*/ 56 h 195"/>
                <a:gd name="T54" fmla="*/ 168 w 273"/>
                <a:gd name="T55" fmla="*/ 85 h 195"/>
                <a:gd name="T56" fmla="*/ 163 w 273"/>
                <a:gd name="T57" fmla="*/ 80 h 195"/>
                <a:gd name="T58" fmla="*/ 142 w 273"/>
                <a:gd name="T59" fmla="*/ 100 h 195"/>
                <a:gd name="T60" fmla="*/ 145 w 273"/>
                <a:gd name="T61" fmla="*/ 54 h 195"/>
                <a:gd name="T62" fmla="*/ 130 w 273"/>
                <a:gd name="T63" fmla="*/ 61 h 195"/>
                <a:gd name="T64" fmla="*/ 137 w 273"/>
                <a:gd name="T65" fmla="*/ 45 h 195"/>
                <a:gd name="T66" fmla="*/ 113 w 273"/>
                <a:gd name="T67" fmla="*/ 164 h 195"/>
                <a:gd name="T68" fmla="*/ 141 w 273"/>
                <a:gd name="T69" fmla="*/ 173 h 195"/>
                <a:gd name="T70" fmla="*/ 151 w 273"/>
                <a:gd name="T71" fmla="*/ 177 h 195"/>
                <a:gd name="T72" fmla="*/ 121 w 273"/>
                <a:gd name="T73" fmla="*/ 150 h 195"/>
                <a:gd name="T74" fmla="*/ 89 w 273"/>
                <a:gd name="T75" fmla="*/ 134 h 195"/>
                <a:gd name="T76" fmla="*/ 95 w 273"/>
                <a:gd name="T77" fmla="*/ 108 h 195"/>
                <a:gd name="T78" fmla="*/ 133 w 273"/>
                <a:gd name="T79" fmla="*/ 115 h 195"/>
                <a:gd name="T80" fmla="*/ 157 w 273"/>
                <a:gd name="T81" fmla="*/ 105 h 195"/>
                <a:gd name="T82" fmla="*/ 183 w 273"/>
                <a:gd name="T83" fmla="*/ 114 h 195"/>
                <a:gd name="T84" fmla="*/ 177 w 273"/>
                <a:gd name="T85" fmla="*/ 142 h 195"/>
                <a:gd name="T86" fmla="*/ 137 w 273"/>
                <a:gd name="T87" fmla="*/ 164 h 195"/>
                <a:gd name="T88" fmla="*/ 178 w 273"/>
                <a:gd name="T89" fmla="*/ 63 h 195"/>
                <a:gd name="T90" fmla="*/ 161 w 273"/>
                <a:gd name="T91" fmla="*/ 63 h 195"/>
                <a:gd name="T92" fmla="*/ 175 w 273"/>
                <a:gd name="T93" fmla="*/ 96 h 195"/>
                <a:gd name="T94" fmla="*/ 202 w 273"/>
                <a:gd name="T95" fmla="*/ 68 h 195"/>
                <a:gd name="T96" fmla="*/ 236 w 273"/>
                <a:gd name="T97" fmla="*/ 76 h 195"/>
                <a:gd name="T98" fmla="*/ 246 w 273"/>
                <a:gd name="T99" fmla="*/ 107 h 195"/>
                <a:gd name="T100" fmla="*/ 201 w 273"/>
                <a:gd name="T101" fmla="*/ 120 h 195"/>
                <a:gd name="T102" fmla="*/ 178 w 273"/>
                <a:gd name="T103" fmla="*/ 96 h 195"/>
                <a:gd name="T104" fmla="*/ 113 w 273"/>
                <a:gd name="T105" fmla="*/ 62 h 195"/>
                <a:gd name="T106" fmla="*/ 97 w 273"/>
                <a:gd name="T107" fmla="*/ 65 h 195"/>
                <a:gd name="T108" fmla="*/ 104 w 273"/>
                <a:gd name="T109" fmla="*/ 51 h 195"/>
                <a:gd name="T110" fmla="*/ 75 w 273"/>
                <a:gd name="T111" fmla="*/ 120 h 195"/>
                <a:gd name="T112" fmla="*/ 34 w 273"/>
                <a:gd name="T113" fmla="*/ 110 h 195"/>
                <a:gd name="T114" fmla="*/ 34 w 273"/>
                <a:gd name="T115" fmla="*/ 80 h 195"/>
                <a:gd name="T116" fmla="*/ 65 w 273"/>
                <a:gd name="T117" fmla="*/ 67 h 195"/>
                <a:gd name="T118" fmla="*/ 96 w 273"/>
                <a:gd name="T119" fmla="*/ 93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3" h="195">
                  <a:moveTo>
                    <a:pt x="97" y="154"/>
                  </a:moveTo>
                  <a:lnTo>
                    <a:pt x="98" y="158"/>
                  </a:lnTo>
                  <a:lnTo>
                    <a:pt x="100" y="162"/>
                  </a:lnTo>
                  <a:lnTo>
                    <a:pt x="101" y="166"/>
                  </a:lnTo>
                  <a:lnTo>
                    <a:pt x="103" y="170"/>
                  </a:lnTo>
                  <a:lnTo>
                    <a:pt x="105" y="174"/>
                  </a:lnTo>
                  <a:lnTo>
                    <a:pt x="108" y="177"/>
                  </a:lnTo>
                  <a:lnTo>
                    <a:pt x="111" y="181"/>
                  </a:lnTo>
                  <a:lnTo>
                    <a:pt x="113" y="184"/>
                  </a:lnTo>
                  <a:lnTo>
                    <a:pt x="116" y="186"/>
                  </a:lnTo>
                  <a:lnTo>
                    <a:pt x="119" y="188"/>
                  </a:lnTo>
                  <a:lnTo>
                    <a:pt x="121" y="190"/>
                  </a:lnTo>
                  <a:lnTo>
                    <a:pt x="124" y="191"/>
                  </a:lnTo>
                  <a:lnTo>
                    <a:pt x="126" y="192"/>
                  </a:lnTo>
                  <a:lnTo>
                    <a:pt x="130" y="193"/>
                  </a:lnTo>
                  <a:lnTo>
                    <a:pt x="133" y="194"/>
                  </a:lnTo>
                  <a:lnTo>
                    <a:pt x="137" y="195"/>
                  </a:lnTo>
                  <a:lnTo>
                    <a:pt x="140" y="194"/>
                  </a:lnTo>
                  <a:lnTo>
                    <a:pt x="143" y="193"/>
                  </a:lnTo>
                  <a:lnTo>
                    <a:pt x="146" y="192"/>
                  </a:lnTo>
                  <a:lnTo>
                    <a:pt x="149" y="191"/>
                  </a:lnTo>
                  <a:lnTo>
                    <a:pt x="152" y="190"/>
                  </a:lnTo>
                  <a:lnTo>
                    <a:pt x="154" y="188"/>
                  </a:lnTo>
                  <a:lnTo>
                    <a:pt x="157" y="186"/>
                  </a:lnTo>
                  <a:lnTo>
                    <a:pt x="159" y="184"/>
                  </a:lnTo>
                  <a:lnTo>
                    <a:pt x="162" y="181"/>
                  </a:lnTo>
                  <a:lnTo>
                    <a:pt x="165" y="177"/>
                  </a:lnTo>
                  <a:lnTo>
                    <a:pt x="167" y="174"/>
                  </a:lnTo>
                  <a:lnTo>
                    <a:pt x="170" y="170"/>
                  </a:lnTo>
                  <a:lnTo>
                    <a:pt x="171" y="166"/>
                  </a:lnTo>
                  <a:lnTo>
                    <a:pt x="174" y="162"/>
                  </a:lnTo>
                  <a:lnTo>
                    <a:pt x="175" y="158"/>
                  </a:lnTo>
                  <a:lnTo>
                    <a:pt x="177" y="154"/>
                  </a:lnTo>
                  <a:lnTo>
                    <a:pt x="177" y="154"/>
                  </a:lnTo>
                  <a:lnTo>
                    <a:pt x="180" y="152"/>
                  </a:lnTo>
                  <a:lnTo>
                    <a:pt x="184" y="151"/>
                  </a:lnTo>
                  <a:lnTo>
                    <a:pt x="186" y="149"/>
                  </a:lnTo>
                  <a:lnTo>
                    <a:pt x="190" y="147"/>
                  </a:lnTo>
                  <a:lnTo>
                    <a:pt x="192" y="144"/>
                  </a:lnTo>
                  <a:lnTo>
                    <a:pt x="194" y="140"/>
                  </a:lnTo>
                  <a:lnTo>
                    <a:pt x="196" y="136"/>
                  </a:lnTo>
                  <a:lnTo>
                    <a:pt x="197" y="132"/>
                  </a:lnTo>
                  <a:lnTo>
                    <a:pt x="197" y="132"/>
                  </a:lnTo>
                  <a:lnTo>
                    <a:pt x="198" y="131"/>
                  </a:lnTo>
                  <a:lnTo>
                    <a:pt x="198" y="132"/>
                  </a:lnTo>
                  <a:lnTo>
                    <a:pt x="198" y="132"/>
                  </a:lnTo>
                  <a:lnTo>
                    <a:pt x="202" y="132"/>
                  </a:lnTo>
                  <a:lnTo>
                    <a:pt x="206" y="133"/>
                  </a:lnTo>
                  <a:lnTo>
                    <a:pt x="210" y="134"/>
                  </a:lnTo>
                  <a:lnTo>
                    <a:pt x="215" y="134"/>
                  </a:lnTo>
                  <a:lnTo>
                    <a:pt x="219" y="133"/>
                  </a:lnTo>
                  <a:lnTo>
                    <a:pt x="222" y="132"/>
                  </a:lnTo>
                  <a:lnTo>
                    <a:pt x="225" y="132"/>
                  </a:lnTo>
                  <a:lnTo>
                    <a:pt x="227" y="132"/>
                  </a:lnTo>
                  <a:lnTo>
                    <a:pt x="229" y="131"/>
                  </a:lnTo>
                  <a:lnTo>
                    <a:pt x="231" y="129"/>
                  </a:lnTo>
                  <a:lnTo>
                    <a:pt x="233" y="128"/>
                  </a:lnTo>
                  <a:lnTo>
                    <a:pt x="237" y="124"/>
                  </a:lnTo>
                  <a:lnTo>
                    <a:pt x="242" y="121"/>
                  </a:lnTo>
                  <a:lnTo>
                    <a:pt x="247" y="119"/>
                  </a:lnTo>
                  <a:lnTo>
                    <a:pt x="254" y="116"/>
                  </a:lnTo>
                  <a:lnTo>
                    <a:pt x="260" y="113"/>
                  </a:lnTo>
                  <a:lnTo>
                    <a:pt x="266" y="111"/>
                  </a:lnTo>
                  <a:lnTo>
                    <a:pt x="268" y="110"/>
                  </a:lnTo>
                  <a:lnTo>
                    <a:pt x="270" y="109"/>
                  </a:lnTo>
                  <a:lnTo>
                    <a:pt x="271" y="108"/>
                  </a:lnTo>
                  <a:lnTo>
                    <a:pt x="272" y="107"/>
                  </a:lnTo>
                  <a:lnTo>
                    <a:pt x="273" y="106"/>
                  </a:lnTo>
                  <a:lnTo>
                    <a:pt x="273" y="105"/>
                  </a:lnTo>
                  <a:lnTo>
                    <a:pt x="273" y="104"/>
                  </a:lnTo>
                  <a:lnTo>
                    <a:pt x="273" y="104"/>
                  </a:lnTo>
                  <a:lnTo>
                    <a:pt x="273" y="102"/>
                  </a:lnTo>
                  <a:lnTo>
                    <a:pt x="272" y="101"/>
                  </a:lnTo>
                  <a:lnTo>
                    <a:pt x="271" y="100"/>
                  </a:lnTo>
                  <a:lnTo>
                    <a:pt x="270" y="99"/>
                  </a:lnTo>
                  <a:lnTo>
                    <a:pt x="266" y="96"/>
                  </a:lnTo>
                  <a:lnTo>
                    <a:pt x="261" y="91"/>
                  </a:lnTo>
                  <a:lnTo>
                    <a:pt x="258" y="89"/>
                  </a:lnTo>
                  <a:lnTo>
                    <a:pt x="255" y="86"/>
                  </a:lnTo>
                  <a:lnTo>
                    <a:pt x="253" y="83"/>
                  </a:lnTo>
                  <a:lnTo>
                    <a:pt x="251" y="79"/>
                  </a:lnTo>
                  <a:lnTo>
                    <a:pt x="249" y="76"/>
                  </a:lnTo>
                  <a:lnTo>
                    <a:pt x="247" y="74"/>
                  </a:lnTo>
                  <a:lnTo>
                    <a:pt x="245" y="71"/>
                  </a:lnTo>
                  <a:lnTo>
                    <a:pt x="242" y="67"/>
                  </a:lnTo>
                  <a:lnTo>
                    <a:pt x="238" y="65"/>
                  </a:lnTo>
                  <a:lnTo>
                    <a:pt x="234" y="62"/>
                  </a:lnTo>
                  <a:lnTo>
                    <a:pt x="230" y="59"/>
                  </a:lnTo>
                  <a:lnTo>
                    <a:pt x="227" y="58"/>
                  </a:lnTo>
                  <a:lnTo>
                    <a:pt x="224" y="57"/>
                  </a:lnTo>
                  <a:lnTo>
                    <a:pt x="220" y="56"/>
                  </a:lnTo>
                  <a:lnTo>
                    <a:pt x="220" y="54"/>
                  </a:lnTo>
                  <a:lnTo>
                    <a:pt x="220" y="50"/>
                  </a:lnTo>
                  <a:lnTo>
                    <a:pt x="219" y="46"/>
                  </a:lnTo>
                  <a:lnTo>
                    <a:pt x="219" y="43"/>
                  </a:lnTo>
                  <a:lnTo>
                    <a:pt x="216" y="35"/>
                  </a:lnTo>
                  <a:lnTo>
                    <a:pt x="214" y="27"/>
                  </a:lnTo>
                  <a:lnTo>
                    <a:pt x="212" y="23"/>
                  </a:lnTo>
                  <a:lnTo>
                    <a:pt x="211" y="19"/>
                  </a:lnTo>
                  <a:lnTo>
                    <a:pt x="210" y="13"/>
                  </a:lnTo>
                  <a:lnTo>
                    <a:pt x="210" y="8"/>
                  </a:lnTo>
                  <a:lnTo>
                    <a:pt x="210" y="6"/>
                  </a:lnTo>
                  <a:lnTo>
                    <a:pt x="210" y="4"/>
                  </a:lnTo>
                  <a:lnTo>
                    <a:pt x="210" y="3"/>
                  </a:lnTo>
                  <a:lnTo>
                    <a:pt x="210" y="3"/>
                  </a:lnTo>
                  <a:lnTo>
                    <a:pt x="210" y="2"/>
                  </a:lnTo>
                  <a:lnTo>
                    <a:pt x="209" y="2"/>
                  </a:lnTo>
                  <a:lnTo>
                    <a:pt x="207" y="1"/>
                  </a:lnTo>
                  <a:lnTo>
                    <a:pt x="205" y="0"/>
                  </a:lnTo>
                  <a:lnTo>
                    <a:pt x="203" y="0"/>
                  </a:lnTo>
                  <a:lnTo>
                    <a:pt x="202" y="0"/>
                  </a:lnTo>
                  <a:lnTo>
                    <a:pt x="201" y="0"/>
                  </a:lnTo>
                  <a:lnTo>
                    <a:pt x="200" y="1"/>
                  </a:lnTo>
                  <a:lnTo>
                    <a:pt x="197" y="2"/>
                  </a:lnTo>
                  <a:lnTo>
                    <a:pt x="194" y="3"/>
                  </a:lnTo>
                  <a:lnTo>
                    <a:pt x="190" y="5"/>
                  </a:lnTo>
                  <a:lnTo>
                    <a:pt x="186" y="6"/>
                  </a:lnTo>
                  <a:lnTo>
                    <a:pt x="182" y="7"/>
                  </a:lnTo>
                  <a:lnTo>
                    <a:pt x="177" y="7"/>
                  </a:lnTo>
                  <a:lnTo>
                    <a:pt x="172" y="9"/>
                  </a:lnTo>
                  <a:lnTo>
                    <a:pt x="169" y="11"/>
                  </a:lnTo>
                  <a:lnTo>
                    <a:pt x="164" y="12"/>
                  </a:lnTo>
                  <a:lnTo>
                    <a:pt x="160" y="15"/>
                  </a:lnTo>
                  <a:lnTo>
                    <a:pt x="156" y="17"/>
                  </a:lnTo>
                  <a:lnTo>
                    <a:pt x="152" y="19"/>
                  </a:lnTo>
                  <a:lnTo>
                    <a:pt x="145" y="24"/>
                  </a:lnTo>
                  <a:lnTo>
                    <a:pt x="137" y="30"/>
                  </a:lnTo>
                  <a:lnTo>
                    <a:pt x="137" y="30"/>
                  </a:lnTo>
                  <a:lnTo>
                    <a:pt x="137" y="30"/>
                  </a:lnTo>
                  <a:lnTo>
                    <a:pt x="136" y="30"/>
                  </a:lnTo>
                  <a:lnTo>
                    <a:pt x="136" y="30"/>
                  </a:lnTo>
                  <a:lnTo>
                    <a:pt x="129" y="24"/>
                  </a:lnTo>
                  <a:lnTo>
                    <a:pt x="121" y="19"/>
                  </a:lnTo>
                  <a:lnTo>
                    <a:pt x="117" y="17"/>
                  </a:lnTo>
                  <a:lnTo>
                    <a:pt x="113" y="15"/>
                  </a:lnTo>
                  <a:lnTo>
                    <a:pt x="109" y="12"/>
                  </a:lnTo>
                  <a:lnTo>
                    <a:pt x="105" y="11"/>
                  </a:lnTo>
                  <a:lnTo>
                    <a:pt x="101" y="9"/>
                  </a:lnTo>
                  <a:lnTo>
                    <a:pt x="96" y="7"/>
                  </a:lnTo>
                  <a:lnTo>
                    <a:pt x="91" y="7"/>
                  </a:lnTo>
                  <a:lnTo>
                    <a:pt x="87" y="6"/>
                  </a:lnTo>
                  <a:lnTo>
                    <a:pt x="83" y="5"/>
                  </a:lnTo>
                  <a:lnTo>
                    <a:pt x="80" y="3"/>
                  </a:lnTo>
                  <a:lnTo>
                    <a:pt x="76" y="2"/>
                  </a:lnTo>
                  <a:lnTo>
                    <a:pt x="73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66" y="1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3" y="3"/>
                  </a:lnTo>
                  <a:lnTo>
                    <a:pt x="63" y="3"/>
                  </a:lnTo>
                  <a:lnTo>
                    <a:pt x="63" y="4"/>
                  </a:lnTo>
                  <a:lnTo>
                    <a:pt x="62" y="6"/>
                  </a:lnTo>
                  <a:lnTo>
                    <a:pt x="63" y="8"/>
                  </a:lnTo>
                  <a:lnTo>
                    <a:pt x="62" y="13"/>
                  </a:lnTo>
                  <a:lnTo>
                    <a:pt x="61" y="19"/>
                  </a:lnTo>
                  <a:lnTo>
                    <a:pt x="61" y="23"/>
                  </a:lnTo>
                  <a:lnTo>
                    <a:pt x="60" y="27"/>
                  </a:lnTo>
                  <a:lnTo>
                    <a:pt x="57" y="35"/>
                  </a:lnTo>
                  <a:lnTo>
                    <a:pt x="54" y="43"/>
                  </a:lnTo>
                  <a:lnTo>
                    <a:pt x="53" y="46"/>
                  </a:lnTo>
                  <a:lnTo>
                    <a:pt x="53" y="50"/>
                  </a:lnTo>
                  <a:lnTo>
                    <a:pt x="53" y="54"/>
                  </a:lnTo>
                  <a:lnTo>
                    <a:pt x="53" y="56"/>
                  </a:lnTo>
                  <a:lnTo>
                    <a:pt x="49" y="57"/>
                  </a:lnTo>
                  <a:lnTo>
                    <a:pt x="46" y="58"/>
                  </a:lnTo>
                  <a:lnTo>
                    <a:pt x="43" y="59"/>
                  </a:lnTo>
                  <a:lnTo>
                    <a:pt x="39" y="62"/>
                  </a:lnTo>
                  <a:lnTo>
                    <a:pt x="34" y="65"/>
                  </a:lnTo>
                  <a:lnTo>
                    <a:pt x="31" y="67"/>
                  </a:lnTo>
                  <a:lnTo>
                    <a:pt x="29" y="71"/>
                  </a:lnTo>
                  <a:lnTo>
                    <a:pt x="26" y="74"/>
                  </a:lnTo>
                  <a:lnTo>
                    <a:pt x="24" y="76"/>
                  </a:lnTo>
                  <a:lnTo>
                    <a:pt x="22" y="79"/>
                  </a:lnTo>
                  <a:lnTo>
                    <a:pt x="20" y="83"/>
                  </a:lnTo>
                  <a:lnTo>
                    <a:pt x="17" y="86"/>
                  </a:lnTo>
                  <a:lnTo>
                    <a:pt x="15" y="89"/>
                  </a:lnTo>
                  <a:lnTo>
                    <a:pt x="13" y="91"/>
                  </a:lnTo>
                  <a:lnTo>
                    <a:pt x="7" y="96"/>
                  </a:lnTo>
                  <a:lnTo>
                    <a:pt x="3" y="99"/>
                  </a:lnTo>
                  <a:lnTo>
                    <a:pt x="1" y="100"/>
                  </a:lnTo>
                  <a:lnTo>
                    <a:pt x="1" y="101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5" y="110"/>
                  </a:lnTo>
                  <a:lnTo>
                    <a:pt x="7" y="111"/>
                  </a:lnTo>
                  <a:lnTo>
                    <a:pt x="13" y="113"/>
                  </a:lnTo>
                  <a:lnTo>
                    <a:pt x="20" y="116"/>
                  </a:lnTo>
                  <a:lnTo>
                    <a:pt x="26" y="119"/>
                  </a:lnTo>
                  <a:lnTo>
                    <a:pt x="31" y="121"/>
                  </a:lnTo>
                  <a:lnTo>
                    <a:pt x="36" y="124"/>
                  </a:lnTo>
                  <a:lnTo>
                    <a:pt x="40" y="128"/>
                  </a:lnTo>
                  <a:lnTo>
                    <a:pt x="42" y="129"/>
                  </a:lnTo>
                  <a:lnTo>
                    <a:pt x="44" y="131"/>
                  </a:lnTo>
                  <a:lnTo>
                    <a:pt x="46" y="132"/>
                  </a:lnTo>
                  <a:lnTo>
                    <a:pt x="48" y="132"/>
                  </a:lnTo>
                  <a:lnTo>
                    <a:pt x="50" y="132"/>
                  </a:lnTo>
                  <a:lnTo>
                    <a:pt x="54" y="133"/>
                  </a:lnTo>
                  <a:lnTo>
                    <a:pt x="58" y="134"/>
                  </a:lnTo>
                  <a:lnTo>
                    <a:pt x="62" y="134"/>
                  </a:lnTo>
                  <a:lnTo>
                    <a:pt x="67" y="133"/>
                  </a:lnTo>
                  <a:lnTo>
                    <a:pt x="72" y="132"/>
                  </a:lnTo>
                  <a:lnTo>
                    <a:pt x="74" y="132"/>
                  </a:lnTo>
                  <a:lnTo>
                    <a:pt x="76" y="132"/>
                  </a:lnTo>
                  <a:lnTo>
                    <a:pt x="76" y="131"/>
                  </a:lnTo>
                  <a:lnTo>
                    <a:pt x="76" y="132"/>
                  </a:lnTo>
                  <a:lnTo>
                    <a:pt x="76" y="132"/>
                  </a:lnTo>
                  <a:lnTo>
                    <a:pt x="77" y="136"/>
                  </a:lnTo>
                  <a:lnTo>
                    <a:pt x="79" y="140"/>
                  </a:lnTo>
                  <a:lnTo>
                    <a:pt x="81" y="144"/>
                  </a:lnTo>
                  <a:lnTo>
                    <a:pt x="84" y="147"/>
                  </a:lnTo>
                  <a:lnTo>
                    <a:pt x="86" y="149"/>
                  </a:lnTo>
                  <a:lnTo>
                    <a:pt x="89" y="151"/>
                  </a:lnTo>
                  <a:lnTo>
                    <a:pt x="93" y="152"/>
                  </a:lnTo>
                  <a:lnTo>
                    <a:pt x="97" y="154"/>
                  </a:lnTo>
                  <a:lnTo>
                    <a:pt x="97" y="154"/>
                  </a:lnTo>
                  <a:lnTo>
                    <a:pt x="97" y="154"/>
                  </a:lnTo>
                  <a:close/>
                  <a:moveTo>
                    <a:pt x="130" y="71"/>
                  </a:moveTo>
                  <a:lnTo>
                    <a:pt x="130" y="100"/>
                  </a:lnTo>
                  <a:lnTo>
                    <a:pt x="130" y="100"/>
                  </a:lnTo>
                  <a:lnTo>
                    <a:pt x="129" y="100"/>
                  </a:lnTo>
                  <a:lnTo>
                    <a:pt x="129" y="97"/>
                  </a:lnTo>
                  <a:lnTo>
                    <a:pt x="129" y="95"/>
                  </a:lnTo>
                  <a:lnTo>
                    <a:pt x="127" y="91"/>
                  </a:lnTo>
                  <a:lnTo>
                    <a:pt x="125" y="86"/>
                  </a:lnTo>
                  <a:lnTo>
                    <a:pt x="123" y="80"/>
                  </a:lnTo>
                  <a:lnTo>
                    <a:pt x="120" y="76"/>
                  </a:lnTo>
                  <a:lnTo>
                    <a:pt x="117" y="72"/>
                  </a:lnTo>
                  <a:lnTo>
                    <a:pt x="117" y="71"/>
                  </a:lnTo>
                  <a:lnTo>
                    <a:pt x="108" y="78"/>
                  </a:lnTo>
                  <a:lnTo>
                    <a:pt x="110" y="80"/>
                  </a:lnTo>
                  <a:lnTo>
                    <a:pt x="112" y="84"/>
                  </a:lnTo>
                  <a:lnTo>
                    <a:pt x="114" y="88"/>
                  </a:lnTo>
                  <a:lnTo>
                    <a:pt x="116" y="92"/>
                  </a:lnTo>
                  <a:lnTo>
                    <a:pt x="117" y="93"/>
                  </a:lnTo>
                  <a:lnTo>
                    <a:pt x="117" y="95"/>
                  </a:lnTo>
                  <a:lnTo>
                    <a:pt x="115" y="94"/>
                  </a:lnTo>
                  <a:lnTo>
                    <a:pt x="113" y="93"/>
                  </a:lnTo>
                  <a:lnTo>
                    <a:pt x="110" y="93"/>
                  </a:lnTo>
                  <a:lnTo>
                    <a:pt x="108" y="93"/>
                  </a:lnTo>
                  <a:lnTo>
                    <a:pt x="107" y="91"/>
                  </a:lnTo>
                  <a:lnTo>
                    <a:pt x="106" y="88"/>
                  </a:lnTo>
                  <a:lnTo>
                    <a:pt x="105" y="85"/>
                  </a:lnTo>
                  <a:lnTo>
                    <a:pt x="102" y="80"/>
                  </a:lnTo>
                  <a:lnTo>
                    <a:pt x="101" y="78"/>
                  </a:lnTo>
                  <a:lnTo>
                    <a:pt x="99" y="75"/>
                  </a:lnTo>
                  <a:lnTo>
                    <a:pt x="97" y="71"/>
                  </a:lnTo>
                  <a:lnTo>
                    <a:pt x="94" y="69"/>
                  </a:lnTo>
                  <a:lnTo>
                    <a:pt x="92" y="67"/>
                  </a:lnTo>
                  <a:lnTo>
                    <a:pt x="89" y="64"/>
                  </a:lnTo>
                  <a:lnTo>
                    <a:pt x="85" y="62"/>
                  </a:lnTo>
                  <a:lnTo>
                    <a:pt x="81" y="59"/>
                  </a:lnTo>
                  <a:lnTo>
                    <a:pt x="77" y="58"/>
                  </a:lnTo>
                  <a:lnTo>
                    <a:pt x="73" y="57"/>
                  </a:lnTo>
                  <a:lnTo>
                    <a:pt x="69" y="56"/>
                  </a:lnTo>
                  <a:lnTo>
                    <a:pt x="65" y="56"/>
                  </a:lnTo>
                  <a:lnTo>
                    <a:pt x="65" y="55"/>
                  </a:lnTo>
                  <a:lnTo>
                    <a:pt x="65" y="50"/>
                  </a:lnTo>
                  <a:lnTo>
                    <a:pt x="65" y="45"/>
                  </a:lnTo>
                  <a:lnTo>
                    <a:pt x="67" y="41"/>
                  </a:lnTo>
                  <a:lnTo>
                    <a:pt x="69" y="35"/>
                  </a:lnTo>
                  <a:lnTo>
                    <a:pt x="69" y="32"/>
                  </a:lnTo>
                  <a:lnTo>
                    <a:pt x="71" y="29"/>
                  </a:lnTo>
                  <a:lnTo>
                    <a:pt x="72" y="26"/>
                  </a:lnTo>
                  <a:lnTo>
                    <a:pt x="72" y="23"/>
                  </a:lnTo>
                  <a:lnTo>
                    <a:pt x="73" y="17"/>
                  </a:lnTo>
                  <a:lnTo>
                    <a:pt x="73" y="13"/>
                  </a:lnTo>
                  <a:lnTo>
                    <a:pt x="74" y="13"/>
                  </a:lnTo>
                  <a:lnTo>
                    <a:pt x="77" y="15"/>
                  </a:lnTo>
                  <a:lnTo>
                    <a:pt x="81" y="16"/>
                  </a:lnTo>
                  <a:lnTo>
                    <a:pt x="87" y="17"/>
                  </a:lnTo>
                  <a:lnTo>
                    <a:pt x="95" y="19"/>
                  </a:lnTo>
                  <a:lnTo>
                    <a:pt x="101" y="20"/>
                  </a:lnTo>
                  <a:lnTo>
                    <a:pt x="104" y="22"/>
                  </a:lnTo>
                  <a:lnTo>
                    <a:pt x="106" y="23"/>
                  </a:lnTo>
                  <a:lnTo>
                    <a:pt x="108" y="24"/>
                  </a:lnTo>
                  <a:lnTo>
                    <a:pt x="110" y="25"/>
                  </a:lnTo>
                  <a:lnTo>
                    <a:pt x="115" y="28"/>
                  </a:lnTo>
                  <a:lnTo>
                    <a:pt x="119" y="31"/>
                  </a:lnTo>
                  <a:lnTo>
                    <a:pt x="123" y="35"/>
                  </a:lnTo>
                  <a:lnTo>
                    <a:pt x="128" y="38"/>
                  </a:lnTo>
                  <a:lnTo>
                    <a:pt x="129" y="39"/>
                  </a:lnTo>
                  <a:lnTo>
                    <a:pt x="132" y="40"/>
                  </a:lnTo>
                  <a:lnTo>
                    <a:pt x="134" y="41"/>
                  </a:lnTo>
                  <a:lnTo>
                    <a:pt x="137" y="42"/>
                  </a:lnTo>
                  <a:lnTo>
                    <a:pt x="139" y="41"/>
                  </a:lnTo>
                  <a:lnTo>
                    <a:pt x="141" y="40"/>
                  </a:lnTo>
                  <a:lnTo>
                    <a:pt x="143" y="39"/>
                  </a:lnTo>
                  <a:lnTo>
                    <a:pt x="145" y="38"/>
                  </a:lnTo>
                  <a:lnTo>
                    <a:pt x="150" y="35"/>
                  </a:lnTo>
                  <a:lnTo>
                    <a:pt x="154" y="31"/>
                  </a:lnTo>
                  <a:lnTo>
                    <a:pt x="158" y="28"/>
                  </a:lnTo>
                  <a:lnTo>
                    <a:pt x="162" y="25"/>
                  </a:lnTo>
                  <a:lnTo>
                    <a:pt x="165" y="24"/>
                  </a:lnTo>
                  <a:lnTo>
                    <a:pt x="167" y="23"/>
                  </a:lnTo>
                  <a:lnTo>
                    <a:pt x="170" y="22"/>
                  </a:lnTo>
                  <a:lnTo>
                    <a:pt x="172" y="20"/>
                  </a:lnTo>
                  <a:lnTo>
                    <a:pt x="178" y="19"/>
                  </a:lnTo>
                  <a:lnTo>
                    <a:pt x="186" y="17"/>
                  </a:lnTo>
                  <a:lnTo>
                    <a:pt x="192" y="16"/>
                  </a:lnTo>
                  <a:lnTo>
                    <a:pt x="196" y="15"/>
                  </a:lnTo>
                  <a:lnTo>
                    <a:pt x="199" y="13"/>
                  </a:lnTo>
                  <a:lnTo>
                    <a:pt x="199" y="13"/>
                  </a:lnTo>
                  <a:lnTo>
                    <a:pt x="200" y="17"/>
                  </a:lnTo>
                  <a:lnTo>
                    <a:pt x="201" y="23"/>
                  </a:lnTo>
                  <a:lnTo>
                    <a:pt x="202" y="26"/>
                  </a:lnTo>
                  <a:lnTo>
                    <a:pt x="202" y="29"/>
                  </a:lnTo>
                  <a:lnTo>
                    <a:pt x="203" y="32"/>
                  </a:lnTo>
                  <a:lnTo>
                    <a:pt x="205" y="35"/>
                  </a:lnTo>
                  <a:lnTo>
                    <a:pt x="206" y="41"/>
                  </a:lnTo>
                  <a:lnTo>
                    <a:pt x="208" y="45"/>
                  </a:lnTo>
                  <a:lnTo>
                    <a:pt x="208" y="50"/>
                  </a:lnTo>
                  <a:lnTo>
                    <a:pt x="208" y="55"/>
                  </a:lnTo>
                  <a:lnTo>
                    <a:pt x="208" y="56"/>
                  </a:lnTo>
                  <a:lnTo>
                    <a:pt x="205" y="56"/>
                  </a:lnTo>
                  <a:lnTo>
                    <a:pt x="200" y="57"/>
                  </a:lnTo>
                  <a:lnTo>
                    <a:pt x="196" y="58"/>
                  </a:lnTo>
                  <a:lnTo>
                    <a:pt x="192" y="59"/>
                  </a:lnTo>
                  <a:lnTo>
                    <a:pt x="188" y="62"/>
                  </a:lnTo>
                  <a:lnTo>
                    <a:pt x="184" y="64"/>
                  </a:lnTo>
                  <a:lnTo>
                    <a:pt x="181" y="67"/>
                  </a:lnTo>
                  <a:lnTo>
                    <a:pt x="178" y="69"/>
                  </a:lnTo>
                  <a:lnTo>
                    <a:pt x="176" y="71"/>
                  </a:lnTo>
                  <a:lnTo>
                    <a:pt x="174" y="75"/>
                  </a:lnTo>
                  <a:lnTo>
                    <a:pt x="172" y="78"/>
                  </a:lnTo>
                  <a:lnTo>
                    <a:pt x="170" y="80"/>
                  </a:lnTo>
                  <a:lnTo>
                    <a:pt x="168" y="85"/>
                  </a:lnTo>
                  <a:lnTo>
                    <a:pt x="166" y="88"/>
                  </a:lnTo>
                  <a:lnTo>
                    <a:pt x="166" y="91"/>
                  </a:lnTo>
                  <a:lnTo>
                    <a:pt x="166" y="93"/>
                  </a:lnTo>
                  <a:lnTo>
                    <a:pt x="163" y="93"/>
                  </a:lnTo>
                  <a:lnTo>
                    <a:pt x="161" y="93"/>
                  </a:lnTo>
                  <a:lnTo>
                    <a:pt x="158" y="94"/>
                  </a:lnTo>
                  <a:lnTo>
                    <a:pt x="156" y="95"/>
                  </a:lnTo>
                  <a:lnTo>
                    <a:pt x="156" y="93"/>
                  </a:lnTo>
                  <a:lnTo>
                    <a:pt x="157" y="92"/>
                  </a:lnTo>
                  <a:lnTo>
                    <a:pt x="158" y="88"/>
                  </a:lnTo>
                  <a:lnTo>
                    <a:pt x="161" y="84"/>
                  </a:lnTo>
                  <a:lnTo>
                    <a:pt x="163" y="80"/>
                  </a:lnTo>
                  <a:lnTo>
                    <a:pt x="165" y="78"/>
                  </a:lnTo>
                  <a:lnTo>
                    <a:pt x="156" y="71"/>
                  </a:lnTo>
                  <a:lnTo>
                    <a:pt x="155" y="72"/>
                  </a:lnTo>
                  <a:lnTo>
                    <a:pt x="153" y="76"/>
                  </a:lnTo>
                  <a:lnTo>
                    <a:pt x="150" y="80"/>
                  </a:lnTo>
                  <a:lnTo>
                    <a:pt x="147" y="86"/>
                  </a:lnTo>
                  <a:lnTo>
                    <a:pt x="145" y="91"/>
                  </a:lnTo>
                  <a:lnTo>
                    <a:pt x="145" y="95"/>
                  </a:lnTo>
                  <a:lnTo>
                    <a:pt x="144" y="97"/>
                  </a:lnTo>
                  <a:lnTo>
                    <a:pt x="144" y="100"/>
                  </a:lnTo>
                  <a:lnTo>
                    <a:pt x="143" y="100"/>
                  </a:lnTo>
                  <a:lnTo>
                    <a:pt x="142" y="100"/>
                  </a:lnTo>
                  <a:lnTo>
                    <a:pt x="142" y="71"/>
                  </a:lnTo>
                  <a:lnTo>
                    <a:pt x="130" y="71"/>
                  </a:lnTo>
                  <a:lnTo>
                    <a:pt x="130" y="71"/>
                  </a:lnTo>
                  <a:close/>
                  <a:moveTo>
                    <a:pt x="137" y="45"/>
                  </a:moveTo>
                  <a:lnTo>
                    <a:pt x="138" y="45"/>
                  </a:lnTo>
                  <a:lnTo>
                    <a:pt x="140" y="46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4" y="49"/>
                  </a:lnTo>
                  <a:lnTo>
                    <a:pt x="145" y="51"/>
                  </a:lnTo>
                  <a:lnTo>
                    <a:pt x="145" y="52"/>
                  </a:lnTo>
                  <a:lnTo>
                    <a:pt x="145" y="54"/>
                  </a:lnTo>
                  <a:lnTo>
                    <a:pt x="145" y="56"/>
                  </a:lnTo>
                  <a:lnTo>
                    <a:pt x="145" y="58"/>
                  </a:lnTo>
                  <a:lnTo>
                    <a:pt x="144" y="59"/>
                  </a:lnTo>
                  <a:lnTo>
                    <a:pt x="143" y="61"/>
                  </a:lnTo>
                  <a:lnTo>
                    <a:pt x="141" y="62"/>
                  </a:lnTo>
                  <a:lnTo>
                    <a:pt x="140" y="63"/>
                  </a:lnTo>
                  <a:lnTo>
                    <a:pt x="138" y="63"/>
                  </a:lnTo>
                  <a:lnTo>
                    <a:pt x="137" y="63"/>
                  </a:lnTo>
                  <a:lnTo>
                    <a:pt x="134" y="63"/>
                  </a:lnTo>
                  <a:lnTo>
                    <a:pt x="133" y="63"/>
                  </a:lnTo>
                  <a:lnTo>
                    <a:pt x="131" y="62"/>
                  </a:lnTo>
                  <a:lnTo>
                    <a:pt x="130" y="61"/>
                  </a:lnTo>
                  <a:lnTo>
                    <a:pt x="129" y="59"/>
                  </a:lnTo>
                  <a:lnTo>
                    <a:pt x="128" y="58"/>
                  </a:lnTo>
                  <a:lnTo>
                    <a:pt x="127" y="56"/>
                  </a:lnTo>
                  <a:lnTo>
                    <a:pt x="127" y="54"/>
                  </a:lnTo>
                  <a:lnTo>
                    <a:pt x="127" y="52"/>
                  </a:lnTo>
                  <a:lnTo>
                    <a:pt x="128" y="51"/>
                  </a:lnTo>
                  <a:lnTo>
                    <a:pt x="129" y="49"/>
                  </a:lnTo>
                  <a:lnTo>
                    <a:pt x="130" y="47"/>
                  </a:lnTo>
                  <a:lnTo>
                    <a:pt x="131" y="47"/>
                  </a:lnTo>
                  <a:lnTo>
                    <a:pt x="133" y="46"/>
                  </a:lnTo>
                  <a:lnTo>
                    <a:pt x="134" y="45"/>
                  </a:lnTo>
                  <a:lnTo>
                    <a:pt x="137" y="45"/>
                  </a:lnTo>
                  <a:lnTo>
                    <a:pt x="137" y="45"/>
                  </a:lnTo>
                  <a:close/>
                  <a:moveTo>
                    <a:pt x="137" y="184"/>
                  </a:moveTo>
                  <a:lnTo>
                    <a:pt x="134" y="184"/>
                  </a:lnTo>
                  <a:lnTo>
                    <a:pt x="133" y="184"/>
                  </a:lnTo>
                  <a:lnTo>
                    <a:pt x="130" y="183"/>
                  </a:lnTo>
                  <a:lnTo>
                    <a:pt x="129" y="182"/>
                  </a:lnTo>
                  <a:lnTo>
                    <a:pt x="125" y="180"/>
                  </a:lnTo>
                  <a:lnTo>
                    <a:pt x="121" y="177"/>
                  </a:lnTo>
                  <a:lnTo>
                    <a:pt x="119" y="174"/>
                  </a:lnTo>
                  <a:lnTo>
                    <a:pt x="116" y="171"/>
                  </a:lnTo>
                  <a:lnTo>
                    <a:pt x="114" y="167"/>
                  </a:lnTo>
                  <a:lnTo>
                    <a:pt x="113" y="164"/>
                  </a:lnTo>
                  <a:lnTo>
                    <a:pt x="110" y="160"/>
                  </a:lnTo>
                  <a:lnTo>
                    <a:pt x="109" y="156"/>
                  </a:lnTo>
                  <a:lnTo>
                    <a:pt x="113" y="157"/>
                  </a:lnTo>
                  <a:lnTo>
                    <a:pt x="115" y="159"/>
                  </a:lnTo>
                  <a:lnTo>
                    <a:pt x="118" y="160"/>
                  </a:lnTo>
                  <a:lnTo>
                    <a:pt x="121" y="164"/>
                  </a:lnTo>
                  <a:lnTo>
                    <a:pt x="128" y="169"/>
                  </a:lnTo>
                  <a:lnTo>
                    <a:pt x="132" y="173"/>
                  </a:lnTo>
                  <a:lnTo>
                    <a:pt x="134" y="176"/>
                  </a:lnTo>
                  <a:lnTo>
                    <a:pt x="137" y="177"/>
                  </a:lnTo>
                  <a:lnTo>
                    <a:pt x="138" y="176"/>
                  </a:lnTo>
                  <a:lnTo>
                    <a:pt x="141" y="173"/>
                  </a:lnTo>
                  <a:lnTo>
                    <a:pt x="145" y="169"/>
                  </a:lnTo>
                  <a:lnTo>
                    <a:pt x="151" y="164"/>
                  </a:lnTo>
                  <a:lnTo>
                    <a:pt x="154" y="160"/>
                  </a:lnTo>
                  <a:lnTo>
                    <a:pt x="158" y="159"/>
                  </a:lnTo>
                  <a:lnTo>
                    <a:pt x="160" y="157"/>
                  </a:lnTo>
                  <a:lnTo>
                    <a:pt x="163" y="156"/>
                  </a:lnTo>
                  <a:lnTo>
                    <a:pt x="162" y="160"/>
                  </a:lnTo>
                  <a:lnTo>
                    <a:pt x="161" y="164"/>
                  </a:lnTo>
                  <a:lnTo>
                    <a:pt x="159" y="167"/>
                  </a:lnTo>
                  <a:lnTo>
                    <a:pt x="157" y="171"/>
                  </a:lnTo>
                  <a:lnTo>
                    <a:pt x="154" y="174"/>
                  </a:lnTo>
                  <a:lnTo>
                    <a:pt x="151" y="177"/>
                  </a:lnTo>
                  <a:lnTo>
                    <a:pt x="148" y="180"/>
                  </a:lnTo>
                  <a:lnTo>
                    <a:pt x="144" y="182"/>
                  </a:lnTo>
                  <a:lnTo>
                    <a:pt x="142" y="183"/>
                  </a:lnTo>
                  <a:lnTo>
                    <a:pt x="141" y="184"/>
                  </a:lnTo>
                  <a:lnTo>
                    <a:pt x="138" y="184"/>
                  </a:lnTo>
                  <a:lnTo>
                    <a:pt x="137" y="184"/>
                  </a:lnTo>
                  <a:lnTo>
                    <a:pt x="137" y="184"/>
                  </a:lnTo>
                  <a:close/>
                  <a:moveTo>
                    <a:pt x="137" y="164"/>
                  </a:moveTo>
                  <a:lnTo>
                    <a:pt x="134" y="161"/>
                  </a:lnTo>
                  <a:lnTo>
                    <a:pt x="130" y="157"/>
                  </a:lnTo>
                  <a:lnTo>
                    <a:pt x="125" y="153"/>
                  </a:lnTo>
                  <a:lnTo>
                    <a:pt x="121" y="150"/>
                  </a:lnTo>
                  <a:lnTo>
                    <a:pt x="119" y="148"/>
                  </a:lnTo>
                  <a:lnTo>
                    <a:pt x="117" y="148"/>
                  </a:lnTo>
                  <a:lnTo>
                    <a:pt x="114" y="147"/>
                  </a:lnTo>
                  <a:lnTo>
                    <a:pt x="112" y="146"/>
                  </a:lnTo>
                  <a:lnTo>
                    <a:pt x="105" y="144"/>
                  </a:lnTo>
                  <a:lnTo>
                    <a:pt x="100" y="143"/>
                  </a:lnTo>
                  <a:lnTo>
                    <a:pt x="97" y="143"/>
                  </a:lnTo>
                  <a:lnTo>
                    <a:pt x="96" y="142"/>
                  </a:lnTo>
                  <a:lnTo>
                    <a:pt x="95" y="141"/>
                  </a:lnTo>
                  <a:lnTo>
                    <a:pt x="93" y="140"/>
                  </a:lnTo>
                  <a:lnTo>
                    <a:pt x="91" y="137"/>
                  </a:lnTo>
                  <a:lnTo>
                    <a:pt x="89" y="134"/>
                  </a:lnTo>
                  <a:lnTo>
                    <a:pt x="87" y="132"/>
                  </a:lnTo>
                  <a:lnTo>
                    <a:pt x="86" y="128"/>
                  </a:lnTo>
                  <a:lnTo>
                    <a:pt x="85" y="125"/>
                  </a:lnTo>
                  <a:lnTo>
                    <a:pt x="86" y="123"/>
                  </a:lnTo>
                  <a:lnTo>
                    <a:pt x="87" y="120"/>
                  </a:lnTo>
                  <a:lnTo>
                    <a:pt x="88" y="118"/>
                  </a:lnTo>
                  <a:lnTo>
                    <a:pt x="89" y="116"/>
                  </a:lnTo>
                  <a:lnTo>
                    <a:pt x="89" y="114"/>
                  </a:lnTo>
                  <a:lnTo>
                    <a:pt x="91" y="112"/>
                  </a:lnTo>
                  <a:lnTo>
                    <a:pt x="93" y="111"/>
                  </a:lnTo>
                  <a:lnTo>
                    <a:pt x="93" y="109"/>
                  </a:lnTo>
                  <a:lnTo>
                    <a:pt x="95" y="108"/>
                  </a:lnTo>
                  <a:lnTo>
                    <a:pt x="97" y="108"/>
                  </a:lnTo>
                  <a:lnTo>
                    <a:pt x="99" y="106"/>
                  </a:lnTo>
                  <a:lnTo>
                    <a:pt x="101" y="106"/>
                  </a:lnTo>
                  <a:lnTo>
                    <a:pt x="102" y="105"/>
                  </a:lnTo>
                  <a:lnTo>
                    <a:pt x="106" y="104"/>
                  </a:lnTo>
                  <a:lnTo>
                    <a:pt x="109" y="104"/>
                  </a:lnTo>
                  <a:lnTo>
                    <a:pt x="113" y="104"/>
                  </a:lnTo>
                  <a:lnTo>
                    <a:pt x="116" y="105"/>
                  </a:lnTo>
                  <a:lnTo>
                    <a:pt x="119" y="107"/>
                  </a:lnTo>
                  <a:lnTo>
                    <a:pt x="122" y="108"/>
                  </a:lnTo>
                  <a:lnTo>
                    <a:pt x="129" y="112"/>
                  </a:lnTo>
                  <a:lnTo>
                    <a:pt x="133" y="115"/>
                  </a:lnTo>
                  <a:lnTo>
                    <a:pt x="134" y="116"/>
                  </a:lnTo>
                  <a:lnTo>
                    <a:pt x="135" y="116"/>
                  </a:lnTo>
                  <a:lnTo>
                    <a:pt x="136" y="116"/>
                  </a:lnTo>
                  <a:lnTo>
                    <a:pt x="137" y="116"/>
                  </a:lnTo>
                  <a:lnTo>
                    <a:pt x="137" y="116"/>
                  </a:lnTo>
                  <a:lnTo>
                    <a:pt x="137" y="116"/>
                  </a:lnTo>
                  <a:lnTo>
                    <a:pt x="139" y="116"/>
                  </a:lnTo>
                  <a:lnTo>
                    <a:pt x="140" y="115"/>
                  </a:lnTo>
                  <a:lnTo>
                    <a:pt x="145" y="112"/>
                  </a:lnTo>
                  <a:lnTo>
                    <a:pt x="150" y="108"/>
                  </a:lnTo>
                  <a:lnTo>
                    <a:pt x="154" y="107"/>
                  </a:lnTo>
                  <a:lnTo>
                    <a:pt x="157" y="105"/>
                  </a:lnTo>
                  <a:lnTo>
                    <a:pt x="160" y="104"/>
                  </a:lnTo>
                  <a:lnTo>
                    <a:pt x="163" y="104"/>
                  </a:lnTo>
                  <a:lnTo>
                    <a:pt x="167" y="104"/>
                  </a:lnTo>
                  <a:lnTo>
                    <a:pt x="171" y="105"/>
                  </a:lnTo>
                  <a:lnTo>
                    <a:pt x="173" y="106"/>
                  </a:lnTo>
                  <a:lnTo>
                    <a:pt x="174" y="106"/>
                  </a:lnTo>
                  <a:lnTo>
                    <a:pt x="176" y="108"/>
                  </a:lnTo>
                  <a:lnTo>
                    <a:pt x="178" y="108"/>
                  </a:lnTo>
                  <a:lnTo>
                    <a:pt x="179" y="109"/>
                  </a:lnTo>
                  <a:lnTo>
                    <a:pt x="181" y="111"/>
                  </a:lnTo>
                  <a:lnTo>
                    <a:pt x="182" y="112"/>
                  </a:lnTo>
                  <a:lnTo>
                    <a:pt x="183" y="114"/>
                  </a:lnTo>
                  <a:lnTo>
                    <a:pt x="184" y="116"/>
                  </a:lnTo>
                  <a:lnTo>
                    <a:pt x="186" y="118"/>
                  </a:lnTo>
                  <a:lnTo>
                    <a:pt x="186" y="120"/>
                  </a:lnTo>
                  <a:lnTo>
                    <a:pt x="187" y="123"/>
                  </a:lnTo>
                  <a:lnTo>
                    <a:pt x="187" y="125"/>
                  </a:lnTo>
                  <a:lnTo>
                    <a:pt x="186" y="128"/>
                  </a:lnTo>
                  <a:lnTo>
                    <a:pt x="186" y="132"/>
                  </a:lnTo>
                  <a:lnTo>
                    <a:pt x="184" y="134"/>
                  </a:lnTo>
                  <a:lnTo>
                    <a:pt x="182" y="137"/>
                  </a:lnTo>
                  <a:lnTo>
                    <a:pt x="180" y="140"/>
                  </a:lnTo>
                  <a:lnTo>
                    <a:pt x="178" y="141"/>
                  </a:lnTo>
                  <a:lnTo>
                    <a:pt x="177" y="142"/>
                  </a:lnTo>
                  <a:lnTo>
                    <a:pt x="175" y="143"/>
                  </a:lnTo>
                  <a:lnTo>
                    <a:pt x="174" y="143"/>
                  </a:lnTo>
                  <a:lnTo>
                    <a:pt x="167" y="144"/>
                  </a:lnTo>
                  <a:lnTo>
                    <a:pt x="162" y="146"/>
                  </a:lnTo>
                  <a:lnTo>
                    <a:pt x="158" y="147"/>
                  </a:lnTo>
                  <a:lnTo>
                    <a:pt x="156" y="148"/>
                  </a:lnTo>
                  <a:lnTo>
                    <a:pt x="154" y="148"/>
                  </a:lnTo>
                  <a:lnTo>
                    <a:pt x="152" y="150"/>
                  </a:lnTo>
                  <a:lnTo>
                    <a:pt x="147" y="153"/>
                  </a:lnTo>
                  <a:lnTo>
                    <a:pt x="143" y="157"/>
                  </a:lnTo>
                  <a:lnTo>
                    <a:pt x="139" y="161"/>
                  </a:lnTo>
                  <a:lnTo>
                    <a:pt x="137" y="164"/>
                  </a:lnTo>
                  <a:lnTo>
                    <a:pt x="137" y="164"/>
                  </a:lnTo>
                  <a:close/>
                  <a:moveTo>
                    <a:pt x="170" y="51"/>
                  </a:moveTo>
                  <a:lnTo>
                    <a:pt x="171" y="51"/>
                  </a:lnTo>
                  <a:lnTo>
                    <a:pt x="173" y="51"/>
                  </a:lnTo>
                  <a:lnTo>
                    <a:pt x="174" y="52"/>
                  </a:lnTo>
                  <a:lnTo>
                    <a:pt x="175" y="53"/>
                  </a:lnTo>
                  <a:lnTo>
                    <a:pt x="177" y="55"/>
                  </a:lnTo>
                  <a:lnTo>
                    <a:pt x="178" y="56"/>
                  </a:lnTo>
                  <a:lnTo>
                    <a:pt x="178" y="58"/>
                  </a:lnTo>
                  <a:lnTo>
                    <a:pt x="178" y="59"/>
                  </a:lnTo>
                  <a:lnTo>
                    <a:pt x="178" y="62"/>
                  </a:lnTo>
                  <a:lnTo>
                    <a:pt x="178" y="63"/>
                  </a:lnTo>
                  <a:lnTo>
                    <a:pt x="177" y="65"/>
                  </a:lnTo>
                  <a:lnTo>
                    <a:pt x="175" y="67"/>
                  </a:lnTo>
                  <a:lnTo>
                    <a:pt x="174" y="67"/>
                  </a:lnTo>
                  <a:lnTo>
                    <a:pt x="173" y="68"/>
                  </a:lnTo>
                  <a:lnTo>
                    <a:pt x="171" y="69"/>
                  </a:lnTo>
                  <a:lnTo>
                    <a:pt x="170" y="69"/>
                  </a:lnTo>
                  <a:lnTo>
                    <a:pt x="167" y="69"/>
                  </a:lnTo>
                  <a:lnTo>
                    <a:pt x="166" y="68"/>
                  </a:lnTo>
                  <a:lnTo>
                    <a:pt x="164" y="67"/>
                  </a:lnTo>
                  <a:lnTo>
                    <a:pt x="162" y="67"/>
                  </a:lnTo>
                  <a:lnTo>
                    <a:pt x="162" y="65"/>
                  </a:lnTo>
                  <a:lnTo>
                    <a:pt x="161" y="63"/>
                  </a:lnTo>
                  <a:lnTo>
                    <a:pt x="160" y="62"/>
                  </a:lnTo>
                  <a:lnTo>
                    <a:pt x="160" y="59"/>
                  </a:lnTo>
                  <a:lnTo>
                    <a:pt x="160" y="58"/>
                  </a:lnTo>
                  <a:lnTo>
                    <a:pt x="161" y="56"/>
                  </a:lnTo>
                  <a:lnTo>
                    <a:pt x="162" y="55"/>
                  </a:lnTo>
                  <a:lnTo>
                    <a:pt x="162" y="53"/>
                  </a:lnTo>
                  <a:lnTo>
                    <a:pt x="164" y="52"/>
                  </a:lnTo>
                  <a:lnTo>
                    <a:pt x="166" y="51"/>
                  </a:lnTo>
                  <a:lnTo>
                    <a:pt x="167" y="51"/>
                  </a:lnTo>
                  <a:lnTo>
                    <a:pt x="170" y="51"/>
                  </a:lnTo>
                  <a:lnTo>
                    <a:pt x="170" y="51"/>
                  </a:lnTo>
                  <a:close/>
                  <a:moveTo>
                    <a:pt x="175" y="96"/>
                  </a:moveTo>
                  <a:lnTo>
                    <a:pt x="177" y="95"/>
                  </a:lnTo>
                  <a:lnTo>
                    <a:pt x="177" y="93"/>
                  </a:lnTo>
                  <a:lnTo>
                    <a:pt x="179" y="88"/>
                  </a:lnTo>
                  <a:lnTo>
                    <a:pt x="181" y="84"/>
                  </a:lnTo>
                  <a:lnTo>
                    <a:pt x="183" y="81"/>
                  </a:lnTo>
                  <a:lnTo>
                    <a:pt x="186" y="78"/>
                  </a:lnTo>
                  <a:lnTo>
                    <a:pt x="188" y="76"/>
                  </a:lnTo>
                  <a:lnTo>
                    <a:pt x="190" y="74"/>
                  </a:lnTo>
                  <a:lnTo>
                    <a:pt x="194" y="72"/>
                  </a:lnTo>
                  <a:lnTo>
                    <a:pt x="196" y="71"/>
                  </a:lnTo>
                  <a:lnTo>
                    <a:pt x="198" y="69"/>
                  </a:lnTo>
                  <a:lnTo>
                    <a:pt x="202" y="68"/>
                  </a:lnTo>
                  <a:lnTo>
                    <a:pt x="205" y="67"/>
                  </a:lnTo>
                  <a:lnTo>
                    <a:pt x="209" y="67"/>
                  </a:lnTo>
                  <a:lnTo>
                    <a:pt x="213" y="67"/>
                  </a:lnTo>
                  <a:lnTo>
                    <a:pt x="217" y="67"/>
                  </a:lnTo>
                  <a:lnTo>
                    <a:pt x="221" y="67"/>
                  </a:lnTo>
                  <a:lnTo>
                    <a:pt x="223" y="68"/>
                  </a:lnTo>
                  <a:lnTo>
                    <a:pt x="226" y="69"/>
                  </a:lnTo>
                  <a:lnTo>
                    <a:pt x="229" y="71"/>
                  </a:lnTo>
                  <a:lnTo>
                    <a:pt x="230" y="72"/>
                  </a:lnTo>
                  <a:lnTo>
                    <a:pt x="232" y="73"/>
                  </a:lnTo>
                  <a:lnTo>
                    <a:pt x="234" y="75"/>
                  </a:lnTo>
                  <a:lnTo>
                    <a:pt x="236" y="76"/>
                  </a:lnTo>
                  <a:lnTo>
                    <a:pt x="238" y="79"/>
                  </a:lnTo>
                  <a:lnTo>
                    <a:pt x="238" y="80"/>
                  </a:lnTo>
                  <a:lnTo>
                    <a:pt x="240" y="82"/>
                  </a:lnTo>
                  <a:lnTo>
                    <a:pt x="242" y="86"/>
                  </a:lnTo>
                  <a:lnTo>
                    <a:pt x="244" y="89"/>
                  </a:lnTo>
                  <a:lnTo>
                    <a:pt x="247" y="93"/>
                  </a:lnTo>
                  <a:lnTo>
                    <a:pt x="251" y="98"/>
                  </a:lnTo>
                  <a:lnTo>
                    <a:pt x="254" y="101"/>
                  </a:lnTo>
                  <a:lnTo>
                    <a:pt x="256" y="102"/>
                  </a:lnTo>
                  <a:lnTo>
                    <a:pt x="254" y="103"/>
                  </a:lnTo>
                  <a:lnTo>
                    <a:pt x="249" y="105"/>
                  </a:lnTo>
                  <a:lnTo>
                    <a:pt x="246" y="107"/>
                  </a:lnTo>
                  <a:lnTo>
                    <a:pt x="242" y="108"/>
                  </a:lnTo>
                  <a:lnTo>
                    <a:pt x="238" y="110"/>
                  </a:lnTo>
                  <a:lnTo>
                    <a:pt x="236" y="112"/>
                  </a:lnTo>
                  <a:lnTo>
                    <a:pt x="230" y="116"/>
                  </a:lnTo>
                  <a:lnTo>
                    <a:pt x="224" y="120"/>
                  </a:lnTo>
                  <a:lnTo>
                    <a:pt x="222" y="120"/>
                  </a:lnTo>
                  <a:lnTo>
                    <a:pt x="218" y="121"/>
                  </a:lnTo>
                  <a:lnTo>
                    <a:pt x="215" y="122"/>
                  </a:lnTo>
                  <a:lnTo>
                    <a:pt x="211" y="122"/>
                  </a:lnTo>
                  <a:lnTo>
                    <a:pt x="207" y="121"/>
                  </a:lnTo>
                  <a:lnTo>
                    <a:pt x="204" y="120"/>
                  </a:lnTo>
                  <a:lnTo>
                    <a:pt x="201" y="120"/>
                  </a:lnTo>
                  <a:lnTo>
                    <a:pt x="198" y="120"/>
                  </a:lnTo>
                  <a:lnTo>
                    <a:pt x="198" y="120"/>
                  </a:lnTo>
                  <a:lnTo>
                    <a:pt x="197" y="119"/>
                  </a:lnTo>
                  <a:lnTo>
                    <a:pt x="195" y="115"/>
                  </a:lnTo>
                  <a:lnTo>
                    <a:pt x="194" y="112"/>
                  </a:lnTo>
                  <a:lnTo>
                    <a:pt x="191" y="108"/>
                  </a:lnTo>
                  <a:lnTo>
                    <a:pt x="190" y="106"/>
                  </a:lnTo>
                  <a:lnTo>
                    <a:pt x="186" y="104"/>
                  </a:lnTo>
                  <a:lnTo>
                    <a:pt x="184" y="100"/>
                  </a:lnTo>
                  <a:lnTo>
                    <a:pt x="182" y="99"/>
                  </a:lnTo>
                  <a:lnTo>
                    <a:pt x="180" y="98"/>
                  </a:lnTo>
                  <a:lnTo>
                    <a:pt x="178" y="96"/>
                  </a:lnTo>
                  <a:lnTo>
                    <a:pt x="175" y="96"/>
                  </a:lnTo>
                  <a:lnTo>
                    <a:pt x="175" y="96"/>
                  </a:lnTo>
                  <a:close/>
                  <a:moveTo>
                    <a:pt x="104" y="51"/>
                  </a:moveTo>
                  <a:lnTo>
                    <a:pt x="106" y="51"/>
                  </a:lnTo>
                  <a:lnTo>
                    <a:pt x="108" y="51"/>
                  </a:lnTo>
                  <a:lnTo>
                    <a:pt x="109" y="52"/>
                  </a:lnTo>
                  <a:lnTo>
                    <a:pt x="110" y="53"/>
                  </a:lnTo>
                  <a:lnTo>
                    <a:pt x="112" y="55"/>
                  </a:lnTo>
                  <a:lnTo>
                    <a:pt x="113" y="56"/>
                  </a:lnTo>
                  <a:lnTo>
                    <a:pt x="113" y="58"/>
                  </a:lnTo>
                  <a:lnTo>
                    <a:pt x="113" y="59"/>
                  </a:lnTo>
                  <a:lnTo>
                    <a:pt x="113" y="62"/>
                  </a:lnTo>
                  <a:lnTo>
                    <a:pt x="113" y="63"/>
                  </a:lnTo>
                  <a:lnTo>
                    <a:pt x="112" y="65"/>
                  </a:lnTo>
                  <a:lnTo>
                    <a:pt x="110" y="67"/>
                  </a:lnTo>
                  <a:lnTo>
                    <a:pt x="109" y="67"/>
                  </a:lnTo>
                  <a:lnTo>
                    <a:pt x="108" y="68"/>
                  </a:lnTo>
                  <a:lnTo>
                    <a:pt x="106" y="69"/>
                  </a:lnTo>
                  <a:lnTo>
                    <a:pt x="104" y="69"/>
                  </a:lnTo>
                  <a:lnTo>
                    <a:pt x="102" y="69"/>
                  </a:lnTo>
                  <a:lnTo>
                    <a:pt x="101" y="68"/>
                  </a:lnTo>
                  <a:lnTo>
                    <a:pt x="99" y="67"/>
                  </a:lnTo>
                  <a:lnTo>
                    <a:pt x="97" y="67"/>
                  </a:lnTo>
                  <a:lnTo>
                    <a:pt x="97" y="65"/>
                  </a:lnTo>
                  <a:lnTo>
                    <a:pt x="95" y="63"/>
                  </a:lnTo>
                  <a:lnTo>
                    <a:pt x="95" y="62"/>
                  </a:lnTo>
                  <a:lnTo>
                    <a:pt x="95" y="59"/>
                  </a:lnTo>
                  <a:lnTo>
                    <a:pt x="95" y="58"/>
                  </a:lnTo>
                  <a:lnTo>
                    <a:pt x="95" y="56"/>
                  </a:lnTo>
                  <a:lnTo>
                    <a:pt x="97" y="55"/>
                  </a:lnTo>
                  <a:lnTo>
                    <a:pt x="97" y="53"/>
                  </a:lnTo>
                  <a:lnTo>
                    <a:pt x="99" y="52"/>
                  </a:lnTo>
                  <a:lnTo>
                    <a:pt x="101" y="51"/>
                  </a:lnTo>
                  <a:lnTo>
                    <a:pt x="102" y="51"/>
                  </a:lnTo>
                  <a:lnTo>
                    <a:pt x="104" y="51"/>
                  </a:lnTo>
                  <a:lnTo>
                    <a:pt x="104" y="51"/>
                  </a:lnTo>
                  <a:close/>
                  <a:moveTo>
                    <a:pt x="97" y="96"/>
                  </a:moveTo>
                  <a:lnTo>
                    <a:pt x="95" y="96"/>
                  </a:lnTo>
                  <a:lnTo>
                    <a:pt x="93" y="98"/>
                  </a:lnTo>
                  <a:lnTo>
                    <a:pt x="91" y="99"/>
                  </a:lnTo>
                  <a:lnTo>
                    <a:pt x="89" y="100"/>
                  </a:lnTo>
                  <a:lnTo>
                    <a:pt x="86" y="104"/>
                  </a:lnTo>
                  <a:lnTo>
                    <a:pt x="84" y="106"/>
                  </a:lnTo>
                  <a:lnTo>
                    <a:pt x="81" y="108"/>
                  </a:lnTo>
                  <a:lnTo>
                    <a:pt x="80" y="112"/>
                  </a:lnTo>
                  <a:lnTo>
                    <a:pt x="77" y="115"/>
                  </a:lnTo>
                  <a:lnTo>
                    <a:pt x="77" y="119"/>
                  </a:lnTo>
                  <a:lnTo>
                    <a:pt x="75" y="120"/>
                  </a:lnTo>
                  <a:lnTo>
                    <a:pt x="74" y="120"/>
                  </a:lnTo>
                  <a:lnTo>
                    <a:pt x="73" y="120"/>
                  </a:lnTo>
                  <a:lnTo>
                    <a:pt x="69" y="120"/>
                  </a:lnTo>
                  <a:lnTo>
                    <a:pt x="65" y="121"/>
                  </a:lnTo>
                  <a:lnTo>
                    <a:pt x="61" y="122"/>
                  </a:lnTo>
                  <a:lnTo>
                    <a:pt x="58" y="122"/>
                  </a:lnTo>
                  <a:lnTo>
                    <a:pt x="54" y="121"/>
                  </a:lnTo>
                  <a:lnTo>
                    <a:pt x="51" y="120"/>
                  </a:lnTo>
                  <a:lnTo>
                    <a:pt x="49" y="120"/>
                  </a:lnTo>
                  <a:lnTo>
                    <a:pt x="43" y="116"/>
                  </a:lnTo>
                  <a:lnTo>
                    <a:pt x="37" y="112"/>
                  </a:lnTo>
                  <a:lnTo>
                    <a:pt x="34" y="110"/>
                  </a:lnTo>
                  <a:lnTo>
                    <a:pt x="31" y="108"/>
                  </a:lnTo>
                  <a:lnTo>
                    <a:pt x="28" y="107"/>
                  </a:lnTo>
                  <a:lnTo>
                    <a:pt x="25" y="105"/>
                  </a:lnTo>
                  <a:lnTo>
                    <a:pt x="19" y="103"/>
                  </a:lnTo>
                  <a:lnTo>
                    <a:pt x="17" y="102"/>
                  </a:lnTo>
                  <a:lnTo>
                    <a:pt x="18" y="101"/>
                  </a:lnTo>
                  <a:lnTo>
                    <a:pt x="21" y="98"/>
                  </a:lnTo>
                  <a:lnTo>
                    <a:pt x="25" y="93"/>
                  </a:lnTo>
                  <a:lnTo>
                    <a:pt x="29" y="89"/>
                  </a:lnTo>
                  <a:lnTo>
                    <a:pt x="31" y="86"/>
                  </a:lnTo>
                  <a:lnTo>
                    <a:pt x="33" y="82"/>
                  </a:lnTo>
                  <a:lnTo>
                    <a:pt x="34" y="80"/>
                  </a:lnTo>
                  <a:lnTo>
                    <a:pt x="36" y="79"/>
                  </a:lnTo>
                  <a:lnTo>
                    <a:pt x="37" y="76"/>
                  </a:lnTo>
                  <a:lnTo>
                    <a:pt x="39" y="75"/>
                  </a:lnTo>
                  <a:lnTo>
                    <a:pt x="41" y="73"/>
                  </a:lnTo>
                  <a:lnTo>
                    <a:pt x="43" y="72"/>
                  </a:lnTo>
                  <a:lnTo>
                    <a:pt x="45" y="71"/>
                  </a:lnTo>
                  <a:lnTo>
                    <a:pt x="47" y="69"/>
                  </a:lnTo>
                  <a:lnTo>
                    <a:pt x="49" y="68"/>
                  </a:lnTo>
                  <a:lnTo>
                    <a:pt x="53" y="67"/>
                  </a:lnTo>
                  <a:lnTo>
                    <a:pt x="56" y="67"/>
                  </a:lnTo>
                  <a:lnTo>
                    <a:pt x="60" y="67"/>
                  </a:lnTo>
                  <a:lnTo>
                    <a:pt x="65" y="67"/>
                  </a:lnTo>
                  <a:lnTo>
                    <a:pt x="68" y="67"/>
                  </a:lnTo>
                  <a:lnTo>
                    <a:pt x="71" y="68"/>
                  </a:lnTo>
                  <a:lnTo>
                    <a:pt x="74" y="69"/>
                  </a:lnTo>
                  <a:lnTo>
                    <a:pt x="77" y="71"/>
                  </a:lnTo>
                  <a:lnTo>
                    <a:pt x="80" y="72"/>
                  </a:lnTo>
                  <a:lnTo>
                    <a:pt x="82" y="74"/>
                  </a:lnTo>
                  <a:lnTo>
                    <a:pt x="85" y="76"/>
                  </a:lnTo>
                  <a:lnTo>
                    <a:pt x="88" y="78"/>
                  </a:lnTo>
                  <a:lnTo>
                    <a:pt x="90" y="81"/>
                  </a:lnTo>
                  <a:lnTo>
                    <a:pt x="92" y="84"/>
                  </a:lnTo>
                  <a:lnTo>
                    <a:pt x="93" y="88"/>
                  </a:lnTo>
                  <a:lnTo>
                    <a:pt x="96" y="93"/>
                  </a:lnTo>
                  <a:lnTo>
                    <a:pt x="97" y="95"/>
                  </a:lnTo>
                  <a:lnTo>
                    <a:pt x="97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38" name="iṣļiḍê">
              <a:extLst>
                <a:ext uri="{FF2B5EF4-FFF2-40B4-BE49-F238E27FC236}">
                  <a16:creationId xmlns:a16="http://schemas.microsoft.com/office/drawing/2014/main" id="{4A92608F-0322-400F-9673-09F67AC13759}"/>
                </a:ext>
              </a:extLst>
            </p:cNvPr>
            <p:cNvSpPr/>
            <p:nvPr/>
          </p:nvSpPr>
          <p:spPr bwMode="auto">
            <a:xfrm>
              <a:off x="2032001" y="3052763"/>
              <a:ext cx="236538" cy="215900"/>
            </a:xfrm>
            <a:custGeom>
              <a:avLst/>
              <a:gdLst>
                <a:gd name="T0" fmla="*/ 27 w 149"/>
                <a:gd name="T1" fmla="*/ 59 h 136"/>
                <a:gd name="T2" fmla="*/ 21 w 149"/>
                <a:gd name="T3" fmla="*/ 66 h 136"/>
                <a:gd name="T4" fmla="*/ 19 w 149"/>
                <a:gd name="T5" fmla="*/ 59 h 136"/>
                <a:gd name="T6" fmla="*/ 9 w 149"/>
                <a:gd name="T7" fmla="*/ 54 h 136"/>
                <a:gd name="T8" fmla="*/ 1 w 149"/>
                <a:gd name="T9" fmla="*/ 49 h 136"/>
                <a:gd name="T10" fmla="*/ 3 w 149"/>
                <a:gd name="T11" fmla="*/ 35 h 136"/>
                <a:gd name="T12" fmla="*/ 9 w 149"/>
                <a:gd name="T13" fmla="*/ 34 h 136"/>
                <a:gd name="T14" fmla="*/ 20 w 149"/>
                <a:gd name="T15" fmla="*/ 43 h 136"/>
                <a:gd name="T16" fmla="*/ 21 w 149"/>
                <a:gd name="T17" fmla="*/ 35 h 136"/>
                <a:gd name="T18" fmla="*/ 8 w 149"/>
                <a:gd name="T19" fmla="*/ 8 h 136"/>
                <a:gd name="T20" fmla="*/ 17 w 149"/>
                <a:gd name="T21" fmla="*/ 0 h 136"/>
                <a:gd name="T22" fmla="*/ 24 w 149"/>
                <a:gd name="T23" fmla="*/ 6 h 136"/>
                <a:gd name="T24" fmla="*/ 29 w 149"/>
                <a:gd name="T25" fmla="*/ 38 h 136"/>
                <a:gd name="T26" fmla="*/ 31 w 149"/>
                <a:gd name="T27" fmla="*/ 49 h 136"/>
                <a:gd name="T28" fmla="*/ 46 w 149"/>
                <a:gd name="T29" fmla="*/ 61 h 136"/>
                <a:gd name="T30" fmla="*/ 46 w 149"/>
                <a:gd name="T31" fmla="*/ 55 h 136"/>
                <a:gd name="T32" fmla="*/ 41 w 149"/>
                <a:gd name="T33" fmla="*/ 43 h 136"/>
                <a:gd name="T34" fmla="*/ 47 w 149"/>
                <a:gd name="T35" fmla="*/ 41 h 136"/>
                <a:gd name="T36" fmla="*/ 34 w 149"/>
                <a:gd name="T37" fmla="*/ 24 h 136"/>
                <a:gd name="T38" fmla="*/ 38 w 149"/>
                <a:gd name="T39" fmla="*/ 19 h 136"/>
                <a:gd name="T40" fmla="*/ 45 w 149"/>
                <a:gd name="T41" fmla="*/ 26 h 136"/>
                <a:gd name="T42" fmla="*/ 49 w 149"/>
                <a:gd name="T43" fmla="*/ 28 h 136"/>
                <a:gd name="T44" fmla="*/ 45 w 149"/>
                <a:gd name="T45" fmla="*/ 10 h 136"/>
                <a:gd name="T46" fmla="*/ 50 w 149"/>
                <a:gd name="T47" fmla="*/ 8 h 136"/>
                <a:gd name="T48" fmla="*/ 53 w 149"/>
                <a:gd name="T49" fmla="*/ 28 h 136"/>
                <a:gd name="T50" fmla="*/ 67 w 149"/>
                <a:gd name="T51" fmla="*/ 56 h 136"/>
                <a:gd name="T52" fmla="*/ 68 w 149"/>
                <a:gd name="T53" fmla="*/ 37 h 136"/>
                <a:gd name="T54" fmla="*/ 70 w 149"/>
                <a:gd name="T55" fmla="*/ 13 h 136"/>
                <a:gd name="T56" fmla="*/ 77 w 149"/>
                <a:gd name="T57" fmla="*/ 20 h 136"/>
                <a:gd name="T58" fmla="*/ 73 w 149"/>
                <a:gd name="T59" fmla="*/ 37 h 136"/>
                <a:gd name="T60" fmla="*/ 85 w 149"/>
                <a:gd name="T61" fmla="*/ 64 h 136"/>
                <a:gd name="T62" fmla="*/ 97 w 149"/>
                <a:gd name="T63" fmla="*/ 67 h 136"/>
                <a:gd name="T64" fmla="*/ 100 w 149"/>
                <a:gd name="T65" fmla="*/ 55 h 136"/>
                <a:gd name="T66" fmla="*/ 106 w 149"/>
                <a:gd name="T67" fmla="*/ 59 h 136"/>
                <a:gd name="T68" fmla="*/ 105 w 149"/>
                <a:gd name="T69" fmla="*/ 71 h 136"/>
                <a:gd name="T70" fmla="*/ 142 w 149"/>
                <a:gd name="T71" fmla="*/ 82 h 136"/>
                <a:gd name="T72" fmla="*/ 148 w 149"/>
                <a:gd name="T73" fmla="*/ 91 h 136"/>
                <a:gd name="T74" fmla="*/ 132 w 149"/>
                <a:gd name="T75" fmla="*/ 98 h 136"/>
                <a:gd name="T76" fmla="*/ 133 w 149"/>
                <a:gd name="T77" fmla="*/ 92 h 136"/>
                <a:gd name="T78" fmla="*/ 109 w 149"/>
                <a:gd name="T79" fmla="*/ 80 h 136"/>
                <a:gd name="T80" fmla="*/ 109 w 149"/>
                <a:gd name="T81" fmla="*/ 91 h 136"/>
                <a:gd name="T82" fmla="*/ 113 w 149"/>
                <a:gd name="T83" fmla="*/ 101 h 136"/>
                <a:gd name="T84" fmla="*/ 101 w 149"/>
                <a:gd name="T85" fmla="*/ 104 h 136"/>
                <a:gd name="T86" fmla="*/ 97 w 149"/>
                <a:gd name="T87" fmla="*/ 87 h 136"/>
                <a:gd name="T88" fmla="*/ 76 w 149"/>
                <a:gd name="T89" fmla="*/ 71 h 136"/>
                <a:gd name="T90" fmla="*/ 81 w 149"/>
                <a:gd name="T91" fmla="*/ 96 h 136"/>
                <a:gd name="T92" fmla="*/ 91 w 149"/>
                <a:gd name="T93" fmla="*/ 125 h 136"/>
                <a:gd name="T94" fmla="*/ 86 w 149"/>
                <a:gd name="T95" fmla="*/ 136 h 136"/>
                <a:gd name="T96" fmla="*/ 76 w 149"/>
                <a:gd name="T97" fmla="*/ 124 h 136"/>
                <a:gd name="T98" fmla="*/ 70 w 149"/>
                <a:gd name="T99" fmla="*/ 78 h 136"/>
                <a:gd name="T100" fmla="*/ 57 w 149"/>
                <a:gd name="T101" fmla="*/ 60 h 136"/>
                <a:gd name="T102" fmla="*/ 55 w 149"/>
                <a:gd name="T103" fmla="*/ 71 h 136"/>
                <a:gd name="T104" fmla="*/ 56 w 149"/>
                <a:gd name="T105" fmla="*/ 91 h 136"/>
                <a:gd name="T106" fmla="*/ 47 w 149"/>
                <a:gd name="T107" fmla="*/ 89 h 136"/>
                <a:gd name="T108" fmla="*/ 41 w 149"/>
                <a:gd name="T109" fmla="*/ 6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9" h="136">
                  <a:moveTo>
                    <a:pt x="32" y="60"/>
                  </a:moveTo>
                  <a:lnTo>
                    <a:pt x="31" y="60"/>
                  </a:lnTo>
                  <a:lnTo>
                    <a:pt x="29" y="59"/>
                  </a:lnTo>
                  <a:lnTo>
                    <a:pt x="29" y="58"/>
                  </a:lnTo>
                  <a:lnTo>
                    <a:pt x="28" y="58"/>
                  </a:lnTo>
                  <a:lnTo>
                    <a:pt x="27" y="58"/>
                  </a:lnTo>
                  <a:lnTo>
                    <a:pt x="27" y="59"/>
                  </a:lnTo>
                  <a:lnTo>
                    <a:pt x="26" y="62"/>
                  </a:lnTo>
                  <a:lnTo>
                    <a:pt x="25" y="64"/>
                  </a:lnTo>
                  <a:lnTo>
                    <a:pt x="25" y="66"/>
                  </a:lnTo>
                  <a:lnTo>
                    <a:pt x="24" y="66"/>
                  </a:lnTo>
                  <a:lnTo>
                    <a:pt x="24" y="67"/>
                  </a:lnTo>
                  <a:lnTo>
                    <a:pt x="23" y="67"/>
                  </a:lnTo>
                  <a:lnTo>
                    <a:pt x="21" y="66"/>
                  </a:lnTo>
                  <a:lnTo>
                    <a:pt x="20" y="66"/>
                  </a:lnTo>
                  <a:lnTo>
                    <a:pt x="19" y="65"/>
                  </a:lnTo>
                  <a:lnTo>
                    <a:pt x="18" y="65"/>
                  </a:lnTo>
                  <a:lnTo>
                    <a:pt x="18" y="64"/>
                  </a:lnTo>
                  <a:lnTo>
                    <a:pt x="18" y="63"/>
                  </a:lnTo>
                  <a:lnTo>
                    <a:pt x="18" y="62"/>
                  </a:lnTo>
                  <a:lnTo>
                    <a:pt x="19" y="59"/>
                  </a:lnTo>
                  <a:lnTo>
                    <a:pt x="19" y="58"/>
                  </a:lnTo>
                  <a:lnTo>
                    <a:pt x="19" y="57"/>
                  </a:lnTo>
                  <a:lnTo>
                    <a:pt x="19" y="56"/>
                  </a:lnTo>
                  <a:lnTo>
                    <a:pt x="18" y="56"/>
                  </a:lnTo>
                  <a:lnTo>
                    <a:pt x="16" y="55"/>
                  </a:lnTo>
                  <a:lnTo>
                    <a:pt x="13" y="55"/>
                  </a:lnTo>
                  <a:lnTo>
                    <a:pt x="9" y="54"/>
                  </a:lnTo>
                  <a:lnTo>
                    <a:pt x="8" y="53"/>
                  </a:lnTo>
                  <a:lnTo>
                    <a:pt x="7" y="52"/>
                  </a:lnTo>
                  <a:lnTo>
                    <a:pt x="5" y="52"/>
                  </a:lnTo>
                  <a:lnTo>
                    <a:pt x="3" y="51"/>
                  </a:lnTo>
                  <a:lnTo>
                    <a:pt x="2" y="51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0" y="46"/>
                  </a:lnTo>
                  <a:lnTo>
                    <a:pt x="1" y="43"/>
                  </a:lnTo>
                  <a:lnTo>
                    <a:pt x="1" y="41"/>
                  </a:lnTo>
                  <a:lnTo>
                    <a:pt x="1" y="39"/>
                  </a:lnTo>
                  <a:lnTo>
                    <a:pt x="1" y="38"/>
                  </a:lnTo>
                  <a:lnTo>
                    <a:pt x="2" y="37"/>
                  </a:lnTo>
                  <a:lnTo>
                    <a:pt x="3" y="35"/>
                  </a:lnTo>
                  <a:lnTo>
                    <a:pt x="4" y="35"/>
                  </a:lnTo>
                  <a:lnTo>
                    <a:pt x="5" y="34"/>
                  </a:lnTo>
                  <a:lnTo>
                    <a:pt x="5" y="34"/>
                  </a:lnTo>
                  <a:lnTo>
                    <a:pt x="6" y="34"/>
                  </a:lnTo>
                  <a:lnTo>
                    <a:pt x="7" y="34"/>
                  </a:lnTo>
                  <a:lnTo>
                    <a:pt x="9" y="34"/>
                  </a:lnTo>
                  <a:lnTo>
                    <a:pt x="9" y="34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2" y="35"/>
                  </a:lnTo>
                  <a:lnTo>
                    <a:pt x="13" y="37"/>
                  </a:lnTo>
                  <a:lnTo>
                    <a:pt x="16" y="39"/>
                  </a:lnTo>
                  <a:lnTo>
                    <a:pt x="19" y="42"/>
                  </a:lnTo>
                  <a:lnTo>
                    <a:pt x="20" y="43"/>
                  </a:lnTo>
                  <a:lnTo>
                    <a:pt x="21" y="43"/>
                  </a:lnTo>
                  <a:lnTo>
                    <a:pt x="21" y="43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22" y="42"/>
                  </a:lnTo>
                  <a:lnTo>
                    <a:pt x="21" y="39"/>
                  </a:lnTo>
                  <a:lnTo>
                    <a:pt x="21" y="35"/>
                  </a:lnTo>
                  <a:lnTo>
                    <a:pt x="19" y="30"/>
                  </a:lnTo>
                  <a:lnTo>
                    <a:pt x="17" y="26"/>
                  </a:lnTo>
                  <a:lnTo>
                    <a:pt x="14" y="19"/>
                  </a:lnTo>
                  <a:lnTo>
                    <a:pt x="11" y="14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8" y="8"/>
                  </a:lnTo>
                  <a:lnTo>
                    <a:pt x="8" y="7"/>
                  </a:lnTo>
                  <a:lnTo>
                    <a:pt x="9" y="6"/>
                  </a:lnTo>
                  <a:lnTo>
                    <a:pt x="9" y="4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1"/>
                  </a:lnTo>
                  <a:lnTo>
                    <a:pt x="21" y="2"/>
                  </a:lnTo>
                  <a:lnTo>
                    <a:pt x="23" y="3"/>
                  </a:lnTo>
                  <a:lnTo>
                    <a:pt x="24" y="4"/>
                  </a:lnTo>
                  <a:lnTo>
                    <a:pt x="24" y="6"/>
                  </a:lnTo>
                  <a:lnTo>
                    <a:pt x="24" y="9"/>
                  </a:lnTo>
                  <a:lnTo>
                    <a:pt x="24" y="13"/>
                  </a:lnTo>
                  <a:lnTo>
                    <a:pt x="25" y="17"/>
                  </a:lnTo>
                  <a:lnTo>
                    <a:pt x="27" y="23"/>
                  </a:lnTo>
                  <a:lnTo>
                    <a:pt x="27" y="28"/>
                  </a:lnTo>
                  <a:lnTo>
                    <a:pt x="28" y="32"/>
                  </a:lnTo>
                  <a:lnTo>
                    <a:pt x="29" y="38"/>
                  </a:lnTo>
                  <a:lnTo>
                    <a:pt x="29" y="41"/>
                  </a:lnTo>
                  <a:lnTo>
                    <a:pt x="29" y="45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30" y="49"/>
                  </a:lnTo>
                  <a:lnTo>
                    <a:pt x="31" y="49"/>
                  </a:lnTo>
                  <a:lnTo>
                    <a:pt x="32" y="49"/>
                  </a:lnTo>
                  <a:lnTo>
                    <a:pt x="33" y="50"/>
                  </a:lnTo>
                  <a:lnTo>
                    <a:pt x="36" y="52"/>
                  </a:lnTo>
                  <a:lnTo>
                    <a:pt x="39" y="55"/>
                  </a:lnTo>
                  <a:lnTo>
                    <a:pt x="41" y="57"/>
                  </a:lnTo>
                  <a:lnTo>
                    <a:pt x="44" y="59"/>
                  </a:lnTo>
                  <a:lnTo>
                    <a:pt x="46" y="61"/>
                  </a:lnTo>
                  <a:lnTo>
                    <a:pt x="46" y="61"/>
                  </a:lnTo>
                  <a:lnTo>
                    <a:pt x="47" y="61"/>
                  </a:lnTo>
                  <a:lnTo>
                    <a:pt x="47" y="60"/>
                  </a:lnTo>
                  <a:lnTo>
                    <a:pt x="47" y="59"/>
                  </a:lnTo>
                  <a:lnTo>
                    <a:pt x="47" y="57"/>
                  </a:lnTo>
                  <a:lnTo>
                    <a:pt x="47" y="56"/>
                  </a:lnTo>
                  <a:lnTo>
                    <a:pt x="46" y="55"/>
                  </a:lnTo>
                  <a:lnTo>
                    <a:pt x="46" y="54"/>
                  </a:lnTo>
                  <a:lnTo>
                    <a:pt x="44" y="51"/>
                  </a:lnTo>
                  <a:lnTo>
                    <a:pt x="41" y="47"/>
                  </a:lnTo>
                  <a:lnTo>
                    <a:pt x="41" y="46"/>
                  </a:lnTo>
                  <a:lnTo>
                    <a:pt x="41" y="44"/>
                  </a:lnTo>
                  <a:lnTo>
                    <a:pt x="41" y="43"/>
                  </a:lnTo>
                  <a:lnTo>
                    <a:pt x="41" y="43"/>
                  </a:lnTo>
                  <a:lnTo>
                    <a:pt x="41" y="42"/>
                  </a:lnTo>
                  <a:lnTo>
                    <a:pt x="41" y="42"/>
                  </a:lnTo>
                  <a:lnTo>
                    <a:pt x="44" y="42"/>
                  </a:lnTo>
                  <a:lnTo>
                    <a:pt x="46" y="42"/>
                  </a:lnTo>
                  <a:lnTo>
                    <a:pt x="47" y="42"/>
                  </a:lnTo>
                  <a:lnTo>
                    <a:pt x="47" y="42"/>
                  </a:lnTo>
                  <a:lnTo>
                    <a:pt x="47" y="41"/>
                  </a:lnTo>
                  <a:lnTo>
                    <a:pt x="46" y="40"/>
                  </a:lnTo>
                  <a:lnTo>
                    <a:pt x="44" y="37"/>
                  </a:lnTo>
                  <a:lnTo>
                    <a:pt x="41" y="34"/>
                  </a:lnTo>
                  <a:lnTo>
                    <a:pt x="38" y="30"/>
                  </a:lnTo>
                  <a:lnTo>
                    <a:pt x="37" y="28"/>
                  </a:lnTo>
                  <a:lnTo>
                    <a:pt x="35" y="26"/>
                  </a:lnTo>
                  <a:lnTo>
                    <a:pt x="34" y="24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34" y="21"/>
                  </a:lnTo>
                  <a:lnTo>
                    <a:pt x="35" y="19"/>
                  </a:lnTo>
                  <a:lnTo>
                    <a:pt x="36" y="19"/>
                  </a:lnTo>
                  <a:lnTo>
                    <a:pt x="37" y="19"/>
                  </a:lnTo>
                  <a:lnTo>
                    <a:pt x="38" y="19"/>
                  </a:lnTo>
                  <a:lnTo>
                    <a:pt x="39" y="19"/>
                  </a:lnTo>
                  <a:lnTo>
                    <a:pt x="41" y="20"/>
                  </a:lnTo>
                  <a:lnTo>
                    <a:pt x="41" y="22"/>
                  </a:lnTo>
                  <a:lnTo>
                    <a:pt x="42" y="23"/>
                  </a:lnTo>
                  <a:lnTo>
                    <a:pt x="44" y="25"/>
                  </a:lnTo>
                  <a:lnTo>
                    <a:pt x="44" y="26"/>
                  </a:lnTo>
                  <a:lnTo>
                    <a:pt x="45" y="26"/>
                  </a:lnTo>
                  <a:lnTo>
                    <a:pt x="45" y="27"/>
                  </a:lnTo>
                  <a:lnTo>
                    <a:pt x="46" y="27"/>
                  </a:lnTo>
                  <a:lnTo>
                    <a:pt x="47" y="28"/>
                  </a:lnTo>
                  <a:lnTo>
                    <a:pt x="48" y="29"/>
                  </a:lnTo>
                  <a:lnTo>
                    <a:pt x="49" y="29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49" y="26"/>
                  </a:lnTo>
                  <a:lnTo>
                    <a:pt x="48" y="23"/>
                  </a:lnTo>
                  <a:lnTo>
                    <a:pt x="46" y="19"/>
                  </a:lnTo>
                  <a:lnTo>
                    <a:pt x="45" y="16"/>
                  </a:lnTo>
                  <a:lnTo>
                    <a:pt x="45" y="14"/>
                  </a:lnTo>
                  <a:lnTo>
                    <a:pt x="45" y="13"/>
                  </a:lnTo>
                  <a:lnTo>
                    <a:pt x="45" y="10"/>
                  </a:lnTo>
                  <a:lnTo>
                    <a:pt x="46" y="8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0" y="8"/>
                  </a:lnTo>
                  <a:lnTo>
                    <a:pt x="51" y="10"/>
                  </a:lnTo>
                  <a:lnTo>
                    <a:pt x="51" y="12"/>
                  </a:lnTo>
                  <a:lnTo>
                    <a:pt x="52" y="15"/>
                  </a:lnTo>
                  <a:lnTo>
                    <a:pt x="53" y="18"/>
                  </a:lnTo>
                  <a:lnTo>
                    <a:pt x="53" y="22"/>
                  </a:lnTo>
                  <a:lnTo>
                    <a:pt x="53" y="26"/>
                  </a:lnTo>
                  <a:lnTo>
                    <a:pt x="53" y="28"/>
                  </a:lnTo>
                  <a:lnTo>
                    <a:pt x="53" y="30"/>
                  </a:lnTo>
                  <a:lnTo>
                    <a:pt x="53" y="32"/>
                  </a:lnTo>
                  <a:lnTo>
                    <a:pt x="56" y="37"/>
                  </a:lnTo>
                  <a:lnTo>
                    <a:pt x="60" y="44"/>
                  </a:lnTo>
                  <a:lnTo>
                    <a:pt x="64" y="51"/>
                  </a:lnTo>
                  <a:lnTo>
                    <a:pt x="66" y="55"/>
                  </a:lnTo>
                  <a:lnTo>
                    <a:pt x="67" y="56"/>
                  </a:lnTo>
                  <a:lnTo>
                    <a:pt x="68" y="56"/>
                  </a:lnTo>
                  <a:lnTo>
                    <a:pt x="68" y="56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68" y="47"/>
                  </a:lnTo>
                  <a:lnTo>
                    <a:pt x="68" y="37"/>
                  </a:lnTo>
                  <a:lnTo>
                    <a:pt x="68" y="30"/>
                  </a:lnTo>
                  <a:lnTo>
                    <a:pt x="68" y="26"/>
                  </a:lnTo>
                  <a:lnTo>
                    <a:pt x="68" y="22"/>
                  </a:lnTo>
                  <a:lnTo>
                    <a:pt x="68" y="19"/>
                  </a:lnTo>
                  <a:lnTo>
                    <a:pt x="69" y="16"/>
                  </a:lnTo>
                  <a:lnTo>
                    <a:pt x="70" y="14"/>
                  </a:lnTo>
                  <a:lnTo>
                    <a:pt x="70" y="13"/>
                  </a:lnTo>
                  <a:lnTo>
                    <a:pt x="71" y="13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3" y="14"/>
                  </a:lnTo>
                  <a:lnTo>
                    <a:pt x="76" y="15"/>
                  </a:lnTo>
                  <a:lnTo>
                    <a:pt x="77" y="18"/>
                  </a:lnTo>
                  <a:lnTo>
                    <a:pt x="77" y="20"/>
                  </a:lnTo>
                  <a:lnTo>
                    <a:pt x="77" y="22"/>
                  </a:lnTo>
                  <a:lnTo>
                    <a:pt x="77" y="25"/>
                  </a:lnTo>
                  <a:lnTo>
                    <a:pt x="76" y="26"/>
                  </a:lnTo>
                  <a:lnTo>
                    <a:pt x="74" y="29"/>
                  </a:lnTo>
                  <a:lnTo>
                    <a:pt x="74" y="30"/>
                  </a:lnTo>
                  <a:lnTo>
                    <a:pt x="73" y="34"/>
                  </a:lnTo>
                  <a:lnTo>
                    <a:pt x="73" y="37"/>
                  </a:lnTo>
                  <a:lnTo>
                    <a:pt x="73" y="40"/>
                  </a:lnTo>
                  <a:lnTo>
                    <a:pt x="73" y="47"/>
                  </a:lnTo>
                  <a:lnTo>
                    <a:pt x="73" y="52"/>
                  </a:lnTo>
                  <a:lnTo>
                    <a:pt x="74" y="56"/>
                  </a:lnTo>
                  <a:lnTo>
                    <a:pt x="74" y="58"/>
                  </a:lnTo>
                  <a:lnTo>
                    <a:pt x="78" y="60"/>
                  </a:lnTo>
                  <a:lnTo>
                    <a:pt x="85" y="64"/>
                  </a:lnTo>
                  <a:lnTo>
                    <a:pt x="89" y="66"/>
                  </a:lnTo>
                  <a:lnTo>
                    <a:pt x="92" y="67"/>
                  </a:lnTo>
                  <a:lnTo>
                    <a:pt x="94" y="67"/>
                  </a:lnTo>
                  <a:lnTo>
                    <a:pt x="95" y="67"/>
                  </a:lnTo>
                  <a:lnTo>
                    <a:pt x="96" y="67"/>
                  </a:lnTo>
                  <a:lnTo>
                    <a:pt x="97" y="67"/>
                  </a:lnTo>
                  <a:lnTo>
                    <a:pt x="97" y="67"/>
                  </a:lnTo>
                  <a:lnTo>
                    <a:pt x="97" y="66"/>
                  </a:lnTo>
                  <a:lnTo>
                    <a:pt x="97" y="63"/>
                  </a:lnTo>
                  <a:lnTo>
                    <a:pt x="97" y="59"/>
                  </a:lnTo>
                  <a:lnTo>
                    <a:pt x="97" y="58"/>
                  </a:lnTo>
                  <a:lnTo>
                    <a:pt x="98" y="56"/>
                  </a:lnTo>
                  <a:lnTo>
                    <a:pt x="99" y="55"/>
                  </a:lnTo>
                  <a:lnTo>
                    <a:pt x="100" y="55"/>
                  </a:lnTo>
                  <a:lnTo>
                    <a:pt x="101" y="55"/>
                  </a:lnTo>
                  <a:lnTo>
                    <a:pt x="102" y="55"/>
                  </a:lnTo>
                  <a:lnTo>
                    <a:pt x="104" y="55"/>
                  </a:lnTo>
                  <a:lnTo>
                    <a:pt x="105" y="56"/>
                  </a:lnTo>
                  <a:lnTo>
                    <a:pt x="105" y="57"/>
                  </a:lnTo>
                  <a:lnTo>
                    <a:pt x="105" y="58"/>
                  </a:lnTo>
                  <a:lnTo>
                    <a:pt x="106" y="59"/>
                  </a:lnTo>
                  <a:lnTo>
                    <a:pt x="106" y="59"/>
                  </a:lnTo>
                  <a:lnTo>
                    <a:pt x="105" y="63"/>
                  </a:lnTo>
                  <a:lnTo>
                    <a:pt x="105" y="66"/>
                  </a:lnTo>
                  <a:lnTo>
                    <a:pt x="104" y="67"/>
                  </a:lnTo>
                  <a:lnTo>
                    <a:pt x="104" y="69"/>
                  </a:lnTo>
                  <a:lnTo>
                    <a:pt x="105" y="71"/>
                  </a:lnTo>
                  <a:lnTo>
                    <a:pt x="105" y="71"/>
                  </a:lnTo>
                  <a:lnTo>
                    <a:pt x="110" y="73"/>
                  </a:lnTo>
                  <a:lnTo>
                    <a:pt x="120" y="75"/>
                  </a:lnTo>
                  <a:lnTo>
                    <a:pt x="129" y="78"/>
                  </a:lnTo>
                  <a:lnTo>
                    <a:pt x="135" y="79"/>
                  </a:lnTo>
                  <a:lnTo>
                    <a:pt x="137" y="80"/>
                  </a:lnTo>
                  <a:lnTo>
                    <a:pt x="140" y="81"/>
                  </a:lnTo>
                  <a:lnTo>
                    <a:pt x="142" y="82"/>
                  </a:lnTo>
                  <a:lnTo>
                    <a:pt x="145" y="84"/>
                  </a:lnTo>
                  <a:lnTo>
                    <a:pt x="147" y="86"/>
                  </a:lnTo>
                  <a:lnTo>
                    <a:pt x="149" y="87"/>
                  </a:lnTo>
                  <a:lnTo>
                    <a:pt x="149" y="88"/>
                  </a:lnTo>
                  <a:lnTo>
                    <a:pt x="149" y="89"/>
                  </a:lnTo>
                  <a:lnTo>
                    <a:pt x="148" y="90"/>
                  </a:lnTo>
                  <a:lnTo>
                    <a:pt x="148" y="91"/>
                  </a:lnTo>
                  <a:lnTo>
                    <a:pt x="144" y="95"/>
                  </a:lnTo>
                  <a:lnTo>
                    <a:pt x="140" y="97"/>
                  </a:lnTo>
                  <a:lnTo>
                    <a:pt x="137" y="98"/>
                  </a:lnTo>
                  <a:lnTo>
                    <a:pt x="135" y="99"/>
                  </a:lnTo>
                  <a:lnTo>
                    <a:pt x="133" y="98"/>
                  </a:lnTo>
                  <a:lnTo>
                    <a:pt x="133" y="98"/>
                  </a:lnTo>
                  <a:lnTo>
                    <a:pt x="132" y="98"/>
                  </a:lnTo>
                  <a:lnTo>
                    <a:pt x="132" y="97"/>
                  </a:lnTo>
                  <a:lnTo>
                    <a:pt x="132" y="96"/>
                  </a:lnTo>
                  <a:lnTo>
                    <a:pt x="133" y="95"/>
                  </a:lnTo>
                  <a:lnTo>
                    <a:pt x="133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3" y="92"/>
                  </a:lnTo>
                  <a:lnTo>
                    <a:pt x="131" y="91"/>
                  </a:lnTo>
                  <a:lnTo>
                    <a:pt x="129" y="90"/>
                  </a:lnTo>
                  <a:lnTo>
                    <a:pt x="126" y="88"/>
                  </a:lnTo>
                  <a:lnTo>
                    <a:pt x="122" y="87"/>
                  </a:lnTo>
                  <a:lnTo>
                    <a:pt x="115" y="83"/>
                  </a:lnTo>
                  <a:lnTo>
                    <a:pt x="110" y="81"/>
                  </a:lnTo>
                  <a:lnTo>
                    <a:pt x="109" y="80"/>
                  </a:lnTo>
                  <a:lnTo>
                    <a:pt x="107" y="80"/>
                  </a:lnTo>
                  <a:lnTo>
                    <a:pt x="107" y="80"/>
                  </a:lnTo>
                  <a:lnTo>
                    <a:pt x="106" y="80"/>
                  </a:lnTo>
                  <a:lnTo>
                    <a:pt x="106" y="83"/>
                  </a:lnTo>
                  <a:lnTo>
                    <a:pt x="107" y="86"/>
                  </a:lnTo>
                  <a:lnTo>
                    <a:pt x="108" y="89"/>
                  </a:lnTo>
                  <a:lnTo>
                    <a:pt x="109" y="91"/>
                  </a:lnTo>
                  <a:lnTo>
                    <a:pt x="110" y="92"/>
                  </a:lnTo>
                  <a:lnTo>
                    <a:pt x="113" y="95"/>
                  </a:lnTo>
                  <a:lnTo>
                    <a:pt x="113" y="97"/>
                  </a:lnTo>
                  <a:lnTo>
                    <a:pt x="113" y="99"/>
                  </a:lnTo>
                  <a:lnTo>
                    <a:pt x="113" y="99"/>
                  </a:lnTo>
                  <a:lnTo>
                    <a:pt x="113" y="100"/>
                  </a:lnTo>
                  <a:lnTo>
                    <a:pt x="113" y="101"/>
                  </a:lnTo>
                  <a:lnTo>
                    <a:pt x="112" y="102"/>
                  </a:lnTo>
                  <a:lnTo>
                    <a:pt x="109" y="103"/>
                  </a:lnTo>
                  <a:lnTo>
                    <a:pt x="108" y="104"/>
                  </a:lnTo>
                  <a:lnTo>
                    <a:pt x="105" y="104"/>
                  </a:lnTo>
                  <a:lnTo>
                    <a:pt x="104" y="104"/>
                  </a:lnTo>
                  <a:lnTo>
                    <a:pt x="102" y="104"/>
                  </a:lnTo>
                  <a:lnTo>
                    <a:pt x="101" y="104"/>
                  </a:lnTo>
                  <a:lnTo>
                    <a:pt x="100" y="103"/>
                  </a:lnTo>
                  <a:lnTo>
                    <a:pt x="100" y="103"/>
                  </a:lnTo>
                  <a:lnTo>
                    <a:pt x="100" y="100"/>
                  </a:lnTo>
                  <a:lnTo>
                    <a:pt x="100" y="99"/>
                  </a:lnTo>
                  <a:lnTo>
                    <a:pt x="100" y="96"/>
                  </a:lnTo>
                  <a:lnTo>
                    <a:pt x="98" y="91"/>
                  </a:lnTo>
                  <a:lnTo>
                    <a:pt x="97" y="87"/>
                  </a:lnTo>
                  <a:lnTo>
                    <a:pt x="97" y="83"/>
                  </a:lnTo>
                  <a:lnTo>
                    <a:pt x="97" y="79"/>
                  </a:lnTo>
                  <a:lnTo>
                    <a:pt x="97" y="77"/>
                  </a:lnTo>
                  <a:lnTo>
                    <a:pt x="77" y="70"/>
                  </a:lnTo>
                  <a:lnTo>
                    <a:pt x="77" y="70"/>
                  </a:lnTo>
                  <a:lnTo>
                    <a:pt x="77" y="70"/>
                  </a:lnTo>
                  <a:lnTo>
                    <a:pt x="76" y="71"/>
                  </a:lnTo>
                  <a:lnTo>
                    <a:pt x="76" y="71"/>
                  </a:lnTo>
                  <a:lnTo>
                    <a:pt x="76" y="72"/>
                  </a:lnTo>
                  <a:lnTo>
                    <a:pt x="76" y="74"/>
                  </a:lnTo>
                  <a:lnTo>
                    <a:pt x="77" y="79"/>
                  </a:lnTo>
                  <a:lnTo>
                    <a:pt x="78" y="87"/>
                  </a:lnTo>
                  <a:lnTo>
                    <a:pt x="79" y="91"/>
                  </a:lnTo>
                  <a:lnTo>
                    <a:pt x="81" y="96"/>
                  </a:lnTo>
                  <a:lnTo>
                    <a:pt x="82" y="101"/>
                  </a:lnTo>
                  <a:lnTo>
                    <a:pt x="84" y="106"/>
                  </a:lnTo>
                  <a:lnTo>
                    <a:pt x="87" y="115"/>
                  </a:lnTo>
                  <a:lnTo>
                    <a:pt x="90" y="120"/>
                  </a:lnTo>
                  <a:lnTo>
                    <a:pt x="90" y="122"/>
                  </a:lnTo>
                  <a:lnTo>
                    <a:pt x="91" y="123"/>
                  </a:lnTo>
                  <a:lnTo>
                    <a:pt x="91" y="125"/>
                  </a:lnTo>
                  <a:lnTo>
                    <a:pt x="91" y="127"/>
                  </a:lnTo>
                  <a:lnTo>
                    <a:pt x="90" y="130"/>
                  </a:lnTo>
                  <a:lnTo>
                    <a:pt x="89" y="132"/>
                  </a:lnTo>
                  <a:lnTo>
                    <a:pt x="89" y="134"/>
                  </a:lnTo>
                  <a:lnTo>
                    <a:pt x="88" y="135"/>
                  </a:lnTo>
                  <a:lnTo>
                    <a:pt x="86" y="136"/>
                  </a:lnTo>
                  <a:lnTo>
                    <a:pt x="86" y="136"/>
                  </a:lnTo>
                  <a:lnTo>
                    <a:pt x="85" y="136"/>
                  </a:lnTo>
                  <a:lnTo>
                    <a:pt x="85" y="136"/>
                  </a:lnTo>
                  <a:lnTo>
                    <a:pt x="82" y="135"/>
                  </a:lnTo>
                  <a:lnTo>
                    <a:pt x="79" y="134"/>
                  </a:lnTo>
                  <a:lnTo>
                    <a:pt x="77" y="131"/>
                  </a:lnTo>
                  <a:lnTo>
                    <a:pt x="77" y="127"/>
                  </a:lnTo>
                  <a:lnTo>
                    <a:pt x="76" y="124"/>
                  </a:lnTo>
                  <a:lnTo>
                    <a:pt x="75" y="121"/>
                  </a:lnTo>
                  <a:lnTo>
                    <a:pt x="73" y="114"/>
                  </a:lnTo>
                  <a:lnTo>
                    <a:pt x="73" y="106"/>
                  </a:lnTo>
                  <a:lnTo>
                    <a:pt x="72" y="99"/>
                  </a:lnTo>
                  <a:lnTo>
                    <a:pt x="72" y="91"/>
                  </a:lnTo>
                  <a:lnTo>
                    <a:pt x="71" y="84"/>
                  </a:lnTo>
                  <a:lnTo>
                    <a:pt x="70" y="78"/>
                  </a:lnTo>
                  <a:lnTo>
                    <a:pt x="70" y="73"/>
                  </a:lnTo>
                  <a:lnTo>
                    <a:pt x="69" y="70"/>
                  </a:lnTo>
                  <a:lnTo>
                    <a:pt x="69" y="67"/>
                  </a:lnTo>
                  <a:lnTo>
                    <a:pt x="69" y="67"/>
                  </a:lnTo>
                  <a:lnTo>
                    <a:pt x="67" y="66"/>
                  </a:lnTo>
                  <a:lnTo>
                    <a:pt x="62" y="63"/>
                  </a:lnTo>
                  <a:lnTo>
                    <a:pt x="57" y="60"/>
                  </a:lnTo>
                  <a:lnTo>
                    <a:pt x="55" y="59"/>
                  </a:lnTo>
                  <a:lnTo>
                    <a:pt x="54" y="59"/>
                  </a:lnTo>
                  <a:lnTo>
                    <a:pt x="54" y="59"/>
                  </a:lnTo>
                  <a:lnTo>
                    <a:pt x="54" y="60"/>
                  </a:lnTo>
                  <a:lnTo>
                    <a:pt x="54" y="62"/>
                  </a:lnTo>
                  <a:lnTo>
                    <a:pt x="54" y="67"/>
                  </a:lnTo>
                  <a:lnTo>
                    <a:pt x="55" y="71"/>
                  </a:lnTo>
                  <a:lnTo>
                    <a:pt x="55" y="75"/>
                  </a:lnTo>
                  <a:lnTo>
                    <a:pt x="55" y="79"/>
                  </a:lnTo>
                  <a:lnTo>
                    <a:pt x="57" y="83"/>
                  </a:lnTo>
                  <a:lnTo>
                    <a:pt x="57" y="86"/>
                  </a:lnTo>
                  <a:lnTo>
                    <a:pt x="57" y="87"/>
                  </a:lnTo>
                  <a:lnTo>
                    <a:pt x="57" y="89"/>
                  </a:lnTo>
                  <a:lnTo>
                    <a:pt x="56" y="91"/>
                  </a:lnTo>
                  <a:lnTo>
                    <a:pt x="55" y="91"/>
                  </a:lnTo>
                  <a:lnTo>
                    <a:pt x="53" y="92"/>
                  </a:lnTo>
                  <a:lnTo>
                    <a:pt x="51" y="92"/>
                  </a:lnTo>
                  <a:lnTo>
                    <a:pt x="49" y="92"/>
                  </a:lnTo>
                  <a:lnTo>
                    <a:pt x="49" y="91"/>
                  </a:lnTo>
                  <a:lnTo>
                    <a:pt x="48" y="90"/>
                  </a:lnTo>
                  <a:lnTo>
                    <a:pt x="47" y="89"/>
                  </a:lnTo>
                  <a:lnTo>
                    <a:pt x="47" y="87"/>
                  </a:lnTo>
                  <a:lnTo>
                    <a:pt x="46" y="85"/>
                  </a:lnTo>
                  <a:lnTo>
                    <a:pt x="46" y="78"/>
                  </a:lnTo>
                  <a:lnTo>
                    <a:pt x="46" y="73"/>
                  </a:lnTo>
                  <a:lnTo>
                    <a:pt x="45" y="71"/>
                  </a:lnTo>
                  <a:lnTo>
                    <a:pt x="44" y="71"/>
                  </a:lnTo>
                  <a:lnTo>
                    <a:pt x="41" y="68"/>
                  </a:lnTo>
                  <a:lnTo>
                    <a:pt x="38" y="66"/>
                  </a:lnTo>
                  <a:lnTo>
                    <a:pt x="35" y="63"/>
                  </a:lnTo>
                  <a:lnTo>
                    <a:pt x="3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39" name="iṣľîḓe">
              <a:extLst>
                <a:ext uri="{FF2B5EF4-FFF2-40B4-BE49-F238E27FC236}">
                  <a16:creationId xmlns:a16="http://schemas.microsoft.com/office/drawing/2014/main" id="{3EA94439-7671-4DEB-93D2-5D15CF9FE922}"/>
                </a:ext>
              </a:extLst>
            </p:cNvPr>
            <p:cNvSpPr/>
            <p:nvPr/>
          </p:nvSpPr>
          <p:spPr bwMode="auto">
            <a:xfrm>
              <a:off x="2330451" y="2909888"/>
              <a:ext cx="60325" cy="63500"/>
            </a:xfrm>
            <a:custGeom>
              <a:avLst/>
              <a:gdLst>
                <a:gd name="T0" fmla="*/ 0 w 38"/>
                <a:gd name="T1" fmla="*/ 4 h 40"/>
                <a:gd name="T2" fmla="*/ 0 w 38"/>
                <a:gd name="T3" fmla="*/ 4 h 40"/>
                <a:gd name="T4" fmla="*/ 1 w 38"/>
                <a:gd name="T5" fmla="*/ 2 h 40"/>
                <a:gd name="T6" fmla="*/ 2 w 38"/>
                <a:gd name="T7" fmla="*/ 1 h 40"/>
                <a:gd name="T8" fmla="*/ 2 w 38"/>
                <a:gd name="T9" fmla="*/ 1 h 40"/>
                <a:gd name="T10" fmla="*/ 3 w 38"/>
                <a:gd name="T11" fmla="*/ 0 h 40"/>
                <a:gd name="T12" fmla="*/ 5 w 38"/>
                <a:gd name="T13" fmla="*/ 0 h 40"/>
                <a:gd name="T14" fmla="*/ 6 w 38"/>
                <a:gd name="T15" fmla="*/ 0 h 40"/>
                <a:gd name="T16" fmla="*/ 8 w 38"/>
                <a:gd name="T17" fmla="*/ 1 h 40"/>
                <a:gd name="T18" fmla="*/ 10 w 38"/>
                <a:gd name="T19" fmla="*/ 3 h 40"/>
                <a:gd name="T20" fmla="*/ 13 w 38"/>
                <a:gd name="T21" fmla="*/ 4 h 40"/>
                <a:gd name="T22" fmla="*/ 18 w 38"/>
                <a:gd name="T23" fmla="*/ 8 h 40"/>
                <a:gd name="T24" fmla="*/ 24 w 38"/>
                <a:gd name="T25" fmla="*/ 12 h 40"/>
                <a:gd name="T26" fmla="*/ 29 w 38"/>
                <a:gd name="T27" fmla="*/ 17 h 40"/>
                <a:gd name="T28" fmla="*/ 34 w 38"/>
                <a:gd name="T29" fmla="*/ 22 h 40"/>
                <a:gd name="T30" fmla="*/ 35 w 38"/>
                <a:gd name="T31" fmla="*/ 24 h 40"/>
                <a:gd name="T32" fmla="*/ 36 w 38"/>
                <a:gd name="T33" fmla="*/ 26 h 40"/>
                <a:gd name="T34" fmla="*/ 38 w 38"/>
                <a:gd name="T35" fmla="*/ 28 h 40"/>
                <a:gd name="T36" fmla="*/ 38 w 38"/>
                <a:gd name="T37" fmla="*/ 28 h 40"/>
                <a:gd name="T38" fmla="*/ 36 w 38"/>
                <a:gd name="T39" fmla="*/ 31 h 40"/>
                <a:gd name="T40" fmla="*/ 33 w 38"/>
                <a:gd name="T41" fmla="*/ 35 h 40"/>
                <a:gd name="T42" fmla="*/ 31 w 38"/>
                <a:gd name="T43" fmla="*/ 37 h 40"/>
                <a:gd name="T44" fmla="*/ 30 w 38"/>
                <a:gd name="T45" fmla="*/ 39 h 40"/>
                <a:gd name="T46" fmla="*/ 28 w 38"/>
                <a:gd name="T47" fmla="*/ 40 h 40"/>
                <a:gd name="T48" fmla="*/ 26 w 38"/>
                <a:gd name="T49" fmla="*/ 40 h 40"/>
                <a:gd name="T50" fmla="*/ 26 w 38"/>
                <a:gd name="T51" fmla="*/ 39 h 40"/>
                <a:gd name="T52" fmla="*/ 25 w 38"/>
                <a:gd name="T53" fmla="*/ 39 h 40"/>
                <a:gd name="T54" fmla="*/ 24 w 38"/>
                <a:gd name="T55" fmla="*/ 37 h 40"/>
                <a:gd name="T56" fmla="*/ 23 w 38"/>
                <a:gd name="T57" fmla="*/ 36 h 40"/>
                <a:gd name="T58" fmla="*/ 22 w 38"/>
                <a:gd name="T59" fmla="*/ 33 h 40"/>
                <a:gd name="T60" fmla="*/ 20 w 38"/>
                <a:gd name="T61" fmla="*/ 30 h 40"/>
                <a:gd name="T62" fmla="*/ 18 w 38"/>
                <a:gd name="T63" fmla="*/ 27 h 40"/>
                <a:gd name="T64" fmla="*/ 15 w 38"/>
                <a:gd name="T65" fmla="*/ 23 h 40"/>
                <a:gd name="T66" fmla="*/ 14 w 38"/>
                <a:gd name="T67" fmla="*/ 20 h 40"/>
                <a:gd name="T68" fmla="*/ 10 w 38"/>
                <a:gd name="T69" fmla="*/ 16 h 40"/>
                <a:gd name="T70" fmla="*/ 5 w 38"/>
                <a:gd name="T71" fmla="*/ 10 h 40"/>
                <a:gd name="T72" fmla="*/ 0 w 38"/>
                <a:gd name="T73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8" h="40">
                  <a:moveTo>
                    <a:pt x="0" y="4"/>
                  </a:moveTo>
                  <a:lnTo>
                    <a:pt x="0" y="4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1"/>
                  </a:lnTo>
                  <a:lnTo>
                    <a:pt x="10" y="3"/>
                  </a:lnTo>
                  <a:lnTo>
                    <a:pt x="13" y="4"/>
                  </a:lnTo>
                  <a:lnTo>
                    <a:pt x="18" y="8"/>
                  </a:lnTo>
                  <a:lnTo>
                    <a:pt x="24" y="12"/>
                  </a:lnTo>
                  <a:lnTo>
                    <a:pt x="29" y="17"/>
                  </a:lnTo>
                  <a:lnTo>
                    <a:pt x="34" y="22"/>
                  </a:lnTo>
                  <a:lnTo>
                    <a:pt x="35" y="24"/>
                  </a:lnTo>
                  <a:lnTo>
                    <a:pt x="36" y="26"/>
                  </a:lnTo>
                  <a:lnTo>
                    <a:pt x="38" y="28"/>
                  </a:lnTo>
                  <a:lnTo>
                    <a:pt x="38" y="28"/>
                  </a:lnTo>
                  <a:lnTo>
                    <a:pt x="36" y="31"/>
                  </a:lnTo>
                  <a:lnTo>
                    <a:pt x="33" y="35"/>
                  </a:lnTo>
                  <a:lnTo>
                    <a:pt x="31" y="37"/>
                  </a:lnTo>
                  <a:lnTo>
                    <a:pt x="30" y="39"/>
                  </a:lnTo>
                  <a:lnTo>
                    <a:pt x="28" y="40"/>
                  </a:lnTo>
                  <a:lnTo>
                    <a:pt x="26" y="40"/>
                  </a:lnTo>
                  <a:lnTo>
                    <a:pt x="26" y="39"/>
                  </a:lnTo>
                  <a:lnTo>
                    <a:pt x="25" y="39"/>
                  </a:lnTo>
                  <a:lnTo>
                    <a:pt x="24" y="37"/>
                  </a:lnTo>
                  <a:lnTo>
                    <a:pt x="23" y="36"/>
                  </a:lnTo>
                  <a:lnTo>
                    <a:pt x="22" y="33"/>
                  </a:lnTo>
                  <a:lnTo>
                    <a:pt x="20" y="30"/>
                  </a:lnTo>
                  <a:lnTo>
                    <a:pt x="18" y="27"/>
                  </a:lnTo>
                  <a:lnTo>
                    <a:pt x="15" y="23"/>
                  </a:lnTo>
                  <a:lnTo>
                    <a:pt x="14" y="20"/>
                  </a:lnTo>
                  <a:lnTo>
                    <a:pt x="10" y="16"/>
                  </a:lnTo>
                  <a:lnTo>
                    <a:pt x="5" y="10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40" name="îṡlide">
              <a:extLst>
                <a:ext uri="{FF2B5EF4-FFF2-40B4-BE49-F238E27FC236}">
                  <a16:creationId xmlns:a16="http://schemas.microsoft.com/office/drawing/2014/main" id="{313BB4D3-21ED-44E9-9F01-C3F6B10E084B}"/>
                </a:ext>
              </a:extLst>
            </p:cNvPr>
            <p:cNvSpPr/>
            <p:nvPr/>
          </p:nvSpPr>
          <p:spPr bwMode="auto">
            <a:xfrm>
              <a:off x="2266951" y="2749551"/>
              <a:ext cx="204788" cy="173038"/>
            </a:xfrm>
            <a:custGeom>
              <a:avLst/>
              <a:gdLst>
                <a:gd name="T0" fmla="*/ 17 w 129"/>
                <a:gd name="T1" fmla="*/ 93 h 109"/>
                <a:gd name="T2" fmla="*/ 11 w 129"/>
                <a:gd name="T3" fmla="*/ 93 h 109"/>
                <a:gd name="T4" fmla="*/ 3 w 129"/>
                <a:gd name="T5" fmla="*/ 95 h 109"/>
                <a:gd name="T6" fmla="*/ 5 w 129"/>
                <a:gd name="T7" fmla="*/ 86 h 109"/>
                <a:gd name="T8" fmla="*/ 13 w 129"/>
                <a:gd name="T9" fmla="*/ 60 h 109"/>
                <a:gd name="T10" fmla="*/ 16 w 129"/>
                <a:gd name="T11" fmla="*/ 44 h 109"/>
                <a:gd name="T12" fmla="*/ 4 w 129"/>
                <a:gd name="T13" fmla="*/ 21 h 109"/>
                <a:gd name="T14" fmla="*/ 1 w 129"/>
                <a:gd name="T15" fmla="*/ 15 h 109"/>
                <a:gd name="T16" fmla="*/ 22 w 129"/>
                <a:gd name="T17" fmla="*/ 17 h 109"/>
                <a:gd name="T18" fmla="*/ 27 w 129"/>
                <a:gd name="T19" fmla="*/ 9 h 109"/>
                <a:gd name="T20" fmla="*/ 35 w 129"/>
                <a:gd name="T21" fmla="*/ 17 h 109"/>
                <a:gd name="T22" fmla="*/ 33 w 129"/>
                <a:gd name="T23" fmla="*/ 37 h 109"/>
                <a:gd name="T24" fmla="*/ 37 w 129"/>
                <a:gd name="T25" fmla="*/ 64 h 109"/>
                <a:gd name="T26" fmla="*/ 42 w 129"/>
                <a:gd name="T27" fmla="*/ 73 h 109"/>
                <a:gd name="T28" fmla="*/ 46 w 129"/>
                <a:gd name="T29" fmla="*/ 65 h 109"/>
                <a:gd name="T30" fmla="*/ 47 w 129"/>
                <a:gd name="T31" fmla="*/ 50 h 109"/>
                <a:gd name="T32" fmla="*/ 45 w 129"/>
                <a:gd name="T33" fmla="*/ 42 h 109"/>
                <a:gd name="T34" fmla="*/ 46 w 129"/>
                <a:gd name="T35" fmla="*/ 36 h 109"/>
                <a:gd name="T36" fmla="*/ 52 w 129"/>
                <a:gd name="T37" fmla="*/ 16 h 109"/>
                <a:gd name="T38" fmla="*/ 58 w 129"/>
                <a:gd name="T39" fmla="*/ 1 h 109"/>
                <a:gd name="T40" fmla="*/ 66 w 129"/>
                <a:gd name="T41" fmla="*/ 8 h 109"/>
                <a:gd name="T42" fmla="*/ 101 w 129"/>
                <a:gd name="T43" fmla="*/ 50 h 109"/>
                <a:gd name="T44" fmla="*/ 128 w 129"/>
                <a:gd name="T45" fmla="*/ 82 h 109"/>
                <a:gd name="T46" fmla="*/ 122 w 129"/>
                <a:gd name="T47" fmla="*/ 89 h 109"/>
                <a:gd name="T48" fmla="*/ 96 w 129"/>
                <a:gd name="T49" fmla="*/ 90 h 109"/>
                <a:gd name="T50" fmla="*/ 102 w 129"/>
                <a:gd name="T51" fmla="*/ 86 h 109"/>
                <a:gd name="T52" fmla="*/ 110 w 129"/>
                <a:gd name="T53" fmla="*/ 80 h 109"/>
                <a:gd name="T54" fmla="*/ 78 w 129"/>
                <a:gd name="T55" fmla="*/ 41 h 109"/>
                <a:gd name="T56" fmla="*/ 59 w 129"/>
                <a:gd name="T57" fmla="*/ 13 h 109"/>
                <a:gd name="T58" fmla="*/ 55 w 129"/>
                <a:gd name="T59" fmla="*/ 28 h 109"/>
                <a:gd name="T60" fmla="*/ 58 w 129"/>
                <a:gd name="T61" fmla="*/ 35 h 109"/>
                <a:gd name="T62" fmla="*/ 63 w 129"/>
                <a:gd name="T63" fmla="*/ 41 h 109"/>
                <a:gd name="T64" fmla="*/ 56 w 129"/>
                <a:gd name="T65" fmla="*/ 58 h 109"/>
                <a:gd name="T66" fmla="*/ 58 w 129"/>
                <a:gd name="T67" fmla="*/ 71 h 109"/>
                <a:gd name="T68" fmla="*/ 56 w 129"/>
                <a:gd name="T69" fmla="*/ 77 h 109"/>
                <a:gd name="T70" fmla="*/ 43 w 129"/>
                <a:gd name="T71" fmla="*/ 96 h 109"/>
                <a:gd name="T72" fmla="*/ 39 w 129"/>
                <a:gd name="T73" fmla="*/ 97 h 109"/>
                <a:gd name="T74" fmla="*/ 42 w 129"/>
                <a:gd name="T75" fmla="*/ 80 h 109"/>
                <a:gd name="T76" fmla="*/ 37 w 129"/>
                <a:gd name="T77" fmla="*/ 73 h 109"/>
                <a:gd name="T78" fmla="*/ 28 w 129"/>
                <a:gd name="T79" fmla="*/ 57 h 109"/>
                <a:gd name="T80" fmla="*/ 22 w 129"/>
                <a:gd name="T81" fmla="*/ 66 h 109"/>
                <a:gd name="T82" fmla="*/ 70 w 129"/>
                <a:gd name="T83" fmla="*/ 90 h 109"/>
                <a:gd name="T84" fmla="*/ 72 w 129"/>
                <a:gd name="T85" fmla="*/ 107 h 109"/>
                <a:gd name="T86" fmla="*/ 79 w 129"/>
                <a:gd name="T87" fmla="*/ 101 h 109"/>
                <a:gd name="T88" fmla="*/ 87 w 129"/>
                <a:gd name="T89" fmla="*/ 107 h 109"/>
                <a:gd name="T90" fmla="*/ 96 w 129"/>
                <a:gd name="T91" fmla="*/ 109 h 109"/>
                <a:gd name="T92" fmla="*/ 100 w 129"/>
                <a:gd name="T93" fmla="*/ 106 h 109"/>
                <a:gd name="T94" fmla="*/ 88 w 129"/>
                <a:gd name="T95" fmla="*/ 89 h 109"/>
                <a:gd name="T96" fmla="*/ 86 w 129"/>
                <a:gd name="T97" fmla="*/ 73 h 109"/>
                <a:gd name="T98" fmla="*/ 80 w 129"/>
                <a:gd name="T99" fmla="*/ 77 h 109"/>
                <a:gd name="T100" fmla="*/ 70 w 129"/>
                <a:gd name="T101" fmla="*/ 90 h 109"/>
                <a:gd name="T102" fmla="*/ 69 w 129"/>
                <a:gd name="T103" fmla="*/ 82 h 109"/>
                <a:gd name="T104" fmla="*/ 75 w 129"/>
                <a:gd name="T105" fmla="*/ 70 h 109"/>
                <a:gd name="T106" fmla="*/ 71 w 129"/>
                <a:gd name="T107" fmla="*/ 67 h 109"/>
                <a:gd name="T108" fmla="*/ 65 w 129"/>
                <a:gd name="T109" fmla="*/ 71 h 109"/>
                <a:gd name="T110" fmla="*/ 62 w 129"/>
                <a:gd name="T111" fmla="*/ 77 h 109"/>
                <a:gd name="T112" fmla="*/ 58 w 129"/>
                <a:gd name="T113" fmla="*/ 85 h 109"/>
                <a:gd name="T114" fmla="*/ 62 w 129"/>
                <a:gd name="T115" fmla="*/ 86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9" h="109">
                  <a:moveTo>
                    <a:pt x="19" y="83"/>
                  </a:moveTo>
                  <a:lnTo>
                    <a:pt x="19" y="84"/>
                  </a:lnTo>
                  <a:lnTo>
                    <a:pt x="18" y="86"/>
                  </a:lnTo>
                  <a:lnTo>
                    <a:pt x="18" y="89"/>
                  </a:lnTo>
                  <a:lnTo>
                    <a:pt x="18" y="91"/>
                  </a:lnTo>
                  <a:lnTo>
                    <a:pt x="17" y="93"/>
                  </a:lnTo>
                  <a:lnTo>
                    <a:pt x="14" y="93"/>
                  </a:lnTo>
                  <a:lnTo>
                    <a:pt x="14" y="93"/>
                  </a:lnTo>
                  <a:lnTo>
                    <a:pt x="12" y="93"/>
                  </a:lnTo>
                  <a:lnTo>
                    <a:pt x="11" y="93"/>
                  </a:lnTo>
                  <a:lnTo>
                    <a:pt x="11" y="93"/>
                  </a:lnTo>
                  <a:lnTo>
                    <a:pt x="11" y="93"/>
                  </a:lnTo>
                  <a:lnTo>
                    <a:pt x="10" y="94"/>
                  </a:lnTo>
                  <a:lnTo>
                    <a:pt x="10" y="95"/>
                  </a:lnTo>
                  <a:lnTo>
                    <a:pt x="8" y="95"/>
                  </a:lnTo>
                  <a:lnTo>
                    <a:pt x="6" y="95"/>
                  </a:lnTo>
                  <a:lnTo>
                    <a:pt x="5" y="95"/>
                  </a:lnTo>
                  <a:lnTo>
                    <a:pt x="3" y="95"/>
                  </a:lnTo>
                  <a:lnTo>
                    <a:pt x="2" y="94"/>
                  </a:lnTo>
                  <a:lnTo>
                    <a:pt x="2" y="93"/>
                  </a:lnTo>
                  <a:lnTo>
                    <a:pt x="1" y="93"/>
                  </a:lnTo>
                  <a:lnTo>
                    <a:pt x="2" y="92"/>
                  </a:lnTo>
                  <a:lnTo>
                    <a:pt x="2" y="91"/>
                  </a:lnTo>
                  <a:lnTo>
                    <a:pt x="5" y="86"/>
                  </a:lnTo>
                  <a:lnTo>
                    <a:pt x="7" y="84"/>
                  </a:lnTo>
                  <a:lnTo>
                    <a:pt x="8" y="80"/>
                  </a:lnTo>
                  <a:lnTo>
                    <a:pt x="10" y="75"/>
                  </a:lnTo>
                  <a:lnTo>
                    <a:pt x="11" y="69"/>
                  </a:lnTo>
                  <a:lnTo>
                    <a:pt x="12" y="65"/>
                  </a:lnTo>
                  <a:lnTo>
                    <a:pt x="13" y="60"/>
                  </a:lnTo>
                  <a:lnTo>
                    <a:pt x="14" y="54"/>
                  </a:lnTo>
                  <a:lnTo>
                    <a:pt x="16" y="50"/>
                  </a:lnTo>
                  <a:lnTo>
                    <a:pt x="17" y="49"/>
                  </a:lnTo>
                  <a:lnTo>
                    <a:pt x="17" y="48"/>
                  </a:lnTo>
                  <a:lnTo>
                    <a:pt x="17" y="45"/>
                  </a:lnTo>
                  <a:lnTo>
                    <a:pt x="16" y="44"/>
                  </a:lnTo>
                  <a:lnTo>
                    <a:pt x="15" y="42"/>
                  </a:lnTo>
                  <a:lnTo>
                    <a:pt x="14" y="40"/>
                  </a:lnTo>
                  <a:lnTo>
                    <a:pt x="13" y="37"/>
                  </a:lnTo>
                  <a:lnTo>
                    <a:pt x="9" y="30"/>
                  </a:lnTo>
                  <a:lnTo>
                    <a:pt x="5" y="25"/>
                  </a:lnTo>
                  <a:lnTo>
                    <a:pt x="4" y="21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5" y="15"/>
                  </a:lnTo>
                  <a:lnTo>
                    <a:pt x="12" y="16"/>
                  </a:lnTo>
                  <a:lnTo>
                    <a:pt x="18" y="17"/>
                  </a:lnTo>
                  <a:lnTo>
                    <a:pt x="22" y="17"/>
                  </a:lnTo>
                  <a:lnTo>
                    <a:pt x="22" y="17"/>
                  </a:lnTo>
                  <a:lnTo>
                    <a:pt x="23" y="17"/>
                  </a:lnTo>
                  <a:lnTo>
                    <a:pt x="24" y="17"/>
                  </a:lnTo>
                  <a:lnTo>
                    <a:pt x="25" y="15"/>
                  </a:lnTo>
                  <a:lnTo>
                    <a:pt x="26" y="12"/>
                  </a:lnTo>
                  <a:lnTo>
                    <a:pt x="26" y="9"/>
                  </a:lnTo>
                  <a:lnTo>
                    <a:pt x="27" y="9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9"/>
                  </a:lnTo>
                  <a:lnTo>
                    <a:pt x="32" y="12"/>
                  </a:lnTo>
                  <a:lnTo>
                    <a:pt x="34" y="15"/>
                  </a:lnTo>
                  <a:lnTo>
                    <a:pt x="35" y="17"/>
                  </a:lnTo>
                  <a:lnTo>
                    <a:pt x="36" y="20"/>
                  </a:lnTo>
                  <a:lnTo>
                    <a:pt x="36" y="22"/>
                  </a:lnTo>
                  <a:lnTo>
                    <a:pt x="35" y="25"/>
                  </a:lnTo>
                  <a:lnTo>
                    <a:pt x="34" y="30"/>
                  </a:lnTo>
                  <a:lnTo>
                    <a:pt x="33" y="36"/>
                  </a:lnTo>
                  <a:lnTo>
                    <a:pt x="33" y="37"/>
                  </a:lnTo>
                  <a:lnTo>
                    <a:pt x="33" y="41"/>
                  </a:lnTo>
                  <a:lnTo>
                    <a:pt x="34" y="44"/>
                  </a:lnTo>
                  <a:lnTo>
                    <a:pt x="34" y="47"/>
                  </a:lnTo>
                  <a:lnTo>
                    <a:pt x="35" y="54"/>
                  </a:lnTo>
                  <a:lnTo>
                    <a:pt x="37" y="60"/>
                  </a:lnTo>
                  <a:lnTo>
                    <a:pt x="37" y="64"/>
                  </a:lnTo>
                  <a:lnTo>
                    <a:pt x="38" y="65"/>
                  </a:lnTo>
                  <a:lnTo>
                    <a:pt x="39" y="67"/>
                  </a:lnTo>
                  <a:lnTo>
                    <a:pt x="40" y="70"/>
                  </a:lnTo>
                  <a:lnTo>
                    <a:pt x="41" y="71"/>
                  </a:lnTo>
                  <a:lnTo>
                    <a:pt x="41" y="72"/>
                  </a:lnTo>
                  <a:lnTo>
                    <a:pt x="42" y="73"/>
                  </a:lnTo>
                  <a:lnTo>
                    <a:pt x="42" y="73"/>
                  </a:lnTo>
                  <a:lnTo>
                    <a:pt x="42" y="71"/>
                  </a:lnTo>
                  <a:lnTo>
                    <a:pt x="44" y="70"/>
                  </a:lnTo>
                  <a:lnTo>
                    <a:pt x="45" y="69"/>
                  </a:lnTo>
                  <a:lnTo>
                    <a:pt x="46" y="67"/>
                  </a:lnTo>
                  <a:lnTo>
                    <a:pt x="46" y="65"/>
                  </a:lnTo>
                  <a:lnTo>
                    <a:pt x="47" y="62"/>
                  </a:lnTo>
                  <a:lnTo>
                    <a:pt x="48" y="59"/>
                  </a:lnTo>
                  <a:lnTo>
                    <a:pt x="48" y="56"/>
                  </a:lnTo>
                  <a:lnTo>
                    <a:pt x="48" y="54"/>
                  </a:lnTo>
                  <a:lnTo>
                    <a:pt x="48" y="52"/>
                  </a:lnTo>
                  <a:lnTo>
                    <a:pt x="47" y="50"/>
                  </a:lnTo>
                  <a:lnTo>
                    <a:pt x="47" y="49"/>
                  </a:lnTo>
                  <a:lnTo>
                    <a:pt x="46" y="46"/>
                  </a:lnTo>
                  <a:lnTo>
                    <a:pt x="46" y="44"/>
                  </a:lnTo>
                  <a:lnTo>
                    <a:pt x="46" y="44"/>
                  </a:lnTo>
                  <a:lnTo>
                    <a:pt x="45" y="43"/>
                  </a:lnTo>
                  <a:lnTo>
                    <a:pt x="45" y="42"/>
                  </a:lnTo>
                  <a:lnTo>
                    <a:pt x="45" y="41"/>
                  </a:lnTo>
                  <a:lnTo>
                    <a:pt x="45" y="40"/>
                  </a:lnTo>
                  <a:lnTo>
                    <a:pt x="45" y="38"/>
                  </a:lnTo>
                  <a:lnTo>
                    <a:pt x="46" y="37"/>
                  </a:lnTo>
                  <a:lnTo>
                    <a:pt x="46" y="37"/>
                  </a:lnTo>
                  <a:lnTo>
                    <a:pt x="46" y="36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8" y="35"/>
                  </a:lnTo>
                  <a:lnTo>
                    <a:pt x="50" y="28"/>
                  </a:lnTo>
                  <a:lnTo>
                    <a:pt x="51" y="20"/>
                  </a:lnTo>
                  <a:lnTo>
                    <a:pt x="52" y="16"/>
                  </a:lnTo>
                  <a:lnTo>
                    <a:pt x="54" y="12"/>
                  </a:lnTo>
                  <a:lnTo>
                    <a:pt x="54" y="8"/>
                  </a:lnTo>
                  <a:lnTo>
                    <a:pt x="56" y="4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58" y="1"/>
                  </a:lnTo>
                  <a:lnTo>
                    <a:pt x="59" y="0"/>
                  </a:lnTo>
                  <a:lnTo>
                    <a:pt x="61" y="0"/>
                  </a:lnTo>
                  <a:lnTo>
                    <a:pt x="62" y="0"/>
                  </a:lnTo>
                  <a:lnTo>
                    <a:pt x="62" y="1"/>
                  </a:lnTo>
                  <a:lnTo>
                    <a:pt x="63" y="1"/>
                  </a:lnTo>
                  <a:lnTo>
                    <a:pt x="66" y="8"/>
                  </a:lnTo>
                  <a:lnTo>
                    <a:pt x="71" y="14"/>
                  </a:lnTo>
                  <a:lnTo>
                    <a:pt x="77" y="21"/>
                  </a:lnTo>
                  <a:lnTo>
                    <a:pt x="83" y="29"/>
                  </a:lnTo>
                  <a:lnTo>
                    <a:pt x="89" y="37"/>
                  </a:lnTo>
                  <a:lnTo>
                    <a:pt x="95" y="44"/>
                  </a:lnTo>
                  <a:lnTo>
                    <a:pt x="101" y="50"/>
                  </a:lnTo>
                  <a:lnTo>
                    <a:pt x="106" y="56"/>
                  </a:lnTo>
                  <a:lnTo>
                    <a:pt x="115" y="66"/>
                  </a:lnTo>
                  <a:lnTo>
                    <a:pt x="122" y="74"/>
                  </a:lnTo>
                  <a:lnTo>
                    <a:pt x="127" y="78"/>
                  </a:lnTo>
                  <a:lnTo>
                    <a:pt x="129" y="80"/>
                  </a:lnTo>
                  <a:lnTo>
                    <a:pt x="128" y="82"/>
                  </a:lnTo>
                  <a:lnTo>
                    <a:pt x="127" y="85"/>
                  </a:lnTo>
                  <a:lnTo>
                    <a:pt x="126" y="86"/>
                  </a:lnTo>
                  <a:lnTo>
                    <a:pt x="125" y="88"/>
                  </a:lnTo>
                  <a:lnTo>
                    <a:pt x="124" y="89"/>
                  </a:lnTo>
                  <a:lnTo>
                    <a:pt x="122" y="89"/>
                  </a:lnTo>
                  <a:lnTo>
                    <a:pt x="122" y="89"/>
                  </a:lnTo>
                  <a:lnTo>
                    <a:pt x="120" y="90"/>
                  </a:lnTo>
                  <a:lnTo>
                    <a:pt x="113" y="91"/>
                  </a:lnTo>
                  <a:lnTo>
                    <a:pt x="106" y="91"/>
                  </a:lnTo>
                  <a:lnTo>
                    <a:pt x="99" y="91"/>
                  </a:lnTo>
                  <a:lnTo>
                    <a:pt x="96" y="91"/>
                  </a:lnTo>
                  <a:lnTo>
                    <a:pt x="96" y="90"/>
                  </a:lnTo>
                  <a:lnTo>
                    <a:pt x="95" y="90"/>
                  </a:lnTo>
                  <a:lnTo>
                    <a:pt x="95" y="90"/>
                  </a:lnTo>
                  <a:lnTo>
                    <a:pt x="95" y="89"/>
                  </a:lnTo>
                  <a:lnTo>
                    <a:pt x="96" y="89"/>
                  </a:lnTo>
                  <a:lnTo>
                    <a:pt x="98" y="88"/>
                  </a:lnTo>
                  <a:lnTo>
                    <a:pt x="102" y="86"/>
                  </a:lnTo>
                  <a:lnTo>
                    <a:pt x="106" y="85"/>
                  </a:lnTo>
                  <a:lnTo>
                    <a:pt x="108" y="84"/>
                  </a:lnTo>
                  <a:lnTo>
                    <a:pt x="110" y="83"/>
                  </a:lnTo>
                  <a:lnTo>
                    <a:pt x="110" y="82"/>
                  </a:lnTo>
                  <a:lnTo>
                    <a:pt x="110" y="81"/>
                  </a:lnTo>
                  <a:lnTo>
                    <a:pt x="110" y="80"/>
                  </a:lnTo>
                  <a:lnTo>
                    <a:pt x="107" y="77"/>
                  </a:lnTo>
                  <a:lnTo>
                    <a:pt x="104" y="73"/>
                  </a:lnTo>
                  <a:lnTo>
                    <a:pt x="100" y="68"/>
                  </a:lnTo>
                  <a:lnTo>
                    <a:pt x="92" y="58"/>
                  </a:lnTo>
                  <a:lnTo>
                    <a:pt x="85" y="49"/>
                  </a:lnTo>
                  <a:lnTo>
                    <a:pt x="78" y="41"/>
                  </a:lnTo>
                  <a:lnTo>
                    <a:pt x="70" y="30"/>
                  </a:lnTo>
                  <a:lnTo>
                    <a:pt x="64" y="21"/>
                  </a:lnTo>
                  <a:lnTo>
                    <a:pt x="61" y="15"/>
                  </a:lnTo>
                  <a:lnTo>
                    <a:pt x="61" y="14"/>
                  </a:lnTo>
                  <a:lnTo>
                    <a:pt x="60" y="13"/>
                  </a:lnTo>
                  <a:lnTo>
                    <a:pt x="59" y="13"/>
                  </a:lnTo>
                  <a:lnTo>
                    <a:pt x="59" y="13"/>
                  </a:lnTo>
                  <a:lnTo>
                    <a:pt x="58" y="14"/>
                  </a:lnTo>
                  <a:lnTo>
                    <a:pt x="58" y="15"/>
                  </a:lnTo>
                  <a:lnTo>
                    <a:pt x="57" y="17"/>
                  </a:lnTo>
                  <a:lnTo>
                    <a:pt x="57" y="21"/>
                  </a:lnTo>
                  <a:lnTo>
                    <a:pt x="55" y="28"/>
                  </a:lnTo>
                  <a:lnTo>
                    <a:pt x="55" y="32"/>
                  </a:lnTo>
                  <a:lnTo>
                    <a:pt x="55" y="33"/>
                  </a:lnTo>
                  <a:lnTo>
                    <a:pt x="55" y="33"/>
                  </a:lnTo>
                  <a:lnTo>
                    <a:pt x="56" y="34"/>
                  </a:lnTo>
                  <a:lnTo>
                    <a:pt x="57" y="34"/>
                  </a:lnTo>
                  <a:lnTo>
                    <a:pt x="58" y="35"/>
                  </a:lnTo>
                  <a:lnTo>
                    <a:pt x="59" y="36"/>
                  </a:lnTo>
                  <a:lnTo>
                    <a:pt x="61" y="36"/>
                  </a:lnTo>
                  <a:lnTo>
                    <a:pt x="62" y="37"/>
                  </a:lnTo>
                  <a:lnTo>
                    <a:pt x="62" y="38"/>
                  </a:lnTo>
                  <a:lnTo>
                    <a:pt x="63" y="40"/>
                  </a:lnTo>
                  <a:lnTo>
                    <a:pt x="63" y="41"/>
                  </a:lnTo>
                  <a:lnTo>
                    <a:pt x="62" y="44"/>
                  </a:lnTo>
                  <a:lnTo>
                    <a:pt x="60" y="49"/>
                  </a:lnTo>
                  <a:lnTo>
                    <a:pt x="58" y="53"/>
                  </a:lnTo>
                  <a:lnTo>
                    <a:pt x="58" y="55"/>
                  </a:lnTo>
                  <a:lnTo>
                    <a:pt x="56" y="57"/>
                  </a:lnTo>
                  <a:lnTo>
                    <a:pt x="56" y="58"/>
                  </a:lnTo>
                  <a:lnTo>
                    <a:pt x="56" y="60"/>
                  </a:lnTo>
                  <a:lnTo>
                    <a:pt x="56" y="61"/>
                  </a:lnTo>
                  <a:lnTo>
                    <a:pt x="57" y="65"/>
                  </a:lnTo>
                  <a:lnTo>
                    <a:pt x="57" y="68"/>
                  </a:lnTo>
                  <a:lnTo>
                    <a:pt x="58" y="69"/>
                  </a:lnTo>
                  <a:lnTo>
                    <a:pt x="58" y="71"/>
                  </a:lnTo>
                  <a:lnTo>
                    <a:pt x="58" y="72"/>
                  </a:lnTo>
                  <a:lnTo>
                    <a:pt x="58" y="73"/>
                  </a:lnTo>
                  <a:lnTo>
                    <a:pt x="58" y="74"/>
                  </a:lnTo>
                  <a:lnTo>
                    <a:pt x="58" y="75"/>
                  </a:lnTo>
                  <a:lnTo>
                    <a:pt x="57" y="76"/>
                  </a:lnTo>
                  <a:lnTo>
                    <a:pt x="56" y="77"/>
                  </a:lnTo>
                  <a:lnTo>
                    <a:pt x="55" y="77"/>
                  </a:lnTo>
                  <a:lnTo>
                    <a:pt x="51" y="76"/>
                  </a:lnTo>
                  <a:lnTo>
                    <a:pt x="49" y="76"/>
                  </a:lnTo>
                  <a:lnTo>
                    <a:pt x="49" y="91"/>
                  </a:lnTo>
                  <a:lnTo>
                    <a:pt x="47" y="93"/>
                  </a:lnTo>
                  <a:lnTo>
                    <a:pt x="43" y="96"/>
                  </a:lnTo>
                  <a:lnTo>
                    <a:pt x="42" y="97"/>
                  </a:lnTo>
                  <a:lnTo>
                    <a:pt x="40" y="97"/>
                  </a:lnTo>
                  <a:lnTo>
                    <a:pt x="40" y="97"/>
                  </a:lnTo>
                  <a:lnTo>
                    <a:pt x="39" y="97"/>
                  </a:lnTo>
                  <a:lnTo>
                    <a:pt x="39" y="97"/>
                  </a:lnTo>
                  <a:lnTo>
                    <a:pt x="39" y="97"/>
                  </a:lnTo>
                  <a:lnTo>
                    <a:pt x="40" y="93"/>
                  </a:lnTo>
                  <a:lnTo>
                    <a:pt x="42" y="89"/>
                  </a:lnTo>
                  <a:lnTo>
                    <a:pt x="42" y="85"/>
                  </a:lnTo>
                  <a:lnTo>
                    <a:pt x="43" y="83"/>
                  </a:lnTo>
                  <a:lnTo>
                    <a:pt x="43" y="81"/>
                  </a:lnTo>
                  <a:lnTo>
                    <a:pt x="42" y="80"/>
                  </a:lnTo>
                  <a:lnTo>
                    <a:pt x="42" y="79"/>
                  </a:lnTo>
                  <a:lnTo>
                    <a:pt x="41" y="78"/>
                  </a:lnTo>
                  <a:lnTo>
                    <a:pt x="39" y="77"/>
                  </a:lnTo>
                  <a:lnTo>
                    <a:pt x="38" y="77"/>
                  </a:lnTo>
                  <a:lnTo>
                    <a:pt x="38" y="75"/>
                  </a:lnTo>
                  <a:lnTo>
                    <a:pt x="37" y="73"/>
                  </a:lnTo>
                  <a:lnTo>
                    <a:pt x="35" y="69"/>
                  </a:lnTo>
                  <a:lnTo>
                    <a:pt x="32" y="64"/>
                  </a:lnTo>
                  <a:lnTo>
                    <a:pt x="30" y="61"/>
                  </a:lnTo>
                  <a:lnTo>
                    <a:pt x="29" y="59"/>
                  </a:lnTo>
                  <a:lnTo>
                    <a:pt x="28" y="58"/>
                  </a:lnTo>
                  <a:lnTo>
                    <a:pt x="28" y="57"/>
                  </a:lnTo>
                  <a:lnTo>
                    <a:pt x="27" y="57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4" y="61"/>
                  </a:lnTo>
                  <a:lnTo>
                    <a:pt x="23" y="64"/>
                  </a:lnTo>
                  <a:lnTo>
                    <a:pt x="22" y="66"/>
                  </a:lnTo>
                  <a:lnTo>
                    <a:pt x="21" y="73"/>
                  </a:lnTo>
                  <a:lnTo>
                    <a:pt x="20" y="77"/>
                  </a:lnTo>
                  <a:lnTo>
                    <a:pt x="19" y="81"/>
                  </a:lnTo>
                  <a:lnTo>
                    <a:pt x="19" y="83"/>
                  </a:lnTo>
                  <a:lnTo>
                    <a:pt x="19" y="83"/>
                  </a:lnTo>
                  <a:close/>
                  <a:moveTo>
                    <a:pt x="70" y="90"/>
                  </a:moveTo>
                  <a:lnTo>
                    <a:pt x="77" y="97"/>
                  </a:lnTo>
                  <a:lnTo>
                    <a:pt x="76" y="98"/>
                  </a:lnTo>
                  <a:lnTo>
                    <a:pt x="75" y="100"/>
                  </a:lnTo>
                  <a:lnTo>
                    <a:pt x="74" y="102"/>
                  </a:lnTo>
                  <a:lnTo>
                    <a:pt x="72" y="106"/>
                  </a:lnTo>
                  <a:lnTo>
                    <a:pt x="72" y="107"/>
                  </a:lnTo>
                  <a:lnTo>
                    <a:pt x="73" y="108"/>
                  </a:lnTo>
                  <a:lnTo>
                    <a:pt x="74" y="108"/>
                  </a:lnTo>
                  <a:lnTo>
                    <a:pt x="74" y="107"/>
                  </a:lnTo>
                  <a:lnTo>
                    <a:pt x="77" y="105"/>
                  </a:lnTo>
                  <a:lnTo>
                    <a:pt x="78" y="102"/>
                  </a:lnTo>
                  <a:lnTo>
                    <a:pt x="79" y="101"/>
                  </a:lnTo>
                  <a:lnTo>
                    <a:pt x="80" y="101"/>
                  </a:lnTo>
                  <a:lnTo>
                    <a:pt x="80" y="101"/>
                  </a:lnTo>
                  <a:lnTo>
                    <a:pt x="82" y="101"/>
                  </a:lnTo>
                  <a:lnTo>
                    <a:pt x="83" y="103"/>
                  </a:lnTo>
                  <a:lnTo>
                    <a:pt x="86" y="105"/>
                  </a:lnTo>
                  <a:lnTo>
                    <a:pt x="87" y="107"/>
                  </a:lnTo>
                  <a:lnTo>
                    <a:pt x="89" y="108"/>
                  </a:lnTo>
                  <a:lnTo>
                    <a:pt x="90" y="109"/>
                  </a:lnTo>
                  <a:lnTo>
                    <a:pt x="91" y="109"/>
                  </a:lnTo>
                  <a:lnTo>
                    <a:pt x="93" y="109"/>
                  </a:lnTo>
                  <a:lnTo>
                    <a:pt x="94" y="109"/>
                  </a:lnTo>
                  <a:lnTo>
                    <a:pt x="96" y="109"/>
                  </a:lnTo>
                  <a:lnTo>
                    <a:pt x="98" y="109"/>
                  </a:lnTo>
                  <a:lnTo>
                    <a:pt x="98" y="109"/>
                  </a:lnTo>
                  <a:lnTo>
                    <a:pt x="99" y="109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100" y="106"/>
                  </a:lnTo>
                  <a:lnTo>
                    <a:pt x="100" y="105"/>
                  </a:lnTo>
                  <a:lnTo>
                    <a:pt x="98" y="102"/>
                  </a:lnTo>
                  <a:lnTo>
                    <a:pt x="98" y="101"/>
                  </a:lnTo>
                  <a:lnTo>
                    <a:pt x="96" y="99"/>
                  </a:lnTo>
                  <a:lnTo>
                    <a:pt x="92" y="95"/>
                  </a:lnTo>
                  <a:lnTo>
                    <a:pt x="88" y="89"/>
                  </a:lnTo>
                  <a:lnTo>
                    <a:pt x="86" y="86"/>
                  </a:lnTo>
                  <a:lnTo>
                    <a:pt x="85" y="85"/>
                  </a:lnTo>
                  <a:lnTo>
                    <a:pt x="85" y="81"/>
                  </a:lnTo>
                  <a:lnTo>
                    <a:pt x="86" y="78"/>
                  </a:lnTo>
                  <a:lnTo>
                    <a:pt x="86" y="75"/>
                  </a:lnTo>
                  <a:lnTo>
                    <a:pt x="86" y="73"/>
                  </a:lnTo>
                  <a:lnTo>
                    <a:pt x="85" y="73"/>
                  </a:lnTo>
                  <a:lnTo>
                    <a:pt x="85" y="73"/>
                  </a:lnTo>
                  <a:lnTo>
                    <a:pt x="83" y="73"/>
                  </a:lnTo>
                  <a:lnTo>
                    <a:pt x="82" y="73"/>
                  </a:lnTo>
                  <a:lnTo>
                    <a:pt x="80" y="74"/>
                  </a:lnTo>
                  <a:lnTo>
                    <a:pt x="80" y="77"/>
                  </a:lnTo>
                  <a:lnTo>
                    <a:pt x="80" y="79"/>
                  </a:lnTo>
                  <a:lnTo>
                    <a:pt x="80" y="82"/>
                  </a:lnTo>
                  <a:lnTo>
                    <a:pt x="80" y="84"/>
                  </a:lnTo>
                  <a:lnTo>
                    <a:pt x="75" y="86"/>
                  </a:lnTo>
                  <a:lnTo>
                    <a:pt x="70" y="90"/>
                  </a:lnTo>
                  <a:lnTo>
                    <a:pt x="70" y="90"/>
                  </a:lnTo>
                  <a:close/>
                  <a:moveTo>
                    <a:pt x="67" y="84"/>
                  </a:moveTo>
                  <a:lnTo>
                    <a:pt x="68" y="84"/>
                  </a:lnTo>
                  <a:lnTo>
                    <a:pt x="69" y="84"/>
                  </a:lnTo>
                  <a:lnTo>
                    <a:pt x="69" y="84"/>
                  </a:lnTo>
                  <a:lnTo>
                    <a:pt x="69" y="83"/>
                  </a:lnTo>
                  <a:lnTo>
                    <a:pt x="69" y="82"/>
                  </a:lnTo>
                  <a:lnTo>
                    <a:pt x="70" y="82"/>
                  </a:lnTo>
                  <a:lnTo>
                    <a:pt x="70" y="79"/>
                  </a:lnTo>
                  <a:lnTo>
                    <a:pt x="72" y="77"/>
                  </a:lnTo>
                  <a:lnTo>
                    <a:pt x="74" y="73"/>
                  </a:lnTo>
                  <a:lnTo>
                    <a:pt x="75" y="71"/>
                  </a:lnTo>
                  <a:lnTo>
                    <a:pt x="75" y="70"/>
                  </a:lnTo>
                  <a:lnTo>
                    <a:pt x="75" y="69"/>
                  </a:lnTo>
                  <a:lnTo>
                    <a:pt x="74" y="69"/>
                  </a:lnTo>
                  <a:lnTo>
                    <a:pt x="74" y="69"/>
                  </a:lnTo>
                  <a:lnTo>
                    <a:pt x="73" y="68"/>
                  </a:lnTo>
                  <a:lnTo>
                    <a:pt x="72" y="67"/>
                  </a:lnTo>
                  <a:lnTo>
                    <a:pt x="71" y="67"/>
                  </a:lnTo>
                  <a:lnTo>
                    <a:pt x="70" y="67"/>
                  </a:lnTo>
                  <a:lnTo>
                    <a:pt x="69" y="67"/>
                  </a:lnTo>
                  <a:lnTo>
                    <a:pt x="68" y="68"/>
                  </a:lnTo>
                  <a:lnTo>
                    <a:pt x="66" y="69"/>
                  </a:lnTo>
                  <a:lnTo>
                    <a:pt x="66" y="70"/>
                  </a:lnTo>
                  <a:lnTo>
                    <a:pt x="65" y="71"/>
                  </a:lnTo>
                  <a:lnTo>
                    <a:pt x="65" y="73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4" y="75"/>
                  </a:lnTo>
                  <a:lnTo>
                    <a:pt x="63" y="77"/>
                  </a:lnTo>
                  <a:lnTo>
                    <a:pt x="62" y="77"/>
                  </a:lnTo>
                  <a:lnTo>
                    <a:pt x="61" y="78"/>
                  </a:lnTo>
                  <a:lnTo>
                    <a:pt x="59" y="80"/>
                  </a:lnTo>
                  <a:lnTo>
                    <a:pt x="58" y="81"/>
                  </a:lnTo>
                  <a:lnTo>
                    <a:pt x="58" y="82"/>
                  </a:lnTo>
                  <a:lnTo>
                    <a:pt x="58" y="83"/>
                  </a:lnTo>
                  <a:lnTo>
                    <a:pt x="58" y="85"/>
                  </a:lnTo>
                  <a:lnTo>
                    <a:pt x="59" y="85"/>
                  </a:lnTo>
                  <a:lnTo>
                    <a:pt x="59" y="85"/>
                  </a:lnTo>
                  <a:lnTo>
                    <a:pt x="60" y="86"/>
                  </a:lnTo>
                  <a:lnTo>
                    <a:pt x="61" y="86"/>
                  </a:lnTo>
                  <a:lnTo>
                    <a:pt x="62" y="86"/>
                  </a:lnTo>
                  <a:lnTo>
                    <a:pt x="62" y="86"/>
                  </a:lnTo>
                  <a:lnTo>
                    <a:pt x="63" y="85"/>
                  </a:lnTo>
                  <a:lnTo>
                    <a:pt x="66" y="84"/>
                  </a:lnTo>
                  <a:lnTo>
                    <a:pt x="67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41" name="îŝļîḓè">
              <a:extLst>
                <a:ext uri="{FF2B5EF4-FFF2-40B4-BE49-F238E27FC236}">
                  <a16:creationId xmlns:a16="http://schemas.microsoft.com/office/drawing/2014/main" id="{12FB69D2-0DC2-4660-803D-A95DDB44B0CA}"/>
                </a:ext>
              </a:extLst>
            </p:cNvPr>
            <p:cNvSpPr/>
            <p:nvPr/>
          </p:nvSpPr>
          <p:spPr bwMode="auto">
            <a:xfrm>
              <a:off x="2708276" y="2566988"/>
              <a:ext cx="76200" cy="209550"/>
            </a:xfrm>
            <a:custGeom>
              <a:avLst/>
              <a:gdLst>
                <a:gd name="T0" fmla="*/ 1 w 48"/>
                <a:gd name="T1" fmla="*/ 31 h 132"/>
                <a:gd name="T2" fmla="*/ 9 w 48"/>
                <a:gd name="T3" fmla="*/ 20 h 132"/>
                <a:gd name="T4" fmla="*/ 26 w 48"/>
                <a:gd name="T5" fmla="*/ 4 h 132"/>
                <a:gd name="T6" fmla="*/ 34 w 48"/>
                <a:gd name="T7" fmla="*/ 0 h 132"/>
                <a:gd name="T8" fmla="*/ 40 w 48"/>
                <a:gd name="T9" fmla="*/ 1 h 132"/>
                <a:gd name="T10" fmla="*/ 41 w 48"/>
                <a:gd name="T11" fmla="*/ 4 h 132"/>
                <a:gd name="T12" fmla="*/ 38 w 48"/>
                <a:gd name="T13" fmla="*/ 20 h 132"/>
                <a:gd name="T14" fmla="*/ 32 w 48"/>
                <a:gd name="T15" fmla="*/ 60 h 132"/>
                <a:gd name="T16" fmla="*/ 28 w 48"/>
                <a:gd name="T17" fmla="*/ 65 h 132"/>
                <a:gd name="T18" fmla="*/ 20 w 48"/>
                <a:gd name="T19" fmla="*/ 70 h 132"/>
                <a:gd name="T20" fmla="*/ 20 w 48"/>
                <a:gd name="T21" fmla="*/ 81 h 132"/>
                <a:gd name="T22" fmla="*/ 22 w 48"/>
                <a:gd name="T23" fmla="*/ 90 h 132"/>
                <a:gd name="T24" fmla="*/ 31 w 48"/>
                <a:gd name="T25" fmla="*/ 90 h 132"/>
                <a:gd name="T26" fmla="*/ 35 w 48"/>
                <a:gd name="T27" fmla="*/ 91 h 132"/>
                <a:gd name="T28" fmla="*/ 35 w 48"/>
                <a:gd name="T29" fmla="*/ 97 h 132"/>
                <a:gd name="T30" fmla="*/ 27 w 48"/>
                <a:gd name="T31" fmla="*/ 114 h 132"/>
                <a:gd name="T32" fmla="*/ 26 w 48"/>
                <a:gd name="T33" fmla="*/ 120 h 132"/>
                <a:gd name="T34" fmla="*/ 34 w 48"/>
                <a:gd name="T35" fmla="*/ 117 h 132"/>
                <a:gd name="T36" fmla="*/ 42 w 48"/>
                <a:gd name="T37" fmla="*/ 114 h 132"/>
                <a:gd name="T38" fmla="*/ 47 w 48"/>
                <a:gd name="T39" fmla="*/ 118 h 132"/>
                <a:gd name="T40" fmla="*/ 48 w 48"/>
                <a:gd name="T41" fmla="*/ 124 h 132"/>
                <a:gd name="T42" fmla="*/ 41 w 48"/>
                <a:gd name="T43" fmla="*/ 129 h 132"/>
                <a:gd name="T44" fmla="*/ 30 w 48"/>
                <a:gd name="T45" fmla="*/ 132 h 132"/>
                <a:gd name="T46" fmla="*/ 16 w 48"/>
                <a:gd name="T47" fmla="*/ 131 h 132"/>
                <a:gd name="T48" fmla="*/ 13 w 48"/>
                <a:gd name="T49" fmla="*/ 128 h 132"/>
                <a:gd name="T50" fmla="*/ 15 w 48"/>
                <a:gd name="T51" fmla="*/ 124 h 132"/>
                <a:gd name="T52" fmla="*/ 16 w 48"/>
                <a:gd name="T53" fmla="*/ 121 h 132"/>
                <a:gd name="T54" fmla="*/ 16 w 48"/>
                <a:gd name="T55" fmla="*/ 108 h 132"/>
                <a:gd name="T56" fmla="*/ 12 w 48"/>
                <a:gd name="T57" fmla="*/ 106 h 132"/>
                <a:gd name="T58" fmla="*/ 10 w 48"/>
                <a:gd name="T59" fmla="*/ 102 h 132"/>
                <a:gd name="T60" fmla="*/ 12 w 48"/>
                <a:gd name="T61" fmla="*/ 91 h 132"/>
                <a:gd name="T62" fmla="*/ 7 w 48"/>
                <a:gd name="T63" fmla="*/ 81 h 132"/>
                <a:gd name="T64" fmla="*/ 4 w 48"/>
                <a:gd name="T65" fmla="*/ 78 h 132"/>
                <a:gd name="T66" fmla="*/ 8 w 48"/>
                <a:gd name="T67" fmla="*/ 73 h 132"/>
                <a:gd name="T68" fmla="*/ 10 w 48"/>
                <a:gd name="T69" fmla="*/ 62 h 132"/>
                <a:gd name="T70" fmla="*/ 10 w 48"/>
                <a:gd name="T71" fmla="*/ 60 h 132"/>
                <a:gd name="T72" fmla="*/ 5 w 48"/>
                <a:gd name="T73" fmla="*/ 60 h 132"/>
                <a:gd name="T74" fmla="*/ 4 w 48"/>
                <a:gd name="T75" fmla="*/ 56 h 132"/>
                <a:gd name="T76" fmla="*/ 8 w 48"/>
                <a:gd name="T77" fmla="*/ 52 h 132"/>
                <a:gd name="T78" fmla="*/ 12 w 48"/>
                <a:gd name="T79" fmla="*/ 49 h 132"/>
                <a:gd name="T80" fmla="*/ 14 w 48"/>
                <a:gd name="T81" fmla="*/ 34 h 132"/>
                <a:gd name="T82" fmla="*/ 19 w 48"/>
                <a:gd name="T83" fmla="*/ 32 h 132"/>
                <a:gd name="T84" fmla="*/ 20 w 48"/>
                <a:gd name="T85" fmla="*/ 39 h 132"/>
                <a:gd name="T86" fmla="*/ 20 w 48"/>
                <a:gd name="T87" fmla="*/ 49 h 132"/>
                <a:gd name="T88" fmla="*/ 23 w 48"/>
                <a:gd name="T89" fmla="*/ 49 h 132"/>
                <a:gd name="T90" fmla="*/ 30 w 48"/>
                <a:gd name="T91" fmla="*/ 18 h 132"/>
                <a:gd name="T92" fmla="*/ 30 w 48"/>
                <a:gd name="T93" fmla="*/ 10 h 132"/>
                <a:gd name="T94" fmla="*/ 18 w 48"/>
                <a:gd name="T95" fmla="*/ 21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8" h="132">
                  <a:moveTo>
                    <a:pt x="8" y="32"/>
                  </a:moveTo>
                  <a:lnTo>
                    <a:pt x="0" y="36"/>
                  </a:lnTo>
                  <a:lnTo>
                    <a:pt x="0" y="34"/>
                  </a:lnTo>
                  <a:lnTo>
                    <a:pt x="1" y="31"/>
                  </a:lnTo>
                  <a:lnTo>
                    <a:pt x="3" y="28"/>
                  </a:lnTo>
                  <a:lnTo>
                    <a:pt x="4" y="27"/>
                  </a:lnTo>
                  <a:lnTo>
                    <a:pt x="6" y="24"/>
                  </a:lnTo>
                  <a:lnTo>
                    <a:pt x="9" y="20"/>
                  </a:lnTo>
                  <a:lnTo>
                    <a:pt x="16" y="14"/>
                  </a:lnTo>
                  <a:lnTo>
                    <a:pt x="21" y="8"/>
                  </a:lnTo>
                  <a:lnTo>
                    <a:pt x="24" y="6"/>
                  </a:lnTo>
                  <a:lnTo>
                    <a:pt x="26" y="4"/>
                  </a:lnTo>
                  <a:lnTo>
                    <a:pt x="28" y="3"/>
                  </a:lnTo>
                  <a:lnTo>
                    <a:pt x="30" y="1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6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1"/>
                  </a:lnTo>
                  <a:lnTo>
                    <a:pt x="40" y="2"/>
                  </a:lnTo>
                  <a:lnTo>
                    <a:pt x="41" y="3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8"/>
                  </a:lnTo>
                  <a:lnTo>
                    <a:pt x="40" y="12"/>
                  </a:lnTo>
                  <a:lnTo>
                    <a:pt x="39" y="17"/>
                  </a:lnTo>
                  <a:lnTo>
                    <a:pt x="38" y="20"/>
                  </a:lnTo>
                  <a:lnTo>
                    <a:pt x="36" y="28"/>
                  </a:lnTo>
                  <a:lnTo>
                    <a:pt x="35" y="40"/>
                  </a:lnTo>
                  <a:lnTo>
                    <a:pt x="33" y="53"/>
                  </a:lnTo>
                  <a:lnTo>
                    <a:pt x="32" y="60"/>
                  </a:lnTo>
                  <a:lnTo>
                    <a:pt x="32" y="61"/>
                  </a:lnTo>
                  <a:lnTo>
                    <a:pt x="31" y="63"/>
                  </a:lnTo>
                  <a:lnTo>
                    <a:pt x="29" y="64"/>
                  </a:lnTo>
                  <a:lnTo>
                    <a:pt x="28" y="65"/>
                  </a:lnTo>
                  <a:lnTo>
                    <a:pt x="24" y="68"/>
                  </a:lnTo>
                  <a:lnTo>
                    <a:pt x="22" y="68"/>
                  </a:lnTo>
                  <a:lnTo>
                    <a:pt x="21" y="69"/>
                  </a:lnTo>
                  <a:lnTo>
                    <a:pt x="20" y="70"/>
                  </a:lnTo>
                  <a:lnTo>
                    <a:pt x="20" y="71"/>
                  </a:lnTo>
                  <a:lnTo>
                    <a:pt x="20" y="72"/>
                  </a:lnTo>
                  <a:lnTo>
                    <a:pt x="20" y="76"/>
                  </a:lnTo>
                  <a:lnTo>
                    <a:pt x="20" y="81"/>
                  </a:lnTo>
                  <a:lnTo>
                    <a:pt x="20" y="86"/>
                  </a:lnTo>
                  <a:lnTo>
                    <a:pt x="21" y="89"/>
                  </a:lnTo>
                  <a:lnTo>
                    <a:pt x="22" y="89"/>
                  </a:lnTo>
                  <a:lnTo>
                    <a:pt x="22" y="90"/>
                  </a:lnTo>
                  <a:lnTo>
                    <a:pt x="23" y="91"/>
                  </a:lnTo>
                  <a:lnTo>
                    <a:pt x="24" y="91"/>
                  </a:lnTo>
                  <a:lnTo>
                    <a:pt x="27" y="90"/>
                  </a:lnTo>
                  <a:lnTo>
                    <a:pt x="31" y="90"/>
                  </a:lnTo>
                  <a:lnTo>
                    <a:pt x="32" y="90"/>
                  </a:lnTo>
                  <a:lnTo>
                    <a:pt x="34" y="90"/>
                  </a:lnTo>
                  <a:lnTo>
                    <a:pt x="35" y="91"/>
                  </a:lnTo>
                  <a:lnTo>
                    <a:pt x="35" y="91"/>
                  </a:lnTo>
                  <a:lnTo>
                    <a:pt x="36" y="92"/>
                  </a:lnTo>
                  <a:lnTo>
                    <a:pt x="36" y="92"/>
                  </a:lnTo>
                  <a:lnTo>
                    <a:pt x="36" y="95"/>
                  </a:lnTo>
                  <a:lnTo>
                    <a:pt x="35" y="97"/>
                  </a:lnTo>
                  <a:lnTo>
                    <a:pt x="33" y="100"/>
                  </a:lnTo>
                  <a:lnTo>
                    <a:pt x="32" y="104"/>
                  </a:lnTo>
                  <a:lnTo>
                    <a:pt x="28" y="111"/>
                  </a:lnTo>
                  <a:lnTo>
                    <a:pt x="27" y="114"/>
                  </a:lnTo>
                  <a:lnTo>
                    <a:pt x="26" y="116"/>
                  </a:lnTo>
                  <a:lnTo>
                    <a:pt x="25" y="118"/>
                  </a:lnTo>
                  <a:lnTo>
                    <a:pt x="25" y="119"/>
                  </a:lnTo>
                  <a:lnTo>
                    <a:pt x="26" y="120"/>
                  </a:lnTo>
                  <a:lnTo>
                    <a:pt x="27" y="120"/>
                  </a:lnTo>
                  <a:lnTo>
                    <a:pt x="28" y="120"/>
                  </a:lnTo>
                  <a:lnTo>
                    <a:pt x="31" y="119"/>
                  </a:lnTo>
                  <a:lnTo>
                    <a:pt x="34" y="117"/>
                  </a:lnTo>
                  <a:lnTo>
                    <a:pt x="37" y="116"/>
                  </a:lnTo>
                  <a:lnTo>
                    <a:pt x="40" y="115"/>
                  </a:lnTo>
                  <a:lnTo>
                    <a:pt x="40" y="115"/>
                  </a:lnTo>
                  <a:lnTo>
                    <a:pt x="42" y="114"/>
                  </a:lnTo>
                  <a:lnTo>
                    <a:pt x="43" y="114"/>
                  </a:lnTo>
                  <a:lnTo>
                    <a:pt x="44" y="115"/>
                  </a:lnTo>
                  <a:lnTo>
                    <a:pt x="45" y="116"/>
                  </a:lnTo>
                  <a:lnTo>
                    <a:pt x="47" y="118"/>
                  </a:lnTo>
                  <a:lnTo>
                    <a:pt x="48" y="120"/>
                  </a:lnTo>
                  <a:lnTo>
                    <a:pt x="48" y="121"/>
                  </a:lnTo>
                  <a:lnTo>
                    <a:pt x="48" y="123"/>
                  </a:lnTo>
                  <a:lnTo>
                    <a:pt x="48" y="124"/>
                  </a:lnTo>
                  <a:lnTo>
                    <a:pt x="48" y="126"/>
                  </a:lnTo>
                  <a:lnTo>
                    <a:pt x="46" y="128"/>
                  </a:lnTo>
                  <a:lnTo>
                    <a:pt x="44" y="128"/>
                  </a:lnTo>
                  <a:lnTo>
                    <a:pt x="41" y="129"/>
                  </a:lnTo>
                  <a:lnTo>
                    <a:pt x="37" y="130"/>
                  </a:lnTo>
                  <a:lnTo>
                    <a:pt x="35" y="131"/>
                  </a:lnTo>
                  <a:lnTo>
                    <a:pt x="32" y="132"/>
                  </a:lnTo>
                  <a:lnTo>
                    <a:pt x="30" y="132"/>
                  </a:lnTo>
                  <a:lnTo>
                    <a:pt x="26" y="132"/>
                  </a:lnTo>
                  <a:lnTo>
                    <a:pt x="20" y="132"/>
                  </a:lnTo>
                  <a:lnTo>
                    <a:pt x="18" y="132"/>
                  </a:lnTo>
                  <a:lnTo>
                    <a:pt x="16" y="131"/>
                  </a:lnTo>
                  <a:lnTo>
                    <a:pt x="15" y="130"/>
                  </a:lnTo>
                  <a:lnTo>
                    <a:pt x="14" y="130"/>
                  </a:lnTo>
                  <a:lnTo>
                    <a:pt x="13" y="128"/>
                  </a:lnTo>
                  <a:lnTo>
                    <a:pt x="13" y="128"/>
                  </a:lnTo>
                  <a:lnTo>
                    <a:pt x="13" y="127"/>
                  </a:lnTo>
                  <a:lnTo>
                    <a:pt x="13" y="125"/>
                  </a:lnTo>
                  <a:lnTo>
                    <a:pt x="14" y="124"/>
                  </a:lnTo>
                  <a:lnTo>
                    <a:pt x="15" y="124"/>
                  </a:lnTo>
                  <a:lnTo>
                    <a:pt x="16" y="124"/>
                  </a:lnTo>
                  <a:lnTo>
                    <a:pt x="16" y="123"/>
                  </a:lnTo>
                  <a:lnTo>
                    <a:pt x="17" y="122"/>
                  </a:lnTo>
                  <a:lnTo>
                    <a:pt x="16" y="121"/>
                  </a:lnTo>
                  <a:lnTo>
                    <a:pt x="16" y="118"/>
                  </a:lnTo>
                  <a:lnTo>
                    <a:pt x="16" y="113"/>
                  </a:lnTo>
                  <a:lnTo>
                    <a:pt x="16" y="111"/>
                  </a:lnTo>
                  <a:lnTo>
                    <a:pt x="16" y="108"/>
                  </a:lnTo>
                  <a:lnTo>
                    <a:pt x="16" y="108"/>
                  </a:lnTo>
                  <a:lnTo>
                    <a:pt x="16" y="107"/>
                  </a:lnTo>
                  <a:lnTo>
                    <a:pt x="14" y="107"/>
                  </a:lnTo>
                  <a:lnTo>
                    <a:pt x="12" y="106"/>
                  </a:lnTo>
                  <a:lnTo>
                    <a:pt x="11" y="104"/>
                  </a:lnTo>
                  <a:lnTo>
                    <a:pt x="10" y="104"/>
                  </a:lnTo>
                  <a:lnTo>
                    <a:pt x="10" y="103"/>
                  </a:lnTo>
                  <a:lnTo>
                    <a:pt x="10" y="102"/>
                  </a:lnTo>
                  <a:lnTo>
                    <a:pt x="12" y="100"/>
                  </a:lnTo>
                  <a:lnTo>
                    <a:pt x="13" y="98"/>
                  </a:lnTo>
                  <a:lnTo>
                    <a:pt x="13" y="95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1" y="85"/>
                  </a:lnTo>
                  <a:lnTo>
                    <a:pt x="9" y="84"/>
                  </a:lnTo>
                  <a:lnTo>
                    <a:pt x="7" y="81"/>
                  </a:lnTo>
                  <a:lnTo>
                    <a:pt x="5" y="80"/>
                  </a:lnTo>
                  <a:lnTo>
                    <a:pt x="5" y="79"/>
                  </a:lnTo>
                  <a:lnTo>
                    <a:pt x="4" y="79"/>
                  </a:lnTo>
                  <a:lnTo>
                    <a:pt x="4" y="78"/>
                  </a:lnTo>
                  <a:lnTo>
                    <a:pt x="5" y="77"/>
                  </a:lnTo>
                  <a:lnTo>
                    <a:pt x="5" y="76"/>
                  </a:lnTo>
                  <a:lnTo>
                    <a:pt x="7" y="75"/>
                  </a:lnTo>
                  <a:lnTo>
                    <a:pt x="8" y="73"/>
                  </a:lnTo>
                  <a:lnTo>
                    <a:pt x="8" y="70"/>
                  </a:lnTo>
                  <a:lnTo>
                    <a:pt x="9" y="67"/>
                  </a:lnTo>
                  <a:lnTo>
                    <a:pt x="9" y="64"/>
                  </a:lnTo>
                  <a:lnTo>
                    <a:pt x="10" y="62"/>
                  </a:lnTo>
                  <a:lnTo>
                    <a:pt x="11" y="61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10" y="60"/>
                  </a:lnTo>
                  <a:lnTo>
                    <a:pt x="8" y="60"/>
                  </a:lnTo>
                  <a:lnTo>
                    <a:pt x="8" y="60"/>
                  </a:lnTo>
                  <a:lnTo>
                    <a:pt x="7" y="60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4" y="58"/>
                  </a:lnTo>
                  <a:lnTo>
                    <a:pt x="4" y="57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5" y="54"/>
                  </a:lnTo>
                  <a:lnTo>
                    <a:pt x="7" y="53"/>
                  </a:lnTo>
                  <a:lnTo>
                    <a:pt x="8" y="52"/>
                  </a:lnTo>
                  <a:lnTo>
                    <a:pt x="10" y="52"/>
                  </a:lnTo>
                  <a:lnTo>
                    <a:pt x="11" y="52"/>
                  </a:lnTo>
                  <a:lnTo>
                    <a:pt x="12" y="51"/>
                  </a:lnTo>
                  <a:lnTo>
                    <a:pt x="12" y="49"/>
                  </a:lnTo>
                  <a:lnTo>
                    <a:pt x="13" y="45"/>
                  </a:lnTo>
                  <a:lnTo>
                    <a:pt x="13" y="40"/>
                  </a:lnTo>
                  <a:lnTo>
                    <a:pt x="14" y="35"/>
                  </a:lnTo>
                  <a:lnTo>
                    <a:pt x="14" y="34"/>
                  </a:lnTo>
                  <a:lnTo>
                    <a:pt x="15" y="34"/>
                  </a:lnTo>
                  <a:lnTo>
                    <a:pt x="16" y="32"/>
                  </a:lnTo>
                  <a:lnTo>
                    <a:pt x="17" y="32"/>
                  </a:lnTo>
                  <a:lnTo>
                    <a:pt x="19" y="32"/>
                  </a:lnTo>
                  <a:lnTo>
                    <a:pt x="19" y="32"/>
                  </a:lnTo>
                  <a:lnTo>
                    <a:pt x="20" y="33"/>
                  </a:lnTo>
                  <a:lnTo>
                    <a:pt x="20" y="36"/>
                  </a:lnTo>
                  <a:lnTo>
                    <a:pt x="20" y="39"/>
                  </a:lnTo>
                  <a:lnTo>
                    <a:pt x="20" y="41"/>
                  </a:lnTo>
                  <a:lnTo>
                    <a:pt x="20" y="44"/>
                  </a:lnTo>
                  <a:lnTo>
                    <a:pt x="20" y="47"/>
                  </a:lnTo>
                  <a:lnTo>
                    <a:pt x="20" y="49"/>
                  </a:lnTo>
                  <a:lnTo>
                    <a:pt x="21" y="50"/>
                  </a:lnTo>
                  <a:lnTo>
                    <a:pt x="22" y="50"/>
                  </a:lnTo>
                  <a:lnTo>
                    <a:pt x="22" y="50"/>
                  </a:lnTo>
                  <a:lnTo>
                    <a:pt x="23" y="49"/>
                  </a:lnTo>
                  <a:lnTo>
                    <a:pt x="24" y="44"/>
                  </a:lnTo>
                  <a:lnTo>
                    <a:pt x="27" y="34"/>
                  </a:lnTo>
                  <a:lnTo>
                    <a:pt x="28" y="24"/>
                  </a:lnTo>
                  <a:lnTo>
                    <a:pt x="30" y="18"/>
                  </a:lnTo>
                  <a:lnTo>
                    <a:pt x="31" y="15"/>
                  </a:lnTo>
                  <a:lnTo>
                    <a:pt x="31" y="12"/>
                  </a:lnTo>
                  <a:lnTo>
                    <a:pt x="30" y="11"/>
                  </a:lnTo>
                  <a:lnTo>
                    <a:pt x="30" y="10"/>
                  </a:lnTo>
                  <a:lnTo>
                    <a:pt x="29" y="10"/>
                  </a:lnTo>
                  <a:lnTo>
                    <a:pt x="28" y="11"/>
                  </a:lnTo>
                  <a:lnTo>
                    <a:pt x="24" y="16"/>
                  </a:lnTo>
                  <a:lnTo>
                    <a:pt x="18" y="21"/>
                  </a:lnTo>
                  <a:lnTo>
                    <a:pt x="12" y="26"/>
                  </a:lnTo>
                  <a:lnTo>
                    <a:pt x="8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42" name="îš1îḋè">
              <a:extLst>
                <a:ext uri="{FF2B5EF4-FFF2-40B4-BE49-F238E27FC236}">
                  <a16:creationId xmlns:a16="http://schemas.microsoft.com/office/drawing/2014/main" id="{E7D6653B-EF83-4D9C-8B85-74083D808AD3}"/>
                </a:ext>
              </a:extLst>
            </p:cNvPr>
            <p:cNvSpPr/>
            <p:nvPr/>
          </p:nvSpPr>
          <p:spPr bwMode="auto">
            <a:xfrm>
              <a:off x="2684463" y="2625726"/>
              <a:ext cx="26988" cy="47625"/>
            </a:xfrm>
            <a:custGeom>
              <a:avLst/>
              <a:gdLst>
                <a:gd name="T0" fmla="*/ 2 w 17"/>
                <a:gd name="T1" fmla="*/ 6 h 30"/>
                <a:gd name="T2" fmla="*/ 1 w 17"/>
                <a:gd name="T3" fmla="*/ 5 h 30"/>
                <a:gd name="T4" fmla="*/ 0 w 17"/>
                <a:gd name="T5" fmla="*/ 3 h 30"/>
                <a:gd name="T6" fmla="*/ 0 w 17"/>
                <a:gd name="T7" fmla="*/ 3 h 30"/>
                <a:gd name="T8" fmla="*/ 0 w 17"/>
                <a:gd name="T9" fmla="*/ 3 h 30"/>
                <a:gd name="T10" fmla="*/ 1 w 17"/>
                <a:gd name="T11" fmla="*/ 2 h 30"/>
                <a:gd name="T12" fmla="*/ 3 w 17"/>
                <a:gd name="T13" fmla="*/ 1 h 30"/>
                <a:gd name="T14" fmla="*/ 6 w 17"/>
                <a:gd name="T15" fmla="*/ 1 h 30"/>
                <a:gd name="T16" fmla="*/ 9 w 17"/>
                <a:gd name="T17" fmla="*/ 0 h 30"/>
                <a:gd name="T18" fmla="*/ 11 w 17"/>
                <a:gd name="T19" fmla="*/ 0 h 30"/>
                <a:gd name="T20" fmla="*/ 12 w 17"/>
                <a:gd name="T21" fmla="*/ 1 h 30"/>
                <a:gd name="T22" fmla="*/ 13 w 17"/>
                <a:gd name="T23" fmla="*/ 2 h 30"/>
                <a:gd name="T24" fmla="*/ 14 w 17"/>
                <a:gd name="T25" fmla="*/ 3 h 30"/>
                <a:gd name="T26" fmla="*/ 15 w 17"/>
                <a:gd name="T27" fmla="*/ 7 h 30"/>
                <a:gd name="T28" fmla="*/ 15 w 17"/>
                <a:gd name="T29" fmla="*/ 14 h 30"/>
                <a:gd name="T30" fmla="*/ 16 w 17"/>
                <a:gd name="T31" fmla="*/ 19 h 30"/>
                <a:gd name="T32" fmla="*/ 17 w 17"/>
                <a:gd name="T33" fmla="*/ 23 h 30"/>
                <a:gd name="T34" fmla="*/ 17 w 17"/>
                <a:gd name="T35" fmla="*/ 25 h 30"/>
                <a:gd name="T36" fmla="*/ 17 w 17"/>
                <a:gd name="T37" fmla="*/ 27 h 30"/>
                <a:gd name="T38" fmla="*/ 16 w 17"/>
                <a:gd name="T39" fmla="*/ 28 h 30"/>
                <a:gd name="T40" fmla="*/ 15 w 17"/>
                <a:gd name="T41" fmla="*/ 29 h 30"/>
                <a:gd name="T42" fmla="*/ 14 w 17"/>
                <a:gd name="T43" fmla="*/ 30 h 30"/>
                <a:gd name="T44" fmla="*/ 11 w 17"/>
                <a:gd name="T45" fmla="*/ 30 h 30"/>
                <a:gd name="T46" fmla="*/ 10 w 17"/>
                <a:gd name="T47" fmla="*/ 30 h 30"/>
                <a:gd name="T48" fmla="*/ 8 w 17"/>
                <a:gd name="T49" fmla="*/ 29 h 30"/>
                <a:gd name="T50" fmla="*/ 7 w 17"/>
                <a:gd name="T51" fmla="*/ 28 h 30"/>
                <a:gd name="T52" fmla="*/ 7 w 17"/>
                <a:gd name="T53" fmla="*/ 27 h 30"/>
                <a:gd name="T54" fmla="*/ 6 w 17"/>
                <a:gd name="T55" fmla="*/ 23 h 30"/>
                <a:gd name="T56" fmla="*/ 6 w 17"/>
                <a:gd name="T57" fmla="*/ 19 h 30"/>
                <a:gd name="T58" fmla="*/ 5 w 17"/>
                <a:gd name="T59" fmla="*/ 15 h 30"/>
                <a:gd name="T60" fmla="*/ 4 w 17"/>
                <a:gd name="T61" fmla="*/ 11 h 30"/>
                <a:gd name="T62" fmla="*/ 3 w 17"/>
                <a:gd name="T63" fmla="*/ 8 h 30"/>
                <a:gd name="T64" fmla="*/ 3 w 17"/>
                <a:gd name="T65" fmla="*/ 7 h 30"/>
                <a:gd name="T66" fmla="*/ 3 w 17"/>
                <a:gd name="T67" fmla="*/ 7 h 30"/>
                <a:gd name="T68" fmla="*/ 2 w 17"/>
                <a:gd name="T69" fmla="*/ 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" h="30">
                  <a:moveTo>
                    <a:pt x="2" y="6"/>
                  </a:move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2"/>
                  </a:lnTo>
                  <a:lnTo>
                    <a:pt x="3" y="1"/>
                  </a:lnTo>
                  <a:lnTo>
                    <a:pt x="6" y="1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2" y="1"/>
                  </a:lnTo>
                  <a:lnTo>
                    <a:pt x="13" y="2"/>
                  </a:lnTo>
                  <a:lnTo>
                    <a:pt x="14" y="3"/>
                  </a:lnTo>
                  <a:lnTo>
                    <a:pt x="15" y="7"/>
                  </a:lnTo>
                  <a:lnTo>
                    <a:pt x="15" y="14"/>
                  </a:lnTo>
                  <a:lnTo>
                    <a:pt x="16" y="19"/>
                  </a:lnTo>
                  <a:lnTo>
                    <a:pt x="17" y="23"/>
                  </a:lnTo>
                  <a:lnTo>
                    <a:pt x="17" y="25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5" y="29"/>
                  </a:lnTo>
                  <a:lnTo>
                    <a:pt x="14" y="30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7" y="27"/>
                  </a:lnTo>
                  <a:lnTo>
                    <a:pt x="6" y="23"/>
                  </a:lnTo>
                  <a:lnTo>
                    <a:pt x="6" y="19"/>
                  </a:lnTo>
                  <a:lnTo>
                    <a:pt x="5" y="15"/>
                  </a:lnTo>
                  <a:lnTo>
                    <a:pt x="4" y="11"/>
                  </a:ln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2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43" name="ïṡḷiḓé">
              <a:extLst>
                <a:ext uri="{FF2B5EF4-FFF2-40B4-BE49-F238E27FC236}">
                  <a16:creationId xmlns:a16="http://schemas.microsoft.com/office/drawing/2014/main" id="{B4990F75-EEBD-4E9C-890E-F39B6C564567}"/>
                </a:ext>
              </a:extLst>
            </p:cNvPr>
            <p:cNvSpPr/>
            <p:nvPr/>
          </p:nvSpPr>
          <p:spPr bwMode="auto">
            <a:xfrm>
              <a:off x="2617788" y="2617788"/>
              <a:ext cx="65088" cy="158750"/>
            </a:xfrm>
            <a:custGeom>
              <a:avLst/>
              <a:gdLst>
                <a:gd name="T0" fmla="*/ 14 w 41"/>
                <a:gd name="T1" fmla="*/ 26 h 100"/>
                <a:gd name="T2" fmla="*/ 10 w 41"/>
                <a:gd name="T3" fmla="*/ 30 h 100"/>
                <a:gd name="T4" fmla="*/ 5 w 41"/>
                <a:gd name="T5" fmla="*/ 28 h 100"/>
                <a:gd name="T6" fmla="*/ 1 w 41"/>
                <a:gd name="T7" fmla="*/ 26 h 100"/>
                <a:gd name="T8" fmla="*/ 0 w 41"/>
                <a:gd name="T9" fmla="*/ 24 h 100"/>
                <a:gd name="T10" fmla="*/ 2 w 41"/>
                <a:gd name="T11" fmla="*/ 19 h 100"/>
                <a:gd name="T12" fmla="*/ 10 w 41"/>
                <a:gd name="T13" fmla="*/ 12 h 100"/>
                <a:gd name="T14" fmla="*/ 21 w 41"/>
                <a:gd name="T15" fmla="*/ 4 h 100"/>
                <a:gd name="T16" fmla="*/ 29 w 41"/>
                <a:gd name="T17" fmla="*/ 0 h 100"/>
                <a:gd name="T18" fmla="*/ 30 w 41"/>
                <a:gd name="T19" fmla="*/ 0 h 100"/>
                <a:gd name="T20" fmla="*/ 33 w 41"/>
                <a:gd name="T21" fmla="*/ 4 h 100"/>
                <a:gd name="T22" fmla="*/ 35 w 41"/>
                <a:gd name="T23" fmla="*/ 8 h 100"/>
                <a:gd name="T24" fmla="*/ 33 w 41"/>
                <a:gd name="T25" fmla="*/ 16 h 100"/>
                <a:gd name="T26" fmla="*/ 32 w 41"/>
                <a:gd name="T27" fmla="*/ 30 h 100"/>
                <a:gd name="T28" fmla="*/ 31 w 41"/>
                <a:gd name="T29" fmla="*/ 44 h 100"/>
                <a:gd name="T30" fmla="*/ 33 w 41"/>
                <a:gd name="T31" fmla="*/ 46 h 100"/>
                <a:gd name="T32" fmla="*/ 35 w 41"/>
                <a:gd name="T33" fmla="*/ 48 h 100"/>
                <a:gd name="T34" fmla="*/ 31 w 41"/>
                <a:gd name="T35" fmla="*/ 54 h 100"/>
                <a:gd name="T36" fmla="*/ 32 w 41"/>
                <a:gd name="T37" fmla="*/ 57 h 100"/>
                <a:gd name="T38" fmla="*/ 35 w 41"/>
                <a:gd name="T39" fmla="*/ 58 h 100"/>
                <a:gd name="T40" fmla="*/ 37 w 41"/>
                <a:gd name="T41" fmla="*/ 54 h 100"/>
                <a:gd name="T42" fmla="*/ 41 w 41"/>
                <a:gd name="T43" fmla="*/ 48 h 100"/>
                <a:gd name="T44" fmla="*/ 35 w 41"/>
                <a:gd name="T45" fmla="*/ 72 h 100"/>
                <a:gd name="T46" fmla="*/ 30 w 41"/>
                <a:gd name="T47" fmla="*/ 88 h 100"/>
                <a:gd name="T48" fmla="*/ 25 w 41"/>
                <a:gd name="T49" fmla="*/ 96 h 100"/>
                <a:gd name="T50" fmla="*/ 21 w 41"/>
                <a:gd name="T51" fmla="*/ 100 h 100"/>
                <a:gd name="T52" fmla="*/ 17 w 41"/>
                <a:gd name="T53" fmla="*/ 100 h 100"/>
                <a:gd name="T54" fmla="*/ 15 w 41"/>
                <a:gd name="T55" fmla="*/ 97 h 100"/>
                <a:gd name="T56" fmla="*/ 16 w 41"/>
                <a:gd name="T57" fmla="*/ 89 h 100"/>
                <a:gd name="T58" fmla="*/ 18 w 41"/>
                <a:gd name="T59" fmla="*/ 82 h 100"/>
                <a:gd name="T60" fmla="*/ 21 w 41"/>
                <a:gd name="T61" fmla="*/ 74 h 100"/>
                <a:gd name="T62" fmla="*/ 20 w 41"/>
                <a:gd name="T63" fmla="*/ 68 h 100"/>
                <a:gd name="T64" fmla="*/ 18 w 41"/>
                <a:gd name="T65" fmla="*/ 65 h 100"/>
                <a:gd name="T66" fmla="*/ 9 w 41"/>
                <a:gd name="T67" fmla="*/ 69 h 100"/>
                <a:gd name="T68" fmla="*/ 5 w 41"/>
                <a:gd name="T69" fmla="*/ 70 h 100"/>
                <a:gd name="T70" fmla="*/ 5 w 41"/>
                <a:gd name="T71" fmla="*/ 68 h 100"/>
                <a:gd name="T72" fmla="*/ 5 w 41"/>
                <a:gd name="T73" fmla="*/ 61 h 100"/>
                <a:gd name="T74" fmla="*/ 7 w 41"/>
                <a:gd name="T75" fmla="*/ 61 h 100"/>
                <a:gd name="T76" fmla="*/ 9 w 41"/>
                <a:gd name="T77" fmla="*/ 59 h 100"/>
                <a:gd name="T78" fmla="*/ 17 w 41"/>
                <a:gd name="T79" fmla="*/ 54 h 100"/>
                <a:gd name="T80" fmla="*/ 20 w 41"/>
                <a:gd name="T81" fmla="*/ 50 h 100"/>
                <a:gd name="T82" fmla="*/ 20 w 41"/>
                <a:gd name="T83" fmla="*/ 40 h 100"/>
                <a:gd name="T84" fmla="*/ 19 w 41"/>
                <a:gd name="T85" fmla="*/ 25 h 100"/>
                <a:gd name="T86" fmla="*/ 17 w 41"/>
                <a:gd name="T87" fmla="*/ 2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1" h="100">
                  <a:moveTo>
                    <a:pt x="17" y="24"/>
                  </a:moveTo>
                  <a:lnTo>
                    <a:pt x="16" y="24"/>
                  </a:lnTo>
                  <a:lnTo>
                    <a:pt x="14" y="26"/>
                  </a:lnTo>
                  <a:lnTo>
                    <a:pt x="13" y="28"/>
                  </a:lnTo>
                  <a:lnTo>
                    <a:pt x="12" y="28"/>
                  </a:lnTo>
                  <a:lnTo>
                    <a:pt x="10" y="30"/>
                  </a:lnTo>
                  <a:lnTo>
                    <a:pt x="9" y="30"/>
                  </a:lnTo>
                  <a:lnTo>
                    <a:pt x="7" y="29"/>
                  </a:lnTo>
                  <a:lnTo>
                    <a:pt x="5" y="28"/>
                  </a:lnTo>
                  <a:lnTo>
                    <a:pt x="3" y="28"/>
                  </a:lnTo>
                  <a:lnTo>
                    <a:pt x="1" y="27"/>
                  </a:lnTo>
                  <a:lnTo>
                    <a:pt x="1" y="26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5" y="16"/>
                  </a:lnTo>
                  <a:lnTo>
                    <a:pt x="8" y="14"/>
                  </a:lnTo>
                  <a:lnTo>
                    <a:pt x="10" y="12"/>
                  </a:lnTo>
                  <a:lnTo>
                    <a:pt x="16" y="8"/>
                  </a:lnTo>
                  <a:lnTo>
                    <a:pt x="18" y="6"/>
                  </a:lnTo>
                  <a:lnTo>
                    <a:pt x="21" y="4"/>
                  </a:lnTo>
                  <a:lnTo>
                    <a:pt x="25" y="1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1" y="2"/>
                  </a:lnTo>
                  <a:lnTo>
                    <a:pt x="33" y="4"/>
                  </a:lnTo>
                  <a:lnTo>
                    <a:pt x="34" y="5"/>
                  </a:lnTo>
                  <a:lnTo>
                    <a:pt x="35" y="6"/>
                  </a:lnTo>
                  <a:lnTo>
                    <a:pt x="35" y="8"/>
                  </a:lnTo>
                  <a:lnTo>
                    <a:pt x="35" y="8"/>
                  </a:lnTo>
                  <a:lnTo>
                    <a:pt x="35" y="12"/>
                  </a:lnTo>
                  <a:lnTo>
                    <a:pt x="33" y="16"/>
                  </a:lnTo>
                  <a:lnTo>
                    <a:pt x="33" y="21"/>
                  </a:lnTo>
                  <a:lnTo>
                    <a:pt x="32" y="24"/>
                  </a:lnTo>
                  <a:lnTo>
                    <a:pt x="32" y="30"/>
                  </a:lnTo>
                  <a:lnTo>
                    <a:pt x="31" y="36"/>
                  </a:lnTo>
                  <a:lnTo>
                    <a:pt x="31" y="43"/>
                  </a:lnTo>
                  <a:lnTo>
                    <a:pt x="31" y="44"/>
                  </a:lnTo>
                  <a:lnTo>
                    <a:pt x="31" y="45"/>
                  </a:lnTo>
                  <a:lnTo>
                    <a:pt x="33" y="46"/>
                  </a:lnTo>
                  <a:lnTo>
                    <a:pt x="33" y="46"/>
                  </a:lnTo>
                  <a:lnTo>
                    <a:pt x="34" y="47"/>
                  </a:lnTo>
                  <a:lnTo>
                    <a:pt x="35" y="48"/>
                  </a:lnTo>
                  <a:lnTo>
                    <a:pt x="35" y="48"/>
                  </a:lnTo>
                  <a:lnTo>
                    <a:pt x="33" y="51"/>
                  </a:lnTo>
                  <a:lnTo>
                    <a:pt x="32" y="53"/>
                  </a:lnTo>
                  <a:lnTo>
                    <a:pt x="31" y="54"/>
                  </a:lnTo>
                  <a:lnTo>
                    <a:pt x="31" y="56"/>
                  </a:lnTo>
                  <a:lnTo>
                    <a:pt x="31" y="56"/>
                  </a:lnTo>
                  <a:lnTo>
                    <a:pt x="32" y="57"/>
                  </a:lnTo>
                  <a:lnTo>
                    <a:pt x="33" y="57"/>
                  </a:lnTo>
                  <a:lnTo>
                    <a:pt x="34" y="58"/>
                  </a:lnTo>
                  <a:lnTo>
                    <a:pt x="35" y="58"/>
                  </a:lnTo>
                  <a:lnTo>
                    <a:pt x="36" y="57"/>
                  </a:lnTo>
                  <a:lnTo>
                    <a:pt x="37" y="56"/>
                  </a:lnTo>
                  <a:lnTo>
                    <a:pt x="37" y="54"/>
                  </a:lnTo>
                  <a:lnTo>
                    <a:pt x="39" y="49"/>
                  </a:lnTo>
                  <a:lnTo>
                    <a:pt x="41" y="47"/>
                  </a:lnTo>
                  <a:lnTo>
                    <a:pt x="41" y="48"/>
                  </a:lnTo>
                  <a:lnTo>
                    <a:pt x="40" y="54"/>
                  </a:lnTo>
                  <a:lnTo>
                    <a:pt x="38" y="61"/>
                  </a:lnTo>
                  <a:lnTo>
                    <a:pt x="35" y="72"/>
                  </a:lnTo>
                  <a:lnTo>
                    <a:pt x="33" y="79"/>
                  </a:lnTo>
                  <a:lnTo>
                    <a:pt x="32" y="84"/>
                  </a:lnTo>
                  <a:lnTo>
                    <a:pt x="30" y="88"/>
                  </a:lnTo>
                  <a:lnTo>
                    <a:pt x="29" y="92"/>
                  </a:lnTo>
                  <a:lnTo>
                    <a:pt x="27" y="94"/>
                  </a:lnTo>
                  <a:lnTo>
                    <a:pt x="25" y="96"/>
                  </a:lnTo>
                  <a:lnTo>
                    <a:pt x="24" y="98"/>
                  </a:lnTo>
                  <a:lnTo>
                    <a:pt x="22" y="99"/>
                  </a:lnTo>
                  <a:lnTo>
                    <a:pt x="21" y="100"/>
                  </a:lnTo>
                  <a:lnTo>
                    <a:pt x="20" y="100"/>
                  </a:lnTo>
                  <a:lnTo>
                    <a:pt x="18" y="100"/>
                  </a:lnTo>
                  <a:lnTo>
                    <a:pt x="17" y="100"/>
                  </a:lnTo>
                  <a:lnTo>
                    <a:pt x="16" y="100"/>
                  </a:lnTo>
                  <a:lnTo>
                    <a:pt x="15" y="98"/>
                  </a:lnTo>
                  <a:lnTo>
                    <a:pt x="15" y="97"/>
                  </a:lnTo>
                  <a:lnTo>
                    <a:pt x="15" y="96"/>
                  </a:lnTo>
                  <a:lnTo>
                    <a:pt x="16" y="92"/>
                  </a:lnTo>
                  <a:lnTo>
                    <a:pt x="16" y="89"/>
                  </a:lnTo>
                  <a:lnTo>
                    <a:pt x="17" y="87"/>
                  </a:lnTo>
                  <a:lnTo>
                    <a:pt x="17" y="84"/>
                  </a:lnTo>
                  <a:lnTo>
                    <a:pt x="18" y="82"/>
                  </a:lnTo>
                  <a:lnTo>
                    <a:pt x="19" y="79"/>
                  </a:lnTo>
                  <a:lnTo>
                    <a:pt x="20" y="76"/>
                  </a:lnTo>
                  <a:lnTo>
                    <a:pt x="21" y="74"/>
                  </a:lnTo>
                  <a:lnTo>
                    <a:pt x="21" y="72"/>
                  </a:lnTo>
                  <a:lnTo>
                    <a:pt x="21" y="69"/>
                  </a:lnTo>
                  <a:lnTo>
                    <a:pt x="20" y="68"/>
                  </a:lnTo>
                  <a:lnTo>
                    <a:pt x="20" y="67"/>
                  </a:lnTo>
                  <a:lnTo>
                    <a:pt x="19" y="65"/>
                  </a:lnTo>
                  <a:lnTo>
                    <a:pt x="18" y="65"/>
                  </a:lnTo>
                  <a:lnTo>
                    <a:pt x="16" y="66"/>
                  </a:lnTo>
                  <a:lnTo>
                    <a:pt x="13" y="68"/>
                  </a:lnTo>
                  <a:lnTo>
                    <a:pt x="9" y="69"/>
                  </a:lnTo>
                  <a:lnTo>
                    <a:pt x="6" y="70"/>
                  </a:lnTo>
                  <a:lnTo>
                    <a:pt x="5" y="70"/>
                  </a:lnTo>
                  <a:lnTo>
                    <a:pt x="5" y="70"/>
                  </a:lnTo>
                  <a:lnTo>
                    <a:pt x="5" y="69"/>
                  </a:lnTo>
                  <a:lnTo>
                    <a:pt x="5" y="69"/>
                  </a:lnTo>
                  <a:lnTo>
                    <a:pt x="5" y="68"/>
                  </a:lnTo>
                  <a:lnTo>
                    <a:pt x="5" y="66"/>
                  </a:lnTo>
                  <a:lnTo>
                    <a:pt x="5" y="63"/>
                  </a:lnTo>
                  <a:lnTo>
                    <a:pt x="5" y="61"/>
                  </a:lnTo>
                  <a:lnTo>
                    <a:pt x="6" y="61"/>
                  </a:lnTo>
                  <a:lnTo>
                    <a:pt x="6" y="61"/>
                  </a:lnTo>
                  <a:lnTo>
                    <a:pt x="7" y="61"/>
                  </a:lnTo>
                  <a:lnTo>
                    <a:pt x="7" y="61"/>
                  </a:lnTo>
                  <a:lnTo>
                    <a:pt x="8" y="60"/>
                  </a:lnTo>
                  <a:lnTo>
                    <a:pt x="9" y="59"/>
                  </a:lnTo>
                  <a:lnTo>
                    <a:pt x="14" y="55"/>
                  </a:lnTo>
                  <a:lnTo>
                    <a:pt x="16" y="54"/>
                  </a:lnTo>
                  <a:lnTo>
                    <a:pt x="17" y="54"/>
                  </a:lnTo>
                  <a:lnTo>
                    <a:pt x="18" y="52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1" y="48"/>
                  </a:lnTo>
                  <a:lnTo>
                    <a:pt x="21" y="46"/>
                  </a:lnTo>
                  <a:lnTo>
                    <a:pt x="20" y="40"/>
                  </a:lnTo>
                  <a:lnTo>
                    <a:pt x="20" y="34"/>
                  </a:lnTo>
                  <a:lnTo>
                    <a:pt x="20" y="28"/>
                  </a:lnTo>
                  <a:lnTo>
                    <a:pt x="19" y="25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7" y="24"/>
                  </a:lnTo>
                  <a:lnTo>
                    <a:pt x="17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44" name="íṩḻîḑé">
              <a:extLst>
                <a:ext uri="{FF2B5EF4-FFF2-40B4-BE49-F238E27FC236}">
                  <a16:creationId xmlns:a16="http://schemas.microsoft.com/office/drawing/2014/main" id="{7A875B21-66D7-4AEE-A288-6D8B00FD7E7F}"/>
                </a:ext>
              </a:extLst>
            </p:cNvPr>
            <p:cNvSpPr/>
            <p:nvPr/>
          </p:nvSpPr>
          <p:spPr bwMode="auto">
            <a:xfrm>
              <a:off x="2997201" y="2633663"/>
              <a:ext cx="184150" cy="139700"/>
            </a:xfrm>
            <a:custGeom>
              <a:avLst/>
              <a:gdLst>
                <a:gd name="T0" fmla="*/ 51 w 116"/>
                <a:gd name="T1" fmla="*/ 2 h 88"/>
                <a:gd name="T2" fmla="*/ 53 w 116"/>
                <a:gd name="T3" fmla="*/ 0 h 88"/>
                <a:gd name="T4" fmla="*/ 56 w 116"/>
                <a:gd name="T5" fmla="*/ 1 h 88"/>
                <a:gd name="T6" fmla="*/ 62 w 116"/>
                <a:gd name="T7" fmla="*/ 3 h 88"/>
                <a:gd name="T8" fmla="*/ 69 w 116"/>
                <a:gd name="T9" fmla="*/ 6 h 88"/>
                <a:gd name="T10" fmla="*/ 88 w 116"/>
                <a:gd name="T11" fmla="*/ 10 h 88"/>
                <a:gd name="T12" fmla="*/ 98 w 116"/>
                <a:gd name="T13" fmla="*/ 10 h 88"/>
                <a:gd name="T14" fmla="*/ 107 w 116"/>
                <a:gd name="T15" fmla="*/ 11 h 88"/>
                <a:gd name="T16" fmla="*/ 116 w 116"/>
                <a:gd name="T17" fmla="*/ 18 h 88"/>
                <a:gd name="T18" fmla="*/ 115 w 116"/>
                <a:gd name="T19" fmla="*/ 22 h 88"/>
                <a:gd name="T20" fmla="*/ 113 w 116"/>
                <a:gd name="T21" fmla="*/ 26 h 88"/>
                <a:gd name="T22" fmla="*/ 95 w 116"/>
                <a:gd name="T23" fmla="*/ 39 h 88"/>
                <a:gd name="T24" fmla="*/ 79 w 116"/>
                <a:gd name="T25" fmla="*/ 54 h 88"/>
                <a:gd name="T26" fmla="*/ 75 w 116"/>
                <a:gd name="T27" fmla="*/ 60 h 88"/>
                <a:gd name="T28" fmla="*/ 77 w 116"/>
                <a:gd name="T29" fmla="*/ 61 h 88"/>
                <a:gd name="T30" fmla="*/ 87 w 116"/>
                <a:gd name="T31" fmla="*/ 58 h 88"/>
                <a:gd name="T32" fmla="*/ 93 w 116"/>
                <a:gd name="T33" fmla="*/ 59 h 88"/>
                <a:gd name="T34" fmla="*/ 96 w 116"/>
                <a:gd name="T35" fmla="*/ 63 h 88"/>
                <a:gd name="T36" fmla="*/ 95 w 116"/>
                <a:gd name="T37" fmla="*/ 68 h 88"/>
                <a:gd name="T38" fmla="*/ 92 w 116"/>
                <a:gd name="T39" fmla="*/ 70 h 88"/>
                <a:gd name="T40" fmla="*/ 88 w 116"/>
                <a:gd name="T41" fmla="*/ 71 h 88"/>
                <a:gd name="T42" fmla="*/ 80 w 116"/>
                <a:gd name="T43" fmla="*/ 70 h 88"/>
                <a:gd name="T44" fmla="*/ 68 w 116"/>
                <a:gd name="T45" fmla="*/ 71 h 88"/>
                <a:gd name="T46" fmla="*/ 43 w 116"/>
                <a:gd name="T47" fmla="*/ 78 h 88"/>
                <a:gd name="T48" fmla="*/ 27 w 116"/>
                <a:gd name="T49" fmla="*/ 84 h 88"/>
                <a:gd name="T50" fmla="*/ 21 w 116"/>
                <a:gd name="T51" fmla="*/ 87 h 88"/>
                <a:gd name="T52" fmla="*/ 19 w 116"/>
                <a:gd name="T53" fmla="*/ 88 h 88"/>
                <a:gd name="T54" fmla="*/ 11 w 116"/>
                <a:gd name="T55" fmla="*/ 84 h 88"/>
                <a:gd name="T56" fmla="*/ 3 w 116"/>
                <a:gd name="T57" fmla="*/ 79 h 88"/>
                <a:gd name="T58" fmla="*/ 1 w 116"/>
                <a:gd name="T59" fmla="*/ 74 h 88"/>
                <a:gd name="T60" fmla="*/ 0 w 116"/>
                <a:gd name="T61" fmla="*/ 68 h 88"/>
                <a:gd name="T62" fmla="*/ 2 w 116"/>
                <a:gd name="T63" fmla="*/ 66 h 88"/>
                <a:gd name="T64" fmla="*/ 9 w 116"/>
                <a:gd name="T65" fmla="*/ 66 h 88"/>
                <a:gd name="T66" fmla="*/ 18 w 116"/>
                <a:gd name="T67" fmla="*/ 67 h 88"/>
                <a:gd name="T68" fmla="*/ 27 w 116"/>
                <a:gd name="T69" fmla="*/ 65 h 88"/>
                <a:gd name="T70" fmla="*/ 45 w 116"/>
                <a:gd name="T71" fmla="*/ 61 h 88"/>
                <a:gd name="T72" fmla="*/ 63 w 116"/>
                <a:gd name="T73" fmla="*/ 48 h 88"/>
                <a:gd name="T74" fmla="*/ 83 w 116"/>
                <a:gd name="T75" fmla="*/ 30 h 88"/>
                <a:gd name="T76" fmla="*/ 97 w 116"/>
                <a:gd name="T77" fmla="*/ 20 h 88"/>
                <a:gd name="T78" fmla="*/ 98 w 116"/>
                <a:gd name="T79" fmla="*/ 18 h 88"/>
                <a:gd name="T80" fmla="*/ 92 w 116"/>
                <a:gd name="T81" fmla="*/ 17 h 88"/>
                <a:gd name="T82" fmla="*/ 77 w 116"/>
                <a:gd name="T83" fmla="*/ 21 h 88"/>
                <a:gd name="T84" fmla="*/ 68 w 116"/>
                <a:gd name="T85" fmla="*/ 25 h 88"/>
                <a:gd name="T86" fmla="*/ 63 w 116"/>
                <a:gd name="T87" fmla="*/ 25 h 88"/>
                <a:gd name="T88" fmla="*/ 58 w 116"/>
                <a:gd name="T89" fmla="*/ 22 h 88"/>
                <a:gd name="T90" fmla="*/ 54 w 116"/>
                <a:gd name="T91" fmla="*/ 16 h 88"/>
                <a:gd name="T92" fmla="*/ 51 w 116"/>
                <a:gd name="T93" fmla="*/ 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6" h="88">
                  <a:moveTo>
                    <a:pt x="51" y="5"/>
                  </a:moveTo>
                  <a:lnTo>
                    <a:pt x="51" y="3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51" y="1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5" y="0"/>
                  </a:lnTo>
                  <a:lnTo>
                    <a:pt x="56" y="1"/>
                  </a:lnTo>
                  <a:lnTo>
                    <a:pt x="58" y="1"/>
                  </a:lnTo>
                  <a:lnTo>
                    <a:pt x="59" y="2"/>
                  </a:lnTo>
                  <a:lnTo>
                    <a:pt x="62" y="3"/>
                  </a:lnTo>
                  <a:lnTo>
                    <a:pt x="64" y="5"/>
                  </a:lnTo>
                  <a:lnTo>
                    <a:pt x="67" y="6"/>
                  </a:lnTo>
                  <a:lnTo>
                    <a:pt x="69" y="6"/>
                  </a:lnTo>
                  <a:lnTo>
                    <a:pt x="75" y="8"/>
                  </a:lnTo>
                  <a:lnTo>
                    <a:pt x="83" y="10"/>
                  </a:lnTo>
                  <a:lnTo>
                    <a:pt x="88" y="10"/>
                  </a:lnTo>
                  <a:lnTo>
                    <a:pt x="92" y="10"/>
                  </a:lnTo>
                  <a:lnTo>
                    <a:pt x="95" y="10"/>
                  </a:lnTo>
                  <a:lnTo>
                    <a:pt x="98" y="10"/>
                  </a:lnTo>
                  <a:lnTo>
                    <a:pt x="101" y="10"/>
                  </a:lnTo>
                  <a:lnTo>
                    <a:pt x="103" y="10"/>
                  </a:lnTo>
                  <a:lnTo>
                    <a:pt x="107" y="11"/>
                  </a:lnTo>
                  <a:lnTo>
                    <a:pt x="111" y="14"/>
                  </a:lnTo>
                  <a:lnTo>
                    <a:pt x="115" y="17"/>
                  </a:lnTo>
                  <a:lnTo>
                    <a:pt x="116" y="18"/>
                  </a:lnTo>
                  <a:lnTo>
                    <a:pt x="115" y="19"/>
                  </a:lnTo>
                  <a:lnTo>
                    <a:pt x="115" y="22"/>
                  </a:lnTo>
                  <a:lnTo>
                    <a:pt x="115" y="22"/>
                  </a:lnTo>
                  <a:lnTo>
                    <a:pt x="115" y="24"/>
                  </a:lnTo>
                  <a:lnTo>
                    <a:pt x="114" y="26"/>
                  </a:lnTo>
                  <a:lnTo>
                    <a:pt x="113" y="26"/>
                  </a:lnTo>
                  <a:lnTo>
                    <a:pt x="109" y="29"/>
                  </a:lnTo>
                  <a:lnTo>
                    <a:pt x="103" y="34"/>
                  </a:lnTo>
                  <a:lnTo>
                    <a:pt x="95" y="39"/>
                  </a:lnTo>
                  <a:lnTo>
                    <a:pt x="87" y="46"/>
                  </a:lnTo>
                  <a:lnTo>
                    <a:pt x="83" y="50"/>
                  </a:lnTo>
                  <a:lnTo>
                    <a:pt x="79" y="54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5" y="60"/>
                  </a:lnTo>
                  <a:lnTo>
                    <a:pt x="75" y="61"/>
                  </a:lnTo>
                  <a:lnTo>
                    <a:pt x="75" y="61"/>
                  </a:lnTo>
                  <a:lnTo>
                    <a:pt x="77" y="61"/>
                  </a:lnTo>
                  <a:lnTo>
                    <a:pt x="80" y="61"/>
                  </a:lnTo>
                  <a:lnTo>
                    <a:pt x="85" y="59"/>
                  </a:lnTo>
                  <a:lnTo>
                    <a:pt x="87" y="58"/>
                  </a:lnTo>
                  <a:lnTo>
                    <a:pt x="88" y="57"/>
                  </a:lnTo>
                  <a:lnTo>
                    <a:pt x="91" y="58"/>
                  </a:lnTo>
                  <a:lnTo>
                    <a:pt x="93" y="59"/>
                  </a:lnTo>
                  <a:lnTo>
                    <a:pt x="95" y="61"/>
                  </a:lnTo>
                  <a:lnTo>
                    <a:pt x="96" y="62"/>
                  </a:lnTo>
                  <a:lnTo>
                    <a:pt x="96" y="63"/>
                  </a:lnTo>
                  <a:lnTo>
                    <a:pt x="96" y="65"/>
                  </a:lnTo>
                  <a:lnTo>
                    <a:pt x="96" y="66"/>
                  </a:lnTo>
                  <a:lnTo>
                    <a:pt x="95" y="68"/>
                  </a:lnTo>
                  <a:lnTo>
                    <a:pt x="95" y="69"/>
                  </a:lnTo>
                  <a:lnTo>
                    <a:pt x="93" y="70"/>
                  </a:lnTo>
                  <a:lnTo>
                    <a:pt x="92" y="70"/>
                  </a:lnTo>
                  <a:lnTo>
                    <a:pt x="91" y="70"/>
                  </a:lnTo>
                  <a:lnTo>
                    <a:pt x="90" y="71"/>
                  </a:lnTo>
                  <a:lnTo>
                    <a:pt x="88" y="71"/>
                  </a:lnTo>
                  <a:lnTo>
                    <a:pt x="87" y="71"/>
                  </a:lnTo>
                  <a:lnTo>
                    <a:pt x="85" y="71"/>
                  </a:lnTo>
                  <a:lnTo>
                    <a:pt x="80" y="70"/>
                  </a:lnTo>
                  <a:lnTo>
                    <a:pt x="76" y="70"/>
                  </a:lnTo>
                  <a:lnTo>
                    <a:pt x="72" y="71"/>
                  </a:lnTo>
                  <a:lnTo>
                    <a:pt x="68" y="71"/>
                  </a:lnTo>
                  <a:lnTo>
                    <a:pt x="60" y="73"/>
                  </a:lnTo>
                  <a:lnTo>
                    <a:pt x="52" y="75"/>
                  </a:lnTo>
                  <a:lnTo>
                    <a:pt x="43" y="78"/>
                  </a:lnTo>
                  <a:lnTo>
                    <a:pt x="35" y="81"/>
                  </a:lnTo>
                  <a:lnTo>
                    <a:pt x="31" y="82"/>
                  </a:lnTo>
                  <a:lnTo>
                    <a:pt x="27" y="84"/>
                  </a:lnTo>
                  <a:lnTo>
                    <a:pt x="24" y="85"/>
                  </a:lnTo>
                  <a:lnTo>
                    <a:pt x="22" y="86"/>
                  </a:lnTo>
                  <a:lnTo>
                    <a:pt x="21" y="87"/>
                  </a:lnTo>
                  <a:lnTo>
                    <a:pt x="20" y="87"/>
                  </a:lnTo>
                  <a:lnTo>
                    <a:pt x="19" y="88"/>
                  </a:lnTo>
                  <a:lnTo>
                    <a:pt x="19" y="88"/>
                  </a:lnTo>
                  <a:lnTo>
                    <a:pt x="16" y="87"/>
                  </a:lnTo>
                  <a:lnTo>
                    <a:pt x="15" y="86"/>
                  </a:lnTo>
                  <a:lnTo>
                    <a:pt x="11" y="84"/>
                  </a:lnTo>
                  <a:lnTo>
                    <a:pt x="7" y="82"/>
                  </a:lnTo>
                  <a:lnTo>
                    <a:pt x="5" y="81"/>
                  </a:lnTo>
                  <a:lnTo>
                    <a:pt x="3" y="79"/>
                  </a:lnTo>
                  <a:lnTo>
                    <a:pt x="2" y="78"/>
                  </a:lnTo>
                  <a:lnTo>
                    <a:pt x="1" y="75"/>
                  </a:lnTo>
                  <a:lnTo>
                    <a:pt x="1" y="74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7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3" y="65"/>
                  </a:lnTo>
                  <a:lnTo>
                    <a:pt x="7" y="65"/>
                  </a:lnTo>
                  <a:lnTo>
                    <a:pt x="9" y="66"/>
                  </a:lnTo>
                  <a:lnTo>
                    <a:pt x="11" y="66"/>
                  </a:lnTo>
                  <a:lnTo>
                    <a:pt x="15" y="66"/>
                  </a:lnTo>
                  <a:lnTo>
                    <a:pt x="18" y="67"/>
                  </a:lnTo>
                  <a:lnTo>
                    <a:pt x="19" y="67"/>
                  </a:lnTo>
                  <a:lnTo>
                    <a:pt x="22" y="66"/>
                  </a:lnTo>
                  <a:lnTo>
                    <a:pt x="27" y="65"/>
                  </a:lnTo>
                  <a:lnTo>
                    <a:pt x="34" y="63"/>
                  </a:lnTo>
                  <a:lnTo>
                    <a:pt x="40" y="62"/>
                  </a:lnTo>
                  <a:lnTo>
                    <a:pt x="45" y="61"/>
                  </a:lnTo>
                  <a:lnTo>
                    <a:pt x="48" y="60"/>
                  </a:lnTo>
                  <a:lnTo>
                    <a:pt x="54" y="56"/>
                  </a:lnTo>
                  <a:lnTo>
                    <a:pt x="63" y="48"/>
                  </a:lnTo>
                  <a:lnTo>
                    <a:pt x="72" y="40"/>
                  </a:lnTo>
                  <a:lnTo>
                    <a:pt x="78" y="34"/>
                  </a:lnTo>
                  <a:lnTo>
                    <a:pt x="83" y="30"/>
                  </a:lnTo>
                  <a:lnTo>
                    <a:pt x="91" y="25"/>
                  </a:lnTo>
                  <a:lnTo>
                    <a:pt x="95" y="22"/>
                  </a:lnTo>
                  <a:lnTo>
                    <a:pt x="97" y="20"/>
                  </a:lnTo>
                  <a:lnTo>
                    <a:pt x="98" y="18"/>
                  </a:lnTo>
                  <a:lnTo>
                    <a:pt x="98" y="18"/>
                  </a:lnTo>
                  <a:lnTo>
                    <a:pt x="98" y="18"/>
                  </a:lnTo>
                  <a:lnTo>
                    <a:pt x="98" y="17"/>
                  </a:lnTo>
                  <a:lnTo>
                    <a:pt x="95" y="17"/>
                  </a:lnTo>
                  <a:lnTo>
                    <a:pt x="92" y="17"/>
                  </a:lnTo>
                  <a:lnTo>
                    <a:pt x="89" y="18"/>
                  </a:lnTo>
                  <a:lnTo>
                    <a:pt x="85" y="18"/>
                  </a:lnTo>
                  <a:lnTo>
                    <a:pt x="77" y="21"/>
                  </a:lnTo>
                  <a:lnTo>
                    <a:pt x="71" y="22"/>
                  </a:lnTo>
                  <a:lnTo>
                    <a:pt x="70" y="23"/>
                  </a:lnTo>
                  <a:lnTo>
                    <a:pt x="68" y="25"/>
                  </a:lnTo>
                  <a:lnTo>
                    <a:pt x="67" y="25"/>
                  </a:lnTo>
                  <a:lnTo>
                    <a:pt x="65" y="25"/>
                  </a:lnTo>
                  <a:lnTo>
                    <a:pt x="63" y="25"/>
                  </a:lnTo>
                  <a:lnTo>
                    <a:pt x="61" y="24"/>
                  </a:lnTo>
                  <a:lnTo>
                    <a:pt x="59" y="23"/>
                  </a:lnTo>
                  <a:lnTo>
                    <a:pt x="58" y="22"/>
                  </a:lnTo>
                  <a:lnTo>
                    <a:pt x="56" y="21"/>
                  </a:lnTo>
                  <a:lnTo>
                    <a:pt x="55" y="18"/>
                  </a:lnTo>
                  <a:lnTo>
                    <a:pt x="54" y="16"/>
                  </a:lnTo>
                  <a:lnTo>
                    <a:pt x="52" y="12"/>
                  </a:lnTo>
                  <a:lnTo>
                    <a:pt x="51" y="10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45" name="íšḻïḍê">
              <a:extLst>
                <a:ext uri="{FF2B5EF4-FFF2-40B4-BE49-F238E27FC236}">
                  <a16:creationId xmlns:a16="http://schemas.microsoft.com/office/drawing/2014/main" id="{C70B0AD0-ED9C-426E-837A-7A3514E94FAA}"/>
                </a:ext>
              </a:extLst>
            </p:cNvPr>
            <p:cNvSpPr/>
            <p:nvPr/>
          </p:nvSpPr>
          <p:spPr bwMode="auto">
            <a:xfrm>
              <a:off x="3379788" y="2897188"/>
              <a:ext cx="41275" cy="84138"/>
            </a:xfrm>
            <a:custGeom>
              <a:avLst/>
              <a:gdLst>
                <a:gd name="T0" fmla="*/ 16 w 26"/>
                <a:gd name="T1" fmla="*/ 0 h 53"/>
                <a:gd name="T2" fmla="*/ 15 w 26"/>
                <a:gd name="T3" fmla="*/ 3 h 53"/>
                <a:gd name="T4" fmla="*/ 14 w 26"/>
                <a:gd name="T5" fmla="*/ 9 h 53"/>
                <a:gd name="T6" fmla="*/ 14 w 26"/>
                <a:gd name="T7" fmla="*/ 15 h 53"/>
                <a:gd name="T8" fmla="*/ 14 w 26"/>
                <a:gd name="T9" fmla="*/ 20 h 53"/>
                <a:gd name="T10" fmla="*/ 16 w 26"/>
                <a:gd name="T11" fmla="*/ 28 h 53"/>
                <a:gd name="T12" fmla="*/ 17 w 26"/>
                <a:gd name="T13" fmla="*/ 32 h 53"/>
                <a:gd name="T14" fmla="*/ 18 w 26"/>
                <a:gd name="T15" fmla="*/ 37 h 53"/>
                <a:gd name="T16" fmla="*/ 20 w 26"/>
                <a:gd name="T17" fmla="*/ 41 h 53"/>
                <a:gd name="T18" fmla="*/ 22 w 26"/>
                <a:gd name="T19" fmla="*/ 45 h 53"/>
                <a:gd name="T20" fmla="*/ 24 w 26"/>
                <a:gd name="T21" fmla="*/ 48 h 53"/>
                <a:gd name="T22" fmla="*/ 25 w 26"/>
                <a:gd name="T23" fmla="*/ 50 h 53"/>
                <a:gd name="T24" fmla="*/ 26 w 26"/>
                <a:gd name="T25" fmla="*/ 52 h 53"/>
                <a:gd name="T26" fmla="*/ 25 w 26"/>
                <a:gd name="T27" fmla="*/ 52 h 53"/>
                <a:gd name="T28" fmla="*/ 25 w 26"/>
                <a:gd name="T29" fmla="*/ 53 h 53"/>
                <a:gd name="T30" fmla="*/ 23 w 26"/>
                <a:gd name="T31" fmla="*/ 53 h 53"/>
                <a:gd name="T32" fmla="*/ 22 w 26"/>
                <a:gd name="T33" fmla="*/ 52 h 53"/>
                <a:gd name="T34" fmla="*/ 17 w 26"/>
                <a:gd name="T35" fmla="*/ 48 h 53"/>
                <a:gd name="T36" fmla="*/ 12 w 26"/>
                <a:gd name="T37" fmla="*/ 44 h 53"/>
                <a:gd name="T38" fmla="*/ 9 w 26"/>
                <a:gd name="T39" fmla="*/ 42 h 53"/>
                <a:gd name="T40" fmla="*/ 6 w 26"/>
                <a:gd name="T41" fmla="*/ 40 h 53"/>
                <a:gd name="T42" fmla="*/ 3 w 26"/>
                <a:gd name="T43" fmla="*/ 40 h 53"/>
                <a:gd name="T44" fmla="*/ 2 w 26"/>
                <a:gd name="T45" fmla="*/ 38 h 53"/>
                <a:gd name="T46" fmla="*/ 1 w 26"/>
                <a:gd name="T47" fmla="*/ 37 h 53"/>
                <a:gd name="T48" fmla="*/ 0 w 26"/>
                <a:gd name="T49" fmla="*/ 36 h 53"/>
                <a:gd name="T50" fmla="*/ 0 w 26"/>
                <a:gd name="T51" fmla="*/ 36 h 53"/>
                <a:gd name="T52" fmla="*/ 0 w 26"/>
                <a:gd name="T53" fmla="*/ 34 h 53"/>
                <a:gd name="T54" fmla="*/ 0 w 26"/>
                <a:gd name="T55" fmla="*/ 30 h 53"/>
                <a:gd name="T56" fmla="*/ 0 w 26"/>
                <a:gd name="T57" fmla="*/ 24 h 53"/>
                <a:gd name="T58" fmla="*/ 1 w 26"/>
                <a:gd name="T59" fmla="*/ 21 h 53"/>
                <a:gd name="T60" fmla="*/ 2 w 26"/>
                <a:gd name="T61" fmla="*/ 19 h 53"/>
                <a:gd name="T62" fmla="*/ 2 w 26"/>
                <a:gd name="T63" fmla="*/ 16 h 53"/>
                <a:gd name="T64" fmla="*/ 3 w 26"/>
                <a:gd name="T65" fmla="*/ 15 h 53"/>
                <a:gd name="T66" fmla="*/ 4 w 26"/>
                <a:gd name="T67" fmla="*/ 12 h 53"/>
                <a:gd name="T68" fmla="*/ 5 w 26"/>
                <a:gd name="T69" fmla="*/ 9 h 53"/>
                <a:gd name="T70" fmla="*/ 5 w 26"/>
                <a:gd name="T71" fmla="*/ 6 h 53"/>
                <a:gd name="T72" fmla="*/ 6 w 26"/>
                <a:gd name="T73" fmla="*/ 4 h 53"/>
                <a:gd name="T74" fmla="*/ 6 w 26"/>
                <a:gd name="T75" fmla="*/ 3 h 53"/>
                <a:gd name="T76" fmla="*/ 6 w 26"/>
                <a:gd name="T77" fmla="*/ 2 h 53"/>
                <a:gd name="T78" fmla="*/ 7 w 26"/>
                <a:gd name="T79" fmla="*/ 1 h 53"/>
                <a:gd name="T80" fmla="*/ 8 w 26"/>
                <a:gd name="T81" fmla="*/ 0 h 53"/>
                <a:gd name="T82" fmla="*/ 13 w 26"/>
                <a:gd name="T83" fmla="*/ 0 h 53"/>
                <a:gd name="T84" fmla="*/ 16 w 26"/>
                <a:gd name="T8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" h="53">
                  <a:moveTo>
                    <a:pt x="16" y="0"/>
                  </a:moveTo>
                  <a:lnTo>
                    <a:pt x="15" y="3"/>
                  </a:lnTo>
                  <a:lnTo>
                    <a:pt x="14" y="9"/>
                  </a:lnTo>
                  <a:lnTo>
                    <a:pt x="14" y="15"/>
                  </a:lnTo>
                  <a:lnTo>
                    <a:pt x="14" y="20"/>
                  </a:lnTo>
                  <a:lnTo>
                    <a:pt x="16" y="28"/>
                  </a:lnTo>
                  <a:lnTo>
                    <a:pt x="17" y="32"/>
                  </a:lnTo>
                  <a:lnTo>
                    <a:pt x="18" y="37"/>
                  </a:lnTo>
                  <a:lnTo>
                    <a:pt x="20" y="41"/>
                  </a:lnTo>
                  <a:lnTo>
                    <a:pt x="22" y="45"/>
                  </a:lnTo>
                  <a:lnTo>
                    <a:pt x="24" y="48"/>
                  </a:lnTo>
                  <a:lnTo>
                    <a:pt x="25" y="50"/>
                  </a:lnTo>
                  <a:lnTo>
                    <a:pt x="26" y="52"/>
                  </a:lnTo>
                  <a:lnTo>
                    <a:pt x="25" y="52"/>
                  </a:lnTo>
                  <a:lnTo>
                    <a:pt x="25" y="53"/>
                  </a:lnTo>
                  <a:lnTo>
                    <a:pt x="23" y="53"/>
                  </a:lnTo>
                  <a:lnTo>
                    <a:pt x="22" y="52"/>
                  </a:lnTo>
                  <a:lnTo>
                    <a:pt x="17" y="48"/>
                  </a:lnTo>
                  <a:lnTo>
                    <a:pt x="12" y="44"/>
                  </a:lnTo>
                  <a:lnTo>
                    <a:pt x="9" y="42"/>
                  </a:lnTo>
                  <a:lnTo>
                    <a:pt x="6" y="40"/>
                  </a:lnTo>
                  <a:lnTo>
                    <a:pt x="3" y="40"/>
                  </a:lnTo>
                  <a:lnTo>
                    <a:pt x="2" y="38"/>
                  </a:lnTo>
                  <a:lnTo>
                    <a:pt x="1" y="37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0" y="30"/>
                  </a:lnTo>
                  <a:lnTo>
                    <a:pt x="0" y="24"/>
                  </a:lnTo>
                  <a:lnTo>
                    <a:pt x="1" y="21"/>
                  </a:lnTo>
                  <a:lnTo>
                    <a:pt x="2" y="19"/>
                  </a:lnTo>
                  <a:lnTo>
                    <a:pt x="2" y="16"/>
                  </a:lnTo>
                  <a:lnTo>
                    <a:pt x="3" y="15"/>
                  </a:lnTo>
                  <a:lnTo>
                    <a:pt x="4" y="12"/>
                  </a:lnTo>
                  <a:lnTo>
                    <a:pt x="5" y="9"/>
                  </a:lnTo>
                  <a:lnTo>
                    <a:pt x="5" y="6"/>
                  </a:lnTo>
                  <a:lnTo>
                    <a:pt x="6" y="4"/>
                  </a:lnTo>
                  <a:lnTo>
                    <a:pt x="6" y="3"/>
                  </a:lnTo>
                  <a:lnTo>
                    <a:pt x="6" y="2"/>
                  </a:lnTo>
                  <a:lnTo>
                    <a:pt x="7" y="1"/>
                  </a:lnTo>
                  <a:lnTo>
                    <a:pt x="8" y="0"/>
                  </a:lnTo>
                  <a:lnTo>
                    <a:pt x="13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46" name="íṥļídé">
              <a:extLst>
                <a:ext uri="{FF2B5EF4-FFF2-40B4-BE49-F238E27FC236}">
                  <a16:creationId xmlns:a16="http://schemas.microsoft.com/office/drawing/2014/main" id="{376BD9F7-512B-4621-B741-626355D80794}"/>
                </a:ext>
              </a:extLst>
            </p:cNvPr>
            <p:cNvSpPr/>
            <p:nvPr/>
          </p:nvSpPr>
          <p:spPr bwMode="auto">
            <a:xfrm>
              <a:off x="3241676" y="2805113"/>
              <a:ext cx="220663" cy="111125"/>
            </a:xfrm>
            <a:custGeom>
              <a:avLst/>
              <a:gdLst>
                <a:gd name="T0" fmla="*/ 121 w 139"/>
                <a:gd name="T1" fmla="*/ 7 h 70"/>
                <a:gd name="T2" fmla="*/ 121 w 139"/>
                <a:gd name="T3" fmla="*/ 4 h 70"/>
                <a:gd name="T4" fmla="*/ 124 w 139"/>
                <a:gd name="T5" fmla="*/ 2 h 70"/>
                <a:gd name="T6" fmla="*/ 130 w 139"/>
                <a:gd name="T7" fmla="*/ 0 h 70"/>
                <a:gd name="T8" fmla="*/ 134 w 139"/>
                <a:gd name="T9" fmla="*/ 4 h 70"/>
                <a:gd name="T10" fmla="*/ 139 w 139"/>
                <a:gd name="T11" fmla="*/ 12 h 70"/>
                <a:gd name="T12" fmla="*/ 137 w 139"/>
                <a:gd name="T13" fmla="*/ 18 h 70"/>
                <a:gd name="T14" fmla="*/ 125 w 139"/>
                <a:gd name="T15" fmla="*/ 31 h 70"/>
                <a:gd name="T16" fmla="*/ 122 w 139"/>
                <a:gd name="T17" fmla="*/ 37 h 70"/>
                <a:gd name="T18" fmla="*/ 124 w 139"/>
                <a:gd name="T19" fmla="*/ 38 h 70"/>
                <a:gd name="T20" fmla="*/ 124 w 139"/>
                <a:gd name="T21" fmla="*/ 37 h 70"/>
                <a:gd name="T22" fmla="*/ 129 w 139"/>
                <a:gd name="T23" fmla="*/ 37 h 70"/>
                <a:gd name="T24" fmla="*/ 133 w 139"/>
                <a:gd name="T25" fmla="*/ 38 h 70"/>
                <a:gd name="T26" fmla="*/ 135 w 139"/>
                <a:gd name="T27" fmla="*/ 41 h 70"/>
                <a:gd name="T28" fmla="*/ 133 w 139"/>
                <a:gd name="T29" fmla="*/ 46 h 70"/>
                <a:gd name="T30" fmla="*/ 129 w 139"/>
                <a:gd name="T31" fmla="*/ 50 h 70"/>
                <a:gd name="T32" fmla="*/ 127 w 139"/>
                <a:gd name="T33" fmla="*/ 50 h 70"/>
                <a:gd name="T34" fmla="*/ 119 w 139"/>
                <a:gd name="T35" fmla="*/ 45 h 70"/>
                <a:gd name="T36" fmla="*/ 113 w 139"/>
                <a:gd name="T37" fmla="*/ 45 h 70"/>
                <a:gd name="T38" fmla="*/ 99 w 139"/>
                <a:gd name="T39" fmla="*/ 53 h 70"/>
                <a:gd name="T40" fmla="*/ 84 w 139"/>
                <a:gd name="T41" fmla="*/ 61 h 70"/>
                <a:gd name="T42" fmla="*/ 70 w 139"/>
                <a:gd name="T43" fmla="*/ 66 h 70"/>
                <a:gd name="T44" fmla="*/ 47 w 139"/>
                <a:gd name="T45" fmla="*/ 69 h 70"/>
                <a:gd name="T46" fmla="*/ 31 w 139"/>
                <a:gd name="T47" fmla="*/ 69 h 70"/>
                <a:gd name="T48" fmla="*/ 14 w 139"/>
                <a:gd name="T49" fmla="*/ 69 h 70"/>
                <a:gd name="T50" fmla="*/ 0 w 139"/>
                <a:gd name="T51" fmla="*/ 67 h 70"/>
                <a:gd name="T52" fmla="*/ 0 w 139"/>
                <a:gd name="T53" fmla="*/ 66 h 70"/>
                <a:gd name="T54" fmla="*/ 4 w 139"/>
                <a:gd name="T55" fmla="*/ 64 h 70"/>
                <a:gd name="T56" fmla="*/ 16 w 139"/>
                <a:gd name="T57" fmla="*/ 62 h 70"/>
                <a:gd name="T58" fmla="*/ 37 w 139"/>
                <a:gd name="T59" fmla="*/ 59 h 70"/>
                <a:gd name="T60" fmla="*/ 49 w 139"/>
                <a:gd name="T61" fmla="*/ 58 h 70"/>
                <a:gd name="T62" fmla="*/ 65 w 139"/>
                <a:gd name="T63" fmla="*/ 54 h 70"/>
                <a:gd name="T64" fmla="*/ 83 w 139"/>
                <a:gd name="T65" fmla="*/ 49 h 70"/>
                <a:gd name="T66" fmla="*/ 87 w 139"/>
                <a:gd name="T67" fmla="*/ 47 h 70"/>
                <a:gd name="T68" fmla="*/ 89 w 139"/>
                <a:gd name="T69" fmla="*/ 43 h 70"/>
                <a:gd name="T70" fmla="*/ 87 w 139"/>
                <a:gd name="T71" fmla="*/ 42 h 70"/>
                <a:gd name="T72" fmla="*/ 75 w 139"/>
                <a:gd name="T73" fmla="*/ 43 h 70"/>
                <a:gd name="T74" fmla="*/ 68 w 139"/>
                <a:gd name="T75" fmla="*/ 40 h 70"/>
                <a:gd name="T76" fmla="*/ 65 w 139"/>
                <a:gd name="T77" fmla="*/ 35 h 70"/>
                <a:gd name="T78" fmla="*/ 65 w 139"/>
                <a:gd name="T79" fmla="*/ 32 h 70"/>
                <a:gd name="T80" fmla="*/ 67 w 139"/>
                <a:gd name="T81" fmla="*/ 29 h 70"/>
                <a:gd name="T82" fmla="*/ 78 w 139"/>
                <a:gd name="T83" fmla="*/ 30 h 70"/>
                <a:gd name="T84" fmla="*/ 94 w 139"/>
                <a:gd name="T85" fmla="*/ 32 h 70"/>
                <a:gd name="T86" fmla="*/ 103 w 139"/>
                <a:gd name="T87" fmla="*/ 33 h 70"/>
                <a:gd name="T88" fmla="*/ 106 w 139"/>
                <a:gd name="T89" fmla="*/ 31 h 70"/>
                <a:gd name="T90" fmla="*/ 118 w 139"/>
                <a:gd name="T91" fmla="*/ 1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9" h="70">
                  <a:moveTo>
                    <a:pt x="121" y="10"/>
                  </a:moveTo>
                  <a:lnTo>
                    <a:pt x="121" y="9"/>
                  </a:lnTo>
                  <a:lnTo>
                    <a:pt x="121" y="7"/>
                  </a:lnTo>
                  <a:lnTo>
                    <a:pt x="121" y="6"/>
                  </a:lnTo>
                  <a:lnTo>
                    <a:pt x="121" y="5"/>
                  </a:lnTo>
                  <a:lnTo>
                    <a:pt x="121" y="4"/>
                  </a:lnTo>
                  <a:lnTo>
                    <a:pt x="122" y="3"/>
                  </a:lnTo>
                  <a:lnTo>
                    <a:pt x="122" y="2"/>
                  </a:lnTo>
                  <a:lnTo>
                    <a:pt x="124" y="2"/>
                  </a:lnTo>
                  <a:lnTo>
                    <a:pt x="125" y="2"/>
                  </a:lnTo>
                  <a:lnTo>
                    <a:pt x="128" y="1"/>
                  </a:lnTo>
                  <a:lnTo>
                    <a:pt x="130" y="0"/>
                  </a:lnTo>
                  <a:lnTo>
                    <a:pt x="131" y="1"/>
                  </a:lnTo>
                  <a:lnTo>
                    <a:pt x="133" y="2"/>
                  </a:lnTo>
                  <a:lnTo>
                    <a:pt x="134" y="4"/>
                  </a:lnTo>
                  <a:lnTo>
                    <a:pt x="137" y="7"/>
                  </a:lnTo>
                  <a:lnTo>
                    <a:pt x="138" y="10"/>
                  </a:lnTo>
                  <a:lnTo>
                    <a:pt x="139" y="12"/>
                  </a:lnTo>
                  <a:lnTo>
                    <a:pt x="139" y="14"/>
                  </a:lnTo>
                  <a:lnTo>
                    <a:pt x="138" y="15"/>
                  </a:lnTo>
                  <a:lnTo>
                    <a:pt x="137" y="18"/>
                  </a:lnTo>
                  <a:lnTo>
                    <a:pt x="133" y="22"/>
                  </a:lnTo>
                  <a:lnTo>
                    <a:pt x="128" y="29"/>
                  </a:lnTo>
                  <a:lnTo>
                    <a:pt x="125" y="31"/>
                  </a:lnTo>
                  <a:lnTo>
                    <a:pt x="124" y="34"/>
                  </a:lnTo>
                  <a:lnTo>
                    <a:pt x="123" y="36"/>
                  </a:lnTo>
                  <a:lnTo>
                    <a:pt x="122" y="37"/>
                  </a:lnTo>
                  <a:lnTo>
                    <a:pt x="123" y="38"/>
                  </a:lnTo>
                  <a:lnTo>
                    <a:pt x="123" y="38"/>
                  </a:lnTo>
                  <a:lnTo>
                    <a:pt x="124" y="38"/>
                  </a:lnTo>
                  <a:lnTo>
                    <a:pt x="124" y="38"/>
                  </a:lnTo>
                  <a:lnTo>
                    <a:pt x="124" y="37"/>
                  </a:lnTo>
                  <a:lnTo>
                    <a:pt x="124" y="37"/>
                  </a:lnTo>
                  <a:lnTo>
                    <a:pt x="125" y="37"/>
                  </a:lnTo>
                  <a:lnTo>
                    <a:pt x="125" y="37"/>
                  </a:lnTo>
                  <a:lnTo>
                    <a:pt x="129" y="37"/>
                  </a:lnTo>
                  <a:lnTo>
                    <a:pt x="131" y="38"/>
                  </a:lnTo>
                  <a:lnTo>
                    <a:pt x="133" y="38"/>
                  </a:lnTo>
                  <a:lnTo>
                    <a:pt x="133" y="38"/>
                  </a:lnTo>
                  <a:lnTo>
                    <a:pt x="134" y="38"/>
                  </a:lnTo>
                  <a:lnTo>
                    <a:pt x="135" y="38"/>
                  </a:lnTo>
                  <a:lnTo>
                    <a:pt x="135" y="41"/>
                  </a:lnTo>
                  <a:lnTo>
                    <a:pt x="135" y="42"/>
                  </a:lnTo>
                  <a:lnTo>
                    <a:pt x="134" y="45"/>
                  </a:lnTo>
                  <a:lnTo>
                    <a:pt x="133" y="46"/>
                  </a:lnTo>
                  <a:lnTo>
                    <a:pt x="132" y="48"/>
                  </a:lnTo>
                  <a:lnTo>
                    <a:pt x="130" y="49"/>
                  </a:lnTo>
                  <a:lnTo>
                    <a:pt x="129" y="50"/>
                  </a:lnTo>
                  <a:lnTo>
                    <a:pt x="129" y="50"/>
                  </a:lnTo>
                  <a:lnTo>
                    <a:pt x="128" y="50"/>
                  </a:lnTo>
                  <a:lnTo>
                    <a:pt x="127" y="50"/>
                  </a:lnTo>
                  <a:lnTo>
                    <a:pt x="125" y="48"/>
                  </a:lnTo>
                  <a:lnTo>
                    <a:pt x="121" y="46"/>
                  </a:lnTo>
                  <a:lnTo>
                    <a:pt x="119" y="45"/>
                  </a:lnTo>
                  <a:lnTo>
                    <a:pt x="117" y="45"/>
                  </a:lnTo>
                  <a:lnTo>
                    <a:pt x="115" y="45"/>
                  </a:lnTo>
                  <a:lnTo>
                    <a:pt x="113" y="45"/>
                  </a:lnTo>
                  <a:lnTo>
                    <a:pt x="109" y="48"/>
                  </a:lnTo>
                  <a:lnTo>
                    <a:pt x="104" y="51"/>
                  </a:lnTo>
                  <a:lnTo>
                    <a:pt x="99" y="53"/>
                  </a:lnTo>
                  <a:lnTo>
                    <a:pt x="95" y="54"/>
                  </a:lnTo>
                  <a:lnTo>
                    <a:pt x="89" y="58"/>
                  </a:lnTo>
                  <a:lnTo>
                    <a:pt x="84" y="61"/>
                  </a:lnTo>
                  <a:lnTo>
                    <a:pt x="78" y="63"/>
                  </a:lnTo>
                  <a:lnTo>
                    <a:pt x="75" y="64"/>
                  </a:lnTo>
                  <a:lnTo>
                    <a:pt x="70" y="66"/>
                  </a:lnTo>
                  <a:lnTo>
                    <a:pt x="62" y="66"/>
                  </a:lnTo>
                  <a:lnTo>
                    <a:pt x="53" y="68"/>
                  </a:lnTo>
                  <a:lnTo>
                    <a:pt x="47" y="69"/>
                  </a:lnTo>
                  <a:lnTo>
                    <a:pt x="41" y="70"/>
                  </a:lnTo>
                  <a:lnTo>
                    <a:pt x="36" y="70"/>
                  </a:lnTo>
                  <a:lnTo>
                    <a:pt x="31" y="69"/>
                  </a:lnTo>
                  <a:lnTo>
                    <a:pt x="27" y="69"/>
                  </a:lnTo>
                  <a:lnTo>
                    <a:pt x="21" y="69"/>
                  </a:lnTo>
                  <a:lnTo>
                    <a:pt x="14" y="69"/>
                  </a:lnTo>
                  <a:lnTo>
                    <a:pt x="7" y="68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4" y="64"/>
                  </a:lnTo>
                  <a:lnTo>
                    <a:pt x="6" y="63"/>
                  </a:lnTo>
                  <a:lnTo>
                    <a:pt x="9" y="63"/>
                  </a:lnTo>
                  <a:lnTo>
                    <a:pt x="16" y="62"/>
                  </a:lnTo>
                  <a:lnTo>
                    <a:pt x="23" y="61"/>
                  </a:lnTo>
                  <a:lnTo>
                    <a:pt x="31" y="60"/>
                  </a:lnTo>
                  <a:lnTo>
                    <a:pt x="37" y="59"/>
                  </a:lnTo>
                  <a:lnTo>
                    <a:pt x="43" y="59"/>
                  </a:lnTo>
                  <a:lnTo>
                    <a:pt x="46" y="59"/>
                  </a:lnTo>
                  <a:lnTo>
                    <a:pt x="49" y="58"/>
                  </a:lnTo>
                  <a:lnTo>
                    <a:pt x="52" y="58"/>
                  </a:lnTo>
                  <a:lnTo>
                    <a:pt x="54" y="58"/>
                  </a:lnTo>
                  <a:lnTo>
                    <a:pt x="65" y="54"/>
                  </a:lnTo>
                  <a:lnTo>
                    <a:pt x="75" y="51"/>
                  </a:lnTo>
                  <a:lnTo>
                    <a:pt x="80" y="50"/>
                  </a:lnTo>
                  <a:lnTo>
                    <a:pt x="83" y="49"/>
                  </a:lnTo>
                  <a:lnTo>
                    <a:pt x="85" y="49"/>
                  </a:lnTo>
                  <a:lnTo>
                    <a:pt x="86" y="47"/>
                  </a:lnTo>
                  <a:lnTo>
                    <a:pt x="87" y="47"/>
                  </a:lnTo>
                  <a:lnTo>
                    <a:pt x="88" y="46"/>
                  </a:lnTo>
                  <a:lnTo>
                    <a:pt x="89" y="44"/>
                  </a:lnTo>
                  <a:lnTo>
                    <a:pt x="89" y="43"/>
                  </a:lnTo>
                  <a:lnTo>
                    <a:pt x="89" y="42"/>
                  </a:lnTo>
                  <a:lnTo>
                    <a:pt x="89" y="42"/>
                  </a:lnTo>
                  <a:lnTo>
                    <a:pt x="87" y="42"/>
                  </a:lnTo>
                  <a:lnTo>
                    <a:pt x="84" y="43"/>
                  </a:lnTo>
                  <a:lnTo>
                    <a:pt x="80" y="43"/>
                  </a:lnTo>
                  <a:lnTo>
                    <a:pt x="75" y="43"/>
                  </a:lnTo>
                  <a:lnTo>
                    <a:pt x="72" y="42"/>
                  </a:lnTo>
                  <a:lnTo>
                    <a:pt x="70" y="42"/>
                  </a:lnTo>
                  <a:lnTo>
                    <a:pt x="68" y="40"/>
                  </a:lnTo>
                  <a:lnTo>
                    <a:pt x="65" y="38"/>
                  </a:lnTo>
                  <a:lnTo>
                    <a:pt x="65" y="36"/>
                  </a:lnTo>
                  <a:lnTo>
                    <a:pt x="65" y="35"/>
                  </a:lnTo>
                  <a:lnTo>
                    <a:pt x="65" y="34"/>
                  </a:lnTo>
                  <a:lnTo>
                    <a:pt x="65" y="33"/>
                  </a:lnTo>
                  <a:lnTo>
                    <a:pt x="65" y="32"/>
                  </a:lnTo>
                  <a:lnTo>
                    <a:pt x="65" y="30"/>
                  </a:lnTo>
                  <a:lnTo>
                    <a:pt x="66" y="30"/>
                  </a:lnTo>
                  <a:lnTo>
                    <a:pt x="67" y="29"/>
                  </a:lnTo>
                  <a:lnTo>
                    <a:pt x="70" y="29"/>
                  </a:lnTo>
                  <a:lnTo>
                    <a:pt x="73" y="30"/>
                  </a:lnTo>
                  <a:lnTo>
                    <a:pt x="78" y="30"/>
                  </a:lnTo>
                  <a:lnTo>
                    <a:pt x="85" y="31"/>
                  </a:lnTo>
                  <a:lnTo>
                    <a:pt x="90" y="32"/>
                  </a:lnTo>
                  <a:lnTo>
                    <a:pt x="94" y="32"/>
                  </a:lnTo>
                  <a:lnTo>
                    <a:pt x="97" y="33"/>
                  </a:lnTo>
                  <a:lnTo>
                    <a:pt x="101" y="33"/>
                  </a:lnTo>
                  <a:lnTo>
                    <a:pt x="103" y="33"/>
                  </a:lnTo>
                  <a:lnTo>
                    <a:pt x="105" y="32"/>
                  </a:lnTo>
                  <a:lnTo>
                    <a:pt x="105" y="32"/>
                  </a:lnTo>
                  <a:lnTo>
                    <a:pt x="106" y="31"/>
                  </a:lnTo>
                  <a:lnTo>
                    <a:pt x="109" y="28"/>
                  </a:lnTo>
                  <a:lnTo>
                    <a:pt x="114" y="21"/>
                  </a:lnTo>
                  <a:lnTo>
                    <a:pt x="118" y="14"/>
                  </a:lnTo>
                  <a:lnTo>
                    <a:pt x="121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47" name="îṩḻiḑè">
              <a:extLst>
                <a:ext uri="{FF2B5EF4-FFF2-40B4-BE49-F238E27FC236}">
                  <a16:creationId xmlns:a16="http://schemas.microsoft.com/office/drawing/2014/main" id="{4C7EF156-01D3-42E1-B94F-B11AAF64EB64}"/>
                </a:ext>
              </a:extLst>
            </p:cNvPr>
            <p:cNvSpPr/>
            <p:nvPr/>
          </p:nvSpPr>
          <p:spPr bwMode="auto">
            <a:xfrm>
              <a:off x="3446463" y="3074988"/>
              <a:ext cx="247650" cy="138113"/>
            </a:xfrm>
            <a:custGeom>
              <a:avLst/>
              <a:gdLst>
                <a:gd name="T0" fmla="*/ 107 w 156"/>
                <a:gd name="T1" fmla="*/ 43 h 87"/>
                <a:gd name="T2" fmla="*/ 105 w 156"/>
                <a:gd name="T3" fmla="*/ 49 h 87"/>
                <a:gd name="T4" fmla="*/ 101 w 156"/>
                <a:gd name="T5" fmla="*/ 28 h 87"/>
                <a:gd name="T6" fmla="*/ 109 w 156"/>
                <a:gd name="T7" fmla="*/ 32 h 87"/>
                <a:gd name="T8" fmla="*/ 104 w 156"/>
                <a:gd name="T9" fmla="*/ 35 h 87"/>
                <a:gd name="T10" fmla="*/ 98 w 156"/>
                <a:gd name="T11" fmla="*/ 18 h 87"/>
                <a:gd name="T12" fmla="*/ 105 w 156"/>
                <a:gd name="T13" fmla="*/ 20 h 87"/>
                <a:gd name="T14" fmla="*/ 99 w 156"/>
                <a:gd name="T15" fmla="*/ 22 h 87"/>
                <a:gd name="T16" fmla="*/ 97 w 156"/>
                <a:gd name="T17" fmla="*/ 25 h 87"/>
                <a:gd name="T18" fmla="*/ 89 w 156"/>
                <a:gd name="T19" fmla="*/ 28 h 87"/>
                <a:gd name="T20" fmla="*/ 90 w 156"/>
                <a:gd name="T21" fmla="*/ 36 h 87"/>
                <a:gd name="T22" fmla="*/ 80 w 156"/>
                <a:gd name="T23" fmla="*/ 37 h 87"/>
                <a:gd name="T24" fmla="*/ 78 w 156"/>
                <a:gd name="T25" fmla="*/ 41 h 87"/>
                <a:gd name="T26" fmla="*/ 93 w 156"/>
                <a:gd name="T27" fmla="*/ 48 h 87"/>
                <a:gd name="T28" fmla="*/ 85 w 156"/>
                <a:gd name="T29" fmla="*/ 52 h 87"/>
                <a:gd name="T30" fmla="*/ 95 w 156"/>
                <a:gd name="T31" fmla="*/ 53 h 87"/>
                <a:gd name="T32" fmla="*/ 110 w 156"/>
                <a:gd name="T33" fmla="*/ 55 h 87"/>
                <a:gd name="T34" fmla="*/ 119 w 156"/>
                <a:gd name="T35" fmla="*/ 49 h 87"/>
                <a:gd name="T36" fmla="*/ 128 w 156"/>
                <a:gd name="T37" fmla="*/ 62 h 87"/>
                <a:gd name="T38" fmla="*/ 92 w 156"/>
                <a:gd name="T39" fmla="*/ 59 h 87"/>
                <a:gd name="T40" fmla="*/ 74 w 156"/>
                <a:gd name="T41" fmla="*/ 49 h 87"/>
                <a:gd name="T42" fmla="*/ 53 w 156"/>
                <a:gd name="T43" fmla="*/ 33 h 87"/>
                <a:gd name="T44" fmla="*/ 60 w 156"/>
                <a:gd name="T45" fmla="*/ 45 h 87"/>
                <a:gd name="T46" fmla="*/ 73 w 156"/>
                <a:gd name="T47" fmla="*/ 61 h 87"/>
                <a:gd name="T48" fmla="*/ 52 w 156"/>
                <a:gd name="T49" fmla="*/ 53 h 87"/>
                <a:gd name="T50" fmla="*/ 32 w 156"/>
                <a:gd name="T51" fmla="*/ 45 h 87"/>
                <a:gd name="T52" fmla="*/ 11 w 156"/>
                <a:gd name="T53" fmla="*/ 29 h 87"/>
                <a:gd name="T54" fmla="*/ 9 w 156"/>
                <a:gd name="T55" fmla="*/ 41 h 87"/>
                <a:gd name="T56" fmla="*/ 35 w 156"/>
                <a:gd name="T57" fmla="*/ 60 h 87"/>
                <a:gd name="T58" fmla="*/ 25 w 156"/>
                <a:gd name="T59" fmla="*/ 69 h 87"/>
                <a:gd name="T60" fmla="*/ 6 w 156"/>
                <a:gd name="T61" fmla="*/ 69 h 87"/>
                <a:gd name="T62" fmla="*/ 0 w 156"/>
                <a:gd name="T63" fmla="*/ 66 h 87"/>
                <a:gd name="T64" fmla="*/ 5 w 156"/>
                <a:gd name="T65" fmla="*/ 86 h 87"/>
                <a:gd name="T66" fmla="*/ 37 w 156"/>
                <a:gd name="T67" fmla="*/ 73 h 87"/>
                <a:gd name="T68" fmla="*/ 51 w 156"/>
                <a:gd name="T69" fmla="*/ 71 h 87"/>
                <a:gd name="T70" fmla="*/ 44 w 156"/>
                <a:gd name="T71" fmla="*/ 75 h 87"/>
                <a:gd name="T72" fmla="*/ 61 w 156"/>
                <a:gd name="T73" fmla="*/ 86 h 87"/>
                <a:gd name="T74" fmla="*/ 64 w 156"/>
                <a:gd name="T75" fmla="*/ 72 h 87"/>
                <a:gd name="T76" fmla="*/ 53 w 156"/>
                <a:gd name="T77" fmla="*/ 61 h 87"/>
                <a:gd name="T78" fmla="*/ 75 w 156"/>
                <a:gd name="T79" fmla="*/ 67 h 87"/>
                <a:gd name="T80" fmla="*/ 95 w 156"/>
                <a:gd name="T81" fmla="*/ 76 h 87"/>
                <a:gd name="T82" fmla="*/ 94 w 156"/>
                <a:gd name="T83" fmla="*/ 65 h 87"/>
                <a:gd name="T84" fmla="*/ 117 w 156"/>
                <a:gd name="T85" fmla="*/ 67 h 87"/>
                <a:gd name="T86" fmla="*/ 143 w 156"/>
                <a:gd name="T87" fmla="*/ 67 h 87"/>
                <a:gd name="T88" fmla="*/ 132 w 156"/>
                <a:gd name="T89" fmla="*/ 51 h 87"/>
                <a:gd name="T90" fmla="*/ 118 w 156"/>
                <a:gd name="T91" fmla="*/ 41 h 87"/>
                <a:gd name="T92" fmla="*/ 120 w 156"/>
                <a:gd name="T93" fmla="*/ 32 h 87"/>
                <a:gd name="T94" fmla="*/ 145 w 156"/>
                <a:gd name="T95" fmla="*/ 39 h 87"/>
                <a:gd name="T96" fmla="*/ 155 w 156"/>
                <a:gd name="T97" fmla="*/ 37 h 87"/>
                <a:gd name="T98" fmla="*/ 150 w 156"/>
                <a:gd name="T99" fmla="*/ 23 h 87"/>
                <a:gd name="T100" fmla="*/ 137 w 156"/>
                <a:gd name="T101" fmla="*/ 29 h 87"/>
                <a:gd name="T102" fmla="*/ 112 w 156"/>
                <a:gd name="T103" fmla="*/ 21 h 87"/>
                <a:gd name="T104" fmla="*/ 105 w 156"/>
                <a:gd name="T105" fmla="*/ 11 h 87"/>
                <a:gd name="T106" fmla="*/ 105 w 156"/>
                <a:gd name="T107" fmla="*/ 1 h 87"/>
                <a:gd name="T108" fmla="*/ 93 w 156"/>
                <a:gd name="T109" fmla="*/ 13 h 87"/>
                <a:gd name="T110" fmla="*/ 78 w 156"/>
                <a:gd name="T111" fmla="*/ 24 h 87"/>
                <a:gd name="T112" fmla="*/ 79 w 156"/>
                <a:gd name="T113" fmla="*/ 6 h 87"/>
                <a:gd name="T114" fmla="*/ 68 w 156"/>
                <a:gd name="T115" fmla="*/ 22 h 87"/>
                <a:gd name="T116" fmla="*/ 67 w 156"/>
                <a:gd name="T117" fmla="*/ 28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6" h="87">
                  <a:moveTo>
                    <a:pt x="96" y="49"/>
                  </a:moveTo>
                  <a:lnTo>
                    <a:pt x="97" y="47"/>
                  </a:lnTo>
                  <a:lnTo>
                    <a:pt x="97" y="45"/>
                  </a:lnTo>
                  <a:lnTo>
                    <a:pt x="97" y="45"/>
                  </a:lnTo>
                  <a:lnTo>
                    <a:pt x="98" y="44"/>
                  </a:lnTo>
                  <a:lnTo>
                    <a:pt x="99" y="44"/>
                  </a:lnTo>
                  <a:lnTo>
                    <a:pt x="100" y="44"/>
                  </a:lnTo>
                  <a:lnTo>
                    <a:pt x="104" y="44"/>
                  </a:lnTo>
                  <a:lnTo>
                    <a:pt x="107" y="43"/>
                  </a:lnTo>
                  <a:lnTo>
                    <a:pt x="108" y="44"/>
                  </a:lnTo>
                  <a:lnTo>
                    <a:pt x="109" y="45"/>
                  </a:lnTo>
                  <a:lnTo>
                    <a:pt x="109" y="46"/>
                  </a:lnTo>
                  <a:lnTo>
                    <a:pt x="109" y="47"/>
                  </a:lnTo>
                  <a:lnTo>
                    <a:pt x="109" y="48"/>
                  </a:lnTo>
                  <a:lnTo>
                    <a:pt x="109" y="48"/>
                  </a:lnTo>
                  <a:lnTo>
                    <a:pt x="108" y="49"/>
                  </a:lnTo>
                  <a:lnTo>
                    <a:pt x="105" y="49"/>
                  </a:lnTo>
                  <a:lnTo>
                    <a:pt x="105" y="49"/>
                  </a:lnTo>
                  <a:lnTo>
                    <a:pt x="104" y="50"/>
                  </a:lnTo>
                  <a:lnTo>
                    <a:pt x="102" y="50"/>
                  </a:lnTo>
                  <a:lnTo>
                    <a:pt x="101" y="50"/>
                  </a:lnTo>
                  <a:lnTo>
                    <a:pt x="97" y="49"/>
                  </a:lnTo>
                  <a:lnTo>
                    <a:pt x="96" y="49"/>
                  </a:lnTo>
                  <a:lnTo>
                    <a:pt x="96" y="49"/>
                  </a:lnTo>
                  <a:close/>
                  <a:moveTo>
                    <a:pt x="101" y="32"/>
                  </a:moveTo>
                  <a:lnTo>
                    <a:pt x="100" y="30"/>
                  </a:lnTo>
                  <a:lnTo>
                    <a:pt x="101" y="28"/>
                  </a:lnTo>
                  <a:lnTo>
                    <a:pt x="101" y="28"/>
                  </a:lnTo>
                  <a:lnTo>
                    <a:pt x="101" y="27"/>
                  </a:lnTo>
                  <a:lnTo>
                    <a:pt x="102" y="27"/>
                  </a:lnTo>
                  <a:lnTo>
                    <a:pt x="104" y="28"/>
                  </a:lnTo>
                  <a:lnTo>
                    <a:pt x="106" y="29"/>
                  </a:lnTo>
                  <a:lnTo>
                    <a:pt x="108" y="31"/>
                  </a:lnTo>
                  <a:lnTo>
                    <a:pt x="108" y="31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109" y="33"/>
                  </a:lnTo>
                  <a:lnTo>
                    <a:pt x="109" y="35"/>
                  </a:lnTo>
                  <a:lnTo>
                    <a:pt x="109" y="36"/>
                  </a:lnTo>
                  <a:lnTo>
                    <a:pt x="108" y="37"/>
                  </a:lnTo>
                  <a:lnTo>
                    <a:pt x="108" y="37"/>
                  </a:lnTo>
                  <a:lnTo>
                    <a:pt x="108" y="36"/>
                  </a:lnTo>
                  <a:lnTo>
                    <a:pt x="107" y="36"/>
                  </a:lnTo>
                  <a:lnTo>
                    <a:pt x="105" y="35"/>
                  </a:lnTo>
                  <a:lnTo>
                    <a:pt x="104" y="35"/>
                  </a:lnTo>
                  <a:lnTo>
                    <a:pt x="102" y="33"/>
                  </a:lnTo>
                  <a:lnTo>
                    <a:pt x="101" y="32"/>
                  </a:lnTo>
                  <a:lnTo>
                    <a:pt x="101" y="32"/>
                  </a:lnTo>
                  <a:close/>
                  <a:moveTo>
                    <a:pt x="99" y="21"/>
                  </a:moveTo>
                  <a:lnTo>
                    <a:pt x="98" y="21"/>
                  </a:lnTo>
                  <a:lnTo>
                    <a:pt x="98" y="20"/>
                  </a:lnTo>
                  <a:lnTo>
                    <a:pt x="97" y="20"/>
                  </a:lnTo>
                  <a:lnTo>
                    <a:pt x="97" y="19"/>
                  </a:lnTo>
                  <a:lnTo>
                    <a:pt x="98" y="18"/>
                  </a:lnTo>
                  <a:lnTo>
                    <a:pt x="99" y="17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2" y="16"/>
                  </a:lnTo>
                  <a:lnTo>
                    <a:pt x="102" y="16"/>
                  </a:lnTo>
                  <a:lnTo>
                    <a:pt x="103" y="16"/>
                  </a:lnTo>
                  <a:lnTo>
                    <a:pt x="104" y="18"/>
                  </a:lnTo>
                  <a:lnTo>
                    <a:pt x="105" y="20"/>
                  </a:lnTo>
                  <a:lnTo>
                    <a:pt x="105" y="21"/>
                  </a:lnTo>
                  <a:lnTo>
                    <a:pt x="105" y="21"/>
                  </a:lnTo>
                  <a:lnTo>
                    <a:pt x="105" y="22"/>
                  </a:lnTo>
                  <a:lnTo>
                    <a:pt x="105" y="23"/>
                  </a:lnTo>
                  <a:lnTo>
                    <a:pt x="105" y="24"/>
                  </a:lnTo>
                  <a:lnTo>
                    <a:pt x="103" y="24"/>
                  </a:lnTo>
                  <a:lnTo>
                    <a:pt x="102" y="24"/>
                  </a:lnTo>
                  <a:lnTo>
                    <a:pt x="101" y="24"/>
                  </a:lnTo>
                  <a:lnTo>
                    <a:pt x="99" y="22"/>
                  </a:lnTo>
                  <a:lnTo>
                    <a:pt x="99" y="21"/>
                  </a:lnTo>
                  <a:lnTo>
                    <a:pt x="99" y="21"/>
                  </a:lnTo>
                  <a:close/>
                  <a:moveTo>
                    <a:pt x="89" y="29"/>
                  </a:moveTo>
                  <a:lnTo>
                    <a:pt x="92" y="29"/>
                  </a:lnTo>
                  <a:lnTo>
                    <a:pt x="96" y="29"/>
                  </a:lnTo>
                  <a:lnTo>
                    <a:pt x="97" y="28"/>
                  </a:lnTo>
                  <a:lnTo>
                    <a:pt x="97" y="28"/>
                  </a:lnTo>
                  <a:lnTo>
                    <a:pt x="97" y="27"/>
                  </a:lnTo>
                  <a:lnTo>
                    <a:pt x="97" y="25"/>
                  </a:lnTo>
                  <a:lnTo>
                    <a:pt x="97" y="24"/>
                  </a:lnTo>
                  <a:lnTo>
                    <a:pt x="97" y="24"/>
                  </a:lnTo>
                  <a:lnTo>
                    <a:pt x="96" y="23"/>
                  </a:lnTo>
                  <a:lnTo>
                    <a:pt x="94" y="23"/>
                  </a:lnTo>
                  <a:lnTo>
                    <a:pt x="93" y="24"/>
                  </a:lnTo>
                  <a:lnTo>
                    <a:pt x="91" y="24"/>
                  </a:lnTo>
                  <a:lnTo>
                    <a:pt x="91" y="26"/>
                  </a:lnTo>
                  <a:lnTo>
                    <a:pt x="90" y="27"/>
                  </a:lnTo>
                  <a:lnTo>
                    <a:pt x="89" y="28"/>
                  </a:lnTo>
                  <a:lnTo>
                    <a:pt x="89" y="29"/>
                  </a:lnTo>
                  <a:lnTo>
                    <a:pt x="89" y="29"/>
                  </a:lnTo>
                  <a:close/>
                  <a:moveTo>
                    <a:pt x="85" y="31"/>
                  </a:moveTo>
                  <a:lnTo>
                    <a:pt x="86" y="32"/>
                  </a:lnTo>
                  <a:lnTo>
                    <a:pt x="88" y="32"/>
                  </a:lnTo>
                  <a:lnTo>
                    <a:pt x="89" y="32"/>
                  </a:lnTo>
                  <a:lnTo>
                    <a:pt x="89" y="33"/>
                  </a:lnTo>
                  <a:lnTo>
                    <a:pt x="90" y="35"/>
                  </a:lnTo>
                  <a:lnTo>
                    <a:pt x="90" y="36"/>
                  </a:lnTo>
                  <a:lnTo>
                    <a:pt x="91" y="37"/>
                  </a:lnTo>
                  <a:lnTo>
                    <a:pt x="91" y="37"/>
                  </a:lnTo>
                  <a:lnTo>
                    <a:pt x="90" y="38"/>
                  </a:lnTo>
                  <a:lnTo>
                    <a:pt x="89" y="39"/>
                  </a:lnTo>
                  <a:lnTo>
                    <a:pt x="88" y="39"/>
                  </a:lnTo>
                  <a:lnTo>
                    <a:pt x="87" y="39"/>
                  </a:lnTo>
                  <a:lnTo>
                    <a:pt x="84" y="38"/>
                  </a:lnTo>
                  <a:lnTo>
                    <a:pt x="81" y="37"/>
                  </a:lnTo>
                  <a:lnTo>
                    <a:pt x="80" y="37"/>
                  </a:lnTo>
                  <a:lnTo>
                    <a:pt x="79" y="37"/>
                  </a:lnTo>
                  <a:lnTo>
                    <a:pt x="78" y="37"/>
                  </a:lnTo>
                  <a:lnTo>
                    <a:pt x="77" y="37"/>
                  </a:lnTo>
                  <a:lnTo>
                    <a:pt x="77" y="37"/>
                  </a:lnTo>
                  <a:lnTo>
                    <a:pt x="77" y="38"/>
                  </a:lnTo>
                  <a:lnTo>
                    <a:pt x="77" y="38"/>
                  </a:lnTo>
                  <a:lnTo>
                    <a:pt x="77" y="39"/>
                  </a:lnTo>
                  <a:lnTo>
                    <a:pt x="77" y="40"/>
                  </a:lnTo>
                  <a:lnTo>
                    <a:pt x="78" y="41"/>
                  </a:lnTo>
                  <a:lnTo>
                    <a:pt x="79" y="41"/>
                  </a:lnTo>
                  <a:lnTo>
                    <a:pt x="81" y="41"/>
                  </a:lnTo>
                  <a:lnTo>
                    <a:pt x="84" y="42"/>
                  </a:lnTo>
                  <a:lnTo>
                    <a:pt x="89" y="44"/>
                  </a:lnTo>
                  <a:lnTo>
                    <a:pt x="91" y="45"/>
                  </a:lnTo>
                  <a:lnTo>
                    <a:pt x="92" y="46"/>
                  </a:lnTo>
                  <a:lnTo>
                    <a:pt x="93" y="47"/>
                  </a:lnTo>
                  <a:lnTo>
                    <a:pt x="93" y="48"/>
                  </a:lnTo>
                  <a:lnTo>
                    <a:pt x="93" y="48"/>
                  </a:lnTo>
                  <a:lnTo>
                    <a:pt x="93" y="49"/>
                  </a:lnTo>
                  <a:lnTo>
                    <a:pt x="92" y="49"/>
                  </a:lnTo>
                  <a:lnTo>
                    <a:pt x="91" y="49"/>
                  </a:lnTo>
                  <a:lnTo>
                    <a:pt x="89" y="49"/>
                  </a:lnTo>
                  <a:lnTo>
                    <a:pt x="88" y="49"/>
                  </a:lnTo>
                  <a:lnTo>
                    <a:pt x="87" y="49"/>
                  </a:lnTo>
                  <a:lnTo>
                    <a:pt x="86" y="50"/>
                  </a:lnTo>
                  <a:lnTo>
                    <a:pt x="85" y="51"/>
                  </a:lnTo>
                  <a:lnTo>
                    <a:pt x="85" y="52"/>
                  </a:lnTo>
                  <a:lnTo>
                    <a:pt x="84" y="52"/>
                  </a:lnTo>
                  <a:lnTo>
                    <a:pt x="84" y="52"/>
                  </a:lnTo>
                  <a:lnTo>
                    <a:pt x="85" y="53"/>
                  </a:lnTo>
                  <a:lnTo>
                    <a:pt x="85" y="53"/>
                  </a:lnTo>
                  <a:lnTo>
                    <a:pt x="86" y="53"/>
                  </a:lnTo>
                  <a:lnTo>
                    <a:pt x="88" y="53"/>
                  </a:lnTo>
                  <a:lnTo>
                    <a:pt x="91" y="53"/>
                  </a:lnTo>
                  <a:lnTo>
                    <a:pt x="94" y="53"/>
                  </a:lnTo>
                  <a:lnTo>
                    <a:pt x="95" y="53"/>
                  </a:lnTo>
                  <a:lnTo>
                    <a:pt x="97" y="53"/>
                  </a:lnTo>
                  <a:lnTo>
                    <a:pt x="97" y="54"/>
                  </a:lnTo>
                  <a:lnTo>
                    <a:pt x="100" y="55"/>
                  </a:lnTo>
                  <a:lnTo>
                    <a:pt x="101" y="56"/>
                  </a:lnTo>
                  <a:lnTo>
                    <a:pt x="104" y="56"/>
                  </a:lnTo>
                  <a:lnTo>
                    <a:pt x="106" y="56"/>
                  </a:lnTo>
                  <a:lnTo>
                    <a:pt x="108" y="56"/>
                  </a:lnTo>
                  <a:lnTo>
                    <a:pt x="109" y="55"/>
                  </a:lnTo>
                  <a:lnTo>
                    <a:pt x="110" y="55"/>
                  </a:lnTo>
                  <a:lnTo>
                    <a:pt x="111" y="54"/>
                  </a:lnTo>
                  <a:lnTo>
                    <a:pt x="112" y="53"/>
                  </a:lnTo>
                  <a:lnTo>
                    <a:pt x="112" y="52"/>
                  </a:lnTo>
                  <a:lnTo>
                    <a:pt x="113" y="49"/>
                  </a:lnTo>
                  <a:lnTo>
                    <a:pt x="113" y="47"/>
                  </a:lnTo>
                  <a:lnTo>
                    <a:pt x="115" y="46"/>
                  </a:lnTo>
                  <a:lnTo>
                    <a:pt x="116" y="46"/>
                  </a:lnTo>
                  <a:lnTo>
                    <a:pt x="117" y="47"/>
                  </a:lnTo>
                  <a:lnTo>
                    <a:pt x="119" y="49"/>
                  </a:lnTo>
                  <a:lnTo>
                    <a:pt x="121" y="51"/>
                  </a:lnTo>
                  <a:lnTo>
                    <a:pt x="123" y="53"/>
                  </a:lnTo>
                  <a:lnTo>
                    <a:pt x="126" y="55"/>
                  </a:lnTo>
                  <a:lnTo>
                    <a:pt x="129" y="57"/>
                  </a:lnTo>
                  <a:lnTo>
                    <a:pt x="130" y="60"/>
                  </a:lnTo>
                  <a:lnTo>
                    <a:pt x="130" y="61"/>
                  </a:lnTo>
                  <a:lnTo>
                    <a:pt x="129" y="61"/>
                  </a:lnTo>
                  <a:lnTo>
                    <a:pt x="129" y="61"/>
                  </a:lnTo>
                  <a:lnTo>
                    <a:pt x="128" y="62"/>
                  </a:lnTo>
                  <a:lnTo>
                    <a:pt x="125" y="62"/>
                  </a:lnTo>
                  <a:lnTo>
                    <a:pt x="122" y="61"/>
                  </a:lnTo>
                  <a:lnTo>
                    <a:pt x="119" y="61"/>
                  </a:lnTo>
                  <a:lnTo>
                    <a:pt x="114" y="61"/>
                  </a:lnTo>
                  <a:lnTo>
                    <a:pt x="109" y="61"/>
                  </a:lnTo>
                  <a:lnTo>
                    <a:pt x="105" y="61"/>
                  </a:lnTo>
                  <a:lnTo>
                    <a:pt x="100" y="60"/>
                  </a:lnTo>
                  <a:lnTo>
                    <a:pt x="95" y="59"/>
                  </a:lnTo>
                  <a:lnTo>
                    <a:pt x="92" y="59"/>
                  </a:lnTo>
                  <a:lnTo>
                    <a:pt x="89" y="59"/>
                  </a:lnTo>
                  <a:lnTo>
                    <a:pt x="89" y="59"/>
                  </a:lnTo>
                  <a:lnTo>
                    <a:pt x="88" y="59"/>
                  </a:lnTo>
                  <a:lnTo>
                    <a:pt x="87" y="59"/>
                  </a:lnTo>
                  <a:lnTo>
                    <a:pt x="86" y="58"/>
                  </a:lnTo>
                  <a:lnTo>
                    <a:pt x="84" y="57"/>
                  </a:lnTo>
                  <a:lnTo>
                    <a:pt x="81" y="53"/>
                  </a:lnTo>
                  <a:lnTo>
                    <a:pt x="77" y="51"/>
                  </a:lnTo>
                  <a:lnTo>
                    <a:pt x="74" y="49"/>
                  </a:lnTo>
                  <a:lnTo>
                    <a:pt x="72" y="48"/>
                  </a:lnTo>
                  <a:lnTo>
                    <a:pt x="69" y="46"/>
                  </a:lnTo>
                  <a:lnTo>
                    <a:pt x="65" y="44"/>
                  </a:lnTo>
                  <a:lnTo>
                    <a:pt x="63" y="42"/>
                  </a:lnTo>
                  <a:lnTo>
                    <a:pt x="60" y="39"/>
                  </a:lnTo>
                  <a:lnTo>
                    <a:pt x="57" y="36"/>
                  </a:lnTo>
                  <a:lnTo>
                    <a:pt x="56" y="35"/>
                  </a:lnTo>
                  <a:lnTo>
                    <a:pt x="54" y="33"/>
                  </a:lnTo>
                  <a:lnTo>
                    <a:pt x="53" y="33"/>
                  </a:lnTo>
                  <a:lnTo>
                    <a:pt x="52" y="33"/>
                  </a:lnTo>
                  <a:lnTo>
                    <a:pt x="50" y="33"/>
                  </a:lnTo>
                  <a:lnTo>
                    <a:pt x="50" y="35"/>
                  </a:lnTo>
                  <a:lnTo>
                    <a:pt x="50" y="36"/>
                  </a:lnTo>
                  <a:lnTo>
                    <a:pt x="50" y="37"/>
                  </a:lnTo>
                  <a:lnTo>
                    <a:pt x="53" y="39"/>
                  </a:lnTo>
                  <a:lnTo>
                    <a:pt x="56" y="41"/>
                  </a:lnTo>
                  <a:lnTo>
                    <a:pt x="57" y="42"/>
                  </a:lnTo>
                  <a:lnTo>
                    <a:pt x="60" y="45"/>
                  </a:lnTo>
                  <a:lnTo>
                    <a:pt x="63" y="49"/>
                  </a:lnTo>
                  <a:lnTo>
                    <a:pt x="66" y="51"/>
                  </a:lnTo>
                  <a:lnTo>
                    <a:pt x="73" y="56"/>
                  </a:lnTo>
                  <a:lnTo>
                    <a:pt x="77" y="58"/>
                  </a:lnTo>
                  <a:lnTo>
                    <a:pt x="77" y="59"/>
                  </a:lnTo>
                  <a:lnTo>
                    <a:pt x="77" y="59"/>
                  </a:lnTo>
                  <a:lnTo>
                    <a:pt x="77" y="60"/>
                  </a:lnTo>
                  <a:lnTo>
                    <a:pt x="74" y="61"/>
                  </a:lnTo>
                  <a:lnTo>
                    <a:pt x="73" y="61"/>
                  </a:lnTo>
                  <a:lnTo>
                    <a:pt x="70" y="61"/>
                  </a:lnTo>
                  <a:lnTo>
                    <a:pt x="68" y="61"/>
                  </a:lnTo>
                  <a:lnTo>
                    <a:pt x="65" y="60"/>
                  </a:lnTo>
                  <a:lnTo>
                    <a:pt x="61" y="59"/>
                  </a:lnTo>
                  <a:lnTo>
                    <a:pt x="58" y="58"/>
                  </a:lnTo>
                  <a:lnTo>
                    <a:pt x="57" y="57"/>
                  </a:lnTo>
                  <a:lnTo>
                    <a:pt x="54" y="55"/>
                  </a:lnTo>
                  <a:lnTo>
                    <a:pt x="53" y="54"/>
                  </a:lnTo>
                  <a:lnTo>
                    <a:pt x="52" y="53"/>
                  </a:lnTo>
                  <a:lnTo>
                    <a:pt x="51" y="53"/>
                  </a:lnTo>
                  <a:lnTo>
                    <a:pt x="49" y="53"/>
                  </a:lnTo>
                  <a:lnTo>
                    <a:pt x="47" y="53"/>
                  </a:lnTo>
                  <a:lnTo>
                    <a:pt x="45" y="53"/>
                  </a:lnTo>
                  <a:lnTo>
                    <a:pt x="43" y="52"/>
                  </a:lnTo>
                  <a:lnTo>
                    <a:pt x="40" y="50"/>
                  </a:lnTo>
                  <a:lnTo>
                    <a:pt x="38" y="49"/>
                  </a:lnTo>
                  <a:lnTo>
                    <a:pt x="35" y="47"/>
                  </a:lnTo>
                  <a:lnTo>
                    <a:pt x="32" y="45"/>
                  </a:lnTo>
                  <a:lnTo>
                    <a:pt x="29" y="44"/>
                  </a:lnTo>
                  <a:lnTo>
                    <a:pt x="25" y="42"/>
                  </a:lnTo>
                  <a:lnTo>
                    <a:pt x="24" y="42"/>
                  </a:lnTo>
                  <a:lnTo>
                    <a:pt x="21" y="41"/>
                  </a:lnTo>
                  <a:lnTo>
                    <a:pt x="17" y="38"/>
                  </a:lnTo>
                  <a:lnTo>
                    <a:pt x="15" y="35"/>
                  </a:lnTo>
                  <a:lnTo>
                    <a:pt x="13" y="32"/>
                  </a:lnTo>
                  <a:lnTo>
                    <a:pt x="12" y="31"/>
                  </a:lnTo>
                  <a:lnTo>
                    <a:pt x="11" y="29"/>
                  </a:lnTo>
                  <a:lnTo>
                    <a:pt x="9" y="28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6" y="28"/>
                  </a:lnTo>
                  <a:lnTo>
                    <a:pt x="4" y="29"/>
                  </a:lnTo>
                  <a:lnTo>
                    <a:pt x="4" y="31"/>
                  </a:lnTo>
                  <a:lnTo>
                    <a:pt x="6" y="35"/>
                  </a:lnTo>
                  <a:lnTo>
                    <a:pt x="8" y="39"/>
                  </a:lnTo>
                  <a:lnTo>
                    <a:pt x="9" y="41"/>
                  </a:lnTo>
                  <a:lnTo>
                    <a:pt x="10" y="42"/>
                  </a:lnTo>
                  <a:lnTo>
                    <a:pt x="12" y="44"/>
                  </a:lnTo>
                  <a:lnTo>
                    <a:pt x="13" y="45"/>
                  </a:lnTo>
                  <a:lnTo>
                    <a:pt x="17" y="47"/>
                  </a:lnTo>
                  <a:lnTo>
                    <a:pt x="20" y="49"/>
                  </a:lnTo>
                  <a:lnTo>
                    <a:pt x="26" y="53"/>
                  </a:lnTo>
                  <a:lnTo>
                    <a:pt x="32" y="57"/>
                  </a:lnTo>
                  <a:lnTo>
                    <a:pt x="33" y="58"/>
                  </a:lnTo>
                  <a:lnTo>
                    <a:pt x="35" y="60"/>
                  </a:lnTo>
                  <a:lnTo>
                    <a:pt x="36" y="61"/>
                  </a:lnTo>
                  <a:lnTo>
                    <a:pt x="36" y="62"/>
                  </a:lnTo>
                  <a:lnTo>
                    <a:pt x="35" y="62"/>
                  </a:lnTo>
                  <a:lnTo>
                    <a:pt x="35" y="63"/>
                  </a:lnTo>
                  <a:lnTo>
                    <a:pt x="34" y="64"/>
                  </a:lnTo>
                  <a:lnTo>
                    <a:pt x="33" y="65"/>
                  </a:lnTo>
                  <a:lnTo>
                    <a:pt x="31" y="66"/>
                  </a:lnTo>
                  <a:lnTo>
                    <a:pt x="29" y="68"/>
                  </a:lnTo>
                  <a:lnTo>
                    <a:pt x="25" y="69"/>
                  </a:lnTo>
                  <a:lnTo>
                    <a:pt x="22" y="72"/>
                  </a:lnTo>
                  <a:lnTo>
                    <a:pt x="18" y="73"/>
                  </a:lnTo>
                  <a:lnTo>
                    <a:pt x="14" y="73"/>
                  </a:lnTo>
                  <a:lnTo>
                    <a:pt x="12" y="74"/>
                  </a:lnTo>
                  <a:lnTo>
                    <a:pt x="10" y="74"/>
                  </a:lnTo>
                  <a:lnTo>
                    <a:pt x="9" y="74"/>
                  </a:lnTo>
                  <a:lnTo>
                    <a:pt x="8" y="73"/>
                  </a:lnTo>
                  <a:lnTo>
                    <a:pt x="8" y="72"/>
                  </a:lnTo>
                  <a:lnTo>
                    <a:pt x="6" y="69"/>
                  </a:lnTo>
                  <a:lnTo>
                    <a:pt x="4" y="66"/>
                  </a:lnTo>
                  <a:lnTo>
                    <a:pt x="3" y="62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1" y="61"/>
                  </a:lnTo>
                  <a:lnTo>
                    <a:pt x="0" y="61"/>
                  </a:lnTo>
                  <a:lnTo>
                    <a:pt x="0" y="63"/>
                  </a:lnTo>
                  <a:lnTo>
                    <a:pt x="0" y="65"/>
                  </a:lnTo>
                  <a:lnTo>
                    <a:pt x="0" y="66"/>
                  </a:lnTo>
                  <a:lnTo>
                    <a:pt x="0" y="69"/>
                  </a:lnTo>
                  <a:lnTo>
                    <a:pt x="2" y="73"/>
                  </a:lnTo>
                  <a:lnTo>
                    <a:pt x="2" y="77"/>
                  </a:lnTo>
                  <a:lnTo>
                    <a:pt x="3" y="81"/>
                  </a:lnTo>
                  <a:lnTo>
                    <a:pt x="3" y="85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4" y="86"/>
                  </a:lnTo>
                  <a:lnTo>
                    <a:pt x="5" y="86"/>
                  </a:lnTo>
                  <a:lnTo>
                    <a:pt x="7" y="87"/>
                  </a:lnTo>
                  <a:lnTo>
                    <a:pt x="9" y="87"/>
                  </a:lnTo>
                  <a:lnTo>
                    <a:pt x="13" y="87"/>
                  </a:lnTo>
                  <a:lnTo>
                    <a:pt x="16" y="86"/>
                  </a:lnTo>
                  <a:lnTo>
                    <a:pt x="19" y="85"/>
                  </a:lnTo>
                  <a:lnTo>
                    <a:pt x="25" y="81"/>
                  </a:lnTo>
                  <a:lnTo>
                    <a:pt x="30" y="78"/>
                  </a:lnTo>
                  <a:lnTo>
                    <a:pt x="34" y="76"/>
                  </a:lnTo>
                  <a:lnTo>
                    <a:pt x="37" y="73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4" y="69"/>
                  </a:lnTo>
                  <a:lnTo>
                    <a:pt x="45" y="68"/>
                  </a:lnTo>
                  <a:lnTo>
                    <a:pt x="46" y="68"/>
                  </a:lnTo>
                  <a:lnTo>
                    <a:pt x="47" y="68"/>
                  </a:lnTo>
                  <a:lnTo>
                    <a:pt x="48" y="69"/>
                  </a:lnTo>
                  <a:lnTo>
                    <a:pt x="49" y="69"/>
                  </a:lnTo>
                  <a:lnTo>
                    <a:pt x="51" y="71"/>
                  </a:lnTo>
                  <a:lnTo>
                    <a:pt x="52" y="72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1" y="74"/>
                  </a:lnTo>
                  <a:lnTo>
                    <a:pt x="49" y="74"/>
                  </a:lnTo>
                  <a:lnTo>
                    <a:pt x="47" y="74"/>
                  </a:lnTo>
                  <a:lnTo>
                    <a:pt x="45" y="74"/>
                  </a:lnTo>
                  <a:lnTo>
                    <a:pt x="44" y="75"/>
                  </a:lnTo>
                  <a:lnTo>
                    <a:pt x="43" y="75"/>
                  </a:lnTo>
                  <a:lnTo>
                    <a:pt x="43" y="75"/>
                  </a:lnTo>
                  <a:lnTo>
                    <a:pt x="43" y="76"/>
                  </a:lnTo>
                  <a:lnTo>
                    <a:pt x="44" y="77"/>
                  </a:lnTo>
                  <a:lnTo>
                    <a:pt x="47" y="77"/>
                  </a:lnTo>
                  <a:lnTo>
                    <a:pt x="50" y="80"/>
                  </a:lnTo>
                  <a:lnTo>
                    <a:pt x="55" y="82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1" y="86"/>
                  </a:lnTo>
                  <a:lnTo>
                    <a:pt x="63" y="85"/>
                  </a:lnTo>
                  <a:lnTo>
                    <a:pt x="64" y="85"/>
                  </a:lnTo>
                  <a:lnTo>
                    <a:pt x="65" y="83"/>
                  </a:lnTo>
                  <a:lnTo>
                    <a:pt x="65" y="81"/>
                  </a:lnTo>
                  <a:lnTo>
                    <a:pt x="65" y="79"/>
                  </a:lnTo>
                  <a:lnTo>
                    <a:pt x="65" y="77"/>
                  </a:lnTo>
                  <a:lnTo>
                    <a:pt x="65" y="74"/>
                  </a:lnTo>
                  <a:lnTo>
                    <a:pt x="64" y="72"/>
                  </a:lnTo>
                  <a:lnTo>
                    <a:pt x="62" y="70"/>
                  </a:lnTo>
                  <a:lnTo>
                    <a:pt x="61" y="69"/>
                  </a:lnTo>
                  <a:lnTo>
                    <a:pt x="61" y="69"/>
                  </a:lnTo>
                  <a:lnTo>
                    <a:pt x="59" y="68"/>
                  </a:lnTo>
                  <a:lnTo>
                    <a:pt x="57" y="67"/>
                  </a:lnTo>
                  <a:lnTo>
                    <a:pt x="56" y="65"/>
                  </a:lnTo>
                  <a:lnTo>
                    <a:pt x="54" y="62"/>
                  </a:lnTo>
                  <a:lnTo>
                    <a:pt x="54" y="62"/>
                  </a:lnTo>
                  <a:lnTo>
                    <a:pt x="53" y="61"/>
                  </a:lnTo>
                  <a:lnTo>
                    <a:pt x="54" y="61"/>
                  </a:lnTo>
                  <a:lnTo>
                    <a:pt x="54" y="61"/>
                  </a:lnTo>
                  <a:lnTo>
                    <a:pt x="55" y="61"/>
                  </a:lnTo>
                  <a:lnTo>
                    <a:pt x="57" y="61"/>
                  </a:lnTo>
                  <a:lnTo>
                    <a:pt x="61" y="62"/>
                  </a:lnTo>
                  <a:lnTo>
                    <a:pt x="65" y="63"/>
                  </a:lnTo>
                  <a:lnTo>
                    <a:pt x="69" y="65"/>
                  </a:lnTo>
                  <a:lnTo>
                    <a:pt x="73" y="66"/>
                  </a:lnTo>
                  <a:lnTo>
                    <a:pt x="75" y="67"/>
                  </a:lnTo>
                  <a:lnTo>
                    <a:pt x="77" y="69"/>
                  </a:lnTo>
                  <a:lnTo>
                    <a:pt x="80" y="70"/>
                  </a:lnTo>
                  <a:lnTo>
                    <a:pt x="82" y="73"/>
                  </a:lnTo>
                  <a:lnTo>
                    <a:pt x="85" y="75"/>
                  </a:lnTo>
                  <a:lnTo>
                    <a:pt x="87" y="76"/>
                  </a:lnTo>
                  <a:lnTo>
                    <a:pt x="89" y="77"/>
                  </a:lnTo>
                  <a:lnTo>
                    <a:pt x="90" y="77"/>
                  </a:lnTo>
                  <a:lnTo>
                    <a:pt x="93" y="77"/>
                  </a:lnTo>
                  <a:lnTo>
                    <a:pt x="95" y="76"/>
                  </a:lnTo>
                  <a:lnTo>
                    <a:pt x="95" y="76"/>
                  </a:lnTo>
                  <a:lnTo>
                    <a:pt x="95" y="75"/>
                  </a:lnTo>
                  <a:lnTo>
                    <a:pt x="95" y="73"/>
                  </a:lnTo>
                  <a:lnTo>
                    <a:pt x="95" y="72"/>
                  </a:lnTo>
                  <a:lnTo>
                    <a:pt x="94" y="70"/>
                  </a:lnTo>
                  <a:lnTo>
                    <a:pt x="94" y="69"/>
                  </a:lnTo>
                  <a:lnTo>
                    <a:pt x="93" y="68"/>
                  </a:lnTo>
                  <a:lnTo>
                    <a:pt x="94" y="66"/>
                  </a:lnTo>
                  <a:lnTo>
                    <a:pt x="94" y="65"/>
                  </a:lnTo>
                  <a:lnTo>
                    <a:pt x="95" y="65"/>
                  </a:lnTo>
                  <a:lnTo>
                    <a:pt x="96" y="64"/>
                  </a:lnTo>
                  <a:lnTo>
                    <a:pt x="97" y="64"/>
                  </a:lnTo>
                  <a:lnTo>
                    <a:pt x="101" y="65"/>
                  </a:lnTo>
                  <a:lnTo>
                    <a:pt x="105" y="65"/>
                  </a:lnTo>
                  <a:lnTo>
                    <a:pt x="109" y="65"/>
                  </a:lnTo>
                  <a:lnTo>
                    <a:pt x="112" y="65"/>
                  </a:lnTo>
                  <a:lnTo>
                    <a:pt x="114" y="66"/>
                  </a:lnTo>
                  <a:lnTo>
                    <a:pt x="117" y="67"/>
                  </a:lnTo>
                  <a:lnTo>
                    <a:pt x="123" y="69"/>
                  </a:lnTo>
                  <a:lnTo>
                    <a:pt x="128" y="71"/>
                  </a:lnTo>
                  <a:lnTo>
                    <a:pt x="130" y="72"/>
                  </a:lnTo>
                  <a:lnTo>
                    <a:pt x="132" y="72"/>
                  </a:lnTo>
                  <a:lnTo>
                    <a:pt x="135" y="72"/>
                  </a:lnTo>
                  <a:lnTo>
                    <a:pt x="137" y="72"/>
                  </a:lnTo>
                  <a:lnTo>
                    <a:pt x="140" y="70"/>
                  </a:lnTo>
                  <a:lnTo>
                    <a:pt x="141" y="69"/>
                  </a:lnTo>
                  <a:lnTo>
                    <a:pt x="143" y="67"/>
                  </a:lnTo>
                  <a:lnTo>
                    <a:pt x="144" y="65"/>
                  </a:lnTo>
                  <a:lnTo>
                    <a:pt x="144" y="64"/>
                  </a:lnTo>
                  <a:lnTo>
                    <a:pt x="145" y="61"/>
                  </a:lnTo>
                  <a:lnTo>
                    <a:pt x="144" y="60"/>
                  </a:lnTo>
                  <a:lnTo>
                    <a:pt x="144" y="59"/>
                  </a:lnTo>
                  <a:lnTo>
                    <a:pt x="143" y="58"/>
                  </a:lnTo>
                  <a:lnTo>
                    <a:pt x="141" y="57"/>
                  </a:lnTo>
                  <a:lnTo>
                    <a:pt x="137" y="55"/>
                  </a:lnTo>
                  <a:lnTo>
                    <a:pt x="132" y="51"/>
                  </a:lnTo>
                  <a:lnTo>
                    <a:pt x="126" y="48"/>
                  </a:lnTo>
                  <a:lnTo>
                    <a:pt x="123" y="46"/>
                  </a:lnTo>
                  <a:lnTo>
                    <a:pt x="122" y="46"/>
                  </a:lnTo>
                  <a:lnTo>
                    <a:pt x="121" y="45"/>
                  </a:lnTo>
                  <a:lnTo>
                    <a:pt x="121" y="45"/>
                  </a:lnTo>
                  <a:lnTo>
                    <a:pt x="120" y="44"/>
                  </a:lnTo>
                  <a:lnTo>
                    <a:pt x="119" y="43"/>
                  </a:lnTo>
                  <a:lnTo>
                    <a:pt x="119" y="42"/>
                  </a:lnTo>
                  <a:lnTo>
                    <a:pt x="118" y="41"/>
                  </a:lnTo>
                  <a:lnTo>
                    <a:pt x="119" y="41"/>
                  </a:lnTo>
                  <a:lnTo>
                    <a:pt x="119" y="39"/>
                  </a:lnTo>
                  <a:lnTo>
                    <a:pt x="118" y="37"/>
                  </a:lnTo>
                  <a:lnTo>
                    <a:pt x="118" y="37"/>
                  </a:lnTo>
                  <a:lnTo>
                    <a:pt x="118" y="36"/>
                  </a:lnTo>
                  <a:lnTo>
                    <a:pt x="118" y="35"/>
                  </a:lnTo>
                  <a:lnTo>
                    <a:pt x="119" y="33"/>
                  </a:lnTo>
                  <a:lnTo>
                    <a:pt x="119" y="32"/>
                  </a:lnTo>
                  <a:lnTo>
                    <a:pt x="120" y="32"/>
                  </a:lnTo>
                  <a:lnTo>
                    <a:pt x="121" y="32"/>
                  </a:lnTo>
                  <a:lnTo>
                    <a:pt x="122" y="32"/>
                  </a:lnTo>
                  <a:lnTo>
                    <a:pt x="125" y="32"/>
                  </a:lnTo>
                  <a:lnTo>
                    <a:pt x="127" y="32"/>
                  </a:lnTo>
                  <a:lnTo>
                    <a:pt x="130" y="34"/>
                  </a:lnTo>
                  <a:lnTo>
                    <a:pt x="135" y="35"/>
                  </a:lnTo>
                  <a:lnTo>
                    <a:pt x="140" y="37"/>
                  </a:lnTo>
                  <a:lnTo>
                    <a:pt x="143" y="38"/>
                  </a:lnTo>
                  <a:lnTo>
                    <a:pt x="145" y="39"/>
                  </a:lnTo>
                  <a:lnTo>
                    <a:pt x="147" y="40"/>
                  </a:lnTo>
                  <a:lnTo>
                    <a:pt x="148" y="40"/>
                  </a:lnTo>
                  <a:lnTo>
                    <a:pt x="149" y="39"/>
                  </a:lnTo>
                  <a:lnTo>
                    <a:pt x="151" y="38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4" y="37"/>
                  </a:lnTo>
                  <a:lnTo>
                    <a:pt x="154" y="37"/>
                  </a:lnTo>
                  <a:lnTo>
                    <a:pt x="155" y="37"/>
                  </a:lnTo>
                  <a:lnTo>
                    <a:pt x="156" y="33"/>
                  </a:lnTo>
                  <a:lnTo>
                    <a:pt x="156" y="29"/>
                  </a:lnTo>
                  <a:lnTo>
                    <a:pt x="156" y="27"/>
                  </a:lnTo>
                  <a:lnTo>
                    <a:pt x="155" y="24"/>
                  </a:lnTo>
                  <a:lnTo>
                    <a:pt x="154" y="24"/>
                  </a:lnTo>
                  <a:lnTo>
                    <a:pt x="153" y="23"/>
                  </a:lnTo>
                  <a:lnTo>
                    <a:pt x="153" y="22"/>
                  </a:lnTo>
                  <a:lnTo>
                    <a:pt x="151" y="22"/>
                  </a:lnTo>
                  <a:lnTo>
                    <a:pt x="150" y="23"/>
                  </a:lnTo>
                  <a:lnTo>
                    <a:pt x="150" y="23"/>
                  </a:lnTo>
                  <a:lnTo>
                    <a:pt x="150" y="24"/>
                  </a:lnTo>
                  <a:lnTo>
                    <a:pt x="149" y="24"/>
                  </a:lnTo>
                  <a:lnTo>
                    <a:pt x="147" y="25"/>
                  </a:lnTo>
                  <a:lnTo>
                    <a:pt x="143" y="28"/>
                  </a:lnTo>
                  <a:lnTo>
                    <a:pt x="142" y="28"/>
                  </a:lnTo>
                  <a:lnTo>
                    <a:pt x="141" y="28"/>
                  </a:lnTo>
                  <a:lnTo>
                    <a:pt x="138" y="28"/>
                  </a:lnTo>
                  <a:lnTo>
                    <a:pt x="137" y="29"/>
                  </a:lnTo>
                  <a:lnTo>
                    <a:pt x="132" y="28"/>
                  </a:lnTo>
                  <a:lnTo>
                    <a:pt x="127" y="28"/>
                  </a:lnTo>
                  <a:lnTo>
                    <a:pt x="118" y="27"/>
                  </a:lnTo>
                  <a:lnTo>
                    <a:pt x="114" y="26"/>
                  </a:lnTo>
                  <a:lnTo>
                    <a:pt x="113" y="25"/>
                  </a:lnTo>
                  <a:lnTo>
                    <a:pt x="113" y="25"/>
                  </a:lnTo>
                  <a:lnTo>
                    <a:pt x="113" y="24"/>
                  </a:lnTo>
                  <a:lnTo>
                    <a:pt x="112" y="24"/>
                  </a:lnTo>
                  <a:lnTo>
                    <a:pt x="112" y="21"/>
                  </a:lnTo>
                  <a:lnTo>
                    <a:pt x="110" y="20"/>
                  </a:lnTo>
                  <a:lnTo>
                    <a:pt x="109" y="18"/>
                  </a:lnTo>
                  <a:lnTo>
                    <a:pt x="108" y="16"/>
                  </a:lnTo>
                  <a:lnTo>
                    <a:pt x="106" y="15"/>
                  </a:lnTo>
                  <a:lnTo>
                    <a:pt x="105" y="14"/>
                  </a:lnTo>
                  <a:lnTo>
                    <a:pt x="105" y="14"/>
                  </a:lnTo>
                  <a:lnTo>
                    <a:pt x="105" y="12"/>
                  </a:lnTo>
                  <a:lnTo>
                    <a:pt x="105" y="12"/>
                  </a:lnTo>
                  <a:lnTo>
                    <a:pt x="105" y="11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6" y="6"/>
                  </a:lnTo>
                  <a:lnTo>
                    <a:pt x="106" y="5"/>
                  </a:lnTo>
                  <a:lnTo>
                    <a:pt x="106" y="4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5" y="1"/>
                  </a:lnTo>
                  <a:lnTo>
                    <a:pt x="105" y="0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2" y="1"/>
                  </a:lnTo>
                  <a:lnTo>
                    <a:pt x="101" y="2"/>
                  </a:lnTo>
                  <a:lnTo>
                    <a:pt x="101" y="3"/>
                  </a:lnTo>
                  <a:lnTo>
                    <a:pt x="100" y="4"/>
                  </a:lnTo>
                  <a:lnTo>
                    <a:pt x="97" y="8"/>
                  </a:lnTo>
                  <a:lnTo>
                    <a:pt x="93" y="13"/>
                  </a:lnTo>
                  <a:lnTo>
                    <a:pt x="89" y="18"/>
                  </a:lnTo>
                  <a:lnTo>
                    <a:pt x="86" y="22"/>
                  </a:lnTo>
                  <a:lnTo>
                    <a:pt x="84" y="24"/>
                  </a:lnTo>
                  <a:lnTo>
                    <a:pt x="83" y="24"/>
                  </a:lnTo>
                  <a:lnTo>
                    <a:pt x="81" y="25"/>
                  </a:lnTo>
                  <a:lnTo>
                    <a:pt x="80" y="25"/>
                  </a:lnTo>
                  <a:lnTo>
                    <a:pt x="79" y="25"/>
                  </a:lnTo>
                  <a:lnTo>
                    <a:pt x="78" y="25"/>
                  </a:lnTo>
                  <a:lnTo>
                    <a:pt x="78" y="24"/>
                  </a:lnTo>
                  <a:lnTo>
                    <a:pt x="78" y="24"/>
                  </a:lnTo>
                  <a:lnTo>
                    <a:pt x="80" y="19"/>
                  </a:lnTo>
                  <a:lnTo>
                    <a:pt x="81" y="14"/>
                  </a:lnTo>
                  <a:lnTo>
                    <a:pt x="82" y="13"/>
                  </a:lnTo>
                  <a:lnTo>
                    <a:pt x="82" y="11"/>
                  </a:lnTo>
                  <a:lnTo>
                    <a:pt x="81" y="9"/>
                  </a:lnTo>
                  <a:lnTo>
                    <a:pt x="80" y="7"/>
                  </a:lnTo>
                  <a:lnTo>
                    <a:pt x="80" y="7"/>
                  </a:lnTo>
                  <a:lnTo>
                    <a:pt x="79" y="6"/>
                  </a:lnTo>
                  <a:lnTo>
                    <a:pt x="78" y="7"/>
                  </a:lnTo>
                  <a:lnTo>
                    <a:pt x="78" y="7"/>
                  </a:lnTo>
                  <a:lnTo>
                    <a:pt x="77" y="9"/>
                  </a:lnTo>
                  <a:lnTo>
                    <a:pt x="76" y="12"/>
                  </a:lnTo>
                  <a:lnTo>
                    <a:pt x="74" y="16"/>
                  </a:lnTo>
                  <a:lnTo>
                    <a:pt x="73" y="18"/>
                  </a:lnTo>
                  <a:lnTo>
                    <a:pt x="71" y="20"/>
                  </a:lnTo>
                  <a:lnTo>
                    <a:pt x="69" y="21"/>
                  </a:lnTo>
                  <a:lnTo>
                    <a:pt x="68" y="22"/>
                  </a:lnTo>
                  <a:lnTo>
                    <a:pt x="67" y="23"/>
                  </a:lnTo>
                  <a:lnTo>
                    <a:pt x="65" y="24"/>
                  </a:lnTo>
                  <a:lnTo>
                    <a:pt x="65" y="25"/>
                  </a:lnTo>
                  <a:lnTo>
                    <a:pt x="64" y="26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64" y="28"/>
                  </a:lnTo>
                  <a:lnTo>
                    <a:pt x="65" y="28"/>
                  </a:lnTo>
                  <a:lnTo>
                    <a:pt x="67" y="28"/>
                  </a:lnTo>
                  <a:lnTo>
                    <a:pt x="71" y="29"/>
                  </a:lnTo>
                  <a:lnTo>
                    <a:pt x="76" y="30"/>
                  </a:lnTo>
                  <a:lnTo>
                    <a:pt x="81" y="31"/>
                  </a:lnTo>
                  <a:lnTo>
                    <a:pt x="85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48" name="îśľiḓè">
              <a:extLst>
                <a:ext uri="{FF2B5EF4-FFF2-40B4-BE49-F238E27FC236}">
                  <a16:creationId xmlns:a16="http://schemas.microsoft.com/office/drawing/2014/main" id="{CCD47FFF-05FA-41A8-BBB0-8EA13317CF67}"/>
                </a:ext>
              </a:extLst>
            </p:cNvPr>
            <p:cNvSpPr/>
            <p:nvPr/>
          </p:nvSpPr>
          <p:spPr bwMode="auto">
            <a:xfrm>
              <a:off x="2492376" y="3494088"/>
              <a:ext cx="1190625" cy="766763"/>
            </a:xfrm>
            <a:custGeom>
              <a:avLst/>
              <a:gdLst>
                <a:gd name="T0" fmla="*/ 238 w 750"/>
                <a:gd name="T1" fmla="*/ 410 h 483"/>
                <a:gd name="T2" fmla="*/ 260 w 750"/>
                <a:gd name="T3" fmla="*/ 439 h 483"/>
                <a:gd name="T4" fmla="*/ 256 w 750"/>
                <a:gd name="T5" fmla="*/ 482 h 483"/>
                <a:gd name="T6" fmla="*/ 230 w 750"/>
                <a:gd name="T7" fmla="*/ 454 h 483"/>
                <a:gd name="T8" fmla="*/ 255 w 750"/>
                <a:gd name="T9" fmla="*/ 473 h 483"/>
                <a:gd name="T10" fmla="*/ 249 w 750"/>
                <a:gd name="T11" fmla="*/ 443 h 483"/>
                <a:gd name="T12" fmla="*/ 234 w 750"/>
                <a:gd name="T13" fmla="*/ 401 h 483"/>
                <a:gd name="T14" fmla="*/ 260 w 750"/>
                <a:gd name="T15" fmla="*/ 397 h 483"/>
                <a:gd name="T16" fmla="*/ 28 w 750"/>
                <a:gd name="T17" fmla="*/ 433 h 483"/>
                <a:gd name="T18" fmla="*/ 13 w 750"/>
                <a:gd name="T19" fmla="*/ 428 h 483"/>
                <a:gd name="T20" fmla="*/ 0 w 750"/>
                <a:gd name="T21" fmla="*/ 419 h 483"/>
                <a:gd name="T22" fmla="*/ 37 w 750"/>
                <a:gd name="T23" fmla="*/ 447 h 483"/>
                <a:gd name="T24" fmla="*/ 123 w 750"/>
                <a:gd name="T25" fmla="*/ 381 h 483"/>
                <a:gd name="T26" fmla="*/ 160 w 750"/>
                <a:gd name="T27" fmla="*/ 436 h 483"/>
                <a:gd name="T28" fmla="*/ 224 w 750"/>
                <a:gd name="T29" fmla="*/ 423 h 483"/>
                <a:gd name="T30" fmla="*/ 193 w 750"/>
                <a:gd name="T31" fmla="*/ 391 h 483"/>
                <a:gd name="T32" fmla="*/ 216 w 750"/>
                <a:gd name="T33" fmla="*/ 409 h 483"/>
                <a:gd name="T34" fmla="*/ 278 w 750"/>
                <a:gd name="T35" fmla="*/ 482 h 483"/>
                <a:gd name="T36" fmla="*/ 351 w 750"/>
                <a:gd name="T37" fmla="*/ 426 h 483"/>
                <a:gd name="T38" fmla="*/ 437 w 750"/>
                <a:gd name="T39" fmla="*/ 430 h 483"/>
                <a:gd name="T40" fmla="*/ 411 w 750"/>
                <a:gd name="T41" fmla="*/ 359 h 483"/>
                <a:gd name="T42" fmla="*/ 388 w 750"/>
                <a:gd name="T43" fmla="*/ 381 h 483"/>
                <a:gd name="T44" fmla="*/ 423 w 750"/>
                <a:gd name="T45" fmla="*/ 447 h 483"/>
                <a:gd name="T46" fmla="*/ 405 w 750"/>
                <a:gd name="T47" fmla="*/ 417 h 483"/>
                <a:gd name="T48" fmla="*/ 401 w 750"/>
                <a:gd name="T49" fmla="*/ 366 h 483"/>
                <a:gd name="T50" fmla="*/ 427 w 750"/>
                <a:gd name="T51" fmla="*/ 408 h 483"/>
                <a:gd name="T52" fmla="*/ 448 w 750"/>
                <a:gd name="T53" fmla="*/ 334 h 483"/>
                <a:gd name="T54" fmla="*/ 498 w 750"/>
                <a:gd name="T55" fmla="*/ 301 h 483"/>
                <a:gd name="T56" fmla="*/ 551 w 750"/>
                <a:gd name="T57" fmla="*/ 375 h 483"/>
                <a:gd name="T58" fmla="*/ 583 w 750"/>
                <a:gd name="T59" fmla="*/ 330 h 483"/>
                <a:gd name="T60" fmla="*/ 544 w 750"/>
                <a:gd name="T61" fmla="*/ 279 h 483"/>
                <a:gd name="T62" fmla="*/ 565 w 750"/>
                <a:gd name="T63" fmla="*/ 265 h 483"/>
                <a:gd name="T64" fmla="*/ 537 w 750"/>
                <a:gd name="T65" fmla="*/ 269 h 483"/>
                <a:gd name="T66" fmla="*/ 572 w 750"/>
                <a:gd name="T67" fmla="*/ 333 h 483"/>
                <a:gd name="T68" fmla="*/ 602 w 750"/>
                <a:gd name="T69" fmla="*/ 327 h 483"/>
                <a:gd name="T70" fmla="*/ 589 w 750"/>
                <a:gd name="T71" fmla="*/ 271 h 483"/>
                <a:gd name="T72" fmla="*/ 650 w 750"/>
                <a:gd name="T73" fmla="*/ 233 h 483"/>
                <a:gd name="T74" fmla="*/ 668 w 750"/>
                <a:gd name="T75" fmla="*/ 220 h 483"/>
                <a:gd name="T76" fmla="*/ 613 w 750"/>
                <a:gd name="T77" fmla="*/ 169 h 483"/>
                <a:gd name="T78" fmla="*/ 644 w 750"/>
                <a:gd name="T79" fmla="*/ 157 h 483"/>
                <a:gd name="T80" fmla="*/ 690 w 750"/>
                <a:gd name="T81" fmla="*/ 213 h 483"/>
                <a:gd name="T82" fmla="*/ 658 w 750"/>
                <a:gd name="T83" fmla="*/ 175 h 483"/>
                <a:gd name="T84" fmla="*/ 620 w 750"/>
                <a:gd name="T85" fmla="*/ 169 h 483"/>
                <a:gd name="T86" fmla="*/ 664 w 750"/>
                <a:gd name="T87" fmla="*/ 208 h 483"/>
                <a:gd name="T88" fmla="*/ 710 w 750"/>
                <a:gd name="T89" fmla="*/ 149 h 483"/>
                <a:gd name="T90" fmla="*/ 697 w 750"/>
                <a:gd name="T91" fmla="*/ 143 h 483"/>
                <a:gd name="T92" fmla="*/ 641 w 750"/>
                <a:gd name="T93" fmla="*/ 104 h 483"/>
                <a:gd name="T94" fmla="*/ 692 w 750"/>
                <a:gd name="T95" fmla="*/ 96 h 483"/>
                <a:gd name="T96" fmla="*/ 709 w 750"/>
                <a:gd name="T97" fmla="*/ 135 h 483"/>
                <a:gd name="T98" fmla="*/ 650 w 750"/>
                <a:gd name="T99" fmla="*/ 108 h 483"/>
                <a:gd name="T100" fmla="*/ 667 w 750"/>
                <a:gd name="T101" fmla="*/ 97 h 483"/>
                <a:gd name="T102" fmla="*/ 718 w 750"/>
                <a:gd name="T103" fmla="*/ 126 h 483"/>
                <a:gd name="T104" fmla="*/ 706 w 750"/>
                <a:gd name="T105" fmla="*/ 61 h 483"/>
                <a:gd name="T106" fmla="*/ 732 w 750"/>
                <a:gd name="T107" fmla="*/ 81 h 483"/>
                <a:gd name="T108" fmla="*/ 669 w 750"/>
                <a:gd name="T109" fmla="*/ 73 h 483"/>
                <a:gd name="T110" fmla="*/ 673 w 750"/>
                <a:gd name="T111" fmla="*/ 53 h 483"/>
                <a:gd name="T112" fmla="*/ 654 w 750"/>
                <a:gd name="T113" fmla="*/ 62 h 483"/>
                <a:gd name="T114" fmla="*/ 698 w 750"/>
                <a:gd name="T115" fmla="*/ 91 h 483"/>
                <a:gd name="T116" fmla="*/ 741 w 750"/>
                <a:gd name="T117" fmla="*/ 77 h 483"/>
                <a:gd name="T118" fmla="*/ 662 w 750"/>
                <a:gd name="T119" fmla="*/ 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50" h="483">
                  <a:moveTo>
                    <a:pt x="265" y="417"/>
                  </a:moveTo>
                  <a:lnTo>
                    <a:pt x="258" y="417"/>
                  </a:lnTo>
                  <a:lnTo>
                    <a:pt x="258" y="414"/>
                  </a:lnTo>
                  <a:lnTo>
                    <a:pt x="257" y="411"/>
                  </a:lnTo>
                  <a:lnTo>
                    <a:pt x="257" y="408"/>
                  </a:lnTo>
                  <a:lnTo>
                    <a:pt x="256" y="405"/>
                  </a:lnTo>
                  <a:lnTo>
                    <a:pt x="255" y="404"/>
                  </a:lnTo>
                  <a:lnTo>
                    <a:pt x="253" y="403"/>
                  </a:lnTo>
                  <a:lnTo>
                    <a:pt x="251" y="401"/>
                  </a:lnTo>
                  <a:lnTo>
                    <a:pt x="249" y="401"/>
                  </a:lnTo>
                  <a:lnTo>
                    <a:pt x="246" y="401"/>
                  </a:lnTo>
                  <a:lnTo>
                    <a:pt x="244" y="402"/>
                  </a:lnTo>
                  <a:lnTo>
                    <a:pt x="241" y="404"/>
                  </a:lnTo>
                  <a:lnTo>
                    <a:pt x="241" y="405"/>
                  </a:lnTo>
                  <a:lnTo>
                    <a:pt x="239" y="408"/>
                  </a:lnTo>
                  <a:lnTo>
                    <a:pt x="238" y="410"/>
                  </a:lnTo>
                  <a:lnTo>
                    <a:pt x="238" y="414"/>
                  </a:lnTo>
                  <a:lnTo>
                    <a:pt x="238" y="417"/>
                  </a:lnTo>
                  <a:lnTo>
                    <a:pt x="238" y="420"/>
                  </a:lnTo>
                  <a:lnTo>
                    <a:pt x="238" y="421"/>
                  </a:lnTo>
                  <a:lnTo>
                    <a:pt x="238" y="423"/>
                  </a:lnTo>
                  <a:lnTo>
                    <a:pt x="239" y="425"/>
                  </a:lnTo>
                  <a:lnTo>
                    <a:pt x="240" y="426"/>
                  </a:lnTo>
                  <a:lnTo>
                    <a:pt x="241" y="428"/>
                  </a:lnTo>
                  <a:lnTo>
                    <a:pt x="242" y="429"/>
                  </a:lnTo>
                  <a:lnTo>
                    <a:pt x="244" y="430"/>
                  </a:lnTo>
                  <a:lnTo>
                    <a:pt x="245" y="431"/>
                  </a:lnTo>
                  <a:lnTo>
                    <a:pt x="249" y="433"/>
                  </a:lnTo>
                  <a:lnTo>
                    <a:pt x="251" y="434"/>
                  </a:lnTo>
                  <a:lnTo>
                    <a:pt x="253" y="434"/>
                  </a:lnTo>
                  <a:lnTo>
                    <a:pt x="257" y="437"/>
                  </a:lnTo>
                  <a:lnTo>
                    <a:pt x="260" y="439"/>
                  </a:lnTo>
                  <a:lnTo>
                    <a:pt x="262" y="442"/>
                  </a:lnTo>
                  <a:lnTo>
                    <a:pt x="264" y="444"/>
                  </a:lnTo>
                  <a:lnTo>
                    <a:pt x="265" y="447"/>
                  </a:lnTo>
                  <a:lnTo>
                    <a:pt x="266" y="450"/>
                  </a:lnTo>
                  <a:lnTo>
                    <a:pt x="267" y="454"/>
                  </a:lnTo>
                  <a:lnTo>
                    <a:pt x="267" y="458"/>
                  </a:lnTo>
                  <a:lnTo>
                    <a:pt x="266" y="463"/>
                  </a:lnTo>
                  <a:lnTo>
                    <a:pt x="265" y="469"/>
                  </a:lnTo>
                  <a:lnTo>
                    <a:pt x="265" y="471"/>
                  </a:lnTo>
                  <a:lnTo>
                    <a:pt x="264" y="473"/>
                  </a:lnTo>
                  <a:lnTo>
                    <a:pt x="263" y="475"/>
                  </a:lnTo>
                  <a:lnTo>
                    <a:pt x="261" y="477"/>
                  </a:lnTo>
                  <a:lnTo>
                    <a:pt x="261" y="478"/>
                  </a:lnTo>
                  <a:lnTo>
                    <a:pt x="259" y="479"/>
                  </a:lnTo>
                  <a:lnTo>
                    <a:pt x="257" y="481"/>
                  </a:lnTo>
                  <a:lnTo>
                    <a:pt x="256" y="482"/>
                  </a:lnTo>
                  <a:lnTo>
                    <a:pt x="254" y="482"/>
                  </a:lnTo>
                  <a:lnTo>
                    <a:pt x="253" y="483"/>
                  </a:lnTo>
                  <a:lnTo>
                    <a:pt x="250" y="483"/>
                  </a:lnTo>
                  <a:lnTo>
                    <a:pt x="248" y="483"/>
                  </a:lnTo>
                  <a:lnTo>
                    <a:pt x="245" y="483"/>
                  </a:lnTo>
                  <a:lnTo>
                    <a:pt x="242" y="482"/>
                  </a:lnTo>
                  <a:lnTo>
                    <a:pt x="240" y="482"/>
                  </a:lnTo>
                  <a:lnTo>
                    <a:pt x="237" y="481"/>
                  </a:lnTo>
                  <a:lnTo>
                    <a:pt x="236" y="478"/>
                  </a:lnTo>
                  <a:lnTo>
                    <a:pt x="234" y="476"/>
                  </a:lnTo>
                  <a:lnTo>
                    <a:pt x="232" y="474"/>
                  </a:lnTo>
                  <a:lnTo>
                    <a:pt x="231" y="470"/>
                  </a:lnTo>
                  <a:lnTo>
                    <a:pt x="231" y="468"/>
                  </a:lnTo>
                  <a:lnTo>
                    <a:pt x="230" y="464"/>
                  </a:lnTo>
                  <a:lnTo>
                    <a:pt x="230" y="459"/>
                  </a:lnTo>
                  <a:lnTo>
                    <a:pt x="230" y="454"/>
                  </a:lnTo>
                  <a:lnTo>
                    <a:pt x="236" y="454"/>
                  </a:lnTo>
                  <a:lnTo>
                    <a:pt x="236" y="459"/>
                  </a:lnTo>
                  <a:lnTo>
                    <a:pt x="236" y="464"/>
                  </a:lnTo>
                  <a:lnTo>
                    <a:pt x="237" y="467"/>
                  </a:lnTo>
                  <a:lnTo>
                    <a:pt x="239" y="470"/>
                  </a:lnTo>
                  <a:lnTo>
                    <a:pt x="240" y="471"/>
                  </a:lnTo>
                  <a:lnTo>
                    <a:pt x="241" y="473"/>
                  </a:lnTo>
                  <a:lnTo>
                    <a:pt x="241" y="474"/>
                  </a:lnTo>
                  <a:lnTo>
                    <a:pt x="243" y="474"/>
                  </a:lnTo>
                  <a:lnTo>
                    <a:pt x="244" y="474"/>
                  </a:lnTo>
                  <a:lnTo>
                    <a:pt x="245" y="475"/>
                  </a:lnTo>
                  <a:lnTo>
                    <a:pt x="247" y="475"/>
                  </a:lnTo>
                  <a:lnTo>
                    <a:pt x="249" y="475"/>
                  </a:lnTo>
                  <a:lnTo>
                    <a:pt x="251" y="475"/>
                  </a:lnTo>
                  <a:lnTo>
                    <a:pt x="253" y="474"/>
                  </a:lnTo>
                  <a:lnTo>
                    <a:pt x="255" y="473"/>
                  </a:lnTo>
                  <a:lnTo>
                    <a:pt x="257" y="471"/>
                  </a:lnTo>
                  <a:lnTo>
                    <a:pt x="258" y="469"/>
                  </a:lnTo>
                  <a:lnTo>
                    <a:pt x="259" y="466"/>
                  </a:lnTo>
                  <a:lnTo>
                    <a:pt x="260" y="463"/>
                  </a:lnTo>
                  <a:lnTo>
                    <a:pt x="260" y="460"/>
                  </a:lnTo>
                  <a:lnTo>
                    <a:pt x="260" y="457"/>
                  </a:lnTo>
                  <a:lnTo>
                    <a:pt x="259" y="454"/>
                  </a:lnTo>
                  <a:lnTo>
                    <a:pt x="258" y="453"/>
                  </a:lnTo>
                  <a:lnTo>
                    <a:pt x="257" y="450"/>
                  </a:lnTo>
                  <a:lnTo>
                    <a:pt x="257" y="449"/>
                  </a:lnTo>
                  <a:lnTo>
                    <a:pt x="255" y="447"/>
                  </a:lnTo>
                  <a:lnTo>
                    <a:pt x="253" y="446"/>
                  </a:lnTo>
                  <a:lnTo>
                    <a:pt x="251" y="445"/>
                  </a:lnTo>
                  <a:lnTo>
                    <a:pt x="251" y="445"/>
                  </a:lnTo>
                  <a:lnTo>
                    <a:pt x="250" y="444"/>
                  </a:lnTo>
                  <a:lnTo>
                    <a:pt x="249" y="443"/>
                  </a:lnTo>
                  <a:lnTo>
                    <a:pt x="246" y="442"/>
                  </a:lnTo>
                  <a:lnTo>
                    <a:pt x="241" y="439"/>
                  </a:lnTo>
                  <a:lnTo>
                    <a:pt x="238" y="437"/>
                  </a:lnTo>
                  <a:lnTo>
                    <a:pt x="236" y="436"/>
                  </a:lnTo>
                  <a:lnTo>
                    <a:pt x="234" y="434"/>
                  </a:lnTo>
                  <a:lnTo>
                    <a:pt x="233" y="432"/>
                  </a:lnTo>
                  <a:lnTo>
                    <a:pt x="232" y="430"/>
                  </a:lnTo>
                  <a:lnTo>
                    <a:pt x="232" y="427"/>
                  </a:lnTo>
                  <a:lnTo>
                    <a:pt x="231" y="424"/>
                  </a:lnTo>
                  <a:lnTo>
                    <a:pt x="231" y="421"/>
                  </a:lnTo>
                  <a:lnTo>
                    <a:pt x="231" y="417"/>
                  </a:lnTo>
                  <a:lnTo>
                    <a:pt x="231" y="412"/>
                  </a:lnTo>
                  <a:lnTo>
                    <a:pt x="232" y="407"/>
                  </a:lnTo>
                  <a:lnTo>
                    <a:pt x="232" y="405"/>
                  </a:lnTo>
                  <a:lnTo>
                    <a:pt x="233" y="403"/>
                  </a:lnTo>
                  <a:lnTo>
                    <a:pt x="234" y="401"/>
                  </a:lnTo>
                  <a:lnTo>
                    <a:pt x="235" y="399"/>
                  </a:lnTo>
                  <a:lnTo>
                    <a:pt x="236" y="397"/>
                  </a:lnTo>
                  <a:lnTo>
                    <a:pt x="237" y="397"/>
                  </a:lnTo>
                  <a:lnTo>
                    <a:pt x="239" y="395"/>
                  </a:lnTo>
                  <a:lnTo>
                    <a:pt x="241" y="394"/>
                  </a:lnTo>
                  <a:lnTo>
                    <a:pt x="242" y="393"/>
                  </a:lnTo>
                  <a:lnTo>
                    <a:pt x="244" y="393"/>
                  </a:lnTo>
                  <a:lnTo>
                    <a:pt x="245" y="393"/>
                  </a:lnTo>
                  <a:lnTo>
                    <a:pt x="248" y="393"/>
                  </a:lnTo>
                  <a:lnTo>
                    <a:pt x="249" y="393"/>
                  </a:lnTo>
                  <a:lnTo>
                    <a:pt x="252" y="393"/>
                  </a:lnTo>
                  <a:lnTo>
                    <a:pt x="253" y="393"/>
                  </a:lnTo>
                  <a:lnTo>
                    <a:pt x="256" y="394"/>
                  </a:lnTo>
                  <a:lnTo>
                    <a:pt x="257" y="395"/>
                  </a:lnTo>
                  <a:lnTo>
                    <a:pt x="258" y="396"/>
                  </a:lnTo>
                  <a:lnTo>
                    <a:pt x="260" y="397"/>
                  </a:lnTo>
                  <a:lnTo>
                    <a:pt x="261" y="399"/>
                  </a:lnTo>
                  <a:lnTo>
                    <a:pt x="262" y="401"/>
                  </a:lnTo>
                  <a:lnTo>
                    <a:pt x="263" y="403"/>
                  </a:lnTo>
                  <a:lnTo>
                    <a:pt x="264" y="405"/>
                  </a:lnTo>
                  <a:lnTo>
                    <a:pt x="264" y="407"/>
                  </a:lnTo>
                  <a:lnTo>
                    <a:pt x="265" y="412"/>
                  </a:lnTo>
                  <a:lnTo>
                    <a:pt x="265" y="417"/>
                  </a:lnTo>
                  <a:lnTo>
                    <a:pt x="265" y="417"/>
                  </a:lnTo>
                  <a:close/>
                  <a:moveTo>
                    <a:pt x="16" y="438"/>
                  </a:moveTo>
                  <a:lnTo>
                    <a:pt x="18" y="438"/>
                  </a:lnTo>
                  <a:lnTo>
                    <a:pt x="20" y="438"/>
                  </a:lnTo>
                  <a:lnTo>
                    <a:pt x="21" y="437"/>
                  </a:lnTo>
                  <a:lnTo>
                    <a:pt x="23" y="436"/>
                  </a:lnTo>
                  <a:lnTo>
                    <a:pt x="24" y="435"/>
                  </a:lnTo>
                  <a:lnTo>
                    <a:pt x="27" y="434"/>
                  </a:lnTo>
                  <a:lnTo>
                    <a:pt x="28" y="433"/>
                  </a:lnTo>
                  <a:lnTo>
                    <a:pt x="29" y="431"/>
                  </a:lnTo>
                  <a:lnTo>
                    <a:pt x="30" y="430"/>
                  </a:lnTo>
                  <a:lnTo>
                    <a:pt x="32" y="428"/>
                  </a:lnTo>
                  <a:lnTo>
                    <a:pt x="32" y="425"/>
                  </a:lnTo>
                  <a:lnTo>
                    <a:pt x="34" y="423"/>
                  </a:lnTo>
                  <a:lnTo>
                    <a:pt x="58" y="358"/>
                  </a:lnTo>
                  <a:lnTo>
                    <a:pt x="51" y="355"/>
                  </a:lnTo>
                  <a:lnTo>
                    <a:pt x="27" y="420"/>
                  </a:lnTo>
                  <a:lnTo>
                    <a:pt x="25" y="423"/>
                  </a:lnTo>
                  <a:lnTo>
                    <a:pt x="24" y="425"/>
                  </a:lnTo>
                  <a:lnTo>
                    <a:pt x="23" y="426"/>
                  </a:lnTo>
                  <a:lnTo>
                    <a:pt x="20" y="428"/>
                  </a:lnTo>
                  <a:lnTo>
                    <a:pt x="19" y="429"/>
                  </a:lnTo>
                  <a:lnTo>
                    <a:pt x="17" y="429"/>
                  </a:lnTo>
                  <a:lnTo>
                    <a:pt x="15" y="429"/>
                  </a:lnTo>
                  <a:lnTo>
                    <a:pt x="13" y="428"/>
                  </a:lnTo>
                  <a:lnTo>
                    <a:pt x="12" y="427"/>
                  </a:lnTo>
                  <a:lnTo>
                    <a:pt x="10" y="425"/>
                  </a:lnTo>
                  <a:lnTo>
                    <a:pt x="9" y="424"/>
                  </a:lnTo>
                  <a:lnTo>
                    <a:pt x="8" y="421"/>
                  </a:lnTo>
                  <a:lnTo>
                    <a:pt x="8" y="419"/>
                  </a:lnTo>
                  <a:lnTo>
                    <a:pt x="8" y="417"/>
                  </a:lnTo>
                  <a:lnTo>
                    <a:pt x="8" y="414"/>
                  </a:lnTo>
                  <a:lnTo>
                    <a:pt x="8" y="411"/>
                  </a:lnTo>
                  <a:lnTo>
                    <a:pt x="33" y="346"/>
                  </a:lnTo>
                  <a:lnTo>
                    <a:pt x="26" y="342"/>
                  </a:lnTo>
                  <a:lnTo>
                    <a:pt x="2" y="407"/>
                  </a:lnTo>
                  <a:lnTo>
                    <a:pt x="1" y="410"/>
                  </a:lnTo>
                  <a:lnTo>
                    <a:pt x="0" y="412"/>
                  </a:lnTo>
                  <a:lnTo>
                    <a:pt x="0" y="414"/>
                  </a:lnTo>
                  <a:lnTo>
                    <a:pt x="0" y="417"/>
                  </a:lnTo>
                  <a:lnTo>
                    <a:pt x="0" y="419"/>
                  </a:lnTo>
                  <a:lnTo>
                    <a:pt x="0" y="421"/>
                  </a:lnTo>
                  <a:lnTo>
                    <a:pt x="0" y="423"/>
                  </a:lnTo>
                  <a:lnTo>
                    <a:pt x="1" y="425"/>
                  </a:lnTo>
                  <a:lnTo>
                    <a:pt x="3" y="428"/>
                  </a:lnTo>
                  <a:lnTo>
                    <a:pt x="4" y="430"/>
                  </a:lnTo>
                  <a:lnTo>
                    <a:pt x="5" y="432"/>
                  </a:lnTo>
                  <a:lnTo>
                    <a:pt x="7" y="434"/>
                  </a:lnTo>
                  <a:lnTo>
                    <a:pt x="8" y="435"/>
                  </a:lnTo>
                  <a:lnTo>
                    <a:pt x="11" y="436"/>
                  </a:lnTo>
                  <a:lnTo>
                    <a:pt x="14" y="438"/>
                  </a:lnTo>
                  <a:lnTo>
                    <a:pt x="16" y="438"/>
                  </a:lnTo>
                  <a:lnTo>
                    <a:pt x="16" y="438"/>
                  </a:lnTo>
                  <a:close/>
                  <a:moveTo>
                    <a:pt x="68" y="458"/>
                  </a:moveTo>
                  <a:lnTo>
                    <a:pt x="68" y="373"/>
                  </a:lnTo>
                  <a:lnTo>
                    <a:pt x="44" y="450"/>
                  </a:lnTo>
                  <a:lnTo>
                    <a:pt x="37" y="447"/>
                  </a:lnTo>
                  <a:lnTo>
                    <a:pt x="64" y="361"/>
                  </a:lnTo>
                  <a:lnTo>
                    <a:pt x="75" y="365"/>
                  </a:lnTo>
                  <a:lnTo>
                    <a:pt x="74" y="435"/>
                  </a:lnTo>
                  <a:lnTo>
                    <a:pt x="91" y="370"/>
                  </a:lnTo>
                  <a:lnTo>
                    <a:pt x="98" y="373"/>
                  </a:lnTo>
                  <a:lnTo>
                    <a:pt x="75" y="460"/>
                  </a:lnTo>
                  <a:lnTo>
                    <a:pt x="68" y="458"/>
                  </a:lnTo>
                  <a:lnTo>
                    <a:pt x="68" y="458"/>
                  </a:lnTo>
                  <a:close/>
                  <a:moveTo>
                    <a:pt x="92" y="466"/>
                  </a:moveTo>
                  <a:lnTo>
                    <a:pt x="111" y="377"/>
                  </a:lnTo>
                  <a:lnTo>
                    <a:pt x="104" y="375"/>
                  </a:lnTo>
                  <a:lnTo>
                    <a:pt x="84" y="463"/>
                  </a:lnTo>
                  <a:lnTo>
                    <a:pt x="92" y="466"/>
                  </a:lnTo>
                  <a:lnTo>
                    <a:pt x="92" y="466"/>
                  </a:lnTo>
                  <a:close/>
                  <a:moveTo>
                    <a:pt x="124" y="454"/>
                  </a:moveTo>
                  <a:lnTo>
                    <a:pt x="123" y="381"/>
                  </a:lnTo>
                  <a:lnTo>
                    <a:pt x="116" y="378"/>
                  </a:lnTo>
                  <a:lnTo>
                    <a:pt x="117" y="471"/>
                  </a:lnTo>
                  <a:lnTo>
                    <a:pt x="124" y="474"/>
                  </a:lnTo>
                  <a:lnTo>
                    <a:pt x="152" y="386"/>
                  </a:lnTo>
                  <a:lnTo>
                    <a:pt x="144" y="385"/>
                  </a:lnTo>
                  <a:lnTo>
                    <a:pt x="124" y="454"/>
                  </a:lnTo>
                  <a:lnTo>
                    <a:pt x="124" y="454"/>
                  </a:lnTo>
                  <a:close/>
                  <a:moveTo>
                    <a:pt x="146" y="477"/>
                  </a:moveTo>
                  <a:lnTo>
                    <a:pt x="157" y="387"/>
                  </a:lnTo>
                  <a:lnTo>
                    <a:pt x="187" y="392"/>
                  </a:lnTo>
                  <a:lnTo>
                    <a:pt x="186" y="401"/>
                  </a:lnTo>
                  <a:lnTo>
                    <a:pt x="164" y="397"/>
                  </a:lnTo>
                  <a:lnTo>
                    <a:pt x="160" y="426"/>
                  </a:lnTo>
                  <a:lnTo>
                    <a:pt x="177" y="429"/>
                  </a:lnTo>
                  <a:lnTo>
                    <a:pt x="176" y="438"/>
                  </a:lnTo>
                  <a:lnTo>
                    <a:pt x="160" y="436"/>
                  </a:lnTo>
                  <a:lnTo>
                    <a:pt x="155" y="469"/>
                  </a:lnTo>
                  <a:lnTo>
                    <a:pt x="179" y="472"/>
                  </a:lnTo>
                  <a:lnTo>
                    <a:pt x="177" y="481"/>
                  </a:lnTo>
                  <a:lnTo>
                    <a:pt x="146" y="477"/>
                  </a:lnTo>
                  <a:lnTo>
                    <a:pt x="146" y="477"/>
                  </a:lnTo>
                  <a:close/>
                  <a:moveTo>
                    <a:pt x="224" y="483"/>
                  </a:moveTo>
                  <a:lnTo>
                    <a:pt x="214" y="438"/>
                  </a:lnTo>
                  <a:lnTo>
                    <a:pt x="216" y="438"/>
                  </a:lnTo>
                  <a:lnTo>
                    <a:pt x="216" y="437"/>
                  </a:lnTo>
                  <a:lnTo>
                    <a:pt x="217" y="436"/>
                  </a:lnTo>
                  <a:lnTo>
                    <a:pt x="219" y="434"/>
                  </a:lnTo>
                  <a:lnTo>
                    <a:pt x="220" y="432"/>
                  </a:lnTo>
                  <a:lnTo>
                    <a:pt x="222" y="430"/>
                  </a:lnTo>
                  <a:lnTo>
                    <a:pt x="223" y="426"/>
                  </a:lnTo>
                  <a:lnTo>
                    <a:pt x="224" y="423"/>
                  </a:lnTo>
                  <a:lnTo>
                    <a:pt x="224" y="423"/>
                  </a:lnTo>
                  <a:lnTo>
                    <a:pt x="224" y="422"/>
                  </a:lnTo>
                  <a:lnTo>
                    <a:pt x="225" y="420"/>
                  </a:lnTo>
                  <a:lnTo>
                    <a:pt x="225" y="414"/>
                  </a:lnTo>
                  <a:lnTo>
                    <a:pt x="225" y="410"/>
                  </a:lnTo>
                  <a:lnTo>
                    <a:pt x="224" y="407"/>
                  </a:lnTo>
                  <a:lnTo>
                    <a:pt x="223" y="403"/>
                  </a:lnTo>
                  <a:lnTo>
                    <a:pt x="221" y="400"/>
                  </a:lnTo>
                  <a:lnTo>
                    <a:pt x="220" y="398"/>
                  </a:lnTo>
                  <a:lnTo>
                    <a:pt x="220" y="397"/>
                  </a:lnTo>
                  <a:lnTo>
                    <a:pt x="218" y="395"/>
                  </a:lnTo>
                  <a:lnTo>
                    <a:pt x="216" y="394"/>
                  </a:lnTo>
                  <a:lnTo>
                    <a:pt x="215" y="393"/>
                  </a:lnTo>
                  <a:lnTo>
                    <a:pt x="213" y="393"/>
                  </a:lnTo>
                  <a:lnTo>
                    <a:pt x="211" y="392"/>
                  </a:lnTo>
                  <a:lnTo>
                    <a:pt x="209" y="392"/>
                  </a:lnTo>
                  <a:lnTo>
                    <a:pt x="193" y="391"/>
                  </a:lnTo>
                  <a:lnTo>
                    <a:pt x="189" y="482"/>
                  </a:lnTo>
                  <a:lnTo>
                    <a:pt x="197" y="482"/>
                  </a:lnTo>
                  <a:lnTo>
                    <a:pt x="199" y="439"/>
                  </a:lnTo>
                  <a:lnTo>
                    <a:pt x="206" y="440"/>
                  </a:lnTo>
                  <a:lnTo>
                    <a:pt x="216" y="483"/>
                  </a:lnTo>
                  <a:lnTo>
                    <a:pt x="224" y="483"/>
                  </a:lnTo>
                  <a:lnTo>
                    <a:pt x="224" y="483"/>
                  </a:lnTo>
                  <a:close/>
                  <a:moveTo>
                    <a:pt x="199" y="430"/>
                  </a:moveTo>
                  <a:lnTo>
                    <a:pt x="200" y="401"/>
                  </a:lnTo>
                  <a:lnTo>
                    <a:pt x="208" y="401"/>
                  </a:lnTo>
                  <a:lnTo>
                    <a:pt x="209" y="401"/>
                  </a:lnTo>
                  <a:lnTo>
                    <a:pt x="212" y="402"/>
                  </a:lnTo>
                  <a:lnTo>
                    <a:pt x="213" y="403"/>
                  </a:lnTo>
                  <a:lnTo>
                    <a:pt x="214" y="405"/>
                  </a:lnTo>
                  <a:lnTo>
                    <a:pt x="216" y="407"/>
                  </a:lnTo>
                  <a:lnTo>
                    <a:pt x="216" y="409"/>
                  </a:lnTo>
                  <a:lnTo>
                    <a:pt x="216" y="412"/>
                  </a:lnTo>
                  <a:lnTo>
                    <a:pt x="216" y="415"/>
                  </a:lnTo>
                  <a:lnTo>
                    <a:pt x="216" y="418"/>
                  </a:lnTo>
                  <a:lnTo>
                    <a:pt x="216" y="421"/>
                  </a:lnTo>
                  <a:lnTo>
                    <a:pt x="214" y="425"/>
                  </a:lnTo>
                  <a:lnTo>
                    <a:pt x="213" y="427"/>
                  </a:lnTo>
                  <a:lnTo>
                    <a:pt x="212" y="429"/>
                  </a:lnTo>
                  <a:lnTo>
                    <a:pt x="210" y="430"/>
                  </a:lnTo>
                  <a:lnTo>
                    <a:pt x="208" y="430"/>
                  </a:lnTo>
                  <a:lnTo>
                    <a:pt x="206" y="430"/>
                  </a:lnTo>
                  <a:lnTo>
                    <a:pt x="199" y="430"/>
                  </a:lnTo>
                  <a:lnTo>
                    <a:pt x="199" y="430"/>
                  </a:lnTo>
                  <a:close/>
                  <a:moveTo>
                    <a:pt x="285" y="481"/>
                  </a:moveTo>
                  <a:lnTo>
                    <a:pt x="278" y="390"/>
                  </a:lnTo>
                  <a:lnTo>
                    <a:pt x="270" y="391"/>
                  </a:lnTo>
                  <a:lnTo>
                    <a:pt x="278" y="482"/>
                  </a:lnTo>
                  <a:lnTo>
                    <a:pt x="285" y="481"/>
                  </a:lnTo>
                  <a:lnTo>
                    <a:pt x="285" y="481"/>
                  </a:lnTo>
                  <a:close/>
                  <a:moveTo>
                    <a:pt x="282" y="398"/>
                  </a:moveTo>
                  <a:lnTo>
                    <a:pt x="282" y="389"/>
                  </a:lnTo>
                  <a:lnTo>
                    <a:pt x="318" y="385"/>
                  </a:lnTo>
                  <a:lnTo>
                    <a:pt x="319" y="393"/>
                  </a:lnTo>
                  <a:lnTo>
                    <a:pt x="305" y="395"/>
                  </a:lnTo>
                  <a:lnTo>
                    <a:pt x="314" y="477"/>
                  </a:lnTo>
                  <a:lnTo>
                    <a:pt x="307" y="478"/>
                  </a:lnTo>
                  <a:lnTo>
                    <a:pt x="297" y="397"/>
                  </a:lnTo>
                  <a:lnTo>
                    <a:pt x="282" y="398"/>
                  </a:lnTo>
                  <a:lnTo>
                    <a:pt x="282" y="398"/>
                  </a:lnTo>
                  <a:close/>
                  <a:moveTo>
                    <a:pt x="344" y="428"/>
                  </a:moveTo>
                  <a:lnTo>
                    <a:pt x="353" y="470"/>
                  </a:lnTo>
                  <a:lnTo>
                    <a:pt x="361" y="468"/>
                  </a:lnTo>
                  <a:lnTo>
                    <a:pt x="351" y="426"/>
                  </a:lnTo>
                  <a:lnTo>
                    <a:pt x="357" y="374"/>
                  </a:lnTo>
                  <a:lnTo>
                    <a:pt x="350" y="377"/>
                  </a:lnTo>
                  <a:lnTo>
                    <a:pt x="345" y="416"/>
                  </a:lnTo>
                  <a:lnTo>
                    <a:pt x="329" y="381"/>
                  </a:lnTo>
                  <a:lnTo>
                    <a:pt x="322" y="384"/>
                  </a:lnTo>
                  <a:lnTo>
                    <a:pt x="344" y="428"/>
                  </a:lnTo>
                  <a:lnTo>
                    <a:pt x="344" y="428"/>
                  </a:lnTo>
                  <a:close/>
                  <a:moveTo>
                    <a:pt x="427" y="446"/>
                  </a:moveTo>
                  <a:lnTo>
                    <a:pt x="429" y="445"/>
                  </a:lnTo>
                  <a:lnTo>
                    <a:pt x="431" y="443"/>
                  </a:lnTo>
                  <a:lnTo>
                    <a:pt x="433" y="442"/>
                  </a:lnTo>
                  <a:lnTo>
                    <a:pt x="434" y="440"/>
                  </a:lnTo>
                  <a:lnTo>
                    <a:pt x="436" y="438"/>
                  </a:lnTo>
                  <a:lnTo>
                    <a:pt x="437" y="436"/>
                  </a:lnTo>
                  <a:lnTo>
                    <a:pt x="437" y="433"/>
                  </a:lnTo>
                  <a:lnTo>
                    <a:pt x="437" y="430"/>
                  </a:lnTo>
                  <a:lnTo>
                    <a:pt x="438" y="427"/>
                  </a:lnTo>
                  <a:lnTo>
                    <a:pt x="437" y="423"/>
                  </a:lnTo>
                  <a:lnTo>
                    <a:pt x="437" y="419"/>
                  </a:lnTo>
                  <a:lnTo>
                    <a:pt x="436" y="414"/>
                  </a:lnTo>
                  <a:lnTo>
                    <a:pt x="433" y="403"/>
                  </a:lnTo>
                  <a:lnTo>
                    <a:pt x="431" y="393"/>
                  </a:lnTo>
                  <a:lnTo>
                    <a:pt x="429" y="388"/>
                  </a:lnTo>
                  <a:lnTo>
                    <a:pt x="427" y="383"/>
                  </a:lnTo>
                  <a:lnTo>
                    <a:pt x="425" y="379"/>
                  </a:lnTo>
                  <a:lnTo>
                    <a:pt x="423" y="374"/>
                  </a:lnTo>
                  <a:lnTo>
                    <a:pt x="421" y="370"/>
                  </a:lnTo>
                  <a:lnTo>
                    <a:pt x="419" y="367"/>
                  </a:lnTo>
                  <a:lnTo>
                    <a:pt x="417" y="364"/>
                  </a:lnTo>
                  <a:lnTo>
                    <a:pt x="415" y="362"/>
                  </a:lnTo>
                  <a:lnTo>
                    <a:pt x="413" y="360"/>
                  </a:lnTo>
                  <a:lnTo>
                    <a:pt x="411" y="359"/>
                  </a:lnTo>
                  <a:lnTo>
                    <a:pt x="409" y="358"/>
                  </a:lnTo>
                  <a:lnTo>
                    <a:pt x="407" y="357"/>
                  </a:lnTo>
                  <a:lnTo>
                    <a:pt x="405" y="357"/>
                  </a:lnTo>
                  <a:lnTo>
                    <a:pt x="403" y="357"/>
                  </a:lnTo>
                  <a:lnTo>
                    <a:pt x="401" y="357"/>
                  </a:lnTo>
                  <a:lnTo>
                    <a:pt x="398" y="358"/>
                  </a:lnTo>
                  <a:lnTo>
                    <a:pt x="396" y="360"/>
                  </a:lnTo>
                  <a:lnTo>
                    <a:pt x="394" y="361"/>
                  </a:lnTo>
                  <a:lnTo>
                    <a:pt x="393" y="362"/>
                  </a:lnTo>
                  <a:lnTo>
                    <a:pt x="391" y="364"/>
                  </a:lnTo>
                  <a:lnTo>
                    <a:pt x="390" y="366"/>
                  </a:lnTo>
                  <a:lnTo>
                    <a:pt x="389" y="369"/>
                  </a:lnTo>
                  <a:lnTo>
                    <a:pt x="388" y="371"/>
                  </a:lnTo>
                  <a:lnTo>
                    <a:pt x="388" y="374"/>
                  </a:lnTo>
                  <a:lnTo>
                    <a:pt x="388" y="377"/>
                  </a:lnTo>
                  <a:lnTo>
                    <a:pt x="388" y="381"/>
                  </a:lnTo>
                  <a:lnTo>
                    <a:pt x="389" y="385"/>
                  </a:lnTo>
                  <a:lnTo>
                    <a:pt x="389" y="389"/>
                  </a:lnTo>
                  <a:lnTo>
                    <a:pt x="392" y="399"/>
                  </a:lnTo>
                  <a:lnTo>
                    <a:pt x="395" y="409"/>
                  </a:lnTo>
                  <a:lnTo>
                    <a:pt x="398" y="419"/>
                  </a:lnTo>
                  <a:lnTo>
                    <a:pt x="402" y="429"/>
                  </a:lnTo>
                  <a:lnTo>
                    <a:pt x="405" y="433"/>
                  </a:lnTo>
                  <a:lnTo>
                    <a:pt x="407" y="437"/>
                  </a:lnTo>
                  <a:lnTo>
                    <a:pt x="409" y="440"/>
                  </a:lnTo>
                  <a:lnTo>
                    <a:pt x="410" y="442"/>
                  </a:lnTo>
                  <a:lnTo>
                    <a:pt x="413" y="444"/>
                  </a:lnTo>
                  <a:lnTo>
                    <a:pt x="414" y="446"/>
                  </a:lnTo>
                  <a:lnTo>
                    <a:pt x="416" y="446"/>
                  </a:lnTo>
                  <a:lnTo>
                    <a:pt x="418" y="447"/>
                  </a:lnTo>
                  <a:lnTo>
                    <a:pt x="421" y="447"/>
                  </a:lnTo>
                  <a:lnTo>
                    <a:pt x="423" y="447"/>
                  </a:lnTo>
                  <a:lnTo>
                    <a:pt x="425" y="446"/>
                  </a:lnTo>
                  <a:lnTo>
                    <a:pt x="427" y="446"/>
                  </a:lnTo>
                  <a:lnTo>
                    <a:pt x="427" y="446"/>
                  </a:lnTo>
                  <a:close/>
                  <a:moveTo>
                    <a:pt x="425" y="438"/>
                  </a:moveTo>
                  <a:lnTo>
                    <a:pt x="422" y="438"/>
                  </a:lnTo>
                  <a:lnTo>
                    <a:pt x="421" y="438"/>
                  </a:lnTo>
                  <a:lnTo>
                    <a:pt x="419" y="438"/>
                  </a:lnTo>
                  <a:lnTo>
                    <a:pt x="417" y="438"/>
                  </a:lnTo>
                  <a:lnTo>
                    <a:pt x="417" y="437"/>
                  </a:lnTo>
                  <a:lnTo>
                    <a:pt x="416" y="436"/>
                  </a:lnTo>
                  <a:lnTo>
                    <a:pt x="414" y="434"/>
                  </a:lnTo>
                  <a:lnTo>
                    <a:pt x="413" y="432"/>
                  </a:lnTo>
                  <a:lnTo>
                    <a:pt x="411" y="430"/>
                  </a:lnTo>
                  <a:lnTo>
                    <a:pt x="410" y="427"/>
                  </a:lnTo>
                  <a:lnTo>
                    <a:pt x="408" y="423"/>
                  </a:lnTo>
                  <a:lnTo>
                    <a:pt x="405" y="417"/>
                  </a:lnTo>
                  <a:lnTo>
                    <a:pt x="404" y="411"/>
                  </a:lnTo>
                  <a:lnTo>
                    <a:pt x="401" y="405"/>
                  </a:lnTo>
                  <a:lnTo>
                    <a:pt x="400" y="401"/>
                  </a:lnTo>
                  <a:lnTo>
                    <a:pt x="398" y="395"/>
                  </a:lnTo>
                  <a:lnTo>
                    <a:pt x="397" y="389"/>
                  </a:lnTo>
                  <a:lnTo>
                    <a:pt x="396" y="386"/>
                  </a:lnTo>
                  <a:lnTo>
                    <a:pt x="396" y="382"/>
                  </a:lnTo>
                  <a:lnTo>
                    <a:pt x="395" y="380"/>
                  </a:lnTo>
                  <a:lnTo>
                    <a:pt x="395" y="377"/>
                  </a:lnTo>
                  <a:lnTo>
                    <a:pt x="396" y="375"/>
                  </a:lnTo>
                  <a:lnTo>
                    <a:pt x="396" y="373"/>
                  </a:lnTo>
                  <a:lnTo>
                    <a:pt x="396" y="372"/>
                  </a:lnTo>
                  <a:lnTo>
                    <a:pt x="397" y="370"/>
                  </a:lnTo>
                  <a:lnTo>
                    <a:pt x="397" y="369"/>
                  </a:lnTo>
                  <a:lnTo>
                    <a:pt x="399" y="368"/>
                  </a:lnTo>
                  <a:lnTo>
                    <a:pt x="401" y="366"/>
                  </a:lnTo>
                  <a:lnTo>
                    <a:pt x="403" y="365"/>
                  </a:lnTo>
                  <a:lnTo>
                    <a:pt x="405" y="365"/>
                  </a:lnTo>
                  <a:lnTo>
                    <a:pt x="407" y="366"/>
                  </a:lnTo>
                  <a:lnTo>
                    <a:pt x="408" y="367"/>
                  </a:lnTo>
                  <a:lnTo>
                    <a:pt x="409" y="368"/>
                  </a:lnTo>
                  <a:lnTo>
                    <a:pt x="410" y="369"/>
                  </a:lnTo>
                  <a:lnTo>
                    <a:pt x="412" y="370"/>
                  </a:lnTo>
                  <a:lnTo>
                    <a:pt x="413" y="372"/>
                  </a:lnTo>
                  <a:lnTo>
                    <a:pt x="414" y="374"/>
                  </a:lnTo>
                  <a:lnTo>
                    <a:pt x="416" y="377"/>
                  </a:lnTo>
                  <a:lnTo>
                    <a:pt x="417" y="381"/>
                  </a:lnTo>
                  <a:lnTo>
                    <a:pt x="420" y="385"/>
                  </a:lnTo>
                  <a:lnTo>
                    <a:pt x="421" y="391"/>
                  </a:lnTo>
                  <a:lnTo>
                    <a:pt x="423" y="396"/>
                  </a:lnTo>
                  <a:lnTo>
                    <a:pt x="425" y="401"/>
                  </a:lnTo>
                  <a:lnTo>
                    <a:pt x="427" y="408"/>
                  </a:lnTo>
                  <a:lnTo>
                    <a:pt x="429" y="414"/>
                  </a:lnTo>
                  <a:lnTo>
                    <a:pt x="429" y="418"/>
                  </a:lnTo>
                  <a:lnTo>
                    <a:pt x="430" y="421"/>
                  </a:lnTo>
                  <a:lnTo>
                    <a:pt x="430" y="425"/>
                  </a:lnTo>
                  <a:lnTo>
                    <a:pt x="430" y="427"/>
                  </a:lnTo>
                  <a:lnTo>
                    <a:pt x="430" y="429"/>
                  </a:lnTo>
                  <a:lnTo>
                    <a:pt x="430" y="431"/>
                  </a:lnTo>
                  <a:lnTo>
                    <a:pt x="429" y="433"/>
                  </a:lnTo>
                  <a:lnTo>
                    <a:pt x="429" y="434"/>
                  </a:lnTo>
                  <a:lnTo>
                    <a:pt x="429" y="435"/>
                  </a:lnTo>
                  <a:lnTo>
                    <a:pt x="427" y="437"/>
                  </a:lnTo>
                  <a:lnTo>
                    <a:pt x="425" y="438"/>
                  </a:lnTo>
                  <a:lnTo>
                    <a:pt x="425" y="438"/>
                  </a:lnTo>
                  <a:close/>
                  <a:moveTo>
                    <a:pt x="454" y="434"/>
                  </a:moveTo>
                  <a:lnTo>
                    <a:pt x="421" y="349"/>
                  </a:lnTo>
                  <a:lnTo>
                    <a:pt x="448" y="334"/>
                  </a:lnTo>
                  <a:lnTo>
                    <a:pt x="452" y="343"/>
                  </a:lnTo>
                  <a:lnTo>
                    <a:pt x="431" y="353"/>
                  </a:lnTo>
                  <a:lnTo>
                    <a:pt x="441" y="377"/>
                  </a:lnTo>
                  <a:lnTo>
                    <a:pt x="459" y="367"/>
                  </a:lnTo>
                  <a:lnTo>
                    <a:pt x="462" y="375"/>
                  </a:lnTo>
                  <a:lnTo>
                    <a:pt x="444" y="385"/>
                  </a:lnTo>
                  <a:lnTo>
                    <a:pt x="461" y="430"/>
                  </a:lnTo>
                  <a:lnTo>
                    <a:pt x="454" y="434"/>
                  </a:lnTo>
                  <a:lnTo>
                    <a:pt x="454" y="434"/>
                  </a:lnTo>
                  <a:close/>
                  <a:moveTo>
                    <a:pt x="471" y="330"/>
                  </a:moveTo>
                  <a:lnTo>
                    <a:pt x="484" y="321"/>
                  </a:lnTo>
                  <a:lnTo>
                    <a:pt x="526" y="392"/>
                  </a:lnTo>
                  <a:lnTo>
                    <a:pt x="533" y="388"/>
                  </a:lnTo>
                  <a:lnTo>
                    <a:pt x="490" y="317"/>
                  </a:lnTo>
                  <a:lnTo>
                    <a:pt x="503" y="308"/>
                  </a:lnTo>
                  <a:lnTo>
                    <a:pt x="498" y="301"/>
                  </a:lnTo>
                  <a:lnTo>
                    <a:pt x="466" y="323"/>
                  </a:lnTo>
                  <a:lnTo>
                    <a:pt x="471" y="330"/>
                  </a:lnTo>
                  <a:lnTo>
                    <a:pt x="471" y="330"/>
                  </a:lnTo>
                  <a:close/>
                  <a:moveTo>
                    <a:pt x="551" y="375"/>
                  </a:moveTo>
                  <a:lnTo>
                    <a:pt x="503" y="297"/>
                  </a:lnTo>
                  <a:lnTo>
                    <a:pt x="527" y="277"/>
                  </a:lnTo>
                  <a:lnTo>
                    <a:pt x="532" y="284"/>
                  </a:lnTo>
                  <a:lnTo>
                    <a:pt x="514" y="299"/>
                  </a:lnTo>
                  <a:lnTo>
                    <a:pt x="529" y="324"/>
                  </a:lnTo>
                  <a:lnTo>
                    <a:pt x="542" y="312"/>
                  </a:lnTo>
                  <a:lnTo>
                    <a:pt x="547" y="319"/>
                  </a:lnTo>
                  <a:lnTo>
                    <a:pt x="533" y="331"/>
                  </a:lnTo>
                  <a:lnTo>
                    <a:pt x="553" y="363"/>
                  </a:lnTo>
                  <a:lnTo>
                    <a:pt x="572" y="346"/>
                  </a:lnTo>
                  <a:lnTo>
                    <a:pt x="576" y="353"/>
                  </a:lnTo>
                  <a:lnTo>
                    <a:pt x="551" y="375"/>
                  </a:lnTo>
                  <a:lnTo>
                    <a:pt x="551" y="375"/>
                  </a:lnTo>
                  <a:close/>
                  <a:moveTo>
                    <a:pt x="588" y="306"/>
                  </a:moveTo>
                  <a:lnTo>
                    <a:pt x="591" y="311"/>
                  </a:lnTo>
                  <a:lnTo>
                    <a:pt x="593" y="315"/>
                  </a:lnTo>
                  <a:lnTo>
                    <a:pt x="595" y="319"/>
                  </a:lnTo>
                  <a:lnTo>
                    <a:pt x="595" y="321"/>
                  </a:lnTo>
                  <a:lnTo>
                    <a:pt x="595" y="324"/>
                  </a:lnTo>
                  <a:lnTo>
                    <a:pt x="595" y="326"/>
                  </a:lnTo>
                  <a:lnTo>
                    <a:pt x="594" y="328"/>
                  </a:lnTo>
                  <a:lnTo>
                    <a:pt x="593" y="329"/>
                  </a:lnTo>
                  <a:lnTo>
                    <a:pt x="590" y="330"/>
                  </a:lnTo>
                  <a:lnTo>
                    <a:pt x="589" y="332"/>
                  </a:lnTo>
                  <a:lnTo>
                    <a:pt x="588" y="332"/>
                  </a:lnTo>
                  <a:lnTo>
                    <a:pt x="586" y="332"/>
                  </a:lnTo>
                  <a:lnTo>
                    <a:pt x="585" y="331"/>
                  </a:lnTo>
                  <a:lnTo>
                    <a:pt x="583" y="330"/>
                  </a:lnTo>
                  <a:lnTo>
                    <a:pt x="581" y="330"/>
                  </a:lnTo>
                  <a:lnTo>
                    <a:pt x="580" y="329"/>
                  </a:lnTo>
                  <a:lnTo>
                    <a:pt x="577" y="327"/>
                  </a:lnTo>
                  <a:lnTo>
                    <a:pt x="575" y="325"/>
                  </a:lnTo>
                  <a:lnTo>
                    <a:pt x="573" y="322"/>
                  </a:lnTo>
                  <a:lnTo>
                    <a:pt x="569" y="317"/>
                  </a:lnTo>
                  <a:lnTo>
                    <a:pt x="565" y="313"/>
                  </a:lnTo>
                  <a:lnTo>
                    <a:pt x="561" y="309"/>
                  </a:lnTo>
                  <a:lnTo>
                    <a:pt x="557" y="304"/>
                  </a:lnTo>
                  <a:lnTo>
                    <a:pt x="553" y="298"/>
                  </a:lnTo>
                  <a:lnTo>
                    <a:pt x="550" y="293"/>
                  </a:lnTo>
                  <a:lnTo>
                    <a:pt x="548" y="289"/>
                  </a:lnTo>
                  <a:lnTo>
                    <a:pt x="546" y="286"/>
                  </a:lnTo>
                  <a:lnTo>
                    <a:pt x="545" y="283"/>
                  </a:lnTo>
                  <a:lnTo>
                    <a:pt x="545" y="281"/>
                  </a:lnTo>
                  <a:lnTo>
                    <a:pt x="544" y="279"/>
                  </a:lnTo>
                  <a:lnTo>
                    <a:pt x="544" y="277"/>
                  </a:lnTo>
                  <a:lnTo>
                    <a:pt x="544" y="275"/>
                  </a:lnTo>
                  <a:lnTo>
                    <a:pt x="544" y="274"/>
                  </a:lnTo>
                  <a:lnTo>
                    <a:pt x="544" y="273"/>
                  </a:lnTo>
                  <a:lnTo>
                    <a:pt x="545" y="270"/>
                  </a:lnTo>
                  <a:lnTo>
                    <a:pt x="546" y="269"/>
                  </a:lnTo>
                  <a:lnTo>
                    <a:pt x="548" y="268"/>
                  </a:lnTo>
                  <a:lnTo>
                    <a:pt x="549" y="266"/>
                  </a:lnTo>
                  <a:lnTo>
                    <a:pt x="551" y="265"/>
                  </a:lnTo>
                  <a:lnTo>
                    <a:pt x="553" y="266"/>
                  </a:lnTo>
                  <a:lnTo>
                    <a:pt x="555" y="267"/>
                  </a:lnTo>
                  <a:lnTo>
                    <a:pt x="557" y="269"/>
                  </a:lnTo>
                  <a:lnTo>
                    <a:pt x="561" y="271"/>
                  </a:lnTo>
                  <a:lnTo>
                    <a:pt x="564" y="275"/>
                  </a:lnTo>
                  <a:lnTo>
                    <a:pt x="569" y="269"/>
                  </a:lnTo>
                  <a:lnTo>
                    <a:pt x="565" y="265"/>
                  </a:lnTo>
                  <a:lnTo>
                    <a:pt x="562" y="261"/>
                  </a:lnTo>
                  <a:lnTo>
                    <a:pt x="560" y="260"/>
                  </a:lnTo>
                  <a:lnTo>
                    <a:pt x="558" y="259"/>
                  </a:lnTo>
                  <a:lnTo>
                    <a:pt x="557" y="258"/>
                  </a:lnTo>
                  <a:lnTo>
                    <a:pt x="555" y="257"/>
                  </a:lnTo>
                  <a:lnTo>
                    <a:pt x="553" y="257"/>
                  </a:lnTo>
                  <a:lnTo>
                    <a:pt x="551" y="257"/>
                  </a:lnTo>
                  <a:lnTo>
                    <a:pt x="549" y="257"/>
                  </a:lnTo>
                  <a:lnTo>
                    <a:pt x="548" y="258"/>
                  </a:lnTo>
                  <a:lnTo>
                    <a:pt x="546" y="258"/>
                  </a:lnTo>
                  <a:lnTo>
                    <a:pt x="545" y="260"/>
                  </a:lnTo>
                  <a:lnTo>
                    <a:pt x="543" y="261"/>
                  </a:lnTo>
                  <a:lnTo>
                    <a:pt x="541" y="262"/>
                  </a:lnTo>
                  <a:lnTo>
                    <a:pt x="540" y="264"/>
                  </a:lnTo>
                  <a:lnTo>
                    <a:pt x="538" y="266"/>
                  </a:lnTo>
                  <a:lnTo>
                    <a:pt x="537" y="269"/>
                  </a:lnTo>
                  <a:lnTo>
                    <a:pt x="537" y="271"/>
                  </a:lnTo>
                  <a:lnTo>
                    <a:pt x="537" y="273"/>
                  </a:lnTo>
                  <a:lnTo>
                    <a:pt x="536" y="276"/>
                  </a:lnTo>
                  <a:lnTo>
                    <a:pt x="536" y="278"/>
                  </a:lnTo>
                  <a:lnTo>
                    <a:pt x="537" y="281"/>
                  </a:lnTo>
                  <a:lnTo>
                    <a:pt x="537" y="284"/>
                  </a:lnTo>
                  <a:lnTo>
                    <a:pt x="539" y="288"/>
                  </a:lnTo>
                  <a:lnTo>
                    <a:pt x="541" y="292"/>
                  </a:lnTo>
                  <a:lnTo>
                    <a:pt x="544" y="297"/>
                  </a:lnTo>
                  <a:lnTo>
                    <a:pt x="546" y="301"/>
                  </a:lnTo>
                  <a:lnTo>
                    <a:pt x="549" y="305"/>
                  </a:lnTo>
                  <a:lnTo>
                    <a:pt x="552" y="310"/>
                  </a:lnTo>
                  <a:lnTo>
                    <a:pt x="555" y="314"/>
                  </a:lnTo>
                  <a:lnTo>
                    <a:pt x="562" y="322"/>
                  </a:lnTo>
                  <a:lnTo>
                    <a:pt x="569" y="329"/>
                  </a:lnTo>
                  <a:lnTo>
                    <a:pt x="572" y="333"/>
                  </a:lnTo>
                  <a:lnTo>
                    <a:pt x="575" y="336"/>
                  </a:lnTo>
                  <a:lnTo>
                    <a:pt x="578" y="338"/>
                  </a:lnTo>
                  <a:lnTo>
                    <a:pt x="581" y="339"/>
                  </a:lnTo>
                  <a:lnTo>
                    <a:pt x="583" y="340"/>
                  </a:lnTo>
                  <a:lnTo>
                    <a:pt x="585" y="341"/>
                  </a:lnTo>
                  <a:lnTo>
                    <a:pt x="587" y="341"/>
                  </a:lnTo>
                  <a:lnTo>
                    <a:pt x="589" y="340"/>
                  </a:lnTo>
                  <a:lnTo>
                    <a:pt x="592" y="340"/>
                  </a:lnTo>
                  <a:lnTo>
                    <a:pt x="593" y="338"/>
                  </a:lnTo>
                  <a:lnTo>
                    <a:pt x="596" y="337"/>
                  </a:lnTo>
                  <a:lnTo>
                    <a:pt x="597" y="336"/>
                  </a:lnTo>
                  <a:lnTo>
                    <a:pt x="599" y="334"/>
                  </a:lnTo>
                  <a:lnTo>
                    <a:pt x="600" y="333"/>
                  </a:lnTo>
                  <a:lnTo>
                    <a:pt x="601" y="330"/>
                  </a:lnTo>
                  <a:lnTo>
                    <a:pt x="601" y="329"/>
                  </a:lnTo>
                  <a:lnTo>
                    <a:pt x="602" y="327"/>
                  </a:lnTo>
                  <a:lnTo>
                    <a:pt x="603" y="325"/>
                  </a:lnTo>
                  <a:lnTo>
                    <a:pt x="603" y="322"/>
                  </a:lnTo>
                  <a:lnTo>
                    <a:pt x="603" y="321"/>
                  </a:lnTo>
                  <a:lnTo>
                    <a:pt x="602" y="318"/>
                  </a:lnTo>
                  <a:lnTo>
                    <a:pt x="601" y="316"/>
                  </a:lnTo>
                  <a:lnTo>
                    <a:pt x="601" y="313"/>
                  </a:lnTo>
                  <a:lnTo>
                    <a:pt x="600" y="311"/>
                  </a:lnTo>
                  <a:lnTo>
                    <a:pt x="597" y="306"/>
                  </a:lnTo>
                  <a:lnTo>
                    <a:pt x="593" y="301"/>
                  </a:lnTo>
                  <a:lnTo>
                    <a:pt x="588" y="306"/>
                  </a:lnTo>
                  <a:lnTo>
                    <a:pt x="588" y="306"/>
                  </a:lnTo>
                  <a:close/>
                  <a:moveTo>
                    <a:pt x="642" y="284"/>
                  </a:moveTo>
                  <a:lnTo>
                    <a:pt x="579" y="218"/>
                  </a:lnTo>
                  <a:lnTo>
                    <a:pt x="573" y="225"/>
                  </a:lnTo>
                  <a:lnTo>
                    <a:pt x="603" y="253"/>
                  </a:lnTo>
                  <a:lnTo>
                    <a:pt x="589" y="271"/>
                  </a:lnTo>
                  <a:lnTo>
                    <a:pt x="560" y="241"/>
                  </a:lnTo>
                  <a:lnTo>
                    <a:pt x="555" y="248"/>
                  </a:lnTo>
                  <a:lnTo>
                    <a:pt x="617" y="313"/>
                  </a:lnTo>
                  <a:lnTo>
                    <a:pt x="622" y="307"/>
                  </a:lnTo>
                  <a:lnTo>
                    <a:pt x="594" y="277"/>
                  </a:lnTo>
                  <a:lnTo>
                    <a:pt x="609" y="260"/>
                  </a:lnTo>
                  <a:lnTo>
                    <a:pt x="637" y="290"/>
                  </a:lnTo>
                  <a:lnTo>
                    <a:pt x="642" y="284"/>
                  </a:lnTo>
                  <a:lnTo>
                    <a:pt x="642" y="284"/>
                  </a:lnTo>
                  <a:close/>
                  <a:moveTo>
                    <a:pt x="668" y="249"/>
                  </a:moveTo>
                  <a:lnTo>
                    <a:pt x="596" y="215"/>
                  </a:lnTo>
                  <a:lnTo>
                    <a:pt x="654" y="268"/>
                  </a:lnTo>
                  <a:lnTo>
                    <a:pt x="650" y="274"/>
                  </a:lnTo>
                  <a:lnTo>
                    <a:pt x="582" y="213"/>
                  </a:lnTo>
                  <a:lnTo>
                    <a:pt x="589" y="202"/>
                  </a:lnTo>
                  <a:lnTo>
                    <a:pt x="650" y="233"/>
                  </a:lnTo>
                  <a:lnTo>
                    <a:pt x="600" y="188"/>
                  </a:lnTo>
                  <a:lnTo>
                    <a:pt x="604" y="181"/>
                  </a:lnTo>
                  <a:lnTo>
                    <a:pt x="673" y="241"/>
                  </a:lnTo>
                  <a:lnTo>
                    <a:pt x="668" y="249"/>
                  </a:lnTo>
                  <a:lnTo>
                    <a:pt x="668" y="249"/>
                  </a:lnTo>
                  <a:close/>
                  <a:moveTo>
                    <a:pt x="690" y="213"/>
                  </a:moveTo>
                  <a:lnTo>
                    <a:pt x="689" y="215"/>
                  </a:lnTo>
                  <a:lnTo>
                    <a:pt x="687" y="217"/>
                  </a:lnTo>
                  <a:lnTo>
                    <a:pt x="686" y="219"/>
                  </a:lnTo>
                  <a:lnTo>
                    <a:pt x="683" y="220"/>
                  </a:lnTo>
                  <a:lnTo>
                    <a:pt x="682" y="221"/>
                  </a:lnTo>
                  <a:lnTo>
                    <a:pt x="679" y="221"/>
                  </a:lnTo>
                  <a:lnTo>
                    <a:pt x="678" y="222"/>
                  </a:lnTo>
                  <a:lnTo>
                    <a:pt x="675" y="222"/>
                  </a:lnTo>
                  <a:lnTo>
                    <a:pt x="672" y="221"/>
                  </a:lnTo>
                  <a:lnTo>
                    <a:pt x="668" y="220"/>
                  </a:lnTo>
                  <a:lnTo>
                    <a:pt x="665" y="218"/>
                  </a:lnTo>
                  <a:lnTo>
                    <a:pt x="660" y="216"/>
                  </a:lnTo>
                  <a:lnTo>
                    <a:pt x="650" y="210"/>
                  </a:lnTo>
                  <a:lnTo>
                    <a:pt x="642" y="205"/>
                  </a:lnTo>
                  <a:lnTo>
                    <a:pt x="638" y="202"/>
                  </a:lnTo>
                  <a:lnTo>
                    <a:pt x="634" y="199"/>
                  </a:lnTo>
                  <a:lnTo>
                    <a:pt x="630" y="195"/>
                  </a:lnTo>
                  <a:lnTo>
                    <a:pt x="626" y="192"/>
                  </a:lnTo>
                  <a:lnTo>
                    <a:pt x="622" y="189"/>
                  </a:lnTo>
                  <a:lnTo>
                    <a:pt x="619" y="185"/>
                  </a:lnTo>
                  <a:lnTo>
                    <a:pt x="617" y="182"/>
                  </a:lnTo>
                  <a:lnTo>
                    <a:pt x="615" y="179"/>
                  </a:lnTo>
                  <a:lnTo>
                    <a:pt x="614" y="177"/>
                  </a:lnTo>
                  <a:lnTo>
                    <a:pt x="613" y="174"/>
                  </a:lnTo>
                  <a:lnTo>
                    <a:pt x="613" y="172"/>
                  </a:lnTo>
                  <a:lnTo>
                    <a:pt x="613" y="169"/>
                  </a:lnTo>
                  <a:lnTo>
                    <a:pt x="613" y="167"/>
                  </a:lnTo>
                  <a:lnTo>
                    <a:pt x="613" y="165"/>
                  </a:lnTo>
                  <a:lnTo>
                    <a:pt x="614" y="162"/>
                  </a:lnTo>
                  <a:lnTo>
                    <a:pt x="615" y="160"/>
                  </a:lnTo>
                  <a:lnTo>
                    <a:pt x="616" y="157"/>
                  </a:lnTo>
                  <a:lnTo>
                    <a:pt x="618" y="156"/>
                  </a:lnTo>
                  <a:lnTo>
                    <a:pt x="620" y="153"/>
                  </a:lnTo>
                  <a:lnTo>
                    <a:pt x="622" y="153"/>
                  </a:lnTo>
                  <a:lnTo>
                    <a:pt x="623" y="151"/>
                  </a:lnTo>
                  <a:lnTo>
                    <a:pt x="626" y="151"/>
                  </a:lnTo>
                  <a:lnTo>
                    <a:pt x="627" y="151"/>
                  </a:lnTo>
                  <a:lnTo>
                    <a:pt x="630" y="151"/>
                  </a:lnTo>
                  <a:lnTo>
                    <a:pt x="633" y="151"/>
                  </a:lnTo>
                  <a:lnTo>
                    <a:pt x="637" y="153"/>
                  </a:lnTo>
                  <a:lnTo>
                    <a:pt x="640" y="154"/>
                  </a:lnTo>
                  <a:lnTo>
                    <a:pt x="644" y="157"/>
                  </a:lnTo>
                  <a:lnTo>
                    <a:pt x="654" y="161"/>
                  </a:lnTo>
                  <a:lnTo>
                    <a:pt x="662" y="167"/>
                  </a:lnTo>
                  <a:lnTo>
                    <a:pt x="670" y="173"/>
                  </a:lnTo>
                  <a:lnTo>
                    <a:pt x="678" y="181"/>
                  </a:lnTo>
                  <a:lnTo>
                    <a:pt x="682" y="184"/>
                  </a:lnTo>
                  <a:lnTo>
                    <a:pt x="686" y="188"/>
                  </a:lnTo>
                  <a:lnTo>
                    <a:pt x="688" y="190"/>
                  </a:lnTo>
                  <a:lnTo>
                    <a:pt x="690" y="193"/>
                  </a:lnTo>
                  <a:lnTo>
                    <a:pt x="691" y="196"/>
                  </a:lnTo>
                  <a:lnTo>
                    <a:pt x="692" y="198"/>
                  </a:lnTo>
                  <a:lnTo>
                    <a:pt x="692" y="201"/>
                  </a:lnTo>
                  <a:lnTo>
                    <a:pt x="692" y="203"/>
                  </a:lnTo>
                  <a:lnTo>
                    <a:pt x="692" y="205"/>
                  </a:lnTo>
                  <a:lnTo>
                    <a:pt x="692" y="208"/>
                  </a:lnTo>
                  <a:lnTo>
                    <a:pt x="691" y="210"/>
                  </a:lnTo>
                  <a:lnTo>
                    <a:pt x="690" y="213"/>
                  </a:lnTo>
                  <a:lnTo>
                    <a:pt x="690" y="213"/>
                  </a:lnTo>
                  <a:close/>
                  <a:moveTo>
                    <a:pt x="684" y="209"/>
                  </a:moveTo>
                  <a:lnTo>
                    <a:pt x="685" y="206"/>
                  </a:lnTo>
                  <a:lnTo>
                    <a:pt x="685" y="204"/>
                  </a:lnTo>
                  <a:lnTo>
                    <a:pt x="685" y="202"/>
                  </a:lnTo>
                  <a:lnTo>
                    <a:pt x="685" y="201"/>
                  </a:lnTo>
                  <a:lnTo>
                    <a:pt x="684" y="199"/>
                  </a:lnTo>
                  <a:lnTo>
                    <a:pt x="683" y="197"/>
                  </a:lnTo>
                  <a:lnTo>
                    <a:pt x="682" y="196"/>
                  </a:lnTo>
                  <a:lnTo>
                    <a:pt x="681" y="193"/>
                  </a:lnTo>
                  <a:lnTo>
                    <a:pt x="679" y="192"/>
                  </a:lnTo>
                  <a:lnTo>
                    <a:pt x="678" y="189"/>
                  </a:lnTo>
                  <a:lnTo>
                    <a:pt x="674" y="186"/>
                  </a:lnTo>
                  <a:lnTo>
                    <a:pt x="668" y="182"/>
                  </a:lnTo>
                  <a:lnTo>
                    <a:pt x="662" y="178"/>
                  </a:lnTo>
                  <a:lnTo>
                    <a:pt x="658" y="175"/>
                  </a:lnTo>
                  <a:lnTo>
                    <a:pt x="654" y="171"/>
                  </a:lnTo>
                  <a:lnTo>
                    <a:pt x="648" y="168"/>
                  </a:lnTo>
                  <a:lnTo>
                    <a:pt x="642" y="164"/>
                  </a:lnTo>
                  <a:lnTo>
                    <a:pt x="638" y="162"/>
                  </a:lnTo>
                  <a:lnTo>
                    <a:pt x="636" y="161"/>
                  </a:lnTo>
                  <a:lnTo>
                    <a:pt x="634" y="160"/>
                  </a:lnTo>
                  <a:lnTo>
                    <a:pt x="632" y="160"/>
                  </a:lnTo>
                  <a:lnTo>
                    <a:pt x="630" y="159"/>
                  </a:lnTo>
                  <a:lnTo>
                    <a:pt x="628" y="159"/>
                  </a:lnTo>
                  <a:lnTo>
                    <a:pt x="627" y="160"/>
                  </a:lnTo>
                  <a:lnTo>
                    <a:pt x="626" y="160"/>
                  </a:lnTo>
                  <a:lnTo>
                    <a:pt x="625" y="161"/>
                  </a:lnTo>
                  <a:lnTo>
                    <a:pt x="623" y="162"/>
                  </a:lnTo>
                  <a:lnTo>
                    <a:pt x="622" y="164"/>
                  </a:lnTo>
                  <a:lnTo>
                    <a:pt x="620" y="166"/>
                  </a:lnTo>
                  <a:lnTo>
                    <a:pt x="620" y="169"/>
                  </a:lnTo>
                  <a:lnTo>
                    <a:pt x="620" y="170"/>
                  </a:lnTo>
                  <a:lnTo>
                    <a:pt x="620" y="172"/>
                  </a:lnTo>
                  <a:lnTo>
                    <a:pt x="621" y="173"/>
                  </a:lnTo>
                  <a:lnTo>
                    <a:pt x="622" y="175"/>
                  </a:lnTo>
                  <a:lnTo>
                    <a:pt x="622" y="177"/>
                  </a:lnTo>
                  <a:lnTo>
                    <a:pt x="624" y="178"/>
                  </a:lnTo>
                  <a:lnTo>
                    <a:pt x="626" y="181"/>
                  </a:lnTo>
                  <a:lnTo>
                    <a:pt x="627" y="183"/>
                  </a:lnTo>
                  <a:lnTo>
                    <a:pt x="631" y="186"/>
                  </a:lnTo>
                  <a:lnTo>
                    <a:pt x="636" y="189"/>
                  </a:lnTo>
                  <a:lnTo>
                    <a:pt x="642" y="194"/>
                  </a:lnTo>
                  <a:lnTo>
                    <a:pt x="646" y="197"/>
                  </a:lnTo>
                  <a:lnTo>
                    <a:pt x="650" y="201"/>
                  </a:lnTo>
                  <a:lnTo>
                    <a:pt x="655" y="204"/>
                  </a:lnTo>
                  <a:lnTo>
                    <a:pt x="660" y="206"/>
                  </a:lnTo>
                  <a:lnTo>
                    <a:pt x="664" y="208"/>
                  </a:lnTo>
                  <a:lnTo>
                    <a:pt x="666" y="209"/>
                  </a:lnTo>
                  <a:lnTo>
                    <a:pt x="670" y="211"/>
                  </a:lnTo>
                  <a:lnTo>
                    <a:pt x="673" y="213"/>
                  </a:lnTo>
                  <a:lnTo>
                    <a:pt x="675" y="213"/>
                  </a:lnTo>
                  <a:lnTo>
                    <a:pt x="677" y="213"/>
                  </a:lnTo>
                  <a:lnTo>
                    <a:pt x="678" y="213"/>
                  </a:lnTo>
                  <a:lnTo>
                    <a:pt x="679" y="213"/>
                  </a:lnTo>
                  <a:lnTo>
                    <a:pt x="681" y="212"/>
                  </a:lnTo>
                  <a:lnTo>
                    <a:pt x="682" y="210"/>
                  </a:lnTo>
                  <a:lnTo>
                    <a:pt x="684" y="209"/>
                  </a:lnTo>
                  <a:lnTo>
                    <a:pt x="684" y="209"/>
                  </a:lnTo>
                  <a:close/>
                  <a:moveTo>
                    <a:pt x="630" y="130"/>
                  </a:moveTo>
                  <a:lnTo>
                    <a:pt x="626" y="137"/>
                  </a:lnTo>
                  <a:lnTo>
                    <a:pt x="705" y="183"/>
                  </a:lnTo>
                  <a:lnTo>
                    <a:pt x="718" y="153"/>
                  </a:lnTo>
                  <a:lnTo>
                    <a:pt x="710" y="149"/>
                  </a:lnTo>
                  <a:lnTo>
                    <a:pt x="701" y="171"/>
                  </a:lnTo>
                  <a:lnTo>
                    <a:pt x="630" y="130"/>
                  </a:lnTo>
                  <a:lnTo>
                    <a:pt x="630" y="130"/>
                  </a:lnTo>
                  <a:close/>
                  <a:moveTo>
                    <a:pt x="726" y="133"/>
                  </a:moveTo>
                  <a:lnTo>
                    <a:pt x="725" y="135"/>
                  </a:lnTo>
                  <a:lnTo>
                    <a:pt x="723" y="137"/>
                  </a:lnTo>
                  <a:lnTo>
                    <a:pt x="722" y="139"/>
                  </a:lnTo>
                  <a:lnTo>
                    <a:pt x="720" y="141"/>
                  </a:lnTo>
                  <a:lnTo>
                    <a:pt x="718" y="141"/>
                  </a:lnTo>
                  <a:lnTo>
                    <a:pt x="715" y="142"/>
                  </a:lnTo>
                  <a:lnTo>
                    <a:pt x="713" y="143"/>
                  </a:lnTo>
                  <a:lnTo>
                    <a:pt x="710" y="144"/>
                  </a:lnTo>
                  <a:lnTo>
                    <a:pt x="707" y="144"/>
                  </a:lnTo>
                  <a:lnTo>
                    <a:pt x="704" y="144"/>
                  </a:lnTo>
                  <a:lnTo>
                    <a:pt x="701" y="143"/>
                  </a:lnTo>
                  <a:lnTo>
                    <a:pt x="697" y="143"/>
                  </a:lnTo>
                  <a:lnTo>
                    <a:pt x="692" y="141"/>
                  </a:lnTo>
                  <a:lnTo>
                    <a:pt x="688" y="141"/>
                  </a:lnTo>
                  <a:lnTo>
                    <a:pt x="684" y="139"/>
                  </a:lnTo>
                  <a:lnTo>
                    <a:pt x="679" y="137"/>
                  </a:lnTo>
                  <a:lnTo>
                    <a:pt x="670" y="133"/>
                  </a:lnTo>
                  <a:lnTo>
                    <a:pt x="661" y="129"/>
                  </a:lnTo>
                  <a:lnTo>
                    <a:pt x="656" y="126"/>
                  </a:lnTo>
                  <a:lnTo>
                    <a:pt x="652" y="124"/>
                  </a:lnTo>
                  <a:lnTo>
                    <a:pt x="649" y="121"/>
                  </a:lnTo>
                  <a:lnTo>
                    <a:pt x="647" y="119"/>
                  </a:lnTo>
                  <a:lnTo>
                    <a:pt x="646" y="117"/>
                  </a:lnTo>
                  <a:lnTo>
                    <a:pt x="644" y="114"/>
                  </a:lnTo>
                  <a:lnTo>
                    <a:pt x="642" y="112"/>
                  </a:lnTo>
                  <a:lnTo>
                    <a:pt x="642" y="109"/>
                  </a:lnTo>
                  <a:lnTo>
                    <a:pt x="641" y="106"/>
                  </a:lnTo>
                  <a:lnTo>
                    <a:pt x="641" y="104"/>
                  </a:lnTo>
                  <a:lnTo>
                    <a:pt x="641" y="101"/>
                  </a:lnTo>
                  <a:lnTo>
                    <a:pt x="642" y="98"/>
                  </a:lnTo>
                  <a:lnTo>
                    <a:pt x="642" y="96"/>
                  </a:lnTo>
                  <a:lnTo>
                    <a:pt x="644" y="93"/>
                  </a:lnTo>
                  <a:lnTo>
                    <a:pt x="646" y="92"/>
                  </a:lnTo>
                  <a:lnTo>
                    <a:pt x="647" y="90"/>
                  </a:lnTo>
                  <a:lnTo>
                    <a:pt x="650" y="89"/>
                  </a:lnTo>
                  <a:lnTo>
                    <a:pt x="651" y="88"/>
                  </a:lnTo>
                  <a:lnTo>
                    <a:pt x="654" y="88"/>
                  </a:lnTo>
                  <a:lnTo>
                    <a:pt x="657" y="87"/>
                  </a:lnTo>
                  <a:lnTo>
                    <a:pt x="659" y="87"/>
                  </a:lnTo>
                  <a:lnTo>
                    <a:pt x="663" y="87"/>
                  </a:lnTo>
                  <a:lnTo>
                    <a:pt x="667" y="88"/>
                  </a:lnTo>
                  <a:lnTo>
                    <a:pt x="672" y="89"/>
                  </a:lnTo>
                  <a:lnTo>
                    <a:pt x="682" y="92"/>
                  </a:lnTo>
                  <a:lnTo>
                    <a:pt x="692" y="96"/>
                  </a:lnTo>
                  <a:lnTo>
                    <a:pt x="701" y="100"/>
                  </a:lnTo>
                  <a:lnTo>
                    <a:pt x="709" y="104"/>
                  </a:lnTo>
                  <a:lnTo>
                    <a:pt x="712" y="105"/>
                  </a:lnTo>
                  <a:lnTo>
                    <a:pt x="715" y="108"/>
                  </a:lnTo>
                  <a:lnTo>
                    <a:pt x="718" y="110"/>
                  </a:lnTo>
                  <a:lnTo>
                    <a:pt x="720" y="112"/>
                  </a:lnTo>
                  <a:lnTo>
                    <a:pt x="722" y="114"/>
                  </a:lnTo>
                  <a:lnTo>
                    <a:pt x="723" y="117"/>
                  </a:lnTo>
                  <a:lnTo>
                    <a:pt x="724" y="119"/>
                  </a:lnTo>
                  <a:lnTo>
                    <a:pt x="726" y="122"/>
                  </a:lnTo>
                  <a:lnTo>
                    <a:pt x="726" y="125"/>
                  </a:lnTo>
                  <a:lnTo>
                    <a:pt x="726" y="127"/>
                  </a:lnTo>
                  <a:lnTo>
                    <a:pt x="726" y="130"/>
                  </a:lnTo>
                  <a:lnTo>
                    <a:pt x="726" y="133"/>
                  </a:lnTo>
                  <a:lnTo>
                    <a:pt x="726" y="133"/>
                  </a:lnTo>
                  <a:close/>
                  <a:moveTo>
                    <a:pt x="709" y="135"/>
                  </a:moveTo>
                  <a:lnTo>
                    <a:pt x="707" y="135"/>
                  </a:lnTo>
                  <a:lnTo>
                    <a:pt x="705" y="135"/>
                  </a:lnTo>
                  <a:lnTo>
                    <a:pt x="702" y="135"/>
                  </a:lnTo>
                  <a:lnTo>
                    <a:pt x="700" y="134"/>
                  </a:lnTo>
                  <a:lnTo>
                    <a:pt x="696" y="134"/>
                  </a:lnTo>
                  <a:lnTo>
                    <a:pt x="691" y="133"/>
                  </a:lnTo>
                  <a:lnTo>
                    <a:pt x="686" y="131"/>
                  </a:lnTo>
                  <a:lnTo>
                    <a:pt x="682" y="129"/>
                  </a:lnTo>
                  <a:lnTo>
                    <a:pt x="677" y="127"/>
                  </a:lnTo>
                  <a:lnTo>
                    <a:pt x="670" y="125"/>
                  </a:lnTo>
                  <a:lnTo>
                    <a:pt x="664" y="121"/>
                  </a:lnTo>
                  <a:lnTo>
                    <a:pt x="660" y="119"/>
                  </a:lnTo>
                  <a:lnTo>
                    <a:pt x="655" y="116"/>
                  </a:lnTo>
                  <a:lnTo>
                    <a:pt x="653" y="113"/>
                  </a:lnTo>
                  <a:lnTo>
                    <a:pt x="650" y="110"/>
                  </a:lnTo>
                  <a:lnTo>
                    <a:pt x="650" y="108"/>
                  </a:lnTo>
                  <a:lnTo>
                    <a:pt x="649" y="106"/>
                  </a:lnTo>
                  <a:lnTo>
                    <a:pt x="649" y="105"/>
                  </a:lnTo>
                  <a:lnTo>
                    <a:pt x="649" y="104"/>
                  </a:lnTo>
                  <a:lnTo>
                    <a:pt x="649" y="102"/>
                  </a:lnTo>
                  <a:lnTo>
                    <a:pt x="650" y="101"/>
                  </a:lnTo>
                  <a:lnTo>
                    <a:pt x="650" y="101"/>
                  </a:lnTo>
                  <a:lnTo>
                    <a:pt x="650" y="99"/>
                  </a:lnTo>
                  <a:lnTo>
                    <a:pt x="651" y="98"/>
                  </a:lnTo>
                  <a:lnTo>
                    <a:pt x="653" y="97"/>
                  </a:lnTo>
                  <a:lnTo>
                    <a:pt x="654" y="97"/>
                  </a:lnTo>
                  <a:lnTo>
                    <a:pt x="656" y="96"/>
                  </a:lnTo>
                  <a:lnTo>
                    <a:pt x="658" y="96"/>
                  </a:lnTo>
                  <a:lnTo>
                    <a:pt x="660" y="95"/>
                  </a:lnTo>
                  <a:lnTo>
                    <a:pt x="662" y="95"/>
                  </a:lnTo>
                  <a:lnTo>
                    <a:pt x="664" y="96"/>
                  </a:lnTo>
                  <a:lnTo>
                    <a:pt x="667" y="97"/>
                  </a:lnTo>
                  <a:lnTo>
                    <a:pt x="671" y="97"/>
                  </a:lnTo>
                  <a:lnTo>
                    <a:pt x="678" y="100"/>
                  </a:lnTo>
                  <a:lnTo>
                    <a:pt x="684" y="102"/>
                  </a:lnTo>
                  <a:lnTo>
                    <a:pt x="690" y="104"/>
                  </a:lnTo>
                  <a:lnTo>
                    <a:pt x="694" y="106"/>
                  </a:lnTo>
                  <a:lnTo>
                    <a:pt x="699" y="108"/>
                  </a:lnTo>
                  <a:lnTo>
                    <a:pt x="703" y="110"/>
                  </a:lnTo>
                  <a:lnTo>
                    <a:pt x="706" y="112"/>
                  </a:lnTo>
                  <a:lnTo>
                    <a:pt x="711" y="115"/>
                  </a:lnTo>
                  <a:lnTo>
                    <a:pt x="714" y="117"/>
                  </a:lnTo>
                  <a:lnTo>
                    <a:pt x="715" y="119"/>
                  </a:lnTo>
                  <a:lnTo>
                    <a:pt x="716" y="121"/>
                  </a:lnTo>
                  <a:lnTo>
                    <a:pt x="718" y="121"/>
                  </a:lnTo>
                  <a:lnTo>
                    <a:pt x="718" y="123"/>
                  </a:lnTo>
                  <a:lnTo>
                    <a:pt x="718" y="125"/>
                  </a:lnTo>
                  <a:lnTo>
                    <a:pt x="718" y="126"/>
                  </a:lnTo>
                  <a:lnTo>
                    <a:pt x="719" y="127"/>
                  </a:lnTo>
                  <a:lnTo>
                    <a:pt x="718" y="129"/>
                  </a:lnTo>
                  <a:lnTo>
                    <a:pt x="718" y="129"/>
                  </a:lnTo>
                  <a:lnTo>
                    <a:pt x="718" y="131"/>
                  </a:lnTo>
                  <a:lnTo>
                    <a:pt x="717" y="132"/>
                  </a:lnTo>
                  <a:lnTo>
                    <a:pt x="716" y="133"/>
                  </a:lnTo>
                  <a:lnTo>
                    <a:pt x="714" y="133"/>
                  </a:lnTo>
                  <a:lnTo>
                    <a:pt x="713" y="134"/>
                  </a:lnTo>
                  <a:lnTo>
                    <a:pt x="710" y="135"/>
                  </a:lnTo>
                  <a:lnTo>
                    <a:pt x="709" y="135"/>
                  </a:lnTo>
                  <a:lnTo>
                    <a:pt x="709" y="135"/>
                  </a:lnTo>
                  <a:close/>
                  <a:moveTo>
                    <a:pt x="745" y="59"/>
                  </a:moveTo>
                  <a:lnTo>
                    <a:pt x="701" y="49"/>
                  </a:lnTo>
                  <a:lnTo>
                    <a:pt x="698" y="69"/>
                  </a:lnTo>
                  <a:lnTo>
                    <a:pt x="705" y="71"/>
                  </a:lnTo>
                  <a:lnTo>
                    <a:pt x="706" y="61"/>
                  </a:lnTo>
                  <a:lnTo>
                    <a:pt x="710" y="61"/>
                  </a:lnTo>
                  <a:lnTo>
                    <a:pt x="716" y="62"/>
                  </a:lnTo>
                  <a:lnTo>
                    <a:pt x="721" y="63"/>
                  </a:lnTo>
                  <a:lnTo>
                    <a:pt x="724" y="64"/>
                  </a:lnTo>
                  <a:lnTo>
                    <a:pt x="727" y="65"/>
                  </a:lnTo>
                  <a:lnTo>
                    <a:pt x="730" y="67"/>
                  </a:lnTo>
                  <a:lnTo>
                    <a:pt x="731" y="68"/>
                  </a:lnTo>
                  <a:lnTo>
                    <a:pt x="732" y="69"/>
                  </a:lnTo>
                  <a:lnTo>
                    <a:pt x="733" y="69"/>
                  </a:lnTo>
                  <a:lnTo>
                    <a:pt x="733" y="71"/>
                  </a:lnTo>
                  <a:lnTo>
                    <a:pt x="734" y="72"/>
                  </a:lnTo>
                  <a:lnTo>
                    <a:pt x="734" y="73"/>
                  </a:lnTo>
                  <a:lnTo>
                    <a:pt x="734" y="75"/>
                  </a:lnTo>
                  <a:lnTo>
                    <a:pt x="734" y="77"/>
                  </a:lnTo>
                  <a:lnTo>
                    <a:pt x="733" y="79"/>
                  </a:lnTo>
                  <a:lnTo>
                    <a:pt x="732" y="81"/>
                  </a:lnTo>
                  <a:lnTo>
                    <a:pt x="731" y="82"/>
                  </a:lnTo>
                  <a:lnTo>
                    <a:pt x="730" y="82"/>
                  </a:lnTo>
                  <a:lnTo>
                    <a:pt x="729" y="83"/>
                  </a:lnTo>
                  <a:lnTo>
                    <a:pt x="727" y="84"/>
                  </a:lnTo>
                  <a:lnTo>
                    <a:pt x="724" y="84"/>
                  </a:lnTo>
                  <a:lnTo>
                    <a:pt x="722" y="85"/>
                  </a:lnTo>
                  <a:lnTo>
                    <a:pt x="718" y="85"/>
                  </a:lnTo>
                  <a:lnTo>
                    <a:pt x="714" y="85"/>
                  </a:lnTo>
                  <a:lnTo>
                    <a:pt x="707" y="84"/>
                  </a:lnTo>
                  <a:lnTo>
                    <a:pt x="700" y="83"/>
                  </a:lnTo>
                  <a:lnTo>
                    <a:pt x="692" y="81"/>
                  </a:lnTo>
                  <a:lnTo>
                    <a:pt x="685" y="80"/>
                  </a:lnTo>
                  <a:lnTo>
                    <a:pt x="679" y="77"/>
                  </a:lnTo>
                  <a:lnTo>
                    <a:pt x="674" y="75"/>
                  </a:lnTo>
                  <a:lnTo>
                    <a:pt x="671" y="74"/>
                  </a:lnTo>
                  <a:lnTo>
                    <a:pt x="669" y="73"/>
                  </a:lnTo>
                  <a:lnTo>
                    <a:pt x="667" y="72"/>
                  </a:lnTo>
                  <a:lnTo>
                    <a:pt x="666" y="71"/>
                  </a:lnTo>
                  <a:lnTo>
                    <a:pt x="665" y="69"/>
                  </a:lnTo>
                  <a:lnTo>
                    <a:pt x="664" y="68"/>
                  </a:lnTo>
                  <a:lnTo>
                    <a:pt x="663" y="67"/>
                  </a:lnTo>
                  <a:lnTo>
                    <a:pt x="662" y="65"/>
                  </a:lnTo>
                  <a:lnTo>
                    <a:pt x="662" y="64"/>
                  </a:lnTo>
                  <a:lnTo>
                    <a:pt x="662" y="62"/>
                  </a:lnTo>
                  <a:lnTo>
                    <a:pt x="662" y="61"/>
                  </a:lnTo>
                  <a:lnTo>
                    <a:pt x="662" y="59"/>
                  </a:lnTo>
                  <a:lnTo>
                    <a:pt x="663" y="57"/>
                  </a:lnTo>
                  <a:lnTo>
                    <a:pt x="665" y="56"/>
                  </a:lnTo>
                  <a:lnTo>
                    <a:pt x="666" y="55"/>
                  </a:lnTo>
                  <a:lnTo>
                    <a:pt x="668" y="54"/>
                  </a:lnTo>
                  <a:lnTo>
                    <a:pt x="670" y="53"/>
                  </a:lnTo>
                  <a:lnTo>
                    <a:pt x="673" y="53"/>
                  </a:lnTo>
                  <a:lnTo>
                    <a:pt x="676" y="54"/>
                  </a:lnTo>
                  <a:lnTo>
                    <a:pt x="679" y="54"/>
                  </a:lnTo>
                  <a:lnTo>
                    <a:pt x="681" y="46"/>
                  </a:lnTo>
                  <a:lnTo>
                    <a:pt x="677" y="45"/>
                  </a:lnTo>
                  <a:lnTo>
                    <a:pt x="673" y="45"/>
                  </a:lnTo>
                  <a:lnTo>
                    <a:pt x="669" y="45"/>
                  </a:lnTo>
                  <a:lnTo>
                    <a:pt x="665" y="46"/>
                  </a:lnTo>
                  <a:lnTo>
                    <a:pt x="662" y="47"/>
                  </a:lnTo>
                  <a:lnTo>
                    <a:pt x="661" y="48"/>
                  </a:lnTo>
                  <a:lnTo>
                    <a:pt x="659" y="49"/>
                  </a:lnTo>
                  <a:lnTo>
                    <a:pt x="657" y="51"/>
                  </a:lnTo>
                  <a:lnTo>
                    <a:pt x="655" y="53"/>
                  </a:lnTo>
                  <a:lnTo>
                    <a:pt x="654" y="56"/>
                  </a:lnTo>
                  <a:lnTo>
                    <a:pt x="654" y="57"/>
                  </a:lnTo>
                  <a:lnTo>
                    <a:pt x="654" y="60"/>
                  </a:lnTo>
                  <a:lnTo>
                    <a:pt x="654" y="62"/>
                  </a:lnTo>
                  <a:lnTo>
                    <a:pt x="654" y="65"/>
                  </a:lnTo>
                  <a:lnTo>
                    <a:pt x="654" y="67"/>
                  </a:lnTo>
                  <a:lnTo>
                    <a:pt x="655" y="69"/>
                  </a:lnTo>
                  <a:lnTo>
                    <a:pt x="656" y="72"/>
                  </a:lnTo>
                  <a:lnTo>
                    <a:pt x="657" y="74"/>
                  </a:lnTo>
                  <a:lnTo>
                    <a:pt x="659" y="76"/>
                  </a:lnTo>
                  <a:lnTo>
                    <a:pt x="661" y="77"/>
                  </a:lnTo>
                  <a:lnTo>
                    <a:pt x="663" y="80"/>
                  </a:lnTo>
                  <a:lnTo>
                    <a:pt x="666" y="81"/>
                  </a:lnTo>
                  <a:lnTo>
                    <a:pt x="670" y="83"/>
                  </a:lnTo>
                  <a:lnTo>
                    <a:pt x="674" y="85"/>
                  </a:lnTo>
                  <a:lnTo>
                    <a:pt x="678" y="86"/>
                  </a:lnTo>
                  <a:lnTo>
                    <a:pt x="683" y="88"/>
                  </a:lnTo>
                  <a:lnTo>
                    <a:pt x="689" y="89"/>
                  </a:lnTo>
                  <a:lnTo>
                    <a:pt x="694" y="90"/>
                  </a:lnTo>
                  <a:lnTo>
                    <a:pt x="698" y="91"/>
                  </a:lnTo>
                  <a:lnTo>
                    <a:pt x="703" y="92"/>
                  </a:lnTo>
                  <a:lnTo>
                    <a:pt x="709" y="93"/>
                  </a:lnTo>
                  <a:lnTo>
                    <a:pt x="713" y="93"/>
                  </a:lnTo>
                  <a:lnTo>
                    <a:pt x="718" y="93"/>
                  </a:lnTo>
                  <a:lnTo>
                    <a:pt x="722" y="93"/>
                  </a:lnTo>
                  <a:lnTo>
                    <a:pt x="726" y="93"/>
                  </a:lnTo>
                  <a:lnTo>
                    <a:pt x="729" y="92"/>
                  </a:lnTo>
                  <a:lnTo>
                    <a:pt x="731" y="91"/>
                  </a:lnTo>
                  <a:lnTo>
                    <a:pt x="733" y="90"/>
                  </a:lnTo>
                  <a:lnTo>
                    <a:pt x="735" y="89"/>
                  </a:lnTo>
                  <a:lnTo>
                    <a:pt x="737" y="88"/>
                  </a:lnTo>
                  <a:lnTo>
                    <a:pt x="738" y="86"/>
                  </a:lnTo>
                  <a:lnTo>
                    <a:pt x="739" y="84"/>
                  </a:lnTo>
                  <a:lnTo>
                    <a:pt x="740" y="82"/>
                  </a:lnTo>
                  <a:lnTo>
                    <a:pt x="741" y="79"/>
                  </a:lnTo>
                  <a:lnTo>
                    <a:pt x="741" y="77"/>
                  </a:lnTo>
                  <a:lnTo>
                    <a:pt x="741" y="75"/>
                  </a:lnTo>
                  <a:lnTo>
                    <a:pt x="741" y="73"/>
                  </a:lnTo>
                  <a:lnTo>
                    <a:pt x="741" y="71"/>
                  </a:lnTo>
                  <a:lnTo>
                    <a:pt x="740" y="69"/>
                  </a:lnTo>
                  <a:lnTo>
                    <a:pt x="739" y="68"/>
                  </a:lnTo>
                  <a:lnTo>
                    <a:pt x="738" y="66"/>
                  </a:lnTo>
                  <a:lnTo>
                    <a:pt x="738" y="65"/>
                  </a:lnTo>
                  <a:lnTo>
                    <a:pt x="743" y="66"/>
                  </a:lnTo>
                  <a:lnTo>
                    <a:pt x="745" y="59"/>
                  </a:lnTo>
                  <a:lnTo>
                    <a:pt x="745" y="59"/>
                  </a:lnTo>
                  <a:close/>
                  <a:moveTo>
                    <a:pt x="707" y="32"/>
                  </a:moveTo>
                  <a:lnTo>
                    <a:pt x="748" y="39"/>
                  </a:lnTo>
                  <a:lnTo>
                    <a:pt x="750" y="30"/>
                  </a:lnTo>
                  <a:lnTo>
                    <a:pt x="708" y="23"/>
                  </a:lnTo>
                  <a:lnTo>
                    <a:pt x="663" y="0"/>
                  </a:lnTo>
                  <a:lnTo>
                    <a:pt x="662" y="9"/>
                  </a:lnTo>
                  <a:lnTo>
                    <a:pt x="698" y="26"/>
                  </a:lnTo>
                  <a:lnTo>
                    <a:pt x="658" y="33"/>
                  </a:lnTo>
                  <a:lnTo>
                    <a:pt x="657" y="42"/>
                  </a:lnTo>
                  <a:lnTo>
                    <a:pt x="707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49" name="íṡļîḓé">
              <a:extLst>
                <a:ext uri="{FF2B5EF4-FFF2-40B4-BE49-F238E27FC236}">
                  <a16:creationId xmlns:a16="http://schemas.microsoft.com/office/drawing/2014/main" id="{3C5D2534-DAB5-4101-A085-2DA6B7C330A8}"/>
                </a:ext>
              </a:extLst>
            </p:cNvPr>
            <p:cNvSpPr/>
            <p:nvPr/>
          </p:nvSpPr>
          <p:spPr bwMode="auto">
            <a:xfrm>
              <a:off x="2030413" y="3495676"/>
              <a:ext cx="242888" cy="368300"/>
            </a:xfrm>
            <a:custGeom>
              <a:avLst/>
              <a:gdLst>
                <a:gd name="T0" fmla="*/ 85 w 153"/>
                <a:gd name="T1" fmla="*/ 34 h 232"/>
                <a:gd name="T2" fmla="*/ 90 w 153"/>
                <a:gd name="T3" fmla="*/ 26 h 232"/>
                <a:gd name="T4" fmla="*/ 90 w 153"/>
                <a:gd name="T5" fmla="*/ 13 h 232"/>
                <a:gd name="T6" fmla="*/ 86 w 153"/>
                <a:gd name="T7" fmla="*/ 5 h 232"/>
                <a:gd name="T8" fmla="*/ 78 w 153"/>
                <a:gd name="T9" fmla="*/ 0 h 232"/>
                <a:gd name="T10" fmla="*/ 58 w 153"/>
                <a:gd name="T11" fmla="*/ 4 h 232"/>
                <a:gd name="T12" fmla="*/ 38 w 153"/>
                <a:gd name="T13" fmla="*/ 22 h 232"/>
                <a:gd name="T14" fmla="*/ 21 w 153"/>
                <a:gd name="T15" fmla="*/ 38 h 232"/>
                <a:gd name="T16" fmla="*/ 10 w 153"/>
                <a:gd name="T17" fmla="*/ 36 h 232"/>
                <a:gd name="T18" fmla="*/ 7 w 153"/>
                <a:gd name="T19" fmla="*/ 27 h 232"/>
                <a:gd name="T20" fmla="*/ 14 w 153"/>
                <a:gd name="T21" fmla="*/ 18 h 232"/>
                <a:gd name="T22" fmla="*/ 15 w 153"/>
                <a:gd name="T23" fmla="*/ 9 h 232"/>
                <a:gd name="T24" fmla="*/ 3 w 153"/>
                <a:gd name="T25" fmla="*/ 16 h 232"/>
                <a:gd name="T26" fmla="*/ 1 w 153"/>
                <a:gd name="T27" fmla="*/ 31 h 232"/>
                <a:gd name="T28" fmla="*/ 4 w 153"/>
                <a:gd name="T29" fmla="*/ 40 h 232"/>
                <a:gd name="T30" fmla="*/ 14 w 153"/>
                <a:gd name="T31" fmla="*/ 46 h 232"/>
                <a:gd name="T32" fmla="*/ 28 w 153"/>
                <a:gd name="T33" fmla="*/ 45 h 232"/>
                <a:gd name="T34" fmla="*/ 39 w 153"/>
                <a:gd name="T35" fmla="*/ 33 h 232"/>
                <a:gd name="T36" fmla="*/ 62 w 153"/>
                <a:gd name="T37" fmla="*/ 9 h 232"/>
                <a:gd name="T38" fmla="*/ 74 w 153"/>
                <a:gd name="T39" fmla="*/ 7 h 232"/>
                <a:gd name="T40" fmla="*/ 82 w 153"/>
                <a:gd name="T41" fmla="*/ 13 h 232"/>
                <a:gd name="T42" fmla="*/ 83 w 153"/>
                <a:gd name="T43" fmla="*/ 23 h 232"/>
                <a:gd name="T44" fmla="*/ 77 w 153"/>
                <a:gd name="T45" fmla="*/ 29 h 232"/>
                <a:gd name="T46" fmla="*/ 73 w 153"/>
                <a:gd name="T47" fmla="*/ 39 h 232"/>
                <a:gd name="T48" fmla="*/ 9 w 153"/>
                <a:gd name="T49" fmla="*/ 69 h 232"/>
                <a:gd name="T50" fmla="*/ 17 w 153"/>
                <a:gd name="T51" fmla="*/ 60 h 232"/>
                <a:gd name="T52" fmla="*/ 36 w 153"/>
                <a:gd name="T53" fmla="*/ 52 h 232"/>
                <a:gd name="T54" fmla="*/ 71 w 153"/>
                <a:gd name="T55" fmla="*/ 44 h 232"/>
                <a:gd name="T56" fmla="*/ 91 w 153"/>
                <a:gd name="T57" fmla="*/ 47 h 232"/>
                <a:gd name="T58" fmla="*/ 98 w 153"/>
                <a:gd name="T59" fmla="*/ 56 h 232"/>
                <a:gd name="T60" fmla="*/ 98 w 153"/>
                <a:gd name="T61" fmla="*/ 67 h 232"/>
                <a:gd name="T62" fmla="*/ 90 w 153"/>
                <a:gd name="T63" fmla="*/ 76 h 232"/>
                <a:gd name="T64" fmla="*/ 68 w 153"/>
                <a:gd name="T65" fmla="*/ 85 h 232"/>
                <a:gd name="T66" fmla="*/ 42 w 153"/>
                <a:gd name="T67" fmla="*/ 90 h 232"/>
                <a:gd name="T68" fmla="*/ 20 w 153"/>
                <a:gd name="T69" fmla="*/ 91 h 232"/>
                <a:gd name="T70" fmla="*/ 11 w 153"/>
                <a:gd name="T71" fmla="*/ 84 h 232"/>
                <a:gd name="T72" fmla="*/ 16 w 153"/>
                <a:gd name="T73" fmla="*/ 76 h 232"/>
                <a:gd name="T74" fmla="*/ 21 w 153"/>
                <a:gd name="T75" fmla="*/ 82 h 232"/>
                <a:gd name="T76" fmla="*/ 31 w 153"/>
                <a:gd name="T77" fmla="*/ 84 h 232"/>
                <a:gd name="T78" fmla="*/ 62 w 153"/>
                <a:gd name="T79" fmla="*/ 77 h 232"/>
                <a:gd name="T80" fmla="*/ 84 w 153"/>
                <a:gd name="T81" fmla="*/ 70 h 232"/>
                <a:gd name="T82" fmla="*/ 90 w 153"/>
                <a:gd name="T83" fmla="*/ 64 h 232"/>
                <a:gd name="T84" fmla="*/ 89 w 153"/>
                <a:gd name="T85" fmla="*/ 56 h 232"/>
                <a:gd name="T86" fmla="*/ 82 w 153"/>
                <a:gd name="T87" fmla="*/ 52 h 232"/>
                <a:gd name="T88" fmla="*/ 64 w 153"/>
                <a:gd name="T89" fmla="*/ 53 h 232"/>
                <a:gd name="T90" fmla="*/ 32 w 153"/>
                <a:gd name="T91" fmla="*/ 61 h 232"/>
                <a:gd name="T92" fmla="*/ 19 w 153"/>
                <a:gd name="T93" fmla="*/ 68 h 232"/>
                <a:gd name="T94" fmla="*/ 15 w 153"/>
                <a:gd name="T95" fmla="*/ 75 h 232"/>
                <a:gd name="T96" fmla="*/ 26 w 153"/>
                <a:gd name="T97" fmla="*/ 135 h 232"/>
                <a:gd name="T98" fmla="*/ 34 w 153"/>
                <a:gd name="T99" fmla="*/ 140 h 232"/>
                <a:gd name="T100" fmla="*/ 43 w 153"/>
                <a:gd name="T101" fmla="*/ 141 h 232"/>
                <a:gd name="T102" fmla="*/ 44 w 153"/>
                <a:gd name="T103" fmla="*/ 132 h 232"/>
                <a:gd name="T104" fmla="*/ 34 w 153"/>
                <a:gd name="T105" fmla="*/ 130 h 232"/>
                <a:gd name="T106" fmla="*/ 30 w 153"/>
                <a:gd name="T107" fmla="*/ 121 h 232"/>
                <a:gd name="T108" fmla="*/ 36 w 153"/>
                <a:gd name="T109" fmla="*/ 112 h 232"/>
                <a:gd name="T110" fmla="*/ 34 w 153"/>
                <a:gd name="T111" fmla="*/ 103 h 232"/>
                <a:gd name="T112" fmla="*/ 26 w 153"/>
                <a:gd name="T113" fmla="*/ 109 h 232"/>
                <a:gd name="T114" fmla="*/ 22 w 153"/>
                <a:gd name="T115" fmla="*/ 119 h 232"/>
                <a:gd name="T116" fmla="*/ 110 w 153"/>
                <a:gd name="T117" fmla="*/ 122 h 232"/>
                <a:gd name="T118" fmla="*/ 42 w 153"/>
                <a:gd name="T119" fmla="*/ 172 h 232"/>
                <a:gd name="T120" fmla="*/ 73 w 153"/>
                <a:gd name="T121" fmla="*/ 232 h 232"/>
                <a:gd name="T122" fmla="*/ 137 w 153"/>
                <a:gd name="T123" fmla="*/ 163 h 232"/>
                <a:gd name="T124" fmla="*/ 108 w 153"/>
                <a:gd name="T125" fmla="*/ 204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3" h="232">
                  <a:moveTo>
                    <a:pt x="73" y="39"/>
                  </a:moveTo>
                  <a:lnTo>
                    <a:pt x="75" y="38"/>
                  </a:lnTo>
                  <a:lnTo>
                    <a:pt x="78" y="37"/>
                  </a:lnTo>
                  <a:lnTo>
                    <a:pt x="82" y="36"/>
                  </a:lnTo>
                  <a:lnTo>
                    <a:pt x="85" y="34"/>
                  </a:lnTo>
                  <a:lnTo>
                    <a:pt x="86" y="33"/>
                  </a:lnTo>
                  <a:lnTo>
                    <a:pt x="87" y="31"/>
                  </a:lnTo>
                  <a:lnTo>
                    <a:pt x="89" y="29"/>
                  </a:lnTo>
                  <a:lnTo>
                    <a:pt x="90" y="28"/>
                  </a:lnTo>
                  <a:lnTo>
                    <a:pt x="90" y="26"/>
                  </a:lnTo>
                  <a:lnTo>
                    <a:pt x="91" y="24"/>
                  </a:lnTo>
                  <a:lnTo>
                    <a:pt x="91" y="21"/>
                  </a:lnTo>
                  <a:lnTo>
                    <a:pt x="91" y="18"/>
                  </a:lnTo>
                  <a:lnTo>
                    <a:pt x="90" y="16"/>
                  </a:lnTo>
                  <a:lnTo>
                    <a:pt x="90" y="13"/>
                  </a:lnTo>
                  <a:lnTo>
                    <a:pt x="90" y="12"/>
                  </a:lnTo>
                  <a:lnTo>
                    <a:pt x="89" y="9"/>
                  </a:lnTo>
                  <a:lnTo>
                    <a:pt x="87" y="8"/>
                  </a:lnTo>
                  <a:lnTo>
                    <a:pt x="86" y="6"/>
                  </a:lnTo>
                  <a:lnTo>
                    <a:pt x="86" y="5"/>
                  </a:lnTo>
                  <a:lnTo>
                    <a:pt x="84" y="4"/>
                  </a:lnTo>
                  <a:lnTo>
                    <a:pt x="82" y="3"/>
                  </a:lnTo>
                  <a:lnTo>
                    <a:pt x="81" y="2"/>
                  </a:lnTo>
                  <a:lnTo>
                    <a:pt x="80" y="1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69" y="0"/>
                  </a:lnTo>
                  <a:lnTo>
                    <a:pt x="66" y="0"/>
                  </a:lnTo>
                  <a:lnTo>
                    <a:pt x="62" y="1"/>
                  </a:lnTo>
                  <a:lnTo>
                    <a:pt x="58" y="4"/>
                  </a:lnTo>
                  <a:lnTo>
                    <a:pt x="54" y="5"/>
                  </a:lnTo>
                  <a:lnTo>
                    <a:pt x="51" y="8"/>
                  </a:lnTo>
                  <a:lnTo>
                    <a:pt x="49" y="10"/>
                  </a:lnTo>
                  <a:lnTo>
                    <a:pt x="43" y="16"/>
                  </a:lnTo>
                  <a:lnTo>
                    <a:pt x="38" y="22"/>
                  </a:lnTo>
                  <a:lnTo>
                    <a:pt x="32" y="28"/>
                  </a:lnTo>
                  <a:lnTo>
                    <a:pt x="26" y="35"/>
                  </a:lnTo>
                  <a:lnTo>
                    <a:pt x="25" y="36"/>
                  </a:lnTo>
                  <a:lnTo>
                    <a:pt x="23" y="36"/>
                  </a:lnTo>
                  <a:lnTo>
                    <a:pt x="21" y="38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8"/>
                  </a:lnTo>
                  <a:lnTo>
                    <a:pt x="12" y="37"/>
                  </a:lnTo>
                  <a:lnTo>
                    <a:pt x="10" y="36"/>
                  </a:lnTo>
                  <a:lnTo>
                    <a:pt x="10" y="36"/>
                  </a:lnTo>
                  <a:lnTo>
                    <a:pt x="9" y="34"/>
                  </a:lnTo>
                  <a:lnTo>
                    <a:pt x="8" y="32"/>
                  </a:lnTo>
                  <a:lnTo>
                    <a:pt x="7" y="30"/>
                  </a:lnTo>
                  <a:lnTo>
                    <a:pt x="7" y="27"/>
                  </a:lnTo>
                  <a:lnTo>
                    <a:pt x="8" y="24"/>
                  </a:lnTo>
                  <a:lnTo>
                    <a:pt x="9" y="22"/>
                  </a:lnTo>
                  <a:lnTo>
                    <a:pt x="10" y="20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8" y="17"/>
                  </a:lnTo>
                  <a:lnTo>
                    <a:pt x="22" y="16"/>
                  </a:lnTo>
                  <a:lnTo>
                    <a:pt x="21" y="8"/>
                  </a:lnTo>
                  <a:lnTo>
                    <a:pt x="18" y="8"/>
                  </a:lnTo>
                  <a:lnTo>
                    <a:pt x="15" y="9"/>
                  </a:lnTo>
                  <a:lnTo>
                    <a:pt x="12" y="10"/>
                  </a:lnTo>
                  <a:lnTo>
                    <a:pt x="8" y="12"/>
                  </a:lnTo>
                  <a:lnTo>
                    <a:pt x="6" y="13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2" y="19"/>
                  </a:lnTo>
                  <a:lnTo>
                    <a:pt x="1" y="21"/>
                  </a:lnTo>
                  <a:lnTo>
                    <a:pt x="1" y="24"/>
                  </a:lnTo>
                  <a:lnTo>
                    <a:pt x="0" y="28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35"/>
                  </a:lnTo>
                  <a:lnTo>
                    <a:pt x="2" y="37"/>
                  </a:lnTo>
                  <a:lnTo>
                    <a:pt x="3" y="39"/>
                  </a:lnTo>
                  <a:lnTo>
                    <a:pt x="4" y="40"/>
                  </a:lnTo>
                  <a:lnTo>
                    <a:pt x="6" y="42"/>
                  </a:lnTo>
                  <a:lnTo>
                    <a:pt x="6" y="43"/>
                  </a:lnTo>
                  <a:lnTo>
                    <a:pt x="8" y="44"/>
                  </a:lnTo>
                  <a:lnTo>
                    <a:pt x="11" y="46"/>
                  </a:lnTo>
                  <a:lnTo>
                    <a:pt x="14" y="46"/>
                  </a:lnTo>
                  <a:lnTo>
                    <a:pt x="17" y="47"/>
                  </a:lnTo>
                  <a:lnTo>
                    <a:pt x="19" y="47"/>
                  </a:lnTo>
                  <a:lnTo>
                    <a:pt x="22" y="46"/>
                  </a:lnTo>
                  <a:lnTo>
                    <a:pt x="26" y="46"/>
                  </a:lnTo>
                  <a:lnTo>
                    <a:pt x="28" y="45"/>
                  </a:lnTo>
                  <a:lnTo>
                    <a:pt x="30" y="44"/>
                  </a:lnTo>
                  <a:lnTo>
                    <a:pt x="32" y="42"/>
                  </a:lnTo>
                  <a:lnTo>
                    <a:pt x="34" y="40"/>
                  </a:lnTo>
                  <a:lnTo>
                    <a:pt x="36" y="36"/>
                  </a:lnTo>
                  <a:lnTo>
                    <a:pt x="39" y="33"/>
                  </a:lnTo>
                  <a:lnTo>
                    <a:pt x="45" y="25"/>
                  </a:lnTo>
                  <a:lnTo>
                    <a:pt x="52" y="18"/>
                  </a:lnTo>
                  <a:lnTo>
                    <a:pt x="55" y="14"/>
                  </a:lnTo>
                  <a:lnTo>
                    <a:pt x="59" y="12"/>
                  </a:lnTo>
                  <a:lnTo>
                    <a:pt x="62" y="9"/>
                  </a:lnTo>
                  <a:lnTo>
                    <a:pt x="66" y="8"/>
                  </a:lnTo>
                  <a:lnTo>
                    <a:pt x="68" y="7"/>
                  </a:lnTo>
                  <a:lnTo>
                    <a:pt x="70" y="7"/>
                  </a:lnTo>
                  <a:lnTo>
                    <a:pt x="71" y="7"/>
                  </a:lnTo>
                  <a:lnTo>
                    <a:pt x="74" y="7"/>
                  </a:lnTo>
                  <a:lnTo>
                    <a:pt x="75" y="8"/>
                  </a:lnTo>
                  <a:lnTo>
                    <a:pt x="77" y="9"/>
                  </a:lnTo>
                  <a:lnTo>
                    <a:pt x="78" y="10"/>
                  </a:lnTo>
                  <a:lnTo>
                    <a:pt x="80" y="12"/>
                  </a:lnTo>
                  <a:lnTo>
                    <a:pt x="82" y="13"/>
                  </a:lnTo>
                  <a:lnTo>
                    <a:pt x="82" y="15"/>
                  </a:lnTo>
                  <a:lnTo>
                    <a:pt x="83" y="17"/>
                  </a:lnTo>
                  <a:lnTo>
                    <a:pt x="84" y="20"/>
                  </a:lnTo>
                  <a:lnTo>
                    <a:pt x="84" y="21"/>
                  </a:lnTo>
                  <a:lnTo>
                    <a:pt x="83" y="23"/>
                  </a:lnTo>
                  <a:lnTo>
                    <a:pt x="83" y="24"/>
                  </a:lnTo>
                  <a:lnTo>
                    <a:pt x="82" y="25"/>
                  </a:lnTo>
                  <a:lnTo>
                    <a:pt x="81" y="27"/>
                  </a:lnTo>
                  <a:lnTo>
                    <a:pt x="79" y="28"/>
                  </a:lnTo>
                  <a:lnTo>
                    <a:pt x="77" y="29"/>
                  </a:lnTo>
                  <a:lnTo>
                    <a:pt x="75" y="29"/>
                  </a:lnTo>
                  <a:lnTo>
                    <a:pt x="73" y="29"/>
                  </a:lnTo>
                  <a:lnTo>
                    <a:pt x="71" y="30"/>
                  </a:lnTo>
                  <a:lnTo>
                    <a:pt x="73" y="39"/>
                  </a:lnTo>
                  <a:lnTo>
                    <a:pt x="73" y="39"/>
                  </a:lnTo>
                  <a:close/>
                  <a:moveTo>
                    <a:pt x="9" y="78"/>
                  </a:moveTo>
                  <a:lnTo>
                    <a:pt x="8" y="76"/>
                  </a:lnTo>
                  <a:lnTo>
                    <a:pt x="8" y="73"/>
                  </a:lnTo>
                  <a:lnTo>
                    <a:pt x="9" y="72"/>
                  </a:lnTo>
                  <a:lnTo>
                    <a:pt x="9" y="69"/>
                  </a:lnTo>
                  <a:lnTo>
                    <a:pt x="10" y="68"/>
                  </a:lnTo>
                  <a:lnTo>
                    <a:pt x="11" y="66"/>
                  </a:lnTo>
                  <a:lnTo>
                    <a:pt x="13" y="64"/>
                  </a:lnTo>
                  <a:lnTo>
                    <a:pt x="14" y="63"/>
                  </a:lnTo>
                  <a:lnTo>
                    <a:pt x="17" y="60"/>
                  </a:lnTo>
                  <a:lnTo>
                    <a:pt x="20" y="58"/>
                  </a:lnTo>
                  <a:lnTo>
                    <a:pt x="23" y="56"/>
                  </a:lnTo>
                  <a:lnTo>
                    <a:pt x="27" y="55"/>
                  </a:lnTo>
                  <a:lnTo>
                    <a:pt x="31" y="53"/>
                  </a:lnTo>
                  <a:lnTo>
                    <a:pt x="36" y="52"/>
                  </a:lnTo>
                  <a:lnTo>
                    <a:pt x="40" y="50"/>
                  </a:lnTo>
                  <a:lnTo>
                    <a:pt x="45" y="48"/>
                  </a:lnTo>
                  <a:lnTo>
                    <a:pt x="54" y="47"/>
                  </a:lnTo>
                  <a:lnTo>
                    <a:pt x="63" y="45"/>
                  </a:lnTo>
                  <a:lnTo>
                    <a:pt x="71" y="44"/>
                  </a:lnTo>
                  <a:lnTo>
                    <a:pt x="78" y="44"/>
                  </a:lnTo>
                  <a:lnTo>
                    <a:pt x="82" y="44"/>
                  </a:lnTo>
                  <a:lnTo>
                    <a:pt x="86" y="44"/>
                  </a:lnTo>
                  <a:lnTo>
                    <a:pt x="89" y="46"/>
                  </a:lnTo>
                  <a:lnTo>
                    <a:pt x="91" y="47"/>
                  </a:lnTo>
                  <a:lnTo>
                    <a:pt x="94" y="49"/>
                  </a:lnTo>
                  <a:lnTo>
                    <a:pt x="95" y="52"/>
                  </a:lnTo>
                  <a:lnTo>
                    <a:pt x="97" y="52"/>
                  </a:lnTo>
                  <a:lnTo>
                    <a:pt x="97" y="54"/>
                  </a:lnTo>
                  <a:lnTo>
                    <a:pt x="98" y="56"/>
                  </a:lnTo>
                  <a:lnTo>
                    <a:pt x="98" y="57"/>
                  </a:lnTo>
                  <a:lnTo>
                    <a:pt x="98" y="60"/>
                  </a:lnTo>
                  <a:lnTo>
                    <a:pt x="98" y="63"/>
                  </a:lnTo>
                  <a:lnTo>
                    <a:pt x="98" y="64"/>
                  </a:lnTo>
                  <a:lnTo>
                    <a:pt x="98" y="67"/>
                  </a:lnTo>
                  <a:lnTo>
                    <a:pt x="97" y="68"/>
                  </a:lnTo>
                  <a:lnTo>
                    <a:pt x="95" y="70"/>
                  </a:lnTo>
                  <a:lnTo>
                    <a:pt x="94" y="72"/>
                  </a:lnTo>
                  <a:lnTo>
                    <a:pt x="92" y="74"/>
                  </a:lnTo>
                  <a:lnTo>
                    <a:pt x="90" y="76"/>
                  </a:lnTo>
                  <a:lnTo>
                    <a:pt x="86" y="77"/>
                  </a:lnTo>
                  <a:lnTo>
                    <a:pt x="82" y="80"/>
                  </a:lnTo>
                  <a:lnTo>
                    <a:pt x="78" y="81"/>
                  </a:lnTo>
                  <a:lnTo>
                    <a:pt x="73" y="84"/>
                  </a:lnTo>
                  <a:lnTo>
                    <a:pt x="68" y="85"/>
                  </a:lnTo>
                  <a:lnTo>
                    <a:pt x="63" y="87"/>
                  </a:lnTo>
                  <a:lnTo>
                    <a:pt x="58" y="88"/>
                  </a:lnTo>
                  <a:lnTo>
                    <a:pt x="53" y="88"/>
                  </a:lnTo>
                  <a:lnTo>
                    <a:pt x="48" y="90"/>
                  </a:lnTo>
                  <a:lnTo>
                    <a:pt x="42" y="90"/>
                  </a:lnTo>
                  <a:lnTo>
                    <a:pt x="37" y="91"/>
                  </a:lnTo>
                  <a:lnTo>
                    <a:pt x="32" y="92"/>
                  </a:lnTo>
                  <a:lnTo>
                    <a:pt x="26" y="92"/>
                  </a:lnTo>
                  <a:lnTo>
                    <a:pt x="22" y="92"/>
                  </a:lnTo>
                  <a:lnTo>
                    <a:pt x="20" y="91"/>
                  </a:lnTo>
                  <a:lnTo>
                    <a:pt x="18" y="90"/>
                  </a:lnTo>
                  <a:lnTo>
                    <a:pt x="15" y="89"/>
                  </a:lnTo>
                  <a:lnTo>
                    <a:pt x="14" y="88"/>
                  </a:lnTo>
                  <a:lnTo>
                    <a:pt x="12" y="87"/>
                  </a:lnTo>
                  <a:lnTo>
                    <a:pt x="11" y="84"/>
                  </a:lnTo>
                  <a:lnTo>
                    <a:pt x="10" y="83"/>
                  </a:lnTo>
                  <a:lnTo>
                    <a:pt x="10" y="81"/>
                  </a:lnTo>
                  <a:lnTo>
                    <a:pt x="9" y="78"/>
                  </a:lnTo>
                  <a:lnTo>
                    <a:pt x="9" y="78"/>
                  </a:lnTo>
                  <a:close/>
                  <a:moveTo>
                    <a:pt x="16" y="76"/>
                  </a:moveTo>
                  <a:lnTo>
                    <a:pt x="16" y="78"/>
                  </a:lnTo>
                  <a:lnTo>
                    <a:pt x="18" y="80"/>
                  </a:lnTo>
                  <a:lnTo>
                    <a:pt x="18" y="80"/>
                  </a:lnTo>
                  <a:lnTo>
                    <a:pt x="19" y="81"/>
                  </a:lnTo>
                  <a:lnTo>
                    <a:pt x="21" y="82"/>
                  </a:lnTo>
                  <a:lnTo>
                    <a:pt x="22" y="83"/>
                  </a:lnTo>
                  <a:lnTo>
                    <a:pt x="24" y="83"/>
                  </a:lnTo>
                  <a:lnTo>
                    <a:pt x="26" y="84"/>
                  </a:lnTo>
                  <a:lnTo>
                    <a:pt x="28" y="84"/>
                  </a:lnTo>
                  <a:lnTo>
                    <a:pt x="31" y="84"/>
                  </a:lnTo>
                  <a:lnTo>
                    <a:pt x="36" y="83"/>
                  </a:lnTo>
                  <a:lnTo>
                    <a:pt x="43" y="82"/>
                  </a:lnTo>
                  <a:lnTo>
                    <a:pt x="50" y="80"/>
                  </a:lnTo>
                  <a:lnTo>
                    <a:pt x="56" y="80"/>
                  </a:lnTo>
                  <a:lnTo>
                    <a:pt x="62" y="77"/>
                  </a:lnTo>
                  <a:lnTo>
                    <a:pt x="69" y="76"/>
                  </a:lnTo>
                  <a:lnTo>
                    <a:pt x="74" y="74"/>
                  </a:lnTo>
                  <a:lnTo>
                    <a:pt x="79" y="72"/>
                  </a:lnTo>
                  <a:lnTo>
                    <a:pt x="82" y="71"/>
                  </a:lnTo>
                  <a:lnTo>
                    <a:pt x="84" y="70"/>
                  </a:lnTo>
                  <a:lnTo>
                    <a:pt x="86" y="68"/>
                  </a:lnTo>
                  <a:lnTo>
                    <a:pt x="87" y="68"/>
                  </a:lnTo>
                  <a:lnTo>
                    <a:pt x="88" y="66"/>
                  </a:lnTo>
                  <a:lnTo>
                    <a:pt x="90" y="64"/>
                  </a:lnTo>
                  <a:lnTo>
                    <a:pt x="90" y="64"/>
                  </a:lnTo>
                  <a:lnTo>
                    <a:pt x="90" y="63"/>
                  </a:lnTo>
                  <a:lnTo>
                    <a:pt x="91" y="60"/>
                  </a:lnTo>
                  <a:lnTo>
                    <a:pt x="91" y="59"/>
                  </a:lnTo>
                  <a:lnTo>
                    <a:pt x="90" y="57"/>
                  </a:lnTo>
                  <a:lnTo>
                    <a:pt x="89" y="56"/>
                  </a:lnTo>
                  <a:lnTo>
                    <a:pt x="88" y="56"/>
                  </a:lnTo>
                  <a:lnTo>
                    <a:pt x="87" y="55"/>
                  </a:lnTo>
                  <a:lnTo>
                    <a:pt x="86" y="54"/>
                  </a:lnTo>
                  <a:lnTo>
                    <a:pt x="84" y="53"/>
                  </a:lnTo>
                  <a:lnTo>
                    <a:pt x="82" y="52"/>
                  </a:lnTo>
                  <a:lnTo>
                    <a:pt x="80" y="52"/>
                  </a:lnTo>
                  <a:lnTo>
                    <a:pt x="78" y="52"/>
                  </a:lnTo>
                  <a:lnTo>
                    <a:pt x="75" y="52"/>
                  </a:lnTo>
                  <a:lnTo>
                    <a:pt x="70" y="52"/>
                  </a:lnTo>
                  <a:lnTo>
                    <a:pt x="64" y="53"/>
                  </a:lnTo>
                  <a:lnTo>
                    <a:pt x="58" y="55"/>
                  </a:lnTo>
                  <a:lnTo>
                    <a:pt x="50" y="56"/>
                  </a:lnTo>
                  <a:lnTo>
                    <a:pt x="44" y="58"/>
                  </a:lnTo>
                  <a:lnTo>
                    <a:pt x="38" y="60"/>
                  </a:lnTo>
                  <a:lnTo>
                    <a:pt x="32" y="61"/>
                  </a:lnTo>
                  <a:lnTo>
                    <a:pt x="27" y="64"/>
                  </a:lnTo>
                  <a:lnTo>
                    <a:pt x="25" y="64"/>
                  </a:lnTo>
                  <a:lnTo>
                    <a:pt x="22" y="66"/>
                  </a:lnTo>
                  <a:lnTo>
                    <a:pt x="21" y="67"/>
                  </a:lnTo>
                  <a:lnTo>
                    <a:pt x="19" y="68"/>
                  </a:lnTo>
                  <a:lnTo>
                    <a:pt x="18" y="70"/>
                  </a:lnTo>
                  <a:lnTo>
                    <a:pt x="17" y="71"/>
                  </a:lnTo>
                  <a:lnTo>
                    <a:pt x="17" y="72"/>
                  </a:lnTo>
                  <a:lnTo>
                    <a:pt x="16" y="74"/>
                  </a:lnTo>
                  <a:lnTo>
                    <a:pt x="15" y="75"/>
                  </a:lnTo>
                  <a:lnTo>
                    <a:pt x="16" y="76"/>
                  </a:lnTo>
                  <a:lnTo>
                    <a:pt x="16" y="76"/>
                  </a:lnTo>
                  <a:close/>
                  <a:moveTo>
                    <a:pt x="23" y="128"/>
                  </a:moveTo>
                  <a:lnTo>
                    <a:pt x="25" y="132"/>
                  </a:lnTo>
                  <a:lnTo>
                    <a:pt x="26" y="135"/>
                  </a:lnTo>
                  <a:lnTo>
                    <a:pt x="27" y="136"/>
                  </a:lnTo>
                  <a:lnTo>
                    <a:pt x="29" y="137"/>
                  </a:lnTo>
                  <a:lnTo>
                    <a:pt x="30" y="139"/>
                  </a:lnTo>
                  <a:lnTo>
                    <a:pt x="32" y="140"/>
                  </a:lnTo>
                  <a:lnTo>
                    <a:pt x="34" y="140"/>
                  </a:lnTo>
                  <a:lnTo>
                    <a:pt x="35" y="140"/>
                  </a:lnTo>
                  <a:lnTo>
                    <a:pt x="37" y="141"/>
                  </a:lnTo>
                  <a:lnTo>
                    <a:pt x="39" y="141"/>
                  </a:lnTo>
                  <a:lnTo>
                    <a:pt x="41" y="141"/>
                  </a:lnTo>
                  <a:lnTo>
                    <a:pt x="43" y="141"/>
                  </a:lnTo>
                  <a:lnTo>
                    <a:pt x="45" y="140"/>
                  </a:lnTo>
                  <a:lnTo>
                    <a:pt x="47" y="140"/>
                  </a:lnTo>
                  <a:lnTo>
                    <a:pt x="115" y="116"/>
                  </a:lnTo>
                  <a:lnTo>
                    <a:pt x="112" y="108"/>
                  </a:lnTo>
                  <a:lnTo>
                    <a:pt x="44" y="132"/>
                  </a:lnTo>
                  <a:lnTo>
                    <a:pt x="42" y="132"/>
                  </a:lnTo>
                  <a:lnTo>
                    <a:pt x="39" y="132"/>
                  </a:lnTo>
                  <a:lnTo>
                    <a:pt x="38" y="132"/>
                  </a:lnTo>
                  <a:lnTo>
                    <a:pt x="36" y="132"/>
                  </a:lnTo>
                  <a:lnTo>
                    <a:pt x="34" y="130"/>
                  </a:lnTo>
                  <a:lnTo>
                    <a:pt x="32" y="129"/>
                  </a:lnTo>
                  <a:lnTo>
                    <a:pt x="31" y="128"/>
                  </a:lnTo>
                  <a:lnTo>
                    <a:pt x="30" y="125"/>
                  </a:lnTo>
                  <a:lnTo>
                    <a:pt x="30" y="124"/>
                  </a:lnTo>
                  <a:lnTo>
                    <a:pt x="30" y="121"/>
                  </a:lnTo>
                  <a:lnTo>
                    <a:pt x="30" y="119"/>
                  </a:lnTo>
                  <a:lnTo>
                    <a:pt x="31" y="116"/>
                  </a:lnTo>
                  <a:lnTo>
                    <a:pt x="32" y="115"/>
                  </a:lnTo>
                  <a:lnTo>
                    <a:pt x="34" y="112"/>
                  </a:lnTo>
                  <a:lnTo>
                    <a:pt x="36" y="112"/>
                  </a:lnTo>
                  <a:lnTo>
                    <a:pt x="38" y="110"/>
                  </a:lnTo>
                  <a:lnTo>
                    <a:pt x="105" y="88"/>
                  </a:lnTo>
                  <a:lnTo>
                    <a:pt x="103" y="80"/>
                  </a:lnTo>
                  <a:lnTo>
                    <a:pt x="36" y="102"/>
                  </a:lnTo>
                  <a:lnTo>
                    <a:pt x="34" y="103"/>
                  </a:lnTo>
                  <a:lnTo>
                    <a:pt x="32" y="104"/>
                  </a:lnTo>
                  <a:lnTo>
                    <a:pt x="30" y="105"/>
                  </a:lnTo>
                  <a:lnTo>
                    <a:pt x="29" y="107"/>
                  </a:lnTo>
                  <a:lnTo>
                    <a:pt x="27" y="108"/>
                  </a:lnTo>
                  <a:lnTo>
                    <a:pt x="26" y="109"/>
                  </a:lnTo>
                  <a:lnTo>
                    <a:pt x="25" y="112"/>
                  </a:lnTo>
                  <a:lnTo>
                    <a:pt x="24" y="113"/>
                  </a:lnTo>
                  <a:lnTo>
                    <a:pt x="23" y="115"/>
                  </a:lnTo>
                  <a:lnTo>
                    <a:pt x="22" y="117"/>
                  </a:lnTo>
                  <a:lnTo>
                    <a:pt x="22" y="119"/>
                  </a:lnTo>
                  <a:lnTo>
                    <a:pt x="22" y="120"/>
                  </a:lnTo>
                  <a:lnTo>
                    <a:pt x="22" y="124"/>
                  </a:lnTo>
                  <a:lnTo>
                    <a:pt x="23" y="128"/>
                  </a:lnTo>
                  <a:lnTo>
                    <a:pt x="23" y="128"/>
                  </a:lnTo>
                  <a:close/>
                  <a:moveTo>
                    <a:pt x="110" y="122"/>
                  </a:moveTo>
                  <a:lnTo>
                    <a:pt x="116" y="119"/>
                  </a:lnTo>
                  <a:lnTo>
                    <a:pt x="130" y="151"/>
                  </a:lnTo>
                  <a:lnTo>
                    <a:pt x="123" y="153"/>
                  </a:lnTo>
                  <a:lnTo>
                    <a:pt x="118" y="141"/>
                  </a:lnTo>
                  <a:lnTo>
                    <a:pt x="42" y="172"/>
                  </a:lnTo>
                  <a:lnTo>
                    <a:pt x="38" y="164"/>
                  </a:lnTo>
                  <a:lnTo>
                    <a:pt x="114" y="133"/>
                  </a:lnTo>
                  <a:lnTo>
                    <a:pt x="110" y="122"/>
                  </a:lnTo>
                  <a:lnTo>
                    <a:pt x="110" y="122"/>
                  </a:lnTo>
                  <a:close/>
                  <a:moveTo>
                    <a:pt x="73" y="232"/>
                  </a:moveTo>
                  <a:lnTo>
                    <a:pt x="153" y="190"/>
                  </a:lnTo>
                  <a:lnTo>
                    <a:pt x="149" y="183"/>
                  </a:lnTo>
                  <a:lnTo>
                    <a:pt x="115" y="200"/>
                  </a:lnTo>
                  <a:lnTo>
                    <a:pt x="103" y="177"/>
                  </a:lnTo>
                  <a:lnTo>
                    <a:pt x="137" y="163"/>
                  </a:lnTo>
                  <a:lnTo>
                    <a:pt x="133" y="155"/>
                  </a:lnTo>
                  <a:lnTo>
                    <a:pt x="50" y="192"/>
                  </a:lnTo>
                  <a:lnTo>
                    <a:pt x="54" y="200"/>
                  </a:lnTo>
                  <a:lnTo>
                    <a:pt x="95" y="180"/>
                  </a:lnTo>
                  <a:lnTo>
                    <a:pt x="108" y="204"/>
                  </a:lnTo>
                  <a:lnTo>
                    <a:pt x="69" y="225"/>
                  </a:lnTo>
                  <a:lnTo>
                    <a:pt x="73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50" name="iSlïḋê">
              <a:extLst>
                <a:ext uri="{FF2B5EF4-FFF2-40B4-BE49-F238E27FC236}">
                  <a16:creationId xmlns:a16="http://schemas.microsoft.com/office/drawing/2014/main" id="{371D7E8C-97C1-43FF-AD83-08CF39B33A43}"/>
                </a:ext>
              </a:extLst>
            </p:cNvPr>
            <p:cNvSpPr/>
            <p:nvPr/>
          </p:nvSpPr>
          <p:spPr bwMode="auto">
            <a:xfrm>
              <a:off x="2192338" y="3840163"/>
              <a:ext cx="303213" cy="306388"/>
            </a:xfrm>
            <a:custGeom>
              <a:avLst/>
              <a:gdLst>
                <a:gd name="T0" fmla="*/ 20 w 191"/>
                <a:gd name="T1" fmla="*/ 59 h 193"/>
                <a:gd name="T2" fmla="*/ 13 w 191"/>
                <a:gd name="T3" fmla="*/ 60 h 193"/>
                <a:gd name="T4" fmla="*/ 9 w 191"/>
                <a:gd name="T5" fmla="*/ 56 h 193"/>
                <a:gd name="T6" fmla="*/ 8 w 191"/>
                <a:gd name="T7" fmla="*/ 50 h 193"/>
                <a:gd name="T8" fmla="*/ 10 w 191"/>
                <a:gd name="T9" fmla="*/ 45 h 193"/>
                <a:gd name="T10" fmla="*/ 14 w 191"/>
                <a:gd name="T11" fmla="*/ 39 h 193"/>
                <a:gd name="T12" fmla="*/ 24 w 191"/>
                <a:gd name="T13" fmla="*/ 30 h 193"/>
                <a:gd name="T14" fmla="*/ 38 w 191"/>
                <a:gd name="T15" fmla="*/ 19 h 193"/>
                <a:gd name="T16" fmla="*/ 52 w 191"/>
                <a:gd name="T17" fmla="*/ 12 h 193"/>
                <a:gd name="T18" fmla="*/ 60 w 191"/>
                <a:gd name="T19" fmla="*/ 10 h 193"/>
                <a:gd name="T20" fmla="*/ 65 w 191"/>
                <a:gd name="T21" fmla="*/ 10 h 193"/>
                <a:gd name="T22" fmla="*/ 69 w 191"/>
                <a:gd name="T23" fmla="*/ 12 h 193"/>
                <a:gd name="T24" fmla="*/ 71 w 191"/>
                <a:gd name="T25" fmla="*/ 18 h 193"/>
                <a:gd name="T26" fmla="*/ 69 w 191"/>
                <a:gd name="T27" fmla="*/ 24 h 193"/>
                <a:gd name="T28" fmla="*/ 61 w 191"/>
                <a:gd name="T29" fmla="*/ 32 h 193"/>
                <a:gd name="T30" fmla="*/ 69 w 191"/>
                <a:gd name="T31" fmla="*/ 36 h 193"/>
                <a:gd name="T32" fmla="*/ 75 w 191"/>
                <a:gd name="T33" fmla="*/ 31 h 193"/>
                <a:gd name="T34" fmla="*/ 77 w 191"/>
                <a:gd name="T35" fmla="*/ 25 h 193"/>
                <a:gd name="T36" fmla="*/ 79 w 191"/>
                <a:gd name="T37" fmla="*/ 19 h 193"/>
                <a:gd name="T38" fmla="*/ 78 w 191"/>
                <a:gd name="T39" fmla="*/ 13 h 193"/>
                <a:gd name="T40" fmla="*/ 75 w 191"/>
                <a:gd name="T41" fmla="*/ 7 h 193"/>
                <a:gd name="T42" fmla="*/ 71 w 191"/>
                <a:gd name="T43" fmla="*/ 3 h 193"/>
                <a:gd name="T44" fmla="*/ 64 w 191"/>
                <a:gd name="T45" fmla="*/ 0 h 193"/>
                <a:gd name="T46" fmla="*/ 55 w 191"/>
                <a:gd name="T47" fmla="*/ 2 h 193"/>
                <a:gd name="T48" fmla="*/ 42 w 191"/>
                <a:gd name="T49" fmla="*/ 7 h 193"/>
                <a:gd name="T50" fmla="*/ 29 w 191"/>
                <a:gd name="T51" fmla="*/ 16 h 193"/>
                <a:gd name="T52" fmla="*/ 17 w 191"/>
                <a:gd name="T53" fmla="*/ 25 h 193"/>
                <a:gd name="T54" fmla="*/ 8 w 191"/>
                <a:gd name="T55" fmla="*/ 35 h 193"/>
                <a:gd name="T56" fmla="*/ 2 w 191"/>
                <a:gd name="T57" fmla="*/ 43 h 193"/>
                <a:gd name="T58" fmla="*/ 0 w 191"/>
                <a:gd name="T59" fmla="*/ 51 h 193"/>
                <a:gd name="T60" fmla="*/ 2 w 191"/>
                <a:gd name="T61" fmla="*/ 58 h 193"/>
                <a:gd name="T62" fmla="*/ 5 w 191"/>
                <a:gd name="T63" fmla="*/ 64 h 193"/>
                <a:gd name="T64" fmla="*/ 9 w 191"/>
                <a:gd name="T65" fmla="*/ 67 h 193"/>
                <a:gd name="T66" fmla="*/ 14 w 191"/>
                <a:gd name="T67" fmla="*/ 69 h 193"/>
                <a:gd name="T68" fmla="*/ 20 w 191"/>
                <a:gd name="T69" fmla="*/ 68 h 193"/>
                <a:gd name="T70" fmla="*/ 28 w 191"/>
                <a:gd name="T71" fmla="*/ 65 h 193"/>
                <a:gd name="T72" fmla="*/ 29 w 191"/>
                <a:gd name="T73" fmla="*/ 55 h 193"/>
                <a:gd name="T74" fmla="*/ 43 w 191"/>
                <a:gd name="T75" fmla="*/ 107 h 193"/>
                <a:gd name="T76" fmla="*/ 27 w 191"/>
                <a:gd name="T77" fmla="*/ 89 h 193"/>
                <a:gd name="T78" fmla="*/ 97 w 191"/>
                <a:gd name="T79" fmla="*/ 33 h 193"/>
                <a:gd name="T80" fmla="*/ 110 w 191"/>
                <a:gd name="T81" fmla="*/ 47 h 193"/>
                <a:gd name="T82" fmla="*/ 48 w 191"/>
                <a:gd name="T83" fmla="*/ 112 h 193"/>
                <a:gd name="T84" fmla="*/ 124 w 191"/>
                <a:gd name="T85" fmla="*/ 60 h 193"/>
                <a:gd name="T86" fmla="*/ 64 w 191"/>
                <a:gd name="T87" fmla="*/ 127 h 193"/>
                <a:gd name="T88" fmla="*/ 169 w 191"/>
                <a:gd name="T89" fmla="*/ 95 h 193"/>
                <a:gd name="T90" fmla="*/ 149 w 191"/>
                <a:gd name="T91" fmla="*/ 82 h 193"/>
                <a:gd name="T92" fmla="*/ 82 w 191"/>
                <a:gd name="T93" fmla="*/ 143 h 193"/>
                <a:gd name="T94" fmla="*/ 99 w 191"/>
                <a:gd name="T95" fmla="*/ 156 h 193"/>
                <a:gd name="T96" fmla="*/ 145 w 191"/>
                <a:gd name="T97" fmla="*/ 188 h 193"/>
                <a:gd name="T98" fmla="*/ 182 w 191"/>
                <a:gd name="T99" fmla="*/ 105 h 193"/>
                <a:gd name="T100" fmla="*/ 147 w 191"/>
                <a:gd name="T101" fmla="*/ 148 h 193"/>
                <a:gd name="T102" fmla="*/ 153 w 191"/>
                <a:gd name="T103" fmla="*/ 14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91" h="193">
                  <a:moveTo>
                    <a:pt x="29" y="55"/>
                  </a:moveTo>
                  <a:lnTo>
                    <a:pt x="24" y="57"/>
                  </a:lnTo>
                  <a:lnTo>
                    <a:pt x="20" y="59"/>
                  </a:lnTo>
                  <a:lnTo>
                    <a:pt x="17" y="60"/>
                  </a:lnTo>
                  <a:lnTo>
                    <a:pt x="15" y="60"/>
                  </a:lnTo>
                  <a:lnTo>
                    <a:pt x="13" y="60"/>
                  </a:lnTo>
                  <a:lnTo>
                    <a:pt x="12" y="59"/>
                  </a:lnTo>
                  <a:lnTo>
                    <a:pt x="10" y="58"/>
                  </a:lnTo>
                  <a:lnTo>
                    <a:pt x="9" y="56"/>
                  </a:lnTo>
                  <a:lnTo>
                    <a:pt x="8" y="54"/>
                  </a:lnTo>
                  <a:lnTo>
                    <a:pt x="8" y="51"/>
                  </a:lnTo>
                  <a:lnTo>
                    <a:pt x="8" y="50"/>
                  </a:lnTo>
                  <a:lnTo>
                    <a:pt x="8" y="48"/>
                  </a:lnTo>
                  <a:lnTo>
                    <a:pt x="9" y="47"/>
                  </a:lnTo>
                  <a:lnTo>
                    <a:pt x="10" y="45"/>
                  </a:lnTo>
                  <a:lnTo>
                    <a:pt x="11" y="43"/>
                  </a:lnTo>
                  <a:lnTo>
                    <a:pt x="12" y="42"/>
                  </a:lnTo>
                  <a:lnTo>
                    <a:pt x="14" y="39"/>
                  </a:lnTo>
                  <a:lnTo>
                    <a:pt x="16" y="37"/>
                  </a:lnTo>
                  <a:lnTo>
                    <a:pt x="20" y="33"/>
                  </a:lnTo>
                  <a:lnTo>
                    <a:pt x="24" y="30"/>
                  </a:lnTo>
                  <a:lnTo>
                    <a:pt x="28" y="27"/>
                  </a:lnTo>
                  <a:lnTo>
                    <a:pt x="33" y="23"/>
                  </a:lnTo>
                  <a:lnTo>
                    <a:pt x="38" y="19"/>
                  </a:lnTo>
                  <a:lnTo>
                    <a:pt x="43" y="17"/>
                  </a:lnTo>
                  <a:lnTo>
                    <a:pt x="48" y="15"/>
                  </a:lnTo>
                  <a:lnTo>
                    <a:pt x="52" y="12"/>
                  </a:lnTo>
                  <a:lnTo>
                    <a:pt x="56" y="11"/>
                  </a:lnTo>
                  <a:lnTo>
                    <a:pt x="58" y="10"/>
                  </a:lnTo>
                  <a:lnTo>
                    <a:pt x="60" y="10"/>
                  </a:lnTo>
                  <a:lnTo>
                    <a:pt x="61" y="9"/>
                  </a:lnTo>
                  <a:lnTo>
                    <a:pt x="64" y="9"/>
                  </a:lnTo>
                  <a:lnTo>
                    <a:pt x="65" y="10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4"/>
                  </a:lnTo>
                  <a:lnTo>
                    <a:pt x="71" y="16"/>
                  </a:lnTo>
                  <a:lnTo>
                    <a:pt x="71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69" y="24"/>
                  </a:lnTo>
                  <a:lnTo>
                    <a:pt x="68" y="27"/>
                  </a:lnTo>
                  <a:lnTo>
                    <a:pt x="65" y="29"/>
                  </a:lnTo>
                  <a:lnTo>
                    <a:pt x="61" y="32"/>
                  </a:lnTo>
                  <a:lnTo>
                    <a:pt x="65" y="39"/>
                  </a:lnTo>
                  <a:lnTo>
                    <a:pt x="67" y="38"/>
                  </a:lnTo>
                  <a:lnTo>
                    <a:pt x="69" y="36"/>
                  </a:lnTo>
                  <a:lnTo>
                    <a:pt x="71" y="35"/>
                  </a:lnTo>
                  <a:lnTo>
                    <a:pt x="73" y="33"/>
                  </a:lnTo>
                  <a:lnTo>
                    <a:pt x="75" y="31"/>
                  </a:lnTo>
                  <a:lnTo>
                    <a:pt x="76" y="29"/>
                  </a:lnTo>
                  <a:lnTo>
                    <a:pt x="77" y="27"/>
                  </a:lnTo>
                  <a:lnTo>
                    <a:pt x="77" y="25"/>
                  </a:lnTo>
                  <a:lnTo>
                    <a:pt x="78" y="23"/>
                  </a:lnTo>
                  <a:lnTo>
                    <a:pt x="79" y="21"/>
                  </a:lnTo>
                  <a:lnTo>
                    <a:pt x="79" y="19"/>
                  </a:lnTo>
                  <a:lnTo>
                    <a:pt x="79" y="17"/>
                  </a:lnTo>
                  <a:lnTo>
                    <a:pt x="78" y="15"/>
                  </a:lnTo>
                  <a:lnTo>
                    <a:pt x="78" y="13"/>
                  </a:lnTo>
                  <a:lnTo>
                    <a:pt x="77" y="11"/>
                  </a:lnTo>
                  <a:lnTo>
                    <a:pt x="77" y="9"/>
                  </a:lnTo>
                  <a:lnTo>
                    <a:pt x="75" y="7"/>
                  </a:lnTo>
                  <a:lnTo>
                    <a:pt x="74" y="5"/>
                  </a:lnTo>
                  <a:lnTo>
                    <a:pt x="73" y="3"/>
                  </a:lnTo>
                  <a:lnTo>
                    <a:pt x="71" y="3"/>
                  </a:lnTo>
                  <a:lnTo>
                    <a:pt x="69" y="1"/>
                  </a:lnTo>
                  <a:lnTo>
                    <a:pt x="66" y="1"/>
                  </a:lnTo>
                  <a:lnTo>
                    <a:pt x="64" y="0"/>
                  </a:lnTo>
                  <a:lnTo>
                    <a:pt x="61" y="0"/>
                  </a:lnTo>
                  <a:lnTo>
                    <a:pt x="58" y="1"/>
                  </a:lnTo>
                  <a:lnTo>
                    <a:pt x="55" y="2"/>
                  </a:lnTo>
                  <a:lnTo>
                    <a:pt x="51" y="3"/>
                  </a:lnTo>
                  <a:lnTo>
                    <a:pt x="47" y="5"/>
                  </a:lnTo>
                  <a:lnTo>
                    <a:pt x="42" y="7"/>
                  </a:lnTo>
                  <a:lnTo>
                    <a:pt x="38" y="10"/>
                  </a:lnTo>
                  <a:lnTo>
                    <a:pt x="34" y="13"/>
                  </a:lnTo>
                  <a:lnTo>
                    <a:pt x="29" y="16"/>
                  </a:lnTo>
                  <a:lnTo>
                    <a:pt x="24" y="19"/>
                  </a:lnTo>
                  <a:lnTo>
                    <a:pt x="20" y="22"/>
                  </a:lnTo>
                  <a:lnTo>
                    <a:pt x="17" y="25"/>
                  </a:lnTo>
                  <a:lnTo>
                    <a:pt x="13" y="29"/>
                  </a:lnTo>
                  <a:lnTo>
                    <a:pt x="10" y="32"/>
                  </a:lnTo>
                  <a:lnTo>
                    <a:pt x="8" y="35"/>
                  </a:lnTo>
                  <a:lnTo>
                    <a:pt x="5" y="38"/>
                  </a:lnTo>
                  <a:lnTo>
                    <a:pt x="4" y="41"/>
                  </a:lnTo>
                  <a:lnTo>
                    <a:pt x="2" y="43"/>
                  </a:lnTo>
                  <a:lnTo>
                    <a:pt x="1" y="46"/>
                  </a:lnTo>
                  <a:lnTo>
                    <a:pt x="0" y="48"/>
                  </a:lnTo>
                  <a:lnTo>
                    <a:pt x="0" y="51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2" y="58"/>
                  </a:lnTo>
                  <a:lnTo>
                    <a:pt x="3" y="60"/>
                  </a:lnTo>
                  <a:lnTo>
                    <a:pt x="4" y="63"/>
                  </a:lnTo>
                  <a:lnTo>
                    <a:pt x="5" y="64"/>
                  </a:lnTo>
                  <a:lnTo>
                    <a:pt x="6" y="66"/>
                  </a:lnTo>
                  <a:lnTo>
                    <a:pt x="8" y="67"/>
                  </a:lnTo>
                  <a:lnTo>
                    <a:pt x="9" y="67"/>
                  </a:lnTo>
                  <a:lnTo>
                    <a:pt x="11" y="68"/>
                  </a:lnTo>
                  <a:lnTo>
                    <a:pt x="12" y="69"/>
                  </a:lnTo>
                  <a:lnTo>
                    <a:pt x="14" y="69"/>
                  </a:lnTo>
                  <a:lnTo>
                    <a:pt x="16" y="69"/>
                  </a:lnTo>
                  <a:lnTo>
                    <a:pt x="19" y="69"/>
                  </a:lnTo>
                  <a:lnTo>
                    <a:pt x="20" y="68"/>
                  </a:lnTo>
                  <a:lnTo>
                    <a:pt x="23" y="67"/>
                  </a:lnTo>
                  <a:lnTo>
                    <a:pt x="25" y="67"/>
                  </a:lnTo>
                  <a:lnTo>
                    <a:pt x="28" y="65"/>
                  </a:lnTo>
                  <a:lnTo>
                    <a:pt x="30" y="63"/>
                  </a:lnTo>
                  <a:lnTo>
                    <a:pt x="33" y="62"/>
                  </a:lnTo>
                  <a:lnTo>
                    <a:pt x="29" y="55"/>
                  </a:lnTo>
                  <a:lnTo>
                    <a:pt x="29" y="55"/>
                  </a:lnTo>
                  <a:close/>
                  <a:moveTo>
                    <a:pt x="48" y="112"/>
                  </a:moveTo>
                  <a:lnTo>
                    <a:pt x="43" y="107"/>
                  </a:lnTo>
                  <a:lnTo>
                    <a:pt x="78" y="76"/>
                  </a:lnTo>
                  <a:lnTo>
                    <a:pt x="64" y="59"/>
                  </a:lnTo>
                  <a:lnTo>
                    <a:pt x="27" y="89"/>
                  </a:lnTo>
                  <a:lnTo>
                    <a:pt x="21" y="83"/>
                  </a:lnTo>
                  <a:lnTo>
                    <a:pt x="91" y="27"/>
                  </a:lnTo>
                  <a:lnTo>
                    <a:pt x="97" y="33"/>
                  </a:lnTo>
                  <a:lnTo>
                    <a:pt x="70" y="54"/>
                  </a:lnTo>
                  <a:lnTo>
                    <a:pt x="84" y="71"/>
                  </a:lnTo>
                  <a:lnTo>
                    <a:pt x="110" y="47"/>
                  </a:lnTo>
                  <a:lnTo>
                    <a:pt x="116" y="53"/>
                  </a:lnTo>
                  <a:lnTo>
                    <a:pt x="48" y="112"/>
                  </a:lnTo>
                  <a:lnTo>
                    <a:pt x="48" y="112"/>
                  </a:lnTo>
                  <a:close/>
                  <a:moveTo>
                    <a:pt x="64" y="127"/>
                  </a:moveTo>
                  <a:lnTo>
                    <a:pt x="58" y="121"/>
                  </a:lnTo>
                  <a:lnTo>
                    <a:pt x="124" y="60"/>
                  </a:lnTo>
                  <a:lnTo>
                    <a:pt x="130" y="66"/>
                  </a:lnTo>
                  <a:lnTo>
                    <a:pt x="64" y="127"/>
                  </a:lnTo>
                  <a:lnTo>
                    <a:pt x="64" y="127"/>
                  </a:lnTo>
                  <a:close/>
                  <a:moveTo>
                    <a:pt x="99" y="156"/>
                  </a:moveTo>
                  <a:lnTo>
                    <a:pt x="105" y="161"/>
                  </a:lnTo>
                  <a:lnTo>
                    <a:pt x="169" y="95"/>
                  </a:lnTo>
                  <a:lnTo>
                    <a:pt x="163" y="91"/>
                  </a:lnTo>
                  <a:lnTo>
                    <a:pt x="122" y="131"/>
                  </a:lnTo>
                  <a:lnTo>
                    <a:pt x="149" y="82"/>
                  </a:lnTo>
                  <a:lnTo>
                    <a:pt x="139" y="74"/>
                  </a:lnTo>
                  <a:lnTo>
                    <a:pt x="75" y="136"/>
                  </a:lnTo>
                  <a:lnTo>
                    <a:pt x="82" y="143"/>
                  </a:lnTo>
                  <a:lnTo>
                    <a:pt x="137" y="86"/>
                  </a:lnTo>
                  <a:lnTo>
                    <a:pt x="99" y="156"/>
                  </a:lnTo>
                  <a:lnTo>
                    <a:pt x="99" y="156"/>
                  </a:lnTo>
                  <a:close/>
                  <a:moveTo>
                    <a:pt x="147" y="148"/>
                  </a:moveTo>
                  <a:lnTo>
                    <a:pt x="160" y="159"/>
                  </a:lnTo>
                  <a:lnTo>
                    <a:pt x="145" y="188"/>
                  </a:lnTo>
                  <a:lnTo>
                    <a:pt x="153" y="193"/>
                  </a:lnTo>
                  <a:lnTo>
                    <a:pt x="191" y="111"/>
                  </a:lnTo>
                  <a:lnTo>
                    <a:pt x="182" y="105"/>
                  </a:lnTo>
                  <a:lnTo>
                    <a:pt x="115" y="168"/>
                  </a:lnTo>
                  <a:lnTo>
                    <a:pt x="121" y="173"/>
                  </a:lnTo>
                  <a:lnTo>
                    <a:pt x="147" y="148"/>
                  </a:lnTo>
                  <a:lnTo>
                    <a:pt x="147" y="148"/>
                  </a:lnTo>
                  <a:close/>
                  <a:moveTo>
                    <a:pt x="163" y="151"/>
                  </a:moveTo>
                  <a:lnTo>
                    <a:pt x="153" y="143"/>
                  </a:lnTo>
                  <a:lnTo>
                    <a:pt x="178" y="119"/>
                  </a:lnTo>
                  <a:lnTo>
                    <a:pt x="163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51" name="îšľiḋé">
              <a:extLst>
                <a:ext uri="{FF2B5EF4-FFF2-40B4-BE49-F238E27FC236}">
                  <a16:creationId xmlns:a16="http://schemas.microsoft.com/office/drawing/2014/main" id="{FC3D1EF4-34DD-439E-AB11-22F83AD97A36}"/>
                </a:ext>
              </a:extLst>
            </p:cNvPr>
            <p:cNvSpPr/>
            <p:nvPr/>
          </p:nvSpPr>
          <p:spPr bwMode="auto">
            <a:xfrm>
              <a:off x="2944813" y="3957638"/>
              <a:ext cx="39688" cy="73025"/>
            </a:xfrm>
            <a:custGeom>
              <a:avLst/>
              <a:gdLst>
                <a:gd name="T0" fmla="*/ 13 w 25"/>
                <a:gd name="T1" fmla="*/ 0 h 46"/>
                <a:gd name="T2" fmla="*/ 20 w 25"/>
                <a:gd name="T3" fmla="*/ 29 h 46"/>
                <a:gd name="T4" fmla="*/ 24 w 25"/>
                <a:gd name="T5" fmla="*/ 28 h 46"/>
                <a:gd name="T6" fmla="*/ 25 w 25"/>
                <a:gd name="T7" fmla="*/ 32 h 46"/>
                <a:gd name="T8" fmla="*/ 21 w 25"/>
                <a:gd name="T9" fmla="*/ 33 h 46"/>
                <a:gd name="T10" fmla="*/ 24 w 25"/>
                <a:gd name="T11" fmla="*/ 45 h 46"/>
                <a:gd name="T12" fmla="*/ 20 w 25"/>
                <a:gd name="T13" fmla="*/ 46 h 46"/>
                <a:gd name="T14" fmla="*/ 17 w 25"/>
                <a:gd name="T15" fmla="*/ 33 h 46"/>
                <a:gd name="T16" fmla="*/ 2 w 25"/>
                <a:gd name="T17" fmla="*/ 37 h 46"/>
                <a:gd name="T18" fmla="*/ 0 w 25"/>
                <a:gd name="T19" fmla="*/ 33 h 46"/>
                <a:gd name="T20" fmla="*/ 11 w 25"/>
                <a:gd name="T21" fmla="*/ 0 h 46"/>
                <a:gd name="T22" fmla="*/ 13 w 25"/>
                <a:gd name="T23" fmla="*/ 0 h 46"/>
                <a:gd name="T24" fmla="*/ 13 w 25"/>
                <a:gd name="T25" fmla="*/ 0 h 46"/>
                <a:gd name="T26" fmla="*/ 16 w 25"/>
                <a:gd name="T27" fmla="*/ 29 h 46"/>
                <a:gd name="T28" fmla="*/ 11 w 25"/>
                <a:gd name="T29" fmla="*/ 7 h 46"/>
                <a:gd name="T30" fmla="*/ 3 w 25"/>
                <a:gd name="T31" fmla="*/ 33 h 46"/>
                <a:gd name="T32" fmla="*/ 16 w 25"/>
                <a:gd name="T33" fmla="*/ 2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46">
                  <a:moveTo>
                    <a:pt x="13" y="0"/>
                  </a:moveTo>
                  <a:lnTo>
                    <a:pt x="20" y="29"/>
                  </a:lnTo>
                  <a:lnTo>
                    <a:pt x="24" y="28"/>
                  </a:lnTo>
                  <a:lnTo>
                    <a:pt x="25" y="32"/>
                  </a:lnTo>
                  <a:lnTo>
                    <a:pt x="21" y="33"/>
                  </a:lnTo>
                  <a:lnTo>
                    <a:pt x="24" y="45"/>
                  </a:lnTo>
                  <a:lnTo>
                    <a:pt x="20" y="46"/>
                  </a:lnTo>
                  <a:lnTo>
                    <a:pt x="17" y="33"/>
                  </a:lnTo>
                  <a:lnTo>
                    <a:pt x="2" y="37"/>
                  </a:lnTo>
                  <a:lnTo>
                    <a:pt x="0" y="33"/>
                  </a:lnTo>
                  <a:lnTo>
                    <a:pt x="11" y="0"/>
                  </a:lnTo>
                  <a:lnTo>
                    <a:pt x="13" y="0"/>
                  </a:lnTo>
                  <a:lnTo>
                    <a:pt x="13" y="0"/>
                  </a:lnTo>
                  <a:close/>
                  <a:moveTo>
                    <a:pt x="16" y="29"/>
                  </a:moveTo>
                  <a:lnTo>
                    <a:pt x="11" y="7"/>
                  </a:lnTo>
                  <a:lnTo>
                    <a:pt x="3" y="33"/>
                  </a:lnTo>
                  <a:lnTo>
                    <a:pt x="16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52" name="îṩliḍè">
              <a:extLst>
                <a:ext uri="{FF2B5EF4-FFF2-40B4-BE49-F238E27FC236}">
                  <a16:creationId xmlns:a16="http://schemas.microsoft.com/office/drawing/2014/main" id="{636B47D6-A89A-4D35-9F71-A8ECC56D784D}"/>
                </a:ext>
              </a:extLst>
            </p:cNvPr>
            <p:cNvSpPr/>
            <p:nvPr/>
          </p:nvSpPr>
          <p:spPr bwMode="auto">
            <a:xfrm>
              <a:off x="2720976" y="3960813"/>
              <a:ext cx="38100" cy="71438"/>
            </a:xfrm>
            <a:custGeom>
              <a:avLst/>
              <a:gdLst>
                <a:gd name="T0" fmla="*/ 16 w 24"/>
                <a:gd name="T1" fmla="*/ 10 h 45"/>
                <a:gd name="T2" fmla="*/ 16 w 24"/>
                <a:gd name="T3" fmla="*/ 8 h 45"/>
                <a:gd name="T4" fmla="*/ 16 w 24"/>
                <a:gd name="T5" fmla="*/ 7 h 45"/>
                <a:gd name="T6" fmla="*/ 16 w 24"/>
                <a:gd name="T7" fmla="*/ 6 h 45"/>
                <a:gd name="T8" fmla="*/ 15 w 24"/>
                <a:gd name="T9" fmla="*/ 5 h 45"/>
                <a:gd name="T10" fmla="*/ 12 w 24"/>
                <a:gd name="T11" fmla="*/ 5 h 45"/>
                <a:gd name="T12" fmla="*/ 9 w 24"/>
                <a:gd name="T13" fmla="*/ 5 h 45"/>
                <a:gd name="T14" fmla="*/ 10 w 24"/>
                <a:gd name="T15" fmla="*/ 3 h 45"/>
                <a:gd name="T16" fmla="*/ 13 w 24"/>
                <a:gd name="T17" fmla="*/ 3 h 45"/>
                <a:gd name="T18" fmla="*/ 17 w 24"/>
                <a:gd name="T19" fmla="*/ 3 h 45"/>
                <a:gd name="T20" fmla="*/ 20 w 24"/>
                <a:gd name="T21" fmla="*/ 2 h 45"/>
                <a:gd name="T22" fmla="*/ 24 w 24"/>
                <a:gd name="T23" fmla="*/ 0 h 45"/>
                <a:gd name="T24" fmla="*/ 14 w 24"/>
                <a:gd name="T25" fmla="*/ 39 h 45"/>
                <a:gd name="T26" fmla="*/ 14 w 24"/>
                <a:gd name="T27" fmla="*/ 39 h 45"/>
                <a:gd name="T28" fmla="*/ 14 w 24"/>
                <a:gd name="T29" fmla="*/ 40 h 45"/>
                <a:gd name="T30" fmla="*/ 14 w 24"/>
                <a:gd name="T31" fmla="*/ 41 h 45"/>
                <a:gd name="T32" fmla="*/ 14 w 24"/>
                <a:gd name="T33" fmla="*/ 42 h 45"/>
                <a:gd name="T34" fmla="*/ 16 w 24"/>
                <a:gd name="T35" fmla="*/ 43 h 45"/>
                <a:gd name="T36" fmla="*/ 18 w 24"/>
                <a:gd name="T37" fmla="*/ 43 h 45"/>
                <a:gd name="T38" fmla="*/ 18 w 24"/>
                <a:gd name="T39" fmla="*/ 45 h 45"/>
                <a:gd name="T40" fmla="*/ 0 w 24"/>
                <a:gd name="T41" fmla="*/ 40 h 45"/>
                <a:gd name="T42" fmla="*/ 1 w 24"/>
                <a:gd name="T43" fmla="*/ 39 h 45"/>
                <a:gd name="T44" fmla="*/ 4 w 24"/>
                <a:gd name="T45" fmla="*/ 39 h 45"/>
                <a:gd name="T46" fmla="*/ 6 w 24"/>
                <a:gd name="T47" fmla="*/ 39 h 45"/>
                <a:gd name="T48" fmla="*/ 7 w 24"/>
                <a:gd name="T49" fmla="*/ 39 h 45"/>
                <a:gd name="T50" fmla="*/ 8 w 24"/>
                <a:gd name="T51" fmla="*/ 39 h 45"/>
                <a:gd name="T52" fmla="*/ 8 w 24"/>
                <a:gd name="T53" fmla="*/ 39 h 45"/>
                <a:gd name="T54" fmla="*/ 8 w 24"/>
                <a:gd name="T55" fmla="*/ 39 h 45"/>
                <a:gd name="T56" fmla="*/ 16 w 24"/>
                <a:gd name="T5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" h="45">
                  <a:moveTo>
                    <a:pt x="16" y="10"/>
                  </a:moveTo>
                  <a:lnTo>
                    <a:pt x="16" y="8"/>
                  </a:lnTo>
                  <a:lnTo>
                    <a:pt x="16" y="7"/>
                  </a:lnTo>
                  <a:lnTo>
                    <a:pt x="16" y="6"/>
                  </a:lnTo>
                  <a:lnTo>
                    <a:pt x="15" y="5"/>
                  </a:lnTo>
                  <a:lnTo>
                    <a:pt x="12" y="5"/>
                  </a:lnTo>
                  <a:lnTo>
                    <a:pt x="9" y="5"/>
                  </a:lnTo>
                  <a:lnTo>
                    <a:pt x="10" y="3"/>
                  </a:lnTo>
                  <a:lnTo>
                    <a:pt x="13" y="3"/>
                  </a:lnTo>
                  <a:lnTo>
                    <a:pt x="17" y="3"/>
                  </a:lnTo>
                  <a:lnTo>
                    <a:pt x="20" y="2"/>
                  </a:lnTo>
                  <a:lnTo>
                    <a:pt x="24" y="0"/>
                  </a:lnTo>
                  <a:lnTo>
                    <a:pt x="14" y="39"/>
                  </a:lnTo>
                  <a:lnTo>
                    <a:pt x="14" y="39"/>
                  </a:lnTo>
                  <a:lnTo>
                    <a:pt x="14" y="40"/>
                  </a:lnTo>
                  <a:lnTo>
                    <a:pt x="14" y="41"/>
                  </a:lnTo>
                  <a:lnTo>
                    <a:pt x="14" y="42"/>
                  </a:lnTo>
                  <a:lnTo>
                    <a:pt x="16" y="43"/>
                  </a:lnTo>
                  <a:lnTo>
                    <a:pt x="18" y="43"/>
                  </a:lnTo>
                  <a:lnTo>
                    <a:pt x="18" y="45"/>
                  </a:lnTo>
                  <a:lnTo>
                    <a:pt x="0" y="40"/>
                  </a:lnTo>
                  <a:lnTo>
                    <a:pt x="1" y="39"/>
                  </a:lnTo>
                  <a:lnTo>
                    <a:pt x="4" y="39"/>
                  </a:lnTo>
                  <a:lnTo>
                    <a:pt x="6" y="39"/>
                  </a:lnTo>
                  <a:lnTo>
                    <a:pt x="7" y="39"/>
                  </a:lnTo>
                  <a:lnTo>
                    <a:pt x="8" y="39"/>
                  </a:lnTo>
                  <a:lnTo>
                    <a:pt x="8" y="39"/>
                  </a:lnTo>
                  <a:lnTo>
                    <a:pt x="8" y="39"/>
                  </a:lnTo>
                  <a:lnTo>
                    <a:pt x="1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53" name="îsḻíḓe">
              <a:extLst>
                <a:ext uri="{FF2B5EF4-FFF2-40B4-BE49-F238E27FC236}">
                  <a16:creationId xmlns:a16="http://schemas.microsoft.com/office/drawing/2014/main" id="{39CD73FB-06EB-4DA0-B0A3-5A0BD0851E64}"/>
                </a:ext>
              </a:extLst>
            </p:cNvPr>
            <p:cNvSpPr/>
            <p:nvPr/>
          </p:nvSpPr>
          <p:spPr bwMode="auto">
            <a:xfrm>
              <a:off x="2797176" y="3963988"/>
              <a:ext cx="36513" cy="71438"/>
            </a:xfrm>
            <a:custGeom>
              <a:avLst/>
              <a:gdLst>
                <a:gd name="T0" fmla="*/ 1 w 23"/>
                <a:gd name="T1" fmla="*/ 45 h 45"/>
                <a:gd name="T2" fmla="*/ 6 w 23"/>
                <a:gd name="T3" fmla="*/ 42 h 45"/>
                <a:gd name="T4" fmla="*/ 10 w 23"/>
                <a:gd name="T5" fmla="*/ 39 h 45"/>
                <a:gd name="T6" fmla="*/ 14 w 23"/>
                <a:gd name="T7" fmla="*/ 33 h 45"/>
                <a:gd name="T8" fmla="*/ 16 w 23"/>
                <a:gd name="T9" fmla="*/ 25 h 45"/>
                <a:gd name="T10" fmla="*/ 12 w 23"/>
                <a:gd name="T11" fmla="*/ 28 h 45"/>
                <a:gd name="T12" fmla="*/ 11 w 23"/>
                <a:gd name="T13" fmla="*/ 29 h 45"/>
                <a:gd name="T14" fmla="*/ 8 w 23"/>
                <a:gd name="T15" fmla="*/ 29 h 45"/>
                <a:gd name="T16" fmla="*/ 5 w 23"/>
                <a:gd name="T17" fmla="*/ 27 h 45"/>
                <a:gd name="T18" fmla="*/ 3 w 23"/>
                <a:gd name="T19" fmla="*/ 24 h 45"/>
                <a:gd name="T20" fmla="*/ 1 w 23"/>
                <a:gd name="T21" fmla="*/ 20 h 45"/>
                <a:gd name="T22" fmla="*/ 0 w 23"/>
                <a:gd name="T23" fmla="*/ 14 h 45"/>
                <a:gd name="T24" fmla="*/ 1 w 23"/>
                <a:gd name="T25" fmla="*/ 9 h 45"/>
                <a:gd name="T26" fmla="*/ 4 w 23"/>
                <a:gd name="T27" fmla="*/ 5 h 45"/>
                <a:gd name="T28" fmla="*/ 5 w 23"/>
                <a:gd name="T29" fmla="*/ 2 h 45"/>
                <a:gd name="T30" fmla="*/ 8 w 23"/>
                <a:gd name="T31" fmla="*/ 1 h 45"/>
                <a:gd name="T32" fmla="*/ 12 w 23"/>
                <a:gd name="T33" fmla="*/ 0 h 45"/>
                <a:gd name="T34" fmla="*/ 14 w 23"/>
                <a:gd name="T35" fmla="*/ 0 h 45"/>
                <a:gd name="T36" fmla="*/ 16 w 23"/>
                <a:gd name="T37" fmla="*/ 1 h 45"/>
                <a:gd name="T38" fmla="*/ 20 w 23"/>
                <a:gd name="T39" fmla="*/ 6 h 45"/>
                <a:gd name="T40" fmla="*/ 23 w 23"/>
                <a:gd name="T41" fmla="*/ 13 h 45"/>
                <a:gd name="T42" fmla="*/ 23 w 23"/>
                <a:gd name="T43" fmla="*/ 21 h 45"/>
                <a:gd name="T44" fmla="*/ 22 w 23"/>
                <a:gd name="T45" fmla="*/ 29 h 45"/>
                <a:gd name="T46" fmla="*/ 20 w 23"/>
                <a:gd name="T47" fmla="*/ 33 h 45"/>
                <a:gd name="T48" fmla="*/ 18 w 23"/>
                <a:gd name="T49" fmla="*/ 37 h 45"/>
                <a:gd name="T50" fmla="*/ 15 w 23"/>
                <a:gd name="T51" fmla="*/ 40 h 45"/>
                <a:gd name="T52" fmla="*/ 11 w 23"/>
                <a:gd name="T53" fmla="*/ 42 h 45"/>
                <a:gd name="T54" fmla="*/ 7 w 23"/>
                <a:gd name="T55" fmla="*/ 45 h 45"/>
                <a:gd name="T56" fmla="*/ 1 w 23"/>
                <a:gd name="T57" fmla="*/ 45 h 45"/>
                <a:gd name="T58" fmla="*/ 16 w 23"/>
                <a:gd name="T59" fmla="*/ 7 h 45"/>
                <a:gd name="T60" fmla="*/ 13 w 23"/>
                <a:gd name="T61" fmla="*/ 4 h 45"/>
                <a:gd name="T62" fmla="*/ 12 w 23"/>
                <a:gd name="T63" fmla="*/ 3 h 45"/>
                <a:gd name="T64" fmla="*/ 9 w 23"/>
                <a:gd name="T65" fmla="*/ 3 h 45"/>
                <a:gd name="T66" fmla="*/ 8 w 23"/>
                <a:gd name="T67" fmla="*/ 4 h 45"/>
                <a:gd name="T68" fmla="*/ 6 w 23"/>
                <a:gd name="T69" fmla="*/ 5 h 45"/>
                <a:gd name="T70" fmla="*/ 5 w 23"/>
                <a:gd name="T71" fmla="*/ 9 h 45"/>
                <a:gd name="T72" fmla="*/ 5 w 23"/>
                <a:gd name="T73" fmla="*/ 13 h 45"/>
                <a:gd name="T74" fmla="*/ 5 w 23"/>
                <a:gd name="T75" fmla="*/ 21 h 45"/>
                <a:gd name="T76" fmla="*/ 7 w 23"/>
                <a:gd name="T77" fmla="*/ 25 h 45"/>
                <a:gd name="T78" fmla="*/ 8 w 23"/>
                <a:gd name="T79" fmla="*/ 25 h 45"/>
                <a:gd name="T80" fmla="*/ 11 w 23"/>
                <a:gd name="T81" fmla="*/ 25 h 45"/>
                <a:gd name="T82" fmla="*/ 15 w 23"/>
                <a:gd name="T83" fmla="*/ 24 h 45"/>
                <a:gd name="T84" fmla="*/ 16 w 23"/>
                <a:gd name="T85" fmla="*/ 23 h 45"/>
                <a:gd name="T86" fmla="*/ 17 w 23"/>
                <a:gd name="T87" fmla="*/ 21 h 45"/>
                <a:gd name="T88" fmla="*/ 18 w 23"/>
                <a:gd name="T89" fmla="*/ 16 h 45"/>
                <a:gd name="T90" fmla="*/ 17 w 23"/>
                <a:gd name="T91" fmla="*/ 11 h 45"/>
                <a:gd name="T92" fmla="*/ 16 w 23"/>
                <a:gd name="T93" fmla="*/ 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3" h="45">
                  <a:moveTo>
                    <a:pt x="1" y="45"/>
                  </a:moveTo>
                  <a:lnTo>
                    <a:pt x="1" y="45"/>
                  </a:lnTo>
                  <a:lnTo>
                    <a:pt x="4" y="44"/>
                  </a:lnTo>
                  <a:lnTo>
                    <a:pt x="6" y="42"/>
                  </a:lnTo>
                  <a:lnTo>
                    <a:pt x="8" y="41"/>
                  </a:lnTo>
                  <a:lnTo>
                    <a:pt x="10" y="39"/>
                  </a:lnTo>
                  <a:lnTo>
                    <a:pt x="12" y="36"/>
                  </a:lnTo>
                  <a:lnTo>
                    <a:pt x="14" y="33"/>
                  </a:lnTo>
                  <a:lnTo>
                    <a:pt x="16" y="29"/>
                  </a:lnTo>
                  <a:lnTo>
                    <a:pt x="16" y="25"/>
                  </a:lnTo>
                  <a:lnTo>
                    <a:pt x="14" y="26"/>
                  </a:lnTo>
                  <a:lnTo>
                    <a:pt x="12" y="28"/>
                  </a:lnTo>
                  <a:lnTo>
                    <a:pt x="12" y="28"/>
                  </a:lnTo>
                  <a:lnTo>
                    <a:pt x="11" y="29"/>
                  </a:lnTo>
                  <a:lnTo>
                    <a:pt x="9" y="29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2"/>
                  </a:lnTo>
                  <a:lnTo>
                    <a:pt x="1" y="20"/>
                  </a:lnTo>
                  <a:lnTo>
                    <a:pt x="0" y="17"/>
                  </a:lnTo>
                  <a:lnTo>
                    <a:pt x="0" y="14"/>
                  </a:lnTo>
                  <a:lnTo>
                    <a:pt x="1" y="12"/>
                  </a:lnTo>
                  <a:lnTo>
                    <a:pt x="1" y="9"/>
                  </a:lnTo>
                  <a:lnTo>
                    <a:pt x="2" y="7"/>
                  </a:lnTo>
                  <a:lnTo>
                    <a:pt x="4" y="5"/>
                  </a:lnTo>
                  <a:lnTo>
                    <a:pt x="4" y="3"/>
                  </a:lnTo>
                  <a:lnTo>
                    <a:pt x="5" y="2"/>
                  </a:lnTo>
                  <a:lnTo>
                    <a:pt x="7" y="1"/>
                  </a:lnTo>
                  <a:lnTo>
                    <a:pt x="8" y="1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6" y="1"/>
                  </a:lnTo>
                  <a:lnTo>
                    <a:pt x="16" y="1"/>
                  </a:lnTo>
                  <a:lnTo>
                    <a:pt x="19" y="4"/>
                  </a:lnTo>
                  <a:lnTo>
                    <a:pt x="20" y="6"/>
                  </a:lnTo>
                  <a:lnTo>
                    <a:pt x="22" y="9"/>
                  </a:lnTo>
                  <a:lnTo>
                    <a:pt x="23" y="13"/>
                  </a:lnTo>
                  <a:lnTo>
                    <a:pt x="23" y="17"/>
                  </a:lnTo>
                  <a:lnTo>
                    <a:pt x="23" y="21"/>
                  </a:lnTo>
                  <a:lnTo>
                    <a:pt x="23" y="25"/>
                  </a:lnTo>
                  <a:lnTo>
                    <a:pt x="22" y="29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19" y="35"/>
                  </a:lnTo>
                  <a:lnTo>
                    <a:pt x="18" y="37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8" y="44"/>
                  </a:lnTo>
                  <a:lnTo>
                    <a:pt x="7" y="45"/>
                  </a:lnTo>
                  <a:lnTo>
                    <a:pt x="4" y="45"/>
                  </a:lnTo>
                  <a:lnTo>
                    <a:pt x="1" y="45"/>
                  </a:lnTo>
                  <a:lnTo>
                    <a:pt x="1" y="45"/>
                  </a:lnTo>
                  <a:close/>
                  <a:moveTo>
                    <a:pt x="16" y="7"/>
                  </a:moveTo>
                  <a:lnTo>
                    <a:pt x="15" y="5"/>
                  </a:lnTo>
                  <a:lnTo>
                    <a:pt x="13" y="4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1" y="3"/>
                  </a:lnTo>
                  <a:lnTo>
                    <a:pt x="9" y="3"/>
                  </a:lnTo>
                  <a:lnTo>
                    <a:pt x="8" y="3"/>
                  </a:lnTo>
                  <a:lnTo>
                    <a:pt x="8" y="4"/>
                  </a:lnTo>
                  <a:lnTo>
                    <a:pt x="7" y="5"/>
                  </a:lnTo>
                  <a:lnTo>
                    <a:pt x="6" y="5"/>
                  </a:lnTo>
                  <a:lnTo>
                    <a:pt x="5" y="7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3"/>
                  </a:lnTo>
                  <a:lnTo>
                    <a:pt x="5" y="17"/>
                  </a:lnTo>
                  <a:lnTo>
                    <a:pt x="5" y="21"/>
                  </a:lnTo>
                  <a:lnTo>
                    <a:pt x="6" y="23"/>
                  </a:lnTo>
                  <a:lnTo>
                    <a:pt x="7" y="25"/>
                  </a:lnTo>
                  <a:lnTo>
                    <a:pt x="8" y="25"/>
                  </a:lnTo>
                  <a:lnTo>
                    <a:pt x="8" y="25"/>
                  </a:lnTo>
                  <a:lnTo>
                    <a:pt x="10" y="25"/>
                  </a:lnTo>
                  <a:lnTo>
                    <a:pt x="11" y="25"/>
                  </a:lnTo>
                  <a:lnTo>
                    <a:pt x="13" y="25"/>
                  </a:lnTo>
                  <a:lnTo>
                    <a:pt x="15" y="24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16" y="22"/>
                  </a:lnTo>
                  <a:lnTo>
                    <a:pt x="17" y="21"/>
                  </a:lnTo>
                  <a:lnTo>
                    <a:pt x="17" y="19"/>
                  </a:lnTo>
                  <a:lnTo>
                    <a:pt x="18" y="16"/>
                  </a:lnTo>
                  <a:lnTo>
                    <a:pt x="17" y="13"/>
                  </a:lnTo>
                  <a:lnTo>
                    <a:pt x="17" y="11"/>
                  </a:lnTo>
                  <a:lnTo>
                    <a:pt x="16" y="9"/>
                  </a:lnTo>
                  <a:lnTo>
                    <a:pt x="16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  <p:sp>
          <p:nvSpPr>
            <p:cNvPr id="54" name="í$1îḍê">
              <a:extLst>
                <a:ext uri="{FF2B5EF4-FFF2-40B4-BE49-F238E27FC236}">
                  <a16:creationId xmlns:a16="http://schemas.microsoft.com/office/drawing/2014/main" id="{C7FBE27B-9F43-4F0E-A336-C012459C75BD}"/>
                </a:ext>
              </a:extLst>
            </p:cNvPr>
            <p:cNvSpPr/>
            <p:nvPr/>
          </p:nvSpPr>
          <p:spPr bwMode="auto">
            <a:xfrm>
              <a:off x="2874963" y="3962401"/>
              <a:ext cx="34925" cy="74613"/>
            </a:xfrm>
            <a:custGeom>
              <a:avLst/>
              <a:gdLst>
                <a:gd name="T0" fmla="*/ 0 w 22"/>
                <a:gd name="T1" fmla="*/ 10 h 47"/>
                <a:gd name="T2" fmla="*/ 1 w 22"/>
                <a:gd name="T3" fmla="*/ 6 h 47"/>
                <a:gd name="T4" fmla="*/ 4 w 22"/>
                <a:gd name="T5" fmla="*/ 2 h 47"/>
                <a:gd name="T6" fmla="*/ 8 w 22"/>
                <a:gd name="T7" fmla="*/ 1 h 47"/>
                <a:gd name="T8" fmla="*/ 12 w 22"/>
                <a:gd name="T9" fmla="*/ 1 h 47"/>
                <a:gd name="T10" fmla="*/ 16 w 22"/>
                <a:gd name="T11" fmla="*/ 2 h 47"/>
                <a:gd name="T12" fmla="*/ 18 w 22"/>
                <a:gd name="T13" fmla="*/ 6 h 47"/>
                <a:gd name="T14" fmla="*/ 20 w 22"/>
                <a:gd name="T15" fmla="*/ 10 h 47"/>
                <a:gd name="T16" fmla="*/ 19 w 22"/>
                <a:gd name="T17" fmla="*/ 14 h 47"/>
                <a:gd name="T18" fmla="*/ 16 w 22"/>
                <a:gd name="T19" fmla="*/ 18 h 47"/>
                <a:gd name="T20" fmla="*/ 15 w 22"/>
                <a:gd name="T21" fmla="*/ 22 h 47"/>
                <a:gd name="T22" fmla="*/ 17 w 22"/>
                <a:gd name="T23" fmla="*/ 24 h 47"/>
                <a:gd name="T24" fmla="*/ 20 w 22"/>
                <a:gd name="T25" fmla="*/ 26 h 47"/>
                <a:gd name="T26" fmla="*/ 21 w 22"/>
                <a:gd name="T27" fmla="*/ 29 h 47"/>
                <a:gd name="T28" fmla="*/ 22 w 22"/>
                <a:gd name="T29" fmla="*/ 33 h 47"/>
                <a:gd name="T30" fmla="*/ 21 w 22"/>
                <a:gd name="T31" fmla="*/ 38 h 47"/>
                <a:gd name="T32" fmla="*/ 18 w 22"/>
                <a:gd name="T33" fmla="*/ 42 h 47"/>
                <a:gd name="T34" fmla="*/ 14 w 22"/>
                <a:gd name="T35" fmla="*/ 46 h 47"/>
                <a:gd name="T36" fmla="*/ 10 w 22"/>
                <a:gd name="T37" fmla="*/ 47 h 47"/>
                <a:gd name="T38" fmla="*/ 6 w 22"/>
                <a:gd name="T39" fmla="*/ 47 h 47"/>
                <a:gd name="T40" fmla="*/ 4 w 22"/>
                <a:gd name="T41" fmla="*/ 46 h 47"/>
                <a:gd name="T42" fmla="*/ 1 w 22"/>
                <a:gd name="T43" fmla="*/ 45 h 47"/>
                <a:gd name="T44" fmla="*/ 0 w 22"/>
                <a:gd name="T45" fmla="*/ 42 h 47"/>
                <a:gd name="T46" fmla="*/ 1 w 22"/>
                <a:gd name="T47" fmla="*/ 40 h 47"/>
                <a:gd name="T48" fmla="*/ 4 w 22"/>
                <a:gd name="T49" fmla="*/ 39 h 47"/>
                <a:gd name="T50" fmla="*/ 5 w 22"/>
                <a:gd name="T51" fmla="*/ 40 h 47"/>
                <a:gd name="T52" fmla="*/ 7 w 22"/>
                <a:gd name="T53" fmla="*/ 42 h 47"/>
                <a:gd name="T54" fmla="*/ 9 w 22"/>
                <a:gd name="T55" fmla="*/ 43 h 47"/>
                <a:gd name="T56" fmla="*/ 12 w 22"/>
                <a:gd name="T57" fmla="*/ 42 h 47"/>
                <a:gd name="T58" fmla="*/ 14 w 22"/>
                <a:gd name="T59" fmla="*/ 41 h 47"/>
                <a:gd name="T60" fmla="*/ 16 w 22"/>
                <a:gd name="T61" fmla="*/ 38 h 47"/>
                <a:gd name="T62" fmla="*/ 17 w 22"/>
                <a:gd name="T63" fmla="*/ 36 h 47"/>
                <a:gd name="T64" fmla="*/ 17 w 22"/>
                <a:gd name="T65" fmla="*/ 34 h 47"/>
                <a:gd name="T66" fmla="*/ 17 w 22"/>
                <a:gd name="T67" fmla="*/ 30 h 47"/>
                <a:gd name="T68" fmla="*/ 16 w 22"/>
                <a:gd name="T69" fmla="*/ 28 h 47"/>
                <a:gd name="T70" fmla="*/ 13 w 22"/>
                <a:gd name="T71" fmla="*/ 26 h 47"/>
                <a:gd name="T72" fmla="*/ 9 w 22"/>
                <a:gd name="T73" fmla="*/ 24 h 47"/>
                <a:gd name="T74" fmla="*/ 6 w 22"/>
                <a:gd name="T75" fmla="*/ 22 h 47"/>
                <a:gd name="T76" fmla="*/ 9 w 22"/>
                <a:gd name="T77" fmla="*/ 22 h 47"/>
                <a:gd name="T78" fmla="*/ 12 w 22"/>
                <a:gd name="T79" fmla="*/ 19 h 47"/>
                <a:gd name="T80" fmla="*/ 14 w 22"/>
                <a:gd name="T81" fmla="*/ 16 h 47"/>
                <a:gd name="T82" fmla="*/ 14 w 22"/>
                <a:gd name="T83" fmla="*/ 13 h 47"/>
                <a:gd name="T84" fmla="*/ 14 w 22"/>
                <a:gd name="T85" fmla="*/ 9 h 47"/>
                <a:gd name="T86" fmla="*/ 12 w 22"/>
                <a:gd name="T87" fmla="*/ 6 h 47"/>
                <a:gd name="T88" fmla="*/ 11 w 22"/>
                <a:gd name="T89" fmla="*/ 6 h 47"/>
                <a:gd name="T90" fmla="*/ 8 w 22"/>
                <a:gd name="T91" fmla="*/ 5 h 47"/>
                <a:gd name="T92" fmla="*/ 6 w 22"/>
                <a:gd name="T93" fmla="*/ 6 h 47"/>
                <a:gd name="T94" fmla="*/ 4 w 22"/>
                <a:gd name="T95" fmla="*/ 6 h 47"/>
                <a:gd name="T96" fmla="*/ 3 w 22"/>
                <a:gd name="T97" fmla="*/ 8 h 47"/>
                <a:gd name="T98" fmla="*/ 2 w 22"/>
                <a:gd name="T99" fmla="*/ 1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2" h="47">
                  <a:moveTo>
                    <a:pt x="0" y="11"/>
                  </a:moveTo>
                  <a:lnTo>
                    <a:pt x="0" y="10"/>
                  </a:lnTo>
                  <a:lnTo>
                    <a:pt x="1" y="8"/>
                  </a:lnTo>
                  <a:lnTo>
                    <a:pt x="1" y="6"/>
                  </a:lnTo>
                  <a:lnTo>
                    <a:pt x="3" y="5"/>
                  </a:lnTo>
                  <a:lnTo>
                    <a:pt x="4" y="2"/>
                  </a:lnTo>
                  <a:lnTo>
                    <a:pt x="6" y="2"/>
                  </a:lnTo>
                  <a:lnTo>
                    <a:pt x="8" y="1"/>
                  </a:lnTo>
                  <a:lnTo>
                    <a:pt x="10" y="0"/>
                  </a:lnTo>
                  <a:lnTo>
                    <a:pt x="12" y="1"/>
                  </a:lnTo>
                  <a:lnTo>
                    <a:pt x="14" y="2"/>
                  </a:lnTo>
                  <a:lnTo>
                    <a:pt x="16" y="2"/>
                  </a:lnTo>
                  <a:lnTo>
                    <a:pt x="17" y="4"/>
                  </a:lnTo>
                  <a:lnTo>
                    <a:pt x="18" y="6"/>
                  </a:lnTo>
                  <a:lnTo>
                    <a:pt x="19" y="8"/>
                  </a:lnTo>
                  <a:lnTo>
                    <a:pt x="20" y="10"/>
                  </a:lnTo>
                  <a:lnTo>
                    <a:pt x="20" y="12"/>
                  </a:lnTo>
                  <a:lnTo>
                    <a:pt x="19" y="14"/>
                  </a:lnTo>
                  <a:lnTo>
                    <a:pt x="17" y="17"/>
                  </a:lnTo>
                  <a:lnTo>
                    <a:pt x="16" y="18"/>
                  </a:lnTo>
                  <a:lnTo>
                    <a:pt x="13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7" y="24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0" y="27"/>
                  </a:lnTo>
                  <a:lnTo>
                    <a:pt x="21" y="29"/>
                  </a:lnTo>
                  <a:lnTo>
                    <a:pt x="21" y="30"/>
                  </a:lnTo>
                  <a:lnTo>
                    <a:pt x="22" y="33"/>
                  </a:lnTo>
                  <a:lnTo>
                    <a:pt x="22" y="35"/>
                  </a:lnTo>
                  <a:lnTo>
                    <a:pt x="21" y="38"/>
                  </a:lnTo>
                  <a:lnTo>
                    <a:pt x="20" y="40"/>
                  </a:lnTo>
                  <a:lnTo>
                    <a:pt x="18" y="42"/>
                  </a:lnTo>
                  <a:lnTo>
                    <a:pt x="16" y="44"/>
                  </a:lnTo>
                  <a:lnTo>
                    <a:pt x="14" y="46"/>
                  </a:lnTo>
                  <a:lnTo>
                    <a:pt x="12" y="46"/>
                  </a:lnTo>
                  <a:lnTo>
                    <a:pt x="10" y="47"/>
                  </a:lnTo>
                  <a:lnTo>
                    <a:pt x="7" y="47"/>
                  </a:lnTo>
                  <a:lnTo>
                    <a:pt x="6" y="47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2" y="46"/>
                  </a:lnTo>
                  <a:lnTo>
                    <a:pt x="1" y="45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40"/>
                  </a:lnTo>
                  <a:lnTo>
                    <a:pt x="3" y="39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5" y="40"/>
                  </a:lnTo>
                  <a:lnTo>
                    <a:pt x="6" y="41"/>
                  </a:lnTo>
                  <a:lnTo>
                    <a:pt x="7" y="42"/>
                  </a:lnTo>
                  <a:lnTo>
                    <a:pt x="8" y="43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2" y="42"/>
                  </a:lnTo>
                  <a:lnTo>
                    <a:pt x="13" y="42"/>
                  </a:lnTo>
                  <a:lnTo>
                    <a:pt x="14" y="41"/>
                  </a:lnTo>
                  <a:lnTo>
                    <a:pt x="16" y="40"/>
                  </a:lnTo>
                  <a:lnTo>
                    <a:pt x="16" y="38"/>
                  </a:lnTo>
                  <a:lnTo>
                    <a:pt x="17" y="38"/>
                  </a:lnTo>
                  <a:lnTo>
                    <a:pt x="17" y="36"/>
                  </a:lnTo>
                  <a:lnTo>
                    <a:pt x="17" y="34"/>
                  </a:lnTo>
                  <a:lnTo>
                    <a:pt x="17" y="34"/>
                  </a:lnTo>
                  <a:lnTo>
                    <a:pt x="17" y="32"/>
                  </a:lnTo>
                  <a:lnTo>
                    <a:pt x="17" y="30"/>
                  </a:lnTo>
                  <a:lnTo>
                    <a:pt x="16" y="29"/>
                  </a:lnTo>
                  <a:lnTo>
                    <a:pt x="16" y="28"/>
                  </a:lnTo>
                  <a:lnTo>
                    <a:pt x="15" y="26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9" y="24"/>
                  </a:lnTo>
                  <a:lnTo>
                    <a:pt x="6" y="24"/>
                  </a:lnTo>
                  <a:lnTo>
                    <a:pt x="6" y="22"/>
                  </a:lnTo>
                  <a:lnTo>
                    <a:pt x="8" y="22"/>
                  </a:lnTo>
                  <a:lnTo>
                    <a:pt x="9" y="22"/>
                  </a:lnTo>
                  <a:lnTo>
                    <a:pt x="10" y="21"/>
                  </a:lnTo>
                  <a:lnTo>
                    <a:pt x="12" y="19"/>
                  </a:lnTo>
                  <a:lnTo>
                    <a:pt x="13" y="18"/>
                  </a:lnTo>
                  <a:lnTo>
                    <a:pt x="14" y="16"/>
                  </a:lnTo>
                  <a:lnTo>
                    <a:pt x="14" y="14"/>
                  </a:lnTo>
                  <a:lnTo>
                    <a:pt x="14" y="13"/>
                  </a:lnTo>
                  <a:lnTo>
                    <a:pt x="14" y="10"/>
                  </a:lnTo>
                  <a:lnTo>
                    <a:pt x="14" y="9"/>
                  </a:lnTo>
                  <a:lnTo>
                    <a:pt x="13" y="8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0" y="5"/>
                  </a:lnTo>
                  <a:lnTo>
                    <a:pt x="8" y="5"/>
                  </a:lnTo>
                  <a:lnTo>
                    <a:pt x="7" y="5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7"/>
                  </a:lnTo>
                  <a:lnTo>
                    <a:pt x="3" y="8"/>
                  </a:lnTo>
                  <a:lnTo>
                    <a:pt x="3" y="10"/>
                  </a:lnTo>
                  <a:lnTo>
                    <a:pt x="2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rgbClr val="051F4E"/>
                </a:solidFill>
              </a:endParaRPr>
            </a:p>
          </p:txBody>
        </p:sp>
      </p:grp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7FECE5E-8BF0-4012-A6D4-58340D4A24BC}"/>
              </a:ext>
            </a:extLst>
          </p:cNvPr>
          <p:cNvCxnSpPr/>
          <p:nvPr/>
        </p:nvCxnSpPr>
        <p:spPr>
          <a:xfrm flipV="1">
            <a:off x="4512310" y="4091940"/>
            <a:ext cx="6094095" cy="4445"/>
          </a:xfrm>
          <a:prstGeom prst="line">
            <a:avLst/>
          </a:prstGeom>
          <a:ln>
            <a:solidFill>
              <a:srgbClr val="0A19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4">
            <a:extLst>
              <a:ext uri="{FF2B5EF4-FFF2-40B4-BE49-F238E27FC236}">
                <a16:creationId xmlns:a16="http://schemas.microsoft.com/office/drawing/2014/main" id="{8CCAC50D-CD2B-4B22-A90D-F7DA6BFFB3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25756" y="327616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98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</TotalTime>
  <Words>3048</Words>
  <Application>Microsoft Office PowerPoint</Application>
  <PresentationFormat>宽屏</PresentationFormat>
  <Paragraphs>207</Paragraphs>
  <Slides>16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模板三</dc:title>
  <dc:creator/>
  <cp:lastModifiedBy/>
  <cp:revision>261</cp:revision>
  <dcterms:created xsi:type="dcterms:W3CDTF">2016-07-01T08:08:00Z</dcterms:created>
  <dcterms:modified xsi:type="dcterms:W3CDTF">2021-09-27T23:43:52Z</dcterms:modified>
</cp:coreProperties>
</file>