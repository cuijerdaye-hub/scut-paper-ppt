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60" r:id="rId1"/>
  </p:sldMasterIdLst>
  <p:handoutMasterIdLst>
    <p:handoutMasterId r:id="rId24"/>
  </p:handoutMasterIdLst>
  <p:sldIdLst>
    <p:sldId id="288" r:id="rId2"/>
    <p:sldId id="330" r:id="rId3"/>
    <p:sldId id="333" r:id="rId4"/>
    <p:sldId id="261" r:id="rId5"/>
    <p:sldId id="298" r:id="rId8"/>
    <p:sldId id="352" r:id="rId11"/>
    <p:sldId id="299" r:id="rId12"/>
    <p:sldId id="361" r:id="rId13"/>
    <p:sldId id="367" r:id="rId14"/>
    <p:sldId id="368" r:id="rId15"/>
    <p:sldId id="344" r:id="rId17"/>
    <p:sldId id="304" r:id="rId19"/>
    <p:sldId id="370" r:id="rId20"/>
    <p:sldId id="364" r:id="rId21"/>
    <p:sldId id="351" r:id="rId22"/>
  </p:sldIdLst>
  <p:sldSz cx="12192000" cy="6858000"/>
  <p:notesSz cx="6858000" cy="9144000"/>
  <p:embeddedFontLst>
    <p:embeddedFont>
      <p:font typeface="方正清刻本悦宋简体" panose="02010600030101010101" charset="-122"/>
      <p:regular r:id="rId25"/>
    </p:embeddedFont>
    <p:embeddedFont>
      <p:font typeface="Cambria Math" panose="02040503050406030204" pitchFamily="18" charset="0"/>
      <p:regular r:id="rId26"/>
    </p:embeddedFont>
    <p:embeddedFont>
      <p:font typeface="等线" panose="02010600030101010101" pitchFamily="2" charset="-122"/>
      <p:regular r:id="rId27"/>
      <p:bold r:id="rId28"/>
    </p:embeddedFont>
    <p:embeddedFont>
      <p:font typeface="黑体" panose="02010609060101010101" pitchFamily="49" charset="-122"/>
      <p:regular r:id="rId29"/>
    </p:embeddedFont>
    <p:embeddedFont>
      <p:font typeface="微软雅黑" panose="020B0503020204020204" pitchFamily="34" charset="-122"/>
      <p:regular r:id="rId30"/>
      <p:bold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7FD6"/>
    <a:srgbClr val="08BBC4"/>
    <a:srgbClr val="47EFF7"/>
    <a:srgbClr val="1C71BE"/>
    <a:srgbClr val="157E9F"/>
    <a:srgbClr val="013B6D"/>
    <a:srgbClr val="95B3D7"/>
    <a:srgbClr val="5C97DE"/>
    <a:srgbClr val="3980D7"/>
    <a:srgbClr val="1E5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4" autoAdjust="0"/>
    <p:restoredTop sz="83479" autoAdjust="0"/>
  </p:normalViewPr>
  <p:slideViewPr>
    <p:cSldViewPr snapToGrid="0" showGuides="1">
      <p:cViewPr varScale="1">
        <p:scale>
          <a:sx n="103" d="100"/>
          <a:sy n="103" d="100"/>
        </p:scale>
        <p:origin x="797" y="91"/>
      </p:cViewPr>
      <p:guideLst>
        <p:guide orient="horz" pos="2049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0FBB4C0-2481-0D30-AC65-D90BA3390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A190A0-AAA8-1D13-DAE0-9D5AAF607E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32190-66A8-4A20-B13F-99581071DEA9}" type="datetime1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5CC8E6-F415-38EF-772A-472F1A301D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53FB58-DFD9-F4E9-546F-F1CE2741C0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0CF1F-4F77-4CFC-9871-818BB6A79E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575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iṩļídê"/>
          <p:cNvGrpSpPr/>
          <p:nvPr userDrawn="1"/>
        </p:nvGrpSpPr>
        <p:grpSpPr>
          <a:xfrm>
            <a:off x="1426592" y="2528317"/>
            <a:ext cx="1800000" cy="1800000"/>
            <a:chOff x="1914526" y="2486026"/>
            <a:chExt cx="1882775" cy="1882775"/>
          </a:xfrm>
          <a:solidFill>
            <a:schemeClr val="bg1"/>
          </a:solidFill>
        </p:grpSpPr>
        <p:sp>
          <p:nvSpPr>
            <p:cNvPr id="606" name="îśľîḋê"/>
            <p:cNvSpPr/>
            <p:nvPr/>
          </p:nvSpPr>
          <p:spPr bwMode="auto">
            <a:xfrm>
              <a:off x="2457451" y="3409951"/>
              <a:ext cx="795338" cy="371475"/>
            </a:xfrm>
            <a:custGeom>
              <a:avLst/>
              <a:gdLst>
                <a:gd name="T0" fmla="*/ 294 w 501"/>
                <a:gd name="T1" fmla="*/ 65 h 234"/>
                <a:gd name="T2" fmla="*/ 213 w 501"/>
                <a:gd name="T3" fmla="*/ 129 h 234"/>
                <a:gd name="T4" fmla="*/ 224 w 501"/>
                <a:gd name="T5" fmla="*/ 52 h 234"/>
                <a:gd name="T6" fmla="*/ 203 w 501"/>
                <a:gd name="T7" fmla="*/ 53 h 234"/>
                <a:gd name="T8" fmla="*/ 177 w 501"/>
                <a:gd name="T9" fmla="*/ 30 h 234"/>
                <a:gd name="T10" fmla="*/ 204 w 501"/>
                <a:gd name="T11" fmla="*/ 20 h 234"/>
                <a:gd name="T12" fmla="*/ 180 w 501"/>
                <a:gd name="T13" fmla="*/ 16 h 234"/>
                <a:gd name="T14" fmla="*/ 162 w 501"/>
                <a:gd name="T15" fmla="*/ 54 h 234"/>
                <a:gd name="T16" fmla="*/ 162 w 501"/>
                <a:gd name="T17" fmla="*/ 45 h 234"/>
                <a:gd name="T18" fmla="*/ 175 w 501"/>
                <a:gd name="T19" fmla="*/ 76 h 234"/>
                <a:gd name="T20" fmla="*/ 134 w 501"/>
                <a:gd name="T21" fmla="*/ 128 h 234"/>
                <a:gd name="T22" fmla="*/ 97 w 501"/>
                <a:gd name="T23" fmla="*/ 50 h 234"/>
                <a:gd name="T24" fmla="*/ 30 w 501"/>
                <a:gd name="T25" fmla="*/ 79 h 234"/>
                <a:gd name="T26" fmla="*/ 42 w 501"/>
                <a:gd name="T27" fmla="*/ 39 h 234"/>
                <a:gd name="T28" fmla="*/ 50 w 501"/>
                <a:gd name="T29" fmla="*/ 59 h 234"/>
                <a:gd name="T30" fmla="*/ 34 w 501"/>
                <a:gd name="T31" fmla="*/ 50 h 234"/>
                <a:gd name="T32" fmla="*/ 86 w 501"/>
                <a:gd name="T33" fmla="*/ 69 h 234"/>
                <a:gd name="T34" fmla="*/ 96 w 501"/>
                <a:gd name="T35" fmla="*/ 71 h 234"/>
                <a:gd name="T36" fmla="*/ 166 w 501"/>
                <a:gd name="T37" fmla="*/ 126 h 234"/>
                <a:gd name="T38" fmla="*/ 112 w 501"/>
                <a:gd name="T39" fmla="*/ 25 h 234"/>
                <a:gd name="T40" fmla="*/ 118 w 501"/>
                <a:gd name="T41" fmla="*/ 48 h 234"/>
                <a:gd name="T42" fmla="*/ 106 w 501"/>
                <a:gd name="T43" fmla="*/ 30 h 234"/>
                <a:gd name="T44" fmla="*/ 138 w 501"/>
                <a:gd name="T45" fmla="*/ 57 h 234"/>
                <a:gd name="T46" fmla="*/ 96 w 501"/>
                <a:gd name="T47" fmla="*/ 94 h 234"/>
                <a:gd name="T48" fmla="*/ 96 w 501"/>
                <a:gd name="T49" fmla="*/ 122 h 234"/>
                <a:gd name="T50" fmla="*/ 59 w 501"/>
                <a:gd name="T51" fmla="*/ 69 h 234"/>
                <a:gd name="T52" fmla="*/ 59 w 501"/>
                <a:gd name="T53" fmla="*/ 82 h 234"/>
                <a:gd name="T54" fmla="*/ 13 w 501"/>
                <a:gd name="T55" fmla="*/ 66 h 234"/>
                <a:gd name="T56" fmla="*/ 28 w 501"/>
                <a:gd name="T57" fmla="*/ 83 h 234"/>
                <a:gd name="T58" fmla="*/ 19 w 501"/>
                <a:gd name="T59" fmla="*/ 176 h 234"/>
                <a:gd name="T60" fmla="*/ 5 w 501"/>
                <a:gd name="T61" fmla="*/ 221 h 234"/>
                <a:gd name="T62" fmla="*/ 288 w 501"/>
                <a:gd name="T63" fmla="*/ 127 h 234"/>
                <a:gd name="T64" fmla="*/ 277 w 501"/>
                <a:gd name="T65" fmla="*/ 54 h 234"/>
                <a:gd name="T66" fmla="*/ 322 w 501"/>
                <a:gd name="T67" fmla="*/ 233 h 234"/>
                <a:gd name="T68" fmla="*/ 326 w 501"/>
                <a:gd name="T69" fmla="*/ 30 h 234"/>
                <a:gd name="T70" fmla="*/ 298 w 501"/>
                <a:gd name="T71" fmla="*/ 17 h 234"/>
                <a:gd name="T72" fmla="*/ 323 w 501"/>
                <a:gd name="T73" fmla="*/ 18 h 234"/>
                <a:gd name="T74" fmla="*/ 338 w 501"/>
                <a:gd name="T75" fmla="*/ 58 h 234"/>
                <a:gd name="T76" fmla="*/ 339 w 501"/>
                <a:gd name="T77" fmla="*/ 43 h 234"/>
                <a:gd name="T78" fmla="*/ 375 w 501"/>
                <a:gd name="T79" fmla="*/ 83 h 234"/>
                <a:gd name="T80" fmla="*/ 364 w 501"/>
                <a:gd name="T81" fmla="*/ 126 h 234"/>
                <a:gd name="T82" fmla="*/ 377 w 501"/>
                <a:gd name="T83" fmla="*/ 50 h 234"/>
                <a:gd name="T84" fmla="*/ 377 w 501"/>
                <a:gd name="T85" fmla="*/ 50 h 234"/>
                <a:gd name="T86" fmla="*/ 447 w 501"/>
                <a:gd name="T87" fmla="*/ 63 h 234"/>
                <a:gd name="T88" fmla="*/ 452 w 501"/>
                <a:gd name="T89" fmla="*/ 58 h 234"/>
                <a:gd name="T90" fmla="*/ 469 w 501"/>
                <a:gd name="T91" fmla="*/ 52 h 234"/>
                <a:gd name="T92" fmla="*/ 414 w 501"/>
                <a:gd name="T93" fmla="*/ 73 h 234"/>
                <a:gd name="T94" fmla="*/ 407 w 501"/>
                <a:gd name="T95" fmla="*/ 71 h 234"/>
                <a:gd name="T96" fmla="*/ 338 w 501"/>
                <a:gd name="T97" fmla="*/ 124 h 234"/>
                <a:gd name="T98" fmla="*/ 390 w 501"/>
                <a:gd name="T99" fmla="*/ 24 h 234"/>
                <a:gd name="T100" fmla="*/ 382 w 501"/>
                <a:gd name="T101" fmla="*/ 48 h 234"/>
                <a:gd name="T102" fmla="*/ 397 w 501"/>
                <a:gd name="T103" fmla="*/ 34 h 234"/>
                <a:gd name="T104" fmla="*/ 362 w 501"/>
                <a:gd name="T105" fmla="*/ 58 h 234"/>
                <a:gd name="T106" fmla="*/ 447 w 501"/>
                <a:gd name="T107" fmla="*/ 110 h 234"/>
                <a:gd name="T108" fmla="*/ 405 w 501"/>
                <a:gd name="T109" fmla="*/ 122 h 234"/>
                <a:gd name="T110" fmla="*/ 443 w 501"/>
                <a:gd name="T111" fmla="*/ 69 h 234"/>
                <a:gd name="T112" fmla="*/ 442 w 501"/>
                <a:gd name="T113" fmla="*/ 82 h 234"/>
                <a:gd name="T114" fmla="*/ 488 w 501"/>
                <a:gd name="T115" fmla="*/ 66 h 234"/>
                <a:gd name="T116" fmla="*/ 473 w 501"/>
                <a:gd name="T117" fmla="*/ 83 h 234"/>
                <a:gd name="T118" fmla="*/ 483 w 501"/>
                <a:gd name="T119" fmla="*/ 176 h 234"/>
                <a:gd name="T120" fmla="*/ 496 w 501"/>
                <a:gd name="T121" fmla="*/ 2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1" h="234">
                  <a:moveTo>
                    <a:pt x="250" y="76"/>
                  </a:moveTo>
                  <a:lnTo>
                    <a:pt x="294" y="76"/>
                  </a:lnTo>
                  <a:lnTo>
                    <a:pt x="294" y="103"/>
                  </a:lnTo>
                  <a:lnTo>
                    <a:pt x="250" y="103"/>
                  </a:lnTo>
                  <a:lnTo>
                    <a:pt x="207" y="103"/>
                  </a:lnTo>
                  <a:lnTo>
                    <a:pt x="207" y="76"/>
                  </a:lnTo>
                  <a:lnTo>
                    <a:pt x="250" y="76"/>
                  </a:lnTo>
                  <a:lnTo>
                    <a:pt x="250" y="76"/>
                  </a:lnTo>
                  <a:close/>
                  <a:moveTo>
                    <a:pt x="250" y="107"/>
                  </a:moveTo>
                  <a:lnTo>
                    <a:pt x="250" y="107"/>
                  </a:lnTo>
                  <a:lnTo>
                    <a:pt x="294" y="107"/>
                  </a:lnTo>
                  <a:lnTo>
                    <a:pt x="294" y="116"/>
                  </a:lnTo>
                  <a:lnTo>
                    <a:pt x="252" y="116"/>
                  </a:lnTo>
                  <a:lnTo>
                    <a:pt x="249" y="116"/>
                  </a:lnTo>
                  <a:lnTo>
                    <a:pt x="207" y="116"/>
                  </a:lnTo>
                  <a:lnTo>
                    <a:pt x="207" y="107"/>
                  </a:lnTo>
                  <a:lnTo>
                    <a:pt x="250" y="107"/>
                  </a:lnTo>
                  <a:lnTo>
                    <a:pt x="250" y="107"/>
                  </a:lnTo>
                  <a:close/>
                  <a:moveTo>
                    <a:pt x="247" y="65"/>
                  </a:moveTo>
                  <a:lnTo>
                    <a:pt x="254" y="65"/>
                  </a:lnTo>
                  <a:lnTo>
                    <a:pt x="294" y="65"/>
                  </a:lnTo>
                  <a:lnTo>
                    <a:pt x="294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07" y="74"/>
                  </a:lnTo>
                  <a:lnTo>
                    <a:pt x="207" y="65"/>
                  </a:lnTo>
                  <a:lnTo>
                    <a:pt x="247" y="65"/>
                  </a:lnTo>
                  <a:lnTo>
                    <a:pt x="247" y="65"/>
                  </a:lnTo>
                  <a:close/>
                  <a:moveTo>
                    <a:pt x="225" y="118"/>
                  </a:moveTo>
                  <a:lnTo>
                    <a:pt x="224" y="118"/>
                  </a:lnTo>
                  <a:lnTo>
                    <a:pt x="222" y="121"/>
                  </a:lnTo>
                  <a:lnTo>
                    <a:pt x="221" y="122"/>
                  </a:lnTo>
                  <a:lnTo>
                    <a:pt x="220" y="124"/>
                  </a:lnTo>
                  <a:lnTo>
                    <a:pt x="218" y="125"/>
                  </a:lnTo>
                  <a:lnTo>
                    <a:pt x="217" y="126"/>
                  </a:lnTo>
                  <a:lnTo>
                    <a:pt x="214" y="126"/>
                  </a:lnTo>
                  <a:lnTo>
                    <a:pt x="214" y="126"/>
                  </a:lnTo>
                  <a:lnTo>
                    <a:pt x="214" y="127"/>
                  </a:lnTo>
                  <a:lnTo>
                    <a:pt x="214" y="128"/>
                  </a:lnTo>
                  <a:lnTo>
                    <a:pt x="213" y="129"/>
                  </a:lnTo>
                  <a:lnTo>
                    <a:pt x="213" y="130"/>
                  </a:lnTo>
                  <a:lnTo>
                    <a:pt x="212" y="131"/>
                  </a:lnTo>
                  <a:lnTo>
                    <a:pt x="211" y="132"/>
                  </a:lnTo>
                  <a:lnTo>
                    <a:pt x="209" y="133"/>
                  </a:lnTo>
                  <a:lnTo>
                    <a:pt x="208" y="133"/>
                  </a:lnTo>
                  <a:lnTo>
                    <a:pt x="208" y="118"/>
                  </a:lnTo>
                  <a:lnTo>
                    <a:pt x="225" y="118"/>
                  </a:lnTo>
                  <a:lnTo>
                    <a:pt x="225" y="118"/>
                  </a:lnTo>
                  <a:close/>
                  <a:moveTo>
                    <a:pt x="207" y="62"/>
                  </a:moveTo>
                  <a:lnTo>
                    <a:pt x="209" y="62"/>
                  </a:lnTo>
                  <a:lnTo>
                    <a:pt x="212" y="62"/>
                  </a:lnTo>
                  <a:lnTo>
                    <a:pt x="216" y="62"/>
                  </a:lnTo>
                  <a:lnTo>
                    <a:pt x="219" y="61"/>
                  </a:lnTo>
                  <a:lnTo>
                    <a:pt x="221" y="59"/>
                  </a:lnTo>
                  <a:lnTo>
                    <a:pt x="222" y="58"/>
                  </a:lnTo>
                  <a:lnTo>
                    <a:pt x="222" y="58"/>
                  </a:lnTo>
                  <a:lnTo>
                    <a:pt x="223" y="56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24" y="53"/>
                  </a:lnTo>
                  <a:lnTo>
                    <a:pt x="224" y="52"/>
                  </a:lnTo>
                  <a:lnTo>
                    <a:pt x="222" y="49"/>
                  </a:lnTo>
                  <a:lnTo>
                    <a:pt x="220" y="46"/>
                  </a:lnTo>
                  <a:lnTo>
                    <a:pt x="218" y="45"/>
                  </a:lnTo>
                  <a:lnTo>
                    <a:pt x="217" y="45"/>
                  </a:lnTo>
                  <a:lnTo>
                    <a:pt x="215" y="45"/>
                  </a:lnTo>
                  <a:lnTo>
                    <a:pt x="214" y="46"/>
                  </a:lnTo>
                  <a:lnTo>
                    <a:pt x="211" y="49"/>
                  </a:lnTo>
                  <a:lnTo>
                    <a:pt x="209" y="52"/>
                  </a:lnTo>
                  <a:lnTo>
                    <a:pt x="208" y="53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62"/>
                  </a:lnTo>
                  <a:lnTo>
                    <a:pt x="207" y="62"/>
                  </a:lnTo>
                  <a:close/>
                  <a:moveTo>
                    <a:pt x="203" y="53"/>
                  </a:moveTo>
                  <a:lnTo>
                    <a:pt x="179" y="53"/>
                  </a:lnTo>
                  <a:lnTo>
                    <a:pt x="179" y="233"/>
                  </a:lnTo>
                  <a:lnTo>
                    <a:pt x="203" y="233"/>
                  </a:lnTo>
                  <a:lnTo>
                    <a:pt x="203" y="53"/>
                  </a:lnTo>
                  <a:lnTo>
                    <a:pt x="203" y="53"/>
                  </a:lnTo>
                  <a:close/>
                  <a:moveTo>
                    <a:pt x="206" y="30"/>
                  </a:moveTo>
                  <a:lnTo>
                    <a:pt x="206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48"/>
                  </a:lnTo>
                  <a:lnTo>
                    <a:pt x="207" y="49"/>
                  </a:lnTo>
                  <a:lnTo>
                    <a:pt x="207" y="50"/>
                  </a:lnTo>
                  <a:lnTo>
                    <a:pt x="206" y="50"/>
                  </a:lnTo>
                  <a:lnTo>
                    <a:pt x="206" y="50"/>
                  </a:lnTo>
                  <a:lnTo>
                    <a:pt x="177" y="50"/>
                  </a:lnTo>
                  <a:lnTo>
                    <a:pt x="176" y="50"/>
                  </a:lnTo>
                  <a:lnTo>
                    <a:pt x="175" y="50"/>
                  </a:lnTo>
                  <a:lnTo>
                    <a:pt x="175" y="49"/>
                  </a:lnTo>
                  <a:lnTo>
                    <a:pt x="175" y="48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6" y="30"/>
                  </a:lnTo>
                  <a:lnTo>
                    <a:pt x="177" y="30"/>
                  </a:lnTo>
                  <a:lnTo>
                    <a:pt x="206" y="30"/>
                  </a:lnTo>
                  <a:lnTo>
                    <a:pt x="206" y="30"/>
                  </a:lnTo>
                  <a:close/>
                  <a:moveTo>
                    <a:pt x="190" y="0"/>
                  </a:moveTo>
                  <a:lnTo>
                    <a:pt x="191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3" y="1"/>
                  </a:lnTo>
                  <a:lnTo>
                    <a:pt x="194" y="1"/>
                  </a:lnTo>
                  <a:lnTo>
                    <a:pt x="195" y="2"/>
                  </a:lnTo>
                  <a:lnTo>
                    <a:pt x="196" y="3"/>
                  </a:lnTo>
                  <a:lnTo>
                    <a:pt x="198" y="5"/>
                  </a:lnTo>
                  <a:lnTo>
                    <a:pt x="198" y="7"/>
                  </a:lnTo>
                  <a:lnTo>
                    <a:pt x="199" y="11"/>
                  </a:lnTo>
                  <a:lnTo>
                    <a:pt x="199" y="13"/>
                  </a:lnTo>
                  <a:lnTo>
                    <a:pt x="201" y="14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3" y="17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3" y="22"/>
                  </a:lnTo>
                  <a:lnTo>
                    <a:pt x="202" y="22"/>
                  </a:lnTo>
                  <a:lnTo>
                    <a:pt x="202" y="25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7"/>
                  </a:lnTo>
                  <a:lnTo>
                    <a:pt x="201" y="27"/>
                  </a:lnTo>
                  <a:lnTo>
                    <a:pt x="191" y="27"/>
                  </a:lnTo>
                  <a:lnTo>
                    <a:pt x="182" y="27"/>
                  </a:lnTo>
                  <a:lnTo>
                    <a:pt x="181" y="27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5"/>
                  </a:lnTo>
                  <a:lnTo>
                    <a:pt x="180" y="22"/>
                  </a:lnTo>
                  <a:lnTo>
                    <a:pt x="179" y="22"/>
                  </a:lnTo>
                  <a:lnTo>
                    <a:pt x="178" y="20"/>
                  </a:lnTo>
                  <a:lnTo>
                    <a:pt x="178" y="18"/>
                  </a:lnTo>
                  <a:lnTo>
                    <a:pt x="179" y="17"/>
                  </a:lnTo>
                  <a:lnTo>
                    <a:pt x="180" y="16"/>
                  </a:lnTo>
                  <a:lnTo>
                    <a:pt x="181" y="14"/>
                  </a:lnTo>
                  <a:lnTo>
                    <a:pt x="182" y="14"/>
                  </a:lnTo>
                  <a:lnTo>
                    <a:pt x="183" y="13"/>
                  </a:lnTo>
                  <a:lnTo>
                    <a:pt x="183" y="11"/>
                  </a:lnTo>
                  <a:lnTo>
                    <a:pt x="184" y="7"/>
                  </a:lnTo>
                  <a:lnTo>
                    <a:pt x="186" y="5"/>
                  </a:lnTo>
                  <a:lnTo>
                    <a:pt x="186" y="3"/>
                  </a:lnTo>
                  <a:lnTo>
                    <a:pt x="187" y="2"/>
                  </a:lnTo>
                  <a:lnTo>
                    <a:pt x="188" y="1"/>
                  </a:lnTo>
                  <a:lnTo>
                    <a:pt x="190" y="1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174" y="52"/>
                  </a:moveTo>
                  <a:lnTo>
                    <a:pt x="174" y="62"/>
                  </a:lnTo>
                  <a:lnTo>
                    <a:pt x="168" y="62"/>
                  </a:lnTo>
                  <a:lnTo>
                    <a:pt x="166" y="62"/>
                  </a:lnTo>
                  <a:lnTo>
                    <a:pt x="166" y="61"/>
                  </a:lnTo>
                  <a:lnTo>
                    <a:pt x="164" y="59"/>
                  </a:lnTo>
                  <a:lnTo>
                    <a:pt x="163" y="58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1" y="53"/>
                  </a:lnTo>
                  <a:lnTo>
                    <a:pt x="159" y="51"/>
                  </a:lnTo>
                  <a:lnTo>
                    <a:pt x="158" y="50"/>
                  </a:lnTo>
                  <a:lnTo>
                    <a:pt x="156" y="47"/>
                  </a:lnTo>
                  <a:lnTo>
                    <a:pt x="156" y="46"/>
                  </a:lnTo>
                  <a:lnTo>
                    <a:pt x="156" y="46"/>
                  </a:lnTo>
                  <a:lnTo>
                    <a:pt x="156" y="45"/>
                  </a:lnTo>
                  <a:lnTo>
                    <a:pt x="157" y="44"/>
                  </a:lnTo>
                  <a:lnTo>
                    <a:pt x="158" y="42"/>
                  </a:lnTo>
                  <a:lnTo>
                    <a:pt x="159" y="42"/>
                  </a:lnTo>
                  <a:lnTo>
                    <a:pt x="160" y="42"/>
                  </a:lnTo>
                  <a:lnTo>
                    <a:pt x="161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6"/>
                  </a:lnTo>
                  <a:lnTo>
                    <a:pt x="163" y="46"/>
                  </a:lnTo>
                  <a:lnTo>
                    <a:pt x="164" y="46"/>
                  </a:lnTo>
                  <a:lnTo>
                    <a:pt x="166" y="47"/>
                  </a:lnTo>
                  <a:lnTo>
                    <a:pt x="169" y="48"/>
                  </a:lnTo>
                  <a:lnTo>
                    <a:pt x="170" y="50"/>
                  </a:lnTo>
                  <a:lnTo>
                    <a:pt x="171" y="51"/>
                  </a:lnTo>
                  <a:lnTo>
                    <a:pt x="173" y="52"/>
                  </a:lnTo>
                  <a:lnTo>
                    <a:pt x="174" y="52"/>
                  </a:lnTo>
                  <a:lnTo>
                    <a:pt x="174" y="52"/>
                  </a:lnTo>
                  <a:close/>
                  <a:moveTo>
                    <a:pt x="175" y="65"/>
                  </a:moveTo>
                  <a:lnTo>
                    <a:pt x="168" y="65"/>
                  </a:lnTo>
                  <a:lnTo>
                    <a:pt x="168" y="74"/>
                  </a:lnTo>
                  <a:lnTo>
                    <a:pt x="175" y="74"/>
                  </a:lnTo>
                  <a:lnTo>
                    <a:pt x="175" y="65"/>
                  </a:lnTo>
                  <a:lnTo>
                    <a:pt x="175" y="65"/>
                  </a:lnTo>
                  <a:close/>
                  <a:moveTo>
                    <a:pt x="175" y="76"/>
                  </a:moveTo>
                  <a:lnTo>
                    <a:pt x="126" y="76"/>
                  </a:lnTo>
                  <a:lnTo>
                    <a:pt x="126" y="83"/>
                  </a:lnTo>
                  <a:lnTo>
                    <a:pt x="175" y="83"/>
                  </a:lnTo>
                  <a:lnTo>
                    <a:pt x="175" y="76"/>
                  </a:lnTo>
                  <a:lnTo>
                    <a:pt x="175" y="76"/>
                  </a:lnTo>
                  <a:close/>
                  <a:moveTo>
                    <a:pt x="175" y="86"/>
                  </a:moveTo>
                  <a:lnTo>
                    <a:pt x="126" y="86"/>
                  </a:lnTo>
                  <a:lnTo>
                    <a:pt x="126" y="107"/>
                  </a:lnTo>
                  <a:lnTo>
                    <a:pt x="175" y="107"/>
                  </a:lnTo>
                  <a:lnTo>
                    <a:pt x="175" y="86"/>
                  </a:lnTo>
                  <a:lnTo>
                    <a:pt x="175" y="86"/>
                  </a:lnTo>
                  <a:close/>
                  <a:moveTo>
                    <a:pt x="175" y="110"/>
                  </a:moveTo>
                  <a:lnTo>
                    <a:pt x="126" y="110"/>
                  </a:lnTo>
                  <a:lnTo>
                    <a:pt x="126" y="117"/>
                  </a:lnTo>
                  <a:lnTo>
                    <a:pt x="175" y="117"/>
                  </a:lnTo>
                  <a:lnTo>
                    <a:pt x="175" y="110"/>
                  </a:lnTo>
                  <a:lnTo>
                    <a:pt x="175" y="110"/>
                  </a:lnTo>
                  <a:close/>
                  <a:moveTo>
                    <a:pt x="140" y="121"/>
                  </a:moveTo>
                  <a:lnTo>
                    <a:pt x="141" y="121"/>
                  </a:lnTo>
                  <a:lnTo>
                    <a:pt x="140" y="122"/>
                  </a:lnTo>
                  <a:lnTo>
                    <a:pt x="139" y="122"/>
                  </a:lnTo>
                  <a:lnTo>
                    <a:pt x="138" y="124"/>
                  </a:lnTo>
                  <a:lnTo>
                    <a:pt x="137" y="126"/>
                  </a:lnTo>
                  <a:lnTo>
                    <a:pt x="135" y="126"/>
                  </a:lnTo>
                  <a:lnTo>
                    <a:pt x="134" y="128"/>
                  </a:lnTo>
                  <a:lnTo>
                    <a:pt x="132" y="128"/>
                  </a:lnTo>
                  <a:lnTo>
                    <a:pt x="130" y="129"/>
                  </a:lnTo>
                  <a:lnTo>
                    <a:pt x="130" y="130"/>
                  </a:lnTo>
                  <a:lnTo>
                    <a:pt x="129" y="132"/>
                  </a:lnTo>
                  <a:lnTo>
                    <a:pt x="128" y="134"/>
                  </a:lnTo>
                  <a:lnTo>
                    <a:pt x="127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21"/>
                  </a:lnTo>
                  <a:lnTo>
                    <a:pt x="140" y="121"/>
                  </a:lnTo>
                  <a:lnTo>
                    <a:pt x="140" y="121"/>
                  </a:lnTo>
                  <a:close/>
                  <a:moveTo>
                    <a:pt x="122" y="73"/>
                  </a:moveTo>
                  <a:lnTo>
                    <a:pt x="100" y="73"/>
                  </a:lnTo>
                  <a:lnTo>
                    <a:pt x="100" y="233"/>
                  </a:lnTo>
                  <a:lnTo>
                    <a:pt x="122" y="233"/>
                  </a:lnTo>
                  <a:lnTo>
                    <a:pt x="122" y="73"/>
                  </a:lnTo>
                  <a:lnTo>
                    <a:pt x="122" y="73"/>
                  </a:lnTo>
                  <a:close/>
                  <a:moveTo>
                    <a:pt x="124" y="50"/>
                  </a:moveTo>
                  <a:lnTo>
                    <a:pt x="98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6" y="51"/>
                  </a:lnTo>
                  <a:lnTo>
                    <a:pt x="96" y="51"/>
                  </a:lnTo>
                  <a:lnTo>
                    <a:pt x="96" y="67"/>
                  </a:lnTo>
                  <a:lnTo>
                    <a:pt x="96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8" y="69"/>
                  </a:lnTo>
                  <a:lnTo>
                    <a:pt x="124" y="69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7"/>
                  </a:lnTo>
                  <a:lnTo>
                    <a:pt x="125" y="51"/>
                  </a:lnTo>
                  <a:lnTo>
                    <a:pt x="125" y="51"/>
                  </a:lnTo>
                  <a:lnTo>
                    <a:pt x="125" y="50"/>
                  </a:lnTo>
                  <a:lnTo>
                    <a:pt x="125" y="50"/>
                  </a:lnTo>
                  <a:lnTo>
                    <a:pt x="124" y="50"/>
                  </a:lnTo>
                  <a:lnTo>
                    <a:pt x="124" y="50"/>
                  </a:lnTo>
                  <a:close/>
                  <a:moveTo>
                    <a:pt x="52" y="79"/>
                  </a:moveTo>
                  <a:lnTo>
                    <a:pt x="30" y="79"/>
                  </a:lnTo>
                  <a:lnTo>
                    <a:pt x="30" y="232"/>
                  </a:lnTo>
                  <a:lnTo>
                    <a:pt x="51" y="232"/>
                  </a:lnTo>
                  <a:lnTo>
                    <a:pt x="51" y="88"/>
                  </a:lnTo>
                  <a:lnTo>
                    <a:pt x="52" y="88"/>
                  </a:lnTo>
                  <a:lnTo>
                    <a:pt x="52" y="79"/>
                  </a:lnTo>
                  <a:lnTo>
                    <a:pt x="52" y="79"/>
                  </a:lnTo>
                  <a:close/>
                  <a:moveTo>
                    <a:pt x="54" y="63"/>
                  </a:moveTo>
                  <a:lnTo>
                    <a:pt x="30" y="63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76"/>
                  </a:lnTo>
                  <a:lnTo>
                    <a:pt x="29" y="77"/>
                  </a:lnTo>
                  <a:lnTo>
                    <a:pt x="30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3"/>
                  </a:lnTo>
                  <a:close/>
                  <a:moveTo>
                    <a:pt x="42" y="39"/>
                  </a:moveTo>
                  <a:lnTo>
                    <a:pt x="42" y="39"/>
                  </a:lnTo>
                  <a:lnTo>
                    <a:pt x="43" y="39"/>
                  </a:lnTo>
                  <a:lnTo>
                    <a:pt x="45" y="40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47" y="45"/>
                  </a:lnTo>
                  <a:lnTo>
                    <a:pt x="48" y="47"/>
                  </a:lnTo>
                  <a:lnTo>
                    <a:pt x="49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1" y="53"/>
                  </a:lnTo>
                  <a:lnTo>
                    <a:pt x="51" y="54"/>
                  </a:lnTo>
                  <a:lnTo>
                    <a:pt x="51" y="55"/>
                  </a:lnTo>
                  <a:lnTo>
                    <a:pt x="50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34" y="61"/>
                  </a:lnTo>
                  <a:lnTo>
                    <a:pt x="34" y="61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4" y="56"/>
                  </a:lnTo>
                  <a:lnTo>
                    <a:pt x="33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9" y="40"/>
                  </a:lnTo>
                  <a:lnTo>
                    <a:pt x="40" y="39"/>
                  </a:lnTo>
                  <a:lnTo>
                    <a:pt x="41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close/>
                  <a:moveTo>
                    <a:pt x="96" y="74"/>
                  </a:moveTo>
                  <a:lnTo>
                    <a:pt x="92" y="74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9" y="74"/>
                  </a:lnTo>
                  <a:lnTo>
                    <a:pt x="88" y="73"/>
                  </a:lnTo>
                  <a:lnTo>
                    <a:pt x="86" y="71"/>
                  </a:lnTo>
                  <a:lnTo>
                    <a:pt x="86" y="69"/>
                  </a:lnTo>
                  <a:lnTo>
                    <a:pt x="83" y="65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2" y="59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86" y="57"/>
                  </a:lnTo>
                  <a:lnTo>
                    <a:pt x="87" y="57"/>
                  </a:lnTo>
                  <a:lnTo>
                    <a:pt x="86" y="58"/>
                  </a:lnTo>
                  <a:lnTo>
                    <a:pt x="86" y="59"/>
                  </a:lnTo>
                  <a:lnTo>
                    <a:pt x="90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5" y="70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6" y="71"/>
                  </a:lnTo>
                  <a:lnTo>
                    <a:pt x="96" y="74"/>
                  </a:lnTo>
                  <a:lnTo>
                    <a:pt x="96" y="74"/>
                  </a:lnTo>
                  <a:close/>
                  <a:moveTo>
                    <a:pt x="96" y="76"/>
                  </a:moveTo>
                  <a:lnTo>
                    <a:pt x="91" y="76"/>
                  </a:lnTo>
                  <a:lnTo>
                    <a:pt x="91" y="83"/>
                  </a:lnTo>
                  <a:lnTo>
                    <a:pt x="96" y="83"/>
                  </a:lnTo>
                  <a:lnTo>
                    <a:pt x="96" y="76"/>
                  </a:lnTo>
                  <a:lnTo>
                    <a:pt x="96" y="76"/>
                  </a:lnTo>
                  <a:close/>
                  <a:moveTo>
                    <a:pt x="96" y="84"/>
                  </a:moveTo>
                  <a:lnTo>
                    <a:pt x="54" y="84"/>
                  </a:lnTo>
                  <a:lnTo>
                    <a:pt x="54" y="92"/>
                  </a:lnTo>
                  <a:lnTo>
                    <a:pt x="96" y="92"/>
                  </a:lnTo>
                  <a:lnTo>
                    <a:pt x="96" y="84"/>
                  </a:lnTo>
                  <a:lnTo>
                    <a:pt x="96" y="84"/>
                  </a:lnTo>
                  <a:close/>
                  <a:moveTo>
                    <a:pt x="162" y="121"/>
                  </a:moveTo>
                  <a:lnTo>
                    <a:pt x="161" y="121"/>
                  </a:lnTo>
                  <a:lnTo>
                    <a:pt x="162" y="122"/>
                  </a:lnTo>
                  <a:lnTo>
                    <a:pt x="162" y="122"/>
                  </a:lnTo>
                  <a:lnTo>
                    <a:pt x="163" y="124"/>
                  </a:lnTo>
                  <a:lnTo>
                    <a:pt x="164" y="126"/>
                  </a:lnTo>
                  <a:lnTo>
                    <a:pt x="166" y="126"/>
                  </a:lnTo>
                  <a:lnTo>
                    <a:pt x="167" y="128"/>
                  </a:lnTo>
                  <a:lnTo>
                    <a:pt x="169" y="128"/>
                  </a:lnTo>
                  <a:lnTo>
                    <a:pt x="170" y="129"/>
                  </a:lnTo>
                  <a:lnTo>
                    <a:pt x="171" y="130"/>
                  </a:lnTo>
                  <a:lnTo>
                    <a:pt x="172" y="132"/>
                  </a:lnTo>
                  <a:lnTo>
                    <a:pt x="173" y="134"/>
                  </a:lnTo>
                  <a:lnTo>
                    <a:pt x="174" y="134"/>
                  </a:lnTo>
                  <a:lnTo>
                    <a:pt x="174" y="134"/>
                  </a:lnTo>
                  <a:lnTo>
                    <a:pt x="175" y="134"/>
                  </a:lnTo>
                  <a:lnTo>
                    <a:pt x="175" y="134"/>
                  </a:lnTo>
                  <a:lnTo>
                    <a:pt x="175" y="121"/>
                  </a:lnTo>
                  <a:lnTo>
                    <a:pt x="162" y="121"/>
                  </a:lnTo>
                  <a:lnTo>
                    <a:pt x="162" y="121"/>
                  </a:lnTo>
                  <a:close/>
                  <a:moveTo>
                    <a:pt x="110" y="25"/>
                  </a:moveTo>
                  <a:lnTo>
                    <a:pt x="110" y="25"/>
                  </a:lnTo>
                  <a:lnTo>
                    <a:pt x="110" y="25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4" y="26"/>
                  </a:lnTo>
                  <a:lnTo>
                    <a:pt x="115" y="27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4"/>
                  </a:lnTo>
                  <a:lnTo>
                    <a:pt x="118" y="35"/>
                  </a:lnTo>
                  <a:lnTo>
                    <a:pt x="118" y="36"/>
                  </a:lnTo>
                  <a:lnTo>
                    <a:pt x="119" y="37"/>
                  </a:lnTo>
                  <a:lnTo>
                    <a:pt x="121" y="38"/>
                  </a:lnTo>
                  <a:lnTo>
                    <a:pt x="121" y="4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2" y="44"/>
                  </a:lnTo>
                  <a:lnTo>
                    <a:pt x="121" y="45"/>
                  </a:lnTo>
                  <a:lnTo>
                    <a:pt x="120" y="46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19" y="48"/>
                  </a:lnTo>
                  <a:lnTo>
                    <a:pt x="119" y="48"/>
                  </a:lnTo>
                  <a:lnTo>
                    <a:pt x="118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10" y="48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1" y="46"/>
                  </a:lnTo>
                  <a:lnTo>
                    <a:pt x="100" y="44"/>
                  </a:lnTo>
                  <a:lnTo>
                    <a:pt x="99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1" y="38"/>
                  </a:lnTo>
                  <a:lnTo>
                    <a:pt x="102" y="38"/>
                  </a:lnTo>
                  <a:lnTo>
                    <a:pt x="103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5" y="31"/>
                  </a:lnTo>
                  <a:lnTo>
                    <a:pt x="106" y="30"/>
                  </a:lnTo>
                  <a:lnTo>
                    <a:pt x="106" y="27"/>
                  </a:lnTo>
                  <a:lnTo>
                    <a:pt x="107" y="26"/>
                  </a:lnTo>
                  <a:lnTo>
                    <a:pt x="108" y="26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0" y="25"/>
                  </a:lnTo>
                  <a:close/>
                  <a:moveTo>
                    <a:pt x="126" y="74"/>
                  </a:moveTo>
                  <a:lnTo>
                    <a:pt x="130" y="74"/>
                  </a:lnTo>
                  <a:lnTo>
                    <a:pt x="131" y="74"/>
                  </a:lnTo>
                  <a:lnTo>
                    <a:pt x="132" y="74"/>
                  </a:lnTo>
                  <a:lnTo>
                    <a:pt x="134" y="74"/>
                  </a:lnTo>
                  <a:lnTo>
                    <a:pt x="134" y="73"/>
                  </a:lnTo>
                  <a:lnTo>
                    <a:pt x="135" y="71"/>
                  </a:lnTo>
                  <a:lnTo>
                    <a:pt x="136" y="69"/>
                  </a:lnTo>
                  <a:lnTo>
                    <a:pt x="138" y="65"/>
                  </a:lnTo>
                  <a:lnTo>
                    <a:pt x="141" y="61"/>
                  </a:lnTo>
                  <a:lnTo>
                    <a:pt x="141" y="59"/>
                  </a:lnTo>
                  <a:lnTo>
                    <a:pt x="140" y="59"/>
                  </a:lnTo>
                  <a:lnTo>
                    <a:pt x="139" y="58"/>
                  </a:lnTo>
                  <a:lnTo>
                    <a:pt x="139" y="58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6" y="56"/>
                  </a:lnTo>
                  <a:lnTo>
                    <a:pt x="136" y="56"/>
                  </a:lnTo>
                  <a:lnTo>
                    <a:pt x="135" y="57"/>
                  </a:lnTo>
                  <a:lnTo>
                    <a:pt x="135" y="57"/>
                  </a:lnTo>
                  <a:lnTo>
                    <a:pt x="135" y="58"/>
                  </a:lnTo>
                  <a:lnTo>
                    <a:pt x="136" y="59"/>
                  </a:lnTo>
                  <a:lnTo>
                    <a:pt x="132" y="62"/>
                  </a:lnTo>
                  <a:lnTo>
                    <a:pt x="128" y="65"/>
                  </a:lnTo>
                  <a:lnTo>
                    <a:pt x="127" y="67"/>
                  </a:lnTo>
                  <a:lnTo>
                    <a:pt x="127" y="70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4"/>
                  </a:lnTo>
                  <a:close/>
                  <a:moveTo>
                    <a:pt x="96" y="94"/>
                  </a:moveTo>
                  <a:lnTo>
                    <a:pt x="54" y="94"/>
                  </a:lnTo>
                  <a:lnTo>
                    <a:pt x="54" y="110"/>
                  </a:lnTo>
                  <a:lnTo>
                    <a:pt x="96" y="110"/>
                  </a:lnTo>
                  <a:lnTo>
                    <a:pt x="96" y="94"/>
                  </a:lnTo>
                  <a:lnTo>
                    <a:pt x="96" y="94"/>
                  </a:lnTo>
                  <a:close/>
                  <a:moveTo>
                    <a:pt x="96" y="113"/>
                  </a:moveTo>
                  <a:lnTo>
                    <a:pt x="54" y="113"/>
                  </a:lnTo>
                  <a:lnTo>
                    <a:pt x="54" y="120"/>
                  </a:lnTo>
                  <a:lnTo>
                    <a:pt x="96" y="120"/>
                  </a:lnTo>
                  <a:lnTo>
                    <a:pt x="96" y="113"/>
                  </a:lnTo>
                  <a:lnTo>
                    <a:pt x="96" y="113"/>
                  </a:lnTo>
                  <a:close/>
                  <a:moveTo>
                    <a:pt x="96" y="134"/>
                  </a:moveTo>
                  <a:lnTo>
                    <a:pt x="94" y="133"/>
                  </a:lnTo>
                  <a:lnTo>
                    <a:pt x="93" y="131"/>
                  </a:lnTo>
                  <a:lnTo>
                    <a:pt x="90" y="130"/>
                  </a:lnTo>
                  <a:lnTo>
                    <a:pt x="87" y="128"/>
                  </a:lnTo>
                  <a:lnTo>
                    <a:pt x="86" y="126"/>
                  </a:lnTo>
                  <a:lnTo>
                    <a:pt x="85" y="126"/>
                  </a:lnTo>
                  <a:lnTo>
                    <a:pt x="84" y="124"/>
                  </a:lnTo>
                  <a:lnTo>
                    <a:pt x="83" y="123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96" y="122"/>
                  </a:lnTo>
                  <a:lnTo>
                    <a:pt x="96" y="134"/>
                  </a:lnTo>
                  <a:lnTo>
                    <a:pt x="96" y="134"/>
                  </a:lnTo>
                  <a:close/>
                  <a:moveTo>
                    <a:pt x="55" y="134"/>
                  </a:moveTo>
                  <a:lnTo>
                    <a:pt x="56" y="134"/>
                  </a:lnTo>
                  <a:lnTo>
                    <a:pt x="58" y="131"/>
                  </a:lnTo>
                  <a:lnTo>
                    <a:pt x="61" y="130"/>
                  </a:lnTo>
                  <a:lnTo>
                    <a:pt x="63" y="128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7" y="124"/>
                  </a:lnTo>
                  <a:lnTo>
                    <a:pt x="67" y="123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55" y="122"/>
                  </a:lnTo>
                  <a:lnTo>
                    <a:pt x="55" y="134"/>
                  </a:lnTo>
                  <a:lnTo>
                    <a:pt x="55" y="134"/>
                  </a:lnTo>
                  <a:close/>
                  <a:moveTo>
                    <a:pt x="54" y="79"/>
                  </a:moveTo>
                  <a:lnTo>
                    <a:pt x="57" y="79"/>
                  </a:lnTo>
                  <a:lnTo>
                    <a:pt x="57" y="70"/>
                  </a:lnTo>
                  <a:lnTo>
                    <a:pt x="58" y="69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1"/>
                  </a:lnTo>
                  <a:lnTo>
                    <a:pt x="63" y="72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5" y="74"/>
                  </a:lnTo>
                  <a:lnTo>
                    <a:pt x="66" y="74"/>
                  </a:lnTo>
                  <a:lnTo>
                    <a:pt x="66" y="75"/>
                  </a:lnTo>
                  <a:lnTo>
                    <a:pt x="66" y="76"/>
                  </a:lnTo>
                  <a:lnTo>
                    <a:pt x="66" y="77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5" y="79"/>
                  </a:lnTo>
                  <a:lnTo>
                    <a:pt x="63" y="81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9" y="82"/>
                  </a:lnTo>
                  <a:lnTo>
                    <a:pt x="56" y="82"/>
                  </a:lnTo>
                  <a:lnTo>
                    <a:pt x="54" y="82"/>
                  </a:lnTo>
                  <a:lnTo>
                    <a:pt x="54" y="79"/>
                  </a:lnTo>
                  <a:lnTo>
                    <a:pt x="54" y="79"/>
                  </a:lnTo>
                  <a:close/>
                  <a:moveTo>
                    <a:pt x="28" y="83"/>
                  </a:moveTo>
                  <a:lnTo>
                    <a:pt x="24" y="83"/>
                  </a:lnTo>
                  <a:lnTo>
                    <a:pt x="22" y="83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19" y="82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7" y="75"/>
                  </a:lnTo>
                  <a:lnTo>
                    <a:pt x="16" y="74"/>
                  </a:lnTo>
                  <a:lnTo>
                    <a:pt x="15" y="73"/>
                  </a:lnTo>
                  <a:lnTo>
                    <a:pt x="15" y="72"/>
                  </a:lnTo>
                  <a:lnTo>
                    <a:pt x="14" y="71"/>
                  </a:lnTo>
                  <a:lnTo>
                    <a:pt x="14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6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6" y="64"/>
                  </a:lnTo>
                  <a:lnTo>
                    <a:pt x="17" y="65"/>
                  </a:lnTo>
                  <a:lnTo>
                    <a:pt x="17" y="65"/>
                  </a:lnTo>
                  <a:lnTo>
                    <a:pt x="17" y="66"/>
                  </a:lnTo>
                  <a:lnTo>
                    <a:pt x="17" y="67"/>
                  </a:lnTo>
                  <a:lnTo>
                    <a:pt x="19" y="68"/>
                  </a:lnTo>
                  <a:lnTo>
                    <a:pt x="22" y="70"/>
                  </a:lnTo>
                  <a:lnTo>
                    <a:pt x="22" y="70"/>
                  </a:lnTo>
                  <a:lnTo>
                    <a:pt x="24" y="71"/>
                  </a:lnTo>
                  <a:lnTo>
                    <a:pt x="25" y="72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8" y="79"/>
                  </a:lnTo>
                  <a:lnTo>
                    <a:pt x="28" y="83"/>
                  </a:lnTo>
                  <a:lnTo>
                    <a:pt x="28" y="83"/>
                  </a:lnTo>
                  <a:close/>
                  <a:moveTo>
                    <a:pt x="27" y="113"/>
                  </a:moveTo>
                  <a:lnTo>
                    <a:pt x="22" y="113"/>
                  </a:lnTo>
                  <a:lnTo>
                    <a:pt x="22" y="120"/>
                  </a:lnTo>
                  <a:lnTo>
                    <a:pt x="27" y="120"/>
                  </a:lnTo>
                  <a:lnTo>
                    <a:pt x="27" y="113"/>
                  </a:lnTo>
                  <a:lnTo>
                    <a:pt x="27" y="113"/>
                  </a:lnTo>
                  <a:close/>
                  <a:moveTo>
                    <a:pt x="28" y="84"/>
                  </a:moveTo>
                  <a:lnTo>
                    <a:pt x="22" y="84"/>
                  </a:lnTo>
                  <a:lnTo>
                    <a:pt x="22" y="92"/>
                  </a:lnTo>
                  <a:lnTo>
                    <a:pt x="28" y="92"/>
                  </a:lnTo>
                  <a:lnTo>
                    <a:pt x="28" y="84"/>
                  </a:lnTo>
                  <a:lnTo>
                    <a:pt x="28" y="84"/>
                  </a:lnTo>
                  <a:close/>
                  <a:moveTo>
                    <a:pt x="26" y="166"/>
                  </a:moveTo>
                  <a:lnTo>
                    <a:pt x="26" y="166"/>
                  </a:lnTo>
                  <a:lnTo>
                    <a:pt x="24" y="167"/>
                  </a:lnTo>
                  <a:lnTo>
                    <a:pt x="22" y="169"/>
                  </a:lnTo>
                  <a:lnTo>
                    <a:pt x="22" y="170"/>
                  </a:lnTo>
                  <a:lnTo>
                    <a:pt x="21" y="171"/>
                  </a:lnTo>
                  <a:lnTo>
                    <a:pt x="20" y="172"/>
                  </a:lnTo>
                  <a:lnTo>
                    <a:pt x="19" y="176"/>
                  </a:lnTo>
                  <a:lnTo>
                    <a:pt x="19" y="178"/>
                  </a:lnTo>
                  <a:lnTo>
                    <a:pt x="17" y="179"/>
                  </a:lnTo>
                  <a:lnTo>
                    <a:pt x="15" y="180"/>
                  </a:lnTo>
                  <a:lnTo>
                    <a:pt x="14" y="182"/>
                  </a:lnTo>
                  <a:lnTo>
                    <a:pt x="12" y="183"/>
                  </a:lnTo>
                  <a:lnTo>
                    <a:pt x="11" y="186"/>
                  </a:lnTo>
                  <a:lnTo>
                    <a:pt x="10" y="188"/>
                  </a:lnTo>
                  <a:lnTo>
                    <a:pt x="10" y="190"/>
                  </a:lnTo>
                  <a:lnTo>
                    <a:pt x="10" y="193"/>
                  </a:lnTo>
                  <a:lnTo>
                    <a:pt x="10" y="198"/>
                  </a:lnTo>
                  <a:lnTo>
                    <a:pt x="11" y="200"/>
                  </a:lnTo>
                  <a:lnTo>
                    <a:pt x="10" y="202"/>
                  </a:lnTo>
                  <a:lnTo>
                    <a:pt x="8" y="203"/>
                  </a:lnTo>
                  <a:lnTo>
                    <a:pt x="6" y="206"/>
                  </a:lnTo>
                  <a:lnTo>
                    <a:pt x="5" y="209"/>
                  </a:lnTo>
                  <a:lnTo>
                    <a:pt x="4" y="210"/>
                  </a:lnTo>
                  <a:lnTo>
                    <a:pt x="4" y="212"/>
                  </a:lnTo>
                  <a:lnTo>
                    <a:pt x="4" y="214"/>
                  </a:lnTo>
                  <a:lnTo>
                    <a:pt x="4" y="217"/>
                  </a:lnTo>
                  <a:lnTo>
                    <a:pt x="4" y="219"/>
                  </a:lnTo>
                  <a:lnTo>
                    <a:pt x="5" y="221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26" y="222"/>
                  </a:lnTo>
                  <a:lnTo>
                    <a:pt x="26" y="166"/>
                  </a:lnTo>
                  <a:lnTo>
                    <a:pt x="26" y="166"/>
                  </a:lnTo>
                  <a:close/>
                  <a:moveTo>
                    <a:pt x="27" y="226"/>
                  </a:moveTo>
                  <a:lnTo>
                    <a:pt x="0" y="226"/>
                  </a:lnTo>
                  <a:lnTo>
                    <a:pt x="0" y="234"/>
                  </a:lnTo>
                  <a:lnTo>
                    <a:pt x="27" y="234"/>
                  </a:lnTo>
                  <a:lnTo>
                    <a:pt x="27" y="226"/>
                  </a:lnTo>
                  <a:lnTo>
                    <a:pt x="27" y="226"/>
                  </a:lnTo>
                  <a:close/>
                  <a:moveTo>
                    <a:pt x="277" y="118"/>
                  </a:moveTo>
                  <a:lnTo>
                    <a:pt x="277" y="118"/>
                  </a:lnTo>
                  <a:lnTo>
                    <a:pt x="279" y="121"/>
                  </a:lnTo>
                  <a:lnTo>
                    <a:pt x="280" y="122"/>
                  </a:lnTo>
                  <a:lnTo>
                    <a:pt x="281" y="124"/>
                  </a:lnTo>
                  <a:lnTo>
                    <a:pt x="283" y="125"/>
                  </a:lnTo>
                  <a:lnTo>
                    <a:pt x="284" y="126"/>
                  </a:lnTo>
                  <a:lnTo>
                    <a:pt x="287" y="126"/>
                  </a:lnTo>
                  <a:lnTo>
                    <a:pt x="287" y="126"/>
                  </a:lnTo>
                  <a:lnTo>
                    <a:pt x="288" y="127"/>
                  </a:lnTo>
                  <a:lnTo>
                    <a:pt x="288" y="128"/>
                  </a:lnTo>
                  <a:lnTo>
                    <a:pt x="288" y="129"/>
                  </a:lnTo>
                  <a:lnTo>
                    <a:pt x="288" y="130"/>
                  </a:lnTo>
                  <a:lnTo>
                    <a:pt x="289" y="131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3" y="133"/>
                  </a:lnTo>
                  <a:lnTo>
                    <a:pt x="293" y="118"/>
                  </a:lnTo>
                  <a:lnTo>
                    <a:pt x="277" y="118"/>
                  </a:lnTo>
                  <a:lnTo>
                    <a:pt x="277" y="118"/>
                  </a:lnTo>
                  <a:close/>
                  <a:moveTo>
                    <a:pt x="294" y="62"/>
                  </a:moveTo>
                  <a:lnTo>
                    <a:pt x="292" y="62"/>
                  </a:lnTo>
                  <a:lnTo>
                    <a:pt x="289" y="62"/>
                  </a:lnTo>
                  <a:lnTo>
                    <a:pt x="285" y="62"/>
                  </a:lnTo>
                  <a:lnTo>
                    <a:pt x="282" y="61"/>
                  </a:lnTo>
                  <a:lnTo>
                    <a:pt x="280" y="59"/>
                  </a:lnTo>
                  <a:lnTo>
                    <a:pt x="279" y="58"/>
                  </a:lnTo>
                  <a:lnTo>
                    <a:pt x="279" y="58"/>
                  </a:lnTo>
                  <a:lnTo>
                    <a:pt x="278" y="56"/>
                  </a:lnTo>
                  <a:lnTo>
                    <a:pt x="277" y="54"/>
                  </a:lnTo>
                  <a:lnTo>
                    <a:pt x="277" y="54"/>
                  </a:lnTo>
                  <a:lnTo>
                    <a:pt x="277" y="53"/>
                  </a:lnTo>
                  <a:lnTo>
                    <a:pt x="277" y="52"/>
                  </a:lnTo>
                  <a:lnTo>
                    <a:pt x="279" y="49"/>
                  </a:lnTo>
                  <a:lnTo>
                    <a:pt x="281" y="46"/>
                  </a:lnTo>
                  <a:lnTo>
                    <a:pt x="283" y="45"/>
                  </a:lnTo>
                  <a:lnTo>
                    <a:pt x="284" y="45"/>
                  </a:lnTo>
                  <a:lnTo>
                    <a:pt x="286" y="45"/>
                  </a:lnTo>
                  <a:lnTo>
                    <a:pt x="287" y="46"/>
                  </a:lnTo>
                  <a:lnTo>
                    <a:pt x="290" y="49"/>
                  </a:lnTo>
                  <a:lnTo>
                    <a:pt x="292" y="52"/>
                  </a:lnTo>
                  <a:lnTo>
                    <a:pt x="294" y="53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62"/>
                  </a:lnTo>
                  <a:lnTo>
                    <a:pt x="294" y="62"/>
                  </a:lnTo>
                  <a:close/>
                  <a:moveTo>
                    <a:pt x="298" y="53"/>
                  </a:moveTo>
                  <a:lnTo>
                    <a:pt x="322" y="53"/>
                  </a:lnTo>
                  <a:lnTo>
                    <a:pt x="322" y="233"/>
                  </a:lnTo>
                  <a:lnTo>
                    <a:pt x="298" y="233"/>
                  </a:lnTo>
                  <a:lnTo>
                    <a:pt x="298" y="53"/>
                  </a:lnTo>
                  <a:lnTo>
                    <a:pt x="298" y="53"/>
                  </a:lnTo>
                  <a:close/>
                  <a:moveTo>
                    <a:pt x="295" y="30"/>
                  </a:moveTo>
                  <a:lnTo>
                    <a:pt x="295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48"/>
                  </a:lnTo>
                  <a:lnTo>
                    <a:pt x="294" y="49"/>
                  </a:lnTo>
                  <a:lnTo>
                    <a:pt x="294" y="50"/>
                  </a:lnTo>
                  <a:lnTo>
                    <a:pt x="295" y="50"/>
                  </a:lnTo>
                  <a:lnTo>
                    <a:pt x="295" y="50"/>
                  </a:lnTo>
                  <a:lnTo>
                    <a:pt x="325" y="50"/>
                  </a:lnTo>
                  <a:lnTo>
                    <a:pt x="325" y="50"/>
                  </a:lnTo>
                  <a:lnTo>
                    <a:pt x="326" y="50"/>
                  </a:lnTo>
                  <a:lnTo>
                    <a:pt x="326" y="49"/>
                  </a:lnTo>
                  <a:lnTo>
                    <a:pt x="326" y="48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295" y="30"/>
                  </a:lnTo>
                  <a:lnTo>
                    <a:pt x="295" y="30"/>
                  </a:lnTo>
                  <a:close/>
                  <a:moveTo>
                    <a:pt x="31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308" y="1"/>
                  </a:lnTo>
                  <a:lnTo>
                    <a:pt x="307" y="1"/>
                  </a:lnTo>
                  <a:lnTo>
                    <a:pt x="306" y="2"/>
                  </a:lnTo>
                  <a:lnTo>
                    <a:pt x="305" y="3"/>
                  </a:lnTo>
                  <a:lnTo>
                    <a:pt x="303" y="5"/>
                  </a:lnTo>
                  <a:lnTo>
                    <a:pt x="303" y="7"/>
                  </a:lnTo>
                  <a:lnTo>
                    <a:pt x="302" y="11"/>
                  </a:lnTo>
                  <a:lnTo>
                    <a:pt x="302" y="13"/>
                  </a:lnTo>
                  <a:lnTo>
                    <a:pt x="300" y="14"/>
                  </a:lnTo>
                  <a:lnTo>
                    <a:pt x="299" y="14"/>
                  </a:lnTo>
                  <a:lnTo>
                    <a:pt x="299" y="16"/>
                  </a:lnTo>
                  <a:lnTo>
                    <a:pt x="298" y="17"/>
                  </a:lnTo>
                  <a:lnTo>
                    <a:pt x="297" y="18"/>
                  </a:lnTo>
                  <a:lnTo>
                    <a:pt x="297" y="20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5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10" y="27"/>
                  </a:lnTo>
                  <a:lnTo>
                    <a:pt x="319" y="27"/>
                  </a:lnTo>
                  <a:lnTo>
                    <a:pt x="320" y="27"/>
                  </a:lnTo>
                  <a:lnTo>
                    <a:pt x="320" y="26"/>
                  </a:lnTo>
                  <a:lnTo>
                    <a:pt x="321" y="26"/>
                  </a:lnTo>
                  <a:lnTo>
                    <a:pt x="321" y="26"/>
                  </a:lnTo>
                  <a:lnTo>
                    <a:pt x="321" y="25"/>
                  </a:lnTo>
                  <a:lnTo>
                    <a:pt x="321" y="22"/>
                  </a:lnTo>
                  <a:lnTo>
                    <a:pt x="322" y="22"/>
                  </a:lnTo>
                  <a:lnTo>
                    <a:pt x="323" y="20"/>
                  </a:lnTo>
                  <a:lnTo>
                    <a:pt x="323" y="18"/>
                  </a:lnTo>
                  <a:lnTo>
                    <a:pt x="322" y="17"/>
                  </a:lnTo>
                  <a:lnTo>
                    <a:pt x="321" y="16"/>
                  </a:lnTo>
                  <a:lnTo>
                    <a:pt x="320" y="14"/>
                  </a:lnTo>
                  <a:lnTo>
                    <a:pt x="319" y="14"/>
                  </a:lnTo>
                  <a:lnTo>
                    <a:pt x="318" y="13"/>
                  </a:lnTo>
                  <a:lnTo>
                    <a:pt x="318" y="11"/>
                  </a:lnTo>
                  <a:lnTo>
                    <a:pt x="317" y="7"/>
                  </a:lnTo>
                  <a:lnTo>
                    <a:pt x="316" y="5"/>
                  </a:lnTo>
                  <a:lnTo>
                    <a:pt x="315" y="3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12" y="1"/>
                  </a:lnTo>
                  <a:lnTo>
                    <a:pt x="311" y="0"/>
                  </a:lnTo>
                  <a:lnTo>
                    <a:pt x="311" y="0"/>
                  </a:lnTo>
                  <a:close/>
                  <a:moveTo>
                    <a:pt x="327" y="52"/>
                  </a:moveTo>
                  <a:lnTo>
                    <a:pt x="327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1"/>
                  </a:lnTo>
                  <a:lnTo>
                    <a:pt x="337" y="59"/>
                  </a:lnTo>
                  <a:lnTo>
                    <a:pt x="338" y="58"/>
                  </a:lnTo>
                  <a:lnTo>
                    <a:pt x="339" y="55"/>
                  </a:lnTo>
                  <a:lnTo>
                    <a:pt x="339" y="54"/>
                  </a:lnTo>
                  <a:lnTo>
                    <a:pt x="340" y="53"/>
                  </a:lnTo>
                  <a:lnTo>
                    <a:pt x="342" y="51"/>
                  </a:lnTo>
                  <a:lnTo>
                    <a:pt x="343" y="50"/>
                  </a:lnTo>
                  <a:lnTo>
                    <a:pt x="345" y="47"/>
                  </a:lnTo>
                  <a:lnTo>
                    <a:pt x="345" y="46"/>
                  </a:lnTo>
                  <a:lnTo>
                    <a:pt x="345" y="46"/>
                  </a:lnTo>
                  <a:lnTo>
                    <a:pt x="345" y="45"/>
                  </a:lnTo>
                  <a:lnTo>
                    <a:pt x="344" y="44"/>
                  </a:lnTo>
                  <a:lnTo>
                    <a:pt x="343" y="42"/>
                  </a:lnTo>
                  <a:lnTo>
                    <a:pt x="342" y="42"/>
                  </a:lnTo>
                  <a:lnTo>
                    <a:pt x="341" y="42"/>
                  </a:lnTo>
                  <a:lnTo>
                    <a:pt x="340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3"/>
                  </a:lnTo>
                  <a:lnTo>
                    <a:pt x="340" y="44"/>
                  </a:lnTo>
                  <a:lnTo>
                    <a:pt x="339" y="45"/>
                  </a:lnTo>
                  <a:lnTo>
                    <a:pt x="339" y="46"/>
                  </a:lnTo>
                  <a:lnTo>
                    <a:pt x="338" y="46"/>
                  </a:lnTo>
                  <a:lnTo>
                    <a:pt x="337" y="46"/>
                  </a:lnTo>
                  <a:lnTo>
                    <a:pt x="335" y="47"/>
                  </a:lnTo>
                  <a:lnTo>
                    <a:pt x="332" y="48"/>
                  </a:lnTo>
                  <a:lnTo>
                    <a:pt x="331" y="50"/>
                  </a:lnTo>
                  <a:lnTo>
                    <a:pt x="330" y="51"/>
                  </a:lnTo>
                  <a:lnTo>
                    <a:pt x="328" y="52"/>
                  </a:lnTo>
                  <a:lnTo>
                    <a:pt x="327" y="52"/>
                  </a:lnTo>
                  <a:lnTo>
                    <a:pt x="327" y="52"/>
                  </a:lnTo>
                  <a:close/>
                  <a:moveTo>
                    <a:pt x="326" y="65"/>
                  </a:moveTo>
                  <a:lnTo>
                    <a:pt x="333" y="65"/>
                  </a:lnTo>
                  <a:lnTo>
                    <a:pt x="333" y="74"/>
                  </a:lnTo>
                  <a:lnTo>
                    <a:pt x="326" y="74"/>
                  </a:lnTo>
                  <a:lnTo>
                    <a:pt x="326" y="65"/>
                  </a:lnTo>
                  <a:lnTo>
                    <a:pt x="326" y="65"/>
                  </a:lnTo>
                  <a:close/>
                  <a:moveTo>
                    <a:pt x="326" y="76"/>
                  </a:moveTo>
                  <a:lnTo>
                    <a:pt x="375" y="76"/>
                  </a:lnTo>
                  <a:lnTo>
                    <a:pt x="375" y="83"/>
                  </a:lnTo>
                  <a:lnTo>
                    <a:pt x="326" y="83"/>
                  </a:lnTo>
                  <a:lnTo>
                    <a:pt x="326" y="76"/>
                  </a:lnTo>
                  <a:lnTo>
                    <a:pt x="326" y="76"/>
                  </a:lnTo>
                  <a:close/>
                  <a:moveTo>
                    <a:pt x="326" y="86"/>
                  </a:moveTo>
                  <a:lnTo>
                    <a:pt x="375" y="86"/>
                  </a:lnTo>
                  <a:lnTo>
                    <a:pt x="375" y="107"/>
                  </a:lnTo>
                  <a:lnTo>
                    <a:pt x="326" y="107"/>
                  </a:lnTo>
                  <a:lnTo>
                    <a:pt x="326" y="86"/>
                  </a:lnTo>
                  <a:lnTo>
                    <a:pt x="326" y="86"/>
                  </a:lnTo>
                  <a:close/>
                  <a:moveTo>
                    <a:pt x="326" y="110"/>
                  </a:moveTo>
                  <a:lnTo>
                    <a:pt x="375" y="110"/>
                  </a:lnTo>
                  <a:lnTo>
                    <a:pt x="375" y="117"/>
                  </a:lnTo>
                  <a:lnTo>
                    <a:pt x="326" y="117"/>
                  </a:lnTo>
                  <a:lnTo>
                    <a:pt x="326" y="110"/>
                  </a:lnTo>
                  <a:lnTo>
                    <a:pt x="326" y="110"/>
                  </a:lnTo>
                  <a:close/>
                  <a:moveTo>
                    <a:pt x="361" y="121"/>
                  </a:moveTo>
                  <a:lnTo>
                    <a:pt x="361" y="121"/>
                  </a:lnTo>
                  <a:lnTo>
                    <a:pt x="361" y="122"/>
                  </a:lnTo>
                  <a:lnTo>
                    <a:pt x="362" y="122"/>
                  </a:lnTo>
                  <a:lnTo>
                    <a:pt x="363" y="124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8"/>
                  </a:lnTo>
                  <a:lnTo>
                    <a:pt x="369" y="128"/>
                  </a:lnTo>
                  <a:lnTo>
                    <a:pt x="371" y="129"/>
                  </a:lnTo>
                  <a:lnTo>
                    <a:pt x="371" y="130"/>
                  </a:lnTo>
                  <a:lnTo>
                    <a:pt x="372" y="132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21"/>
                  </a:lnTo>
                  <a:lnTo>
                    <a:pt x="361" y="121"/>
                  </a:lnTo>
                  <a:lnTo>
                    <a:pt x="361" y="121"/>
                  </a:lnTo>
                  <a:close/>
                  <a:moveTo>
                    <a:pt x="379" y="73"/>
                  </a:moveTo>
                  <a:lnTo>
                    <a:pt x="401" y="73"/>
                  </a:lnTo>
                  <a:lnTo>
                    <a:pt x="401" y="233"/>
                  </a:lnTo>
                  <a:lnTo>
                    <a:pt x="379" y="233"/>
                  </a:lnTo>
                  <a:lnTo>
                    <a:pt x="379" y="73"/>
                  </a:lnTo>
                  <a:lnTo>
                    <a:pt x="379" y="73"/>
                  </a:lnTo>
                  <a:close/>
                  <a:moveTo>
                    <a:pt x="377" y="50"/>
                  </a:moveTo>
                  <a:lnTo>
                    <a:pt x="404" y="50"/>
                  </a:lnTo>
                  <a:lnTo>
                    <a:pt x="404" y="50"/>
                  </a:lnTo>
                  <a:lnTo>
                    <a:pt x="404" y="50"/>
                  </a:lnTo>
                  <a:lnTo>
                    <a:pt x="405" y="51"/>
                  </a:lnTo>
                  <a:lnTo>
                    <a:pt x="405" y="51"/>
                  </a:lnTo>
                  <a:lnTo>
                    <a:pt x="405" y="67"/>
                  </a:lnTo>
                  <a:lnTo>
                    <a:pt x="405" y="68"/>
                  </a:lnTo>
                  <a:lnTo>
                    <a:pt x="404" y="68"/>
                  </a:lnTo>
                  <a:lnTo>
                    <a:pt x="404" y="68"/>
                  </a:lnTo>
                  <a:lnTo>
                    <a:pt x="404" y="69"/>
                  </a:lnTo>
                  <a:lnTo>
                    <a:pt x="377" y="69"/>
                  </a:lnTo>
                  <a:lnTo>
                    <a:pt x="377" y="68"/>
                  </a:lnTo>
                  <a:lnTo>
                    <a:pt x="376" y="68"/>
                  </a:lnTo>
                  <a:lnTo>
                    <a:pt x="376" y="68"/>
                  </a:lnTo>
                  <a:lnTo>
                    <a:pt x="376" y="67"/>
                  </a:lnTo>
                  <a:lnTo>
                    <a:pt x="376" y="51"/>
                  </a:lnTo>
                  <a:lnTo>
                    <a:pt x="376" y="51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7" y="50"/>
                  </a:lnTo>
                  <a:lnTo>
                    <a:pt x="377" y="50"/>
                  </a:lnTo>
                  <a:close/>
                  <a:moveTo>
                    <a:pt x="449" y="79"/>
                  </a:moveTo>
                  <a:lnTo>
                    <a:pt x="471" y="79"/>
                  </a:lnTo>
                  <a:lnTo>
                    <a:pt x="471" y="232"/>
                  </a:lnTo>
                  <a:lnTo>
                    <a:pt x="450" y="232"/>
                  </a:lnTo>
                  <a:lnTo>
                    <a:pt x="450" y="88"/>
                  </a:lnTo>
                  <a:lnTo>
                    <a:pt x="449" y="88"/>
                  </a:lnTo>
                  <a:lnTo>
                    <a:pt x="449" y="79"/>
                  </a:lnTo>
                  <a:lnTo>
                    <a:pt x="449" y="79"/>
                  </a:lnTo>
                  <a:close/>
                  <a:moveTo>
                    <a:pt x="447" y="63"/>
                  </a:moveTo>
                  <a:lnTo>
                    <a:pt x="471" y="63"/>
                  </a:lnTo>
                  <a:lnTo>
                    <a:pt x="472" y="63"/>
                  </a:lnTo>
                  <a:lnTo>
                    <a:pt x="473" y="64"/>
                  </a:lnTo>
                  <a:lnTo>
                    <a:pt x="473" y="76"/>
                  </a:lnTo>
                  <a:lnTo>
                    <a:pt x="472" y="77"/>
                  </a:lnTo>
                  <a:lnTo>
                    <a:pt x="471" y="78"/>
                  </a:lnTo>
                  <a:lnTo>
                    <a:pt x="447" y="78"/>
                  </a:lnTo>
                  <a:lnTo>
                    <a:pt x="447" y="77"/>
                  </a:lnTo>
                  <a:lnTo>
                    <a:pt x="447" y="76"/>
                  </a:lnTo>
                  <a:lnTo>
                    <a:pt x="447" y="64"/>
                  </a:lnTo>
                  <a:lnTo>
                    <a:pt x="447" y="63"/>
                  </a:lnTo>
                  <a:lnTo>
                    <a:pt x="447" y="63"/>
                  </a:lnTo>
                  <a:lnTo>
                    <a:pt x="447" y="63"/>
                  </a:lnTo>
                  <a:close/>
                  <a:moveTo>
                    <a:pt x="459" y="39"/>
                  </a:moveTo>
                  <a:lnTo>
                    <a:pt x="459" y="39"/>
                  </a:lnTo>
                  <a:lnTo>
                    <a:pt x="458" y="39"/>
                  </a:lnTo>
                  <a:lnTo>
                    <a:pt x="456" y="40"/>
                  </a:lnTo>
                  <a:lnTo>
                    <a:pt x="455" y="42"/>
                  </a:lnTo>
                  <a:lnTo>
                    <a:pt x="455" y="42"/>
                  </a:lnTo>
                  <a:lnTo>
                    <a:pt x="454" y="45"/>
                  </a:lnTo>
                  <a:lnTo>
                    <a:pt x="453" y="47"/>
                  </a:lnTo>
                  <a:lnTo>
                    <a:pt x="453" y="49"/>
                  </a:lnTo>
                  <a:lnTo>
                    <a:pt x="451" y="50"/>
                  </a:lnTo>
                  <a:lnTo>
                    <a:pt x="451" y="50"/>
                  </a:lnTo>
                  <a:lnTo>
                    <a:pt x="451" y="51"/>
                  </a:lnTo>
                  <a:lnTo>
                    <a:pt x="450" y="52"/>
                  </a:lnTo>
                  <a:lnTo>
                    <a:pt x="450" y="53"/>
                  </a:lnTo>
                  <a:lnTo>
                    <a:pt x="450" y="54"/>
                  </a:lnTo>
                  <a:lnTo>
                    <a:pt x="450" y="55"/>
                  </a:lnTo>
                  <a:lnTo>
                    <a:pt x="451" y="56"/>
                  </a:lnTo>
                  <a:lnTo>
                    <a:pt x="451" y="57"/>
                  </a:lnTo>
                  <a:lnTo>
                    <a:pt x="451" y="58"/>
                  </a:lnTo>
                  <a:lnTo>
                    <a:pt x="452" y="58"/>
                  </a:lnTo>
                  <a:lnTo>
                    <a:pt x="451" y="58"/>
                  </a:lnTo>
                  <a:lnTo>
                    <a:pt x="451" y="59"/>
                  </a:lnTo>
                  <a:lnTo>
                    <a:pt x="451" y="59"/>
                  </a:lnTo>
                  <a:lnTo>
                    <a:pt x="451" y="61"/>
                  </a:lnTo>
                  <a:lnTo>
                    <a:pt x="451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67" y="61"/>
                  </a:lnTo>
                  <a:lnTo>
                    <a:pt x="467" y="61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7"/>
                  </a:lnTo>
                  <a:lnTo>
                    <a:pt x="467" y="56"/>
                  </a:lnTo>
                  <a:lnTo>
                    <a:pt x="469" y="55"/>
                  </a:lnTo>
                  <a:lnTo>
                    <a:pt x="469" y="54"/>
                  </a:lnTo>
                  <a:lnTo>
                    <a:pt x="469" y="53"/>
                  </a:lnTo>
                  <a:lnTo>
                    <a:pt x="469" y="52"/>
                  </a:lnTo>
                  <a:lnTo>
                    <a:pt x="468" y="51"/>
                  </a:lnTo>
                  <a:lnTo>
                    <a:pt x="467" y="50"/>
                  </a:lnTo>
                  <a:lnTo>
                    <a:pt x="467" y="50"/>
                  </a:lnTo>
                  <a:lnTo>
                    <a:pt x="466" y="49"/>
                  </a:lnTo>
                  <a:lnTo>
                    <a:pt x="466" y="47"/>
                  </a:lnTo>
                  <a:lnTo>
                    <a:pt x="465" y="45"/>
                  </a:lnTo>
                  <a:lnTo>
                    <a:pt x="464" y="42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9"/>
                  </a:lnTo>
                  <a:lnTo>
                    <a:pt x="460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close/>
                  <a:moveTo>
                    <a:pt x="405" y="74"/>
                  </a:moveTo>
                  <a:lnTo>
                    <a:pt x="409" y="74"/>
                  </a:lnTo>
                  <a:lnTo>
                    <a:pt x="411" y="74"/>
                  </a:lnTo>
                  <a:lnTo>
                    <a:pt x="411" y="74"/>
                  </a:lnTo>
                  <a:lnTo>
                    <a:pt x="412" y="74"/>
                  </a:lnTo>
                  <a:lnTo>
                    <a:pt x="414" y="73"/>
                  </a:lnTo>
                  <a:lnTo>
                    <a:pt x="415" y="71"/>
                  </a:lnTo>
                  <a:lnTo>
                    <a:pt x="415" y="69"/>
                  </a:lnTo>
                  <a:lnTo>
                    <a:pt x="418" y="65"/>
                  </a:lnTo>
                  <a:lnTo>
                    <a:pt x="420" y="61"/>
                  </a:lnTo>
                  <a:lnTo>
                    <a:pt x="420" y="59"/>
                  </a:lnTo>
                  <a:lnTo>
                    <a:pt x="419" y="59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8" y="57"/>
                  </a:lnTo>
                  <a:lnTo>
                    <a:pt x="417" y="57"/>
                  </a:lnTo>
                  <a:lnTo>
                    <a:pt x="415" y="56"/>
                  </a:lnTo>
                  <a:lnTo>
                    <a:pt x="415" y="56"/>
                  </a:lnTo>
                  <a:lnTo>
                    <a:pt x="415" y="57"/>
                  </a:lnTo>
                  <a:lnTo>
                    <a:pt x="414" y="57"/>
                  </a:lnTo>
                  <a:lnTo>
                    <a:pt x="415" y="58"/>
                  </a:lnTo>
                  <a:lnTo>
                    <a:pt x="415" y="59"/>
                  </a:lnTo>
                  <a:lnTo>
                    <a:pt x="411" y="62"/>
                  </a:lnTo>
                  <a:lnTo>
                    <a:pt x="407" y="65"/>
                  </a:lnTo>
                  <a:lnTo>
                    <a:pt x="407" y="67"/>
                  </a:lnTo>
                  <a:lnTo>
                    <a:pt x="407" y="70"/>
                  </a:lnTo>
                  <a:lnTo>
                    <a:pt x="407" y="71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5" y="74"/>
                  </a:lnTo>
                  <a:lnTo>
                    <a:pt x="405" y="74"/>
                  </a:lnTo>
                  <a:close/>
                  <a:moveTo>
                    <a:pt x="405" y="76"/>
                  </a:moveTo>
                  <a:lnTo>
                    <a:pt x="410" y="76"/>
                  </a:lnTo>
                  <a:lnTo>
                    <a:pt x="410" y="83"/>
                  </a:lnTo>
                  <a:lnTo>
                    <a:pt x="405" y="83"/>
                  </a:lnTo>
                  <a:lnTo>
                    <a:pt x="405" y="76"/>
                  </a:lnTo>
                  <a:lnTo>
                    <a:pt x="405" y="76"/>
                  </a:lnTo>
                  <a:close/>
                  <a:moveTo>
                    <a:pt x="405" y="84"/>
                  </a:moveTo>
                  <a:lnTo>
                    <a:pt x="447" y="84"/>
                  </a:lnTo>
                  <a:lnTo>
                    <a:pt x="447" y="92"/>
                  </a:lnTo>
                  <a:lnTo>
                    <a:pt x="405" y="92"/>
                  </a:lnTo>
                  <a:lnTo>
                    <a:pt x="405" y="84"/>
                  </a:lnTo>
                  <a:lnTo>
                    <a:pt x="405" y="84"/>
                  </a:lnTo>
                  <a:close/>
                  <a:moveTo>
                    <a:pt x="339" y="121"/>
                  </a:moveTo>
                  <a:lnTo>
                    <a:pt x="340" y="121"/>
                  </a:lnTo>
                  <a:lnTo>
                    <a:pt x="340" y="122"/>
                  </a:lnTo>
                  <a:lnTo>
                    <a:pt x="339" y="122"/>
                  </a:lnTo>
                  <a:lnTo>
                    <a:pt x="338" y="124"/>
                  </a:lnTo>
                  <a:lnTo>
                    <a:pt x="337" y="126"/>
                  </a:lnTo>
                  <a:lnTo>
                    <a:pt x="335" y="126"/>
                  </a:lnTo>
                  <a:lnTo>
                    <a:pt x="334" y="128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30" y="130"/>
                  </a:lnTo>
                  <a:lnTo>
                    <a:pt x="329" y="132"/>
                  </a:lnTo>
                  <a:lnTo>
                    <a:pt x="328" y="134"/>
                  </a:lnTo>
                  <a:lnTo>
                    <a:pt x="327" y="134"/>
                  </a:lnTo>
                  <a:lnTo>
                    <a:pt x="327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21"/>
                  </a:lnTo>
                  <a:lnTo>
                    <a:pt x="339" y="121"/>
                  </a:lnTo>
                  <a:lnTo>
                    <a:pt x="339" y="121"/>
                  </a:lnTo>
                  <a:close/>
                  <a:moveTo>
                    <a:pt x="391" y="25"/>
                  </a:moveTo>
                  <a:lnTo>
                    <a:pt x="391" y="25"/>
                  </a:lnTo>
                  <a:lnTo>
                    <a:pt x="391" y="25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89" y="25"/>
                  </a:lnTo>
                  <a:lnTo>
                    <a:pt x="388" y="25"/>
                  </a:lnTo>
                  <a:lnTo>
                    <a:pt x="387" y="26"/>
                  </a:lnTo>
                  <a:lnTo>
                    <a:pt x="387" y="27"/>
                  </a:lnTo>
                  <a:lnTo>
                    <a:pt x="385" y="29"/>
                  </a:lnTo>
                  <a:lnTo>
                    <a:pt x="384" y="31"/>
                  </a:lnTo>
                  <a:lnTo>
                    <a:pt x="384" y="34"/>
                  </a:lnTo>
                  <a:lnTo>
                    <a:pt x="384" y="35"/>
                  </a:lnTo>
                  <a:lnTo>
                    <a:pt x="383" y="36"/>
                  </a:lnTo>
                  <a:lnTo>
                    <a:pt x="382" y="37"/>
                  </a:lnTo>
                  <a:lnTo>
                    <a:pt x="380" y="38"/>
                  </a:lnTo>
                  <a:lnTo>
                    <a:pt x="380" y="40"/>
                  </a:lnTo>
                  <a:lnTo>
                    <a:pt x="379" y="42"/>
                  </a:lnTo>
                  <a:lnTo>
                    <a:pt x="379" y="42"/>
                  </a:lnTo>
                  <a:lnTo>
                    <a:pt x="379" y="44"/>
                  </a:lnTo>
                  <a:lnTo>
                    <a:pt x="380" y="45"/>
                  </a:lnTo>
                  <a:lnTo>
                    <a:pt x="381" y="46"/>
                  </a:lnTo>
                  <a:lnTo>
                    <a:pt x="381" y="47"/>
                  </a:lnTo>
                  <a:lnTo>
                    <a:pt x="382" y="47"/>
                  </a:lnTo>
                  <a:lnTo>
                    <a:pt x="382" y="48"/>
                  </a:lnTo>
                  <a:lnTo>
                    <a:pt x="382" y="48"/>
                  </a:lnTo>
                  <a:lnTo>
                    <a:pt x="383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1" y="48"/>
                  </a:lnTo>
                  <a:lnTo>
                    <a:pt x="398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7"/>
                  </a:lnTo>
                  <a:lnTo>
                    <a:pt x="399" y="46"/>
                  </a:lnTo>
                  <a:lnTo>
                    <a:pt x="401" y="46"/>
                  </a:lnTo>
                  <a:lnTo>
                    <a:pt x="401" y="44"/>
                  </a:lnTo>
                  <a:lnTo>
                    <a:pt x="402" y="43"/>
                  </a:lnTo>
                  <a:lnTo>
                    <a:pt x="401" y="42"/>
                  </a:lnTo>
                  <a:lnTo>
                    <a:pt x="401" y="40"/>
                  </a:lnTo>
                  <a:lnTo>
                    <a:pt x="400" y="38"/>
                  </a:lnTo>
                  <a:lnTo>
                    <a:pt x="399" y="38"/>
                  </a:lnTo>
                  <a:lnTo>
                    <a:pt x="398" y="37"/>
                  </a:lnTo>
                  <a:lnTo>
                    <a:pt x="397" y="35"/>
                  </a:lnTo>
                  <a:lnTo>
                    <a:pt x="397" y="34"/>
                  </a:lnTo>
                  <a:lnTo>
                    <a:pt x="396" y="31"/>
                  </a:lnTo>
                  <a:lnTo>
                    <a:pt x="395" y="30"/>
                  </a:lnTo>
                  <a:lnTo>
                    <a:pt x="395" y="27"/>
                  </a:lnTo>
                  <a:lnTo>
                    <a:pt x="394" y="26"/>
                  </a:lnTo>
                  <a:lnTo>
                    <a:pt x="393" y="26"/>
                  </a:lnTo>
                  <a:lnTo>
                    <a:pt x="392" y="25"/>
                  </a:lnTo>
                  <a:lnTo>
                    <a:pt x="391" y="25"/>
                  </a:lnTo>
                  <a:lnTo>
                    <a:pt x="391" y="25"/>
                  </a:lnTo>
                  <a:close/>
                  <a:moveTo>
                    <a:pt x="375" y="74"/>
                  </a:moveTo>
                  <a:lnTo>
                    <a:pt x="371" y="74"/>
                  </a:lnTo>
                  <a:lnTo>
                    <a:pt x="370" y="74"/>
                  </a:lnTo>
                  <a:lnTo>
                    <a:pt x="369" y="74"/>
                  </a:lnTo>
                  <a:lnTo>
                    <a:pt x="368" y="74"/>
                  </a:lnTo>
                  <a:lnTo>
                    <a:pt x="367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3" y="65"/>
                  </a:lnTo>
                  <a:lnTo>
                    <a:pt x="360" y="61"/>
                  </a:lnTo>
                  <a:lnTo>
                    <a:pt x="360" y="59"/>
                  </a:lnTo>
                  <a:lnTo>
                    <a:pt x="361" y="59"/>
                  </a:lnTo>
                  <a:lnTo>
                    <a:pt x="362" y="58"/>
                  </a:lnTo>
                  <a:lnTo>
                    <a:pt x="362" y="58"/>
                  </a:lnTo>
                  <a:lnTo>
                    <a:pt x="363" y="57"/>
                  </a:lnTo>
                  <a:lnTo>
                    <a:pt x="364" y="57"/>
                  </a:lnTo>
                  <a:lnTo>
                    <a:pt x="365" y="56"/>
                  </a:lnTo>
                  <a:lnTo>
                    <a:pt x="366" y="56"/>
                  </a:lnTo>
                  <a:lnTo>
                    <a:pt x="366" y="57"/>
                  </a:lnTo>
                  <a:lnTo>
                    <a:pt x="366" y="57"/>
                  </a:lnTo>
                  <a:lnTo>
                    <a:pt x="366" y="58"/>
                  </a:lnTo>
                  <a:lnTo>
                    <a:pt x="366" y="59"/>
                  </a:lnTo>
                  <a:lnTo>
                    <a:pt x="369" y="62"/>
                  </a:lnTo>
                  <a:lnTo>
                    <a:pt x="373" y="65"/>
                  </a:lnTo>
                  <a:lnTo>
                    <a:pt x="374" y="67"/>
                  </a:lnTo>
                  <a:lnTo>
                    <a:pt x="374" y="70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4"/>
                  </a:lnTo>
                  <a:lnTo>
                    <a:pt x="375" y="74"/>
                  </a:lnTo>
                  <a:close/>
                  <a:moveTo>
                    <a:pt x="405" y="94"/>
                  </a:moveTo>
                  <a:lnTo>
                    <a:pt x="447" y="94"/>
                  </a:lnTo>
                  <a:lnTo>
                    <a:pt x="447" y="110"/>
                  </a:lnTo>
                  <a:lnTo>
                    <a:pt x="405" y="110"/>
                  </a:lnTo>
                  <a:lnTo>
                    <a:pt x="405" y="94"/>
                  </a:lnTo>
                  <a:lnTo>
                    <a:pt x="405" y="94"/>
                  </a:lnTo>
                  <a:close/>
                  <a:moveTo>
                    <a:pt x="405" y="113"/>
                  </a:moveTo>
                  <a:lnTo>
                    <a:pt x="447" y="113"/>
                  </a:lnTo>
                  <a:lnTo>
                    <a:pt x="447" y="120"/>
                  </a:lnTo>
                  <a:lnTo>
                    <a:pt x="405" y="120"/>
                  </a:lnTo>
                  <a:lnTo>
                    <a:pt x="405" y="113"/>
                  </a:lnTo>
                  <a:lnTo>
                    <a:pt x="405" y="113"/>
                  </a:lnTo>
                  <a:close/>
                  <a:moveTo>
                    <a:pt x="405" y="134"/>
                  </a:moveTo>
                  <a:lnTo>
                    <a:pt x="407" y="133"/>
                  </a:lnTo>
                  <a:lnTo>
                    <a:pt x="409" y="131"/>
                  </a:lnTo>
                  <a:lnTo>
                    <a:pt x="411" y="130"/>
                  </a:lnTo>
                  <a:lnTo>
                    <a:pt x="414" y="128"/>
                  </a:lnTo>
                  <a:lnTo>
                    <a:pt x="415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18" y="123"/>
                  </a:lnTo>
                  <a:lnTo>
                    <a:pt x="419" y="122"/>
                  </a:lnTo>
                  <a:lnTo>
                    <a:pt x="419" y="122"/>
                  </a:lnTo>
                  <a:lnTo>
                    <a:pt x="405" y="122"/>
                  </a:lnTo>
                  <a:lnTo>
                    <a:pt x="405" y="134"/>
                  </a:lnTo>
                  <a:lnTo>
                    <a:pt x="405" y="134"/>
                  </a:lnTo>
                  <a:close/>
                  <a:moveTo>
                    <a:pt x="446" y="134"/>
                  </a:moveTo>
                  <a:lnTo>
                    <a:pt x="445" y="134"/>
                  </a:lnTo>
                  <a:lnTo>
                    <a:pt x="443" y="131"/>
                  </a:lnTo>
                  <a:lnTo>
                    <a:pt x="440" y="130"/>
                  </a:lnTo>
                  <a:lnTo>
                    <a:pt x="438" y="128"/>
                  </a:lnTo>
                  <a:lnTo>
                    <a:pt x="436" y="126"/>
                  </a:lnTo>
                  <a:lnTo>
                    <a:pt x="435" y="126"/>
                  </a:lnTo>
                  <a:lnTo>
                    <a:pt x="435" y="124"/>
                  </a:lnTo>
                  <a:lnTo>
                    <a:pt x="434" y="123"/>
                  </a:lnTo>
                  <a:lnTo>
                    <a:pt x="433" y="122"/>
                  </a:lnTo>
                  <a:lnTo>
                    <a:pt x="433" y="122"/>
                  </a:lnTo>
                  <a:lnTo>
                    <a:pt x="447" y="122"/>
                  </a:lnTo>
                  <a:lnTo>
                    <a:pt x="446" y="134"/>
                  </a:lnTo>
                  <a:lnTo>
                    <a:pt x="446" y="134"/>
                  </a:lnTo>
                  <a:close/>
                  <a:moveTo>
                    <a:pt x="447" y="79"/>
                  </a:moveTo>
                  <a:lnTo>
                    <a:pt x="444" y="79"/>
                  </a:lnTo>
                  <a:lnTo>
                    <a:pt x="444" y="70"/>
                  </a:lnTo>
                  <a:lnTo>
                    <a:pt x="443" y="69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40" y="69"/>
                  </a:lnTo>
                  <a:lnTo>
                    <a:pt x="439" y="70"/>
                  </a:lnTo>
                  <a:lnTo>
                    <a:pt x="438" y="70"/>
                  </a:lnTo>
                  <a:lnTo>
                    <a:pt x="438" y="71"/>
                  </a:lnTo>
                  <a:lnTo>
                    <a:pt x="438" y="72"/>
                  </a:lnTo>
                  <a:lnTo>
                    <a:pt x="438" y="73"/>
                  </a:lnTo>
                  <a:lnTo>
                    <a:pt x="438" y="73"/>
                  </a:lnTo>
                  <a:lnTo>
                    <a:pt x="436" y="74"/>
                  </a:lnTo>
                  <a:lnTo>
                    <a:pt x="435" y="74"/>
                  </a:lnTo>
                  <a:lnTo>
                    <a:pt x="435" y="75"/>
                  </a:lnTo>
                  <a:lnTo>
                    <a:pt x="435" y="76"/>
                  </a:lnTo>
                  <a:lnTo>
                    <a:pt x="435" y="77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6" y="79"/>
                  </a:lnTo>
                  <a:lnTo>
                    <a:pt x="438" y="81"/>
                  </a:lnTo>
                  <a:lnTo>
                    <a:pt x="439" y="82"/>
                  </a:lnTo>
                  <a:lnTo>
                    <a:pt x="441" y="82"/>
                  </a:lnTo>
                  <a:lnTo>
                    <a:pt x="442" y="82"/>
                  </a:lnTo>
                  <a:lnTo>
                    <a:pt x="445" y="82"/>
                  </a:lnTo>
                  <a:lnTo>
                    <a:pt x="447" y="82"/>
                  </a:lnTo>
                  <a:lnTo>
                    <a:pt x="447" y="79"/>
                  </a:lnTo>
                  <a:lnTo>
                    <a:pt x="447" y="79"/>
                  </a:lnTo>
                  <a:close/>
                  <a:moveTo>
                    <a:pt x="473" y="83"/>
                  </a:moveTo>
                  <a:lnTo>
                    <a:pt x="478" y="83"/>
                  </a:lnTo>
                  <a:lnTo>
                    <a:pt x="479" y="83"/>
                  </a:lnTo>
                  <a:lnTo>
                    <a:pt x="480" y="82"/>
                  </a:lnTo>
                  <a:lnTo>
                    <a:pt x="481" y="82"/>
                  </a:lnTo>
                  <a:lnTo>
                    <a:pt x="482" y="82"/>
                  </a:lnTo>
                  <a:lnTo>
                    <a:pt x="483" y="79"/>
                  </a:lnTo>
                  <a:lnTo>
                    <a:pt x="483" y="77"/>
                  </a:lnTo>
                  <a:lnTo>
                    <a:pt x="484" y="75"/>
                  </a:lnTo>
                  <a:lnTo>
                    <a:pt x="485" y="74"/>
                  </a:lnTo>
                  <a:lnTo>
                    <a:pt x="486" y="73"/>
                  </a:lnTo>
                  <a:lnTo>
                    <a:pt x="487" y="72"/>
                  </a:lnTo>
                  <a:lnTo>
                    <a:pt x="487" y="71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68"/>
                  </a:lnTo>
                  <a:lnTo>
                    <a:pt x="488" y="66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6" y="64"/>
                  </a:lnTo>
                  <a:lnTo>
                    <a:pt x="485" y="64"/>
                  </a:lnTo>
                  <a:lnTo>
                    <a:pt x="484" y="65"/>
                  </a:lnTo>
                  <a:lnTo>
                    <a:pt x="484" y="65"/>
                  </a:lnTo>
                  <a:lnTo>
                    <a:pt x="484" y="66"/>
                  </a:lnTo>
                  <a:lnTo>
                    <a:pt x="484" y="67"/>
                  </a:lnTo>
                  <a:lnTo>
                    <a:pt x="483" y="68"/>
                  </a:lnTo>
                  <a:lnTo>
                    <a:pt x="480" y="70"/>
                  </a:lnTo>
                  <a:lnTo>
                    <a:pt x="479" y="70"/>
                  </a:lnTo>
                  <a:lnTo>
                    <a:pt x="477" y="71"/>
                  </a:lnTo>
                  <a:lnTo>
                    <a:pt x="476" y="72"/>
                  </a:lnTo>
                  <a:lnTo>
                    <a:pt x="475" y="74"/>
                  </a:lnTo>
                  <a:lnTo>
                    <a:pt x="475" y="76"/>
                  </a:lnTo>
                  <a:lnTo>
                    <a:pt x="475" y="78"/>
                  </a:lnTo>
                  <a:lnTo>
                    <a:pt x="475" y="79"/>
                  </a:lnTo>
                  <a:lnTo>
                    <a:pt x="475" y="79"/>
                  </a:lnTo>
                  <a:lnTo>
                    <a:pt x="473" y="79"/>
                  </a:lnTo>
                  <a:lnTo>
                    <a:pt x="473" y="83"/>
                  </a:lnTo>
                  <a:lnTo>
                    <a:pt x="473" y="83"/>
                  </a:lnTo>
                  <a:close/>
                  <a:moveTo>
                    <a:pt x="474" y="113"/>
                  </a:moveTo>
                  <a:lnTo>
                    <a:pt x="479" y="113"/>
                  </a:lnTo>
                  <a:lnTo>
                    <a:pt x="479" y="120"/>
                  </a:lnTo>
                  <a:lnTo>
                    <a:pt x="474" y="120"/>
                  </a:lnTo>
                  <a:lnTo>
                    <a:pt x="474" y="113"/>
                  </a:lnTo>
                  <a:lnTo>
                    <a:pt x="474" y="113"/>
                  </a:lnTo>
                  <a:close/>
                  <a:moveTo>
                    <a:pt x="473" y="84"/>
                  </a:moveTo>
                  <a:lnTo>
                    <a:pt x="479" y="84"/>
                  </a:lnTo>
                  <a:lnTo>
                    <a:pt x="479" y="92"/>
                  </a:lnTo>
                  <a:lnTo>
                    <a:pt x="473" y="92"/>
                  </a:lnTo>
                  <a:lnTo>
                    <a:pt x="473" y="84"/>
                  </a:lnTo>
                  <a:lnTo>
                    <a:pt x="473" y="84"/>
                  </a:lnTo>
                  <a:close/>
                  <a:moveTo>
                    <a:pt x="475" y="166"/>
                  </a:moveTo>
                  <a:lnTo>
                    <a:pt x="475" y="166"/>
                  </a:lnTo>
                  <a:lnTo>
                    <a:pt x="477" y="167"/>
                  </a:lnTo>
                  <a:lnTo>
                    <a:pt x="479" y="169"/>
                  </a:lnTo>
                  <a:lnTo>
                    <a:pt x="479" y="170"/>
                  </a:lnTo>
                  <a:lnTo>
                    <a:pt x="480" y="171"/>
                  </a:lnTo>
                  <a:lnTo>
                    <a:pt x="481" y="172"/>
                  </a:lnTo>
                  <a:lnTo>
                    <a:pt x="483" y="176"/>
                  </a:lnTo>
                  <a:lnTo>
                    <a:pt x="483" y="178"/>
                  </a:lnTo>
                  <a:lnTo>
                    <a:pt x="484" y="179"/>
                  </a:lnTo>
                  <a:lnTo>
                    <a:pt x="486" y="180"/>
                  </a:lnTo>
                  <a:lnTo>
                    <a:pt x="487" y="182"/>
                  </a:lnTo>
                  <a:lnTo>
                    <a:pt x="489" y="183"/>
                  </a:lnTo>
                  <a:lnTo>
                    <a:pt x="490" y="186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1" y="193"/>
                  </a:lnTo>
                  <a:lnTo>
                    <a:pt x="491" y="198"/>
                  </a:lnTo>
                  <a:lnTo>
                    <a:pt x="490" y="200"/>
                  </a:lnTo>
                  <a:lnTo>
                    <a:pt x="491" y="202"/>
                  </a:lnTo>
                  <a:lnTo>
                    <a:pt x="493" y="203"/>
                  </a:lnTo>
                  <a:lnTo>
                    <a:pt x="495" y="206"/>
                  </a:lnTo>
                  <a:lnTo>
                    <a:pt x="497" y="209"/>
                  </a:lnTo>
                  <a:lnTo>
                    <a:pt x="497" y="210"/>
                  </a:lnTo>
                  <a:lnTo>
                    <a:pt x="497" y="212"/>
                  </a:lnTo>
                  <a:lnTo>
                    <a:pt x="497" y="214"/>
                  </a:lnTo>
                  <a:lnTo>
                    <a:pt x="497" y="217"/>
                  </a:lnTo>
                  <a:lnTo>
                    <a:pt x="497" y="219"/>
                  </a:lnTo>
                  <a:lnTo>
                    <a:pt x="496" y="221"/>
                  </a:lnTo>
                  <a:lnTo>
                    <a:pt x="496" y="222"/>
                  </a:lnTo>
                  <a:lnTo>
                    <a:pt x="495" y="222"/>
                  </a:lnTo>
                  <a:lnTo>
                    <a:pt x="475" y="222"/>
                  </a:lnTo>
                  <a:lnTo>
                    <a:pt x="475" y="166"/>
                  </a:lnTo>
                  <a:lnTo>
                    <a:pt x="475" y="166"/>
                  </a:lnTo>
                  <a:close/>
                  <a:moveTo>
                    <a:pt x="474" y="226"/>
                  </a:moveTo>
                  <a:lnTo>
                    <a:pt x="501" y="226"/>
                  </a:lnTo>
                  <a:lnTo>
                    <a:pt x="501" y="234"/>
                  </a:lnTo>
                  <a:lnTo>
                    <a:pt x="474" y="234"/>
                  </a:lnTo>
                  <a:lnTo>
                    <a:pt x="474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7" name="îṣḻïḋé"/>
            <p:cNvSpPr/>
            <p:nvPr/>
          </p:nvSpPr>
          <p:spPr bwMode="auto">
            <a:xfrm>
              <a:off x="1914526" y="2486026"/>
              <a:ext cx="1882775" cy="1882775"/>
            </a:xfrm>
            <a:custGeom>
              <a:avLst/>
              <a:gdLst>
                <a:gd name="T0" fmla="*/ 784 w 1186"/>
                <a:gd name="T1" fmla="*/ 31 h 1186"/>
                <a:gd name="T2" fmla="*/ 982 w 1186"/>
                <a:gd name="T3" fmla="*/ 145 h 1186"/>
                <a:gd name="T4" fmla="*/ 1122 w 1186"/>
                <a:gd name="T5" fmla="*/ 323 h 1186"/>
                <a:gd name="T6" fmla="*/ 1184 w 1186"/>
                <a:gd name="T7" fmla="*/ 548 h 1186"/>
                <a:gd name="T8" fmla="*/ 1171 w 1186"/>
                <a:gd name="T9" fmla="*/ 727 h 1186"/>
                <a:gd name="T10" fmla="*/ 1077 w 1186"/>
                <a:gd name="T11" fmla="*/ 936 h 1186"/>
                <a:gd name="T12" fmla="*/ 913 w 1186"/>
                <a:gd name="T13" fmla="*/ 1093 h 1186"/>
                <a:gd name="T14" fmla="*/ 698 w 1186"/>
                <a:gd name="T15" fmla="*/ 1177 h 1186"/>
                <a:gd name="T16" fmla="*/ 518 w 1186"/>
                <a:gd name="T17" fmla="*/ 1181 h 1186"/>
                <a:gd name="T18" fmla="*/ 298 w 1186"/>
                <a:gd name="T19" fmla="*/ 1108 h 1186"/>
                <a:gd name="T20" fmla="*/ 127 w 1186"/>
                <a:gd name="T21" fmla="*/ 960 h 1186"/>
                <a:gd name="T22" fmla="*/ 23 w 1186"/>
                <a:gd name="T23" fmla="*/ 756 h 1186"/>
                <a:gd name="T24" fmla="*/ 1 w 1186"/>
                <a:gd name="T25" fmla="*/ 578 h 1186"/>
                <a:gd name="T26" fmla="*/ 53 w 1186"/>
                <a:gd name="T27" fmla="*/ 349 h 1186"/>
                <a:gd name="T28" fmla="*/ 184 w 1186"/>
                <a:gd name="T29" fmla="*/ 164 h 1186"/>
                <a:gd name="T30" fmla="*/ 376 w 1186"/>
                <a:gd name="T31" fmla="*/ 42 h 1186"/>
                <a:gd name="T32" fmla="*/ 593 w 1186"/>
                <a:gd name="T33" fmla="*/ 0 h 1186"/>
                <a:gd name="T34" fmla="*/ 491 w 1186"/>
                <a:gd name="T35" fmla="*/ 233 h 1186"/>
                <a:gd name="T36" fmla="*/ 362 w 1186"/>
                <a:gd name="T37" fmla="*/ 299 h 1186"/>
                <a:gd name="T38" fmla="*/ 268 w 1186"/>
                <a:gd name="T39" fmla="*/ 407 h 1186"/>
                <a:gd name="T40" fmla="*/ 222 w 1186"/>
                <a:gd name="T41" fmla="*/ 546 h 1186"/>
                <a:gd name="T42" fmla="*/ 224 w 1186"/>
                <a:gd name="T43" fmla="*/ 660 h 1186"/>
                <a:gd name="T44" fmla="*/ 278 w 1186"/>
                <a:gd name="T45" fmla="*/ 795 h 1186"/>
                <a:gd name="T46" fmla="*/ 392 w 1186"/>
                <a:gd name="T47" fmla="*/ 908 h 1186"/>
                <a:gd name="T48" fmla="*/ 431 w 1186"/>
                <a:gd name="T49" fmla="*/ 916 h 1186"/>
                <a:gd name="T50" fmla="*/ 304 w 1186"/>
                <a:gd name="T51" fmla="*/ 809 h 1186"/>
                <a:gd name="T52" fmla="*/ 244 w 1186"/>
                <a:gd name="T53" fmla="*/ 684 h 1186"/>
                <a:gd name="T54" fmla="*/ 232 w 1186"/>
                <a:gd name="T55" fmla="*/ 575 h 1186"/>
                <a:gd name="T56" fmla="*/ 268 w 1186"/>
                <a:gd name="T57" fmla="*/ 437 h 1186"/>
                <a:gd name="T58" fmla="*/ 351 w 1186"/>
                <a:gd name="T59" fmla="*/ 326 h 1186"/>
                <a:gd name="T60" fmla="*/ 469 w 1186"/>
                <a:gd name="T61" fmla="*/ 254 h 1186"/>
                <a:gd name="T62" fmla="*/ 593 w 1186"/>
                <a:gd name="T63" fmla="*/ 232 h 1186"/>
                <a:gd name="T64" fmla="*/ 717 w 1186"/>
                <a:gd name="T65" fmla="*/ 254 h 1186"/>
                <a:gd name="T66" fmla="*/ 836 w 1186"/>
                <a:gd name="T67" fmla="*/ 326 h 1186"/>
                <a:gd name="T68" fmla="*/ 919 w 1186"/>
                <a:gd name="T69" fmla="*/ 437 h 1186"/>
                <a:gd name="T70" fmla="*/ 954 w 1186"/>
                <a:gd name="T71" fmla="*/ 575 h 1186"/>
                <a:gd name="T72" fmla="*/ 943 w 1186"/>
                <a:gd name="T73" fmla="*/ 684 h 1186"/>
                <a:gd name="T74" fmla="*/ 883 w 1186"/>
                <a:gd name="T75" fmla="*/ 809 h 1186"/>
                <a:gd name="T76" fmla="*/ 756 w 1186"/>
                <a:gd name="T77" fmla="*/ 916 h 1186"/>
                <a:gd name="T78" fmla="*/ 795 w 1186"/>
                <a:gd name="T79" fmla="*/ 909 h 1186"/>
                <a:gd name="T80" fmla="*/ 909 w 1186"/>
                <a:gd name="T81" fmla="*/ 795 h 1186"/>
                <a:gd name="T82" fmla="*/ 961 w 1186"/>
                <a:gd name="T83" fmla="*/ 660 h 1186"/>
                <a:gd name="T84" fmla="*/ 965 w 1186"/>
                <a:gd name="T85" fmla="*/ 546 h 1186"/>
                <a:gd name="T86" fmla="*/ 918 w 1186"/>
                <a:gd name="T87" fmla="*/ 407 h 1186"/>
                <a:gd name="T88" fmla="*/ 825 w 1186"/>
                <a:gd name="T89" fmla="*/ 299 h 1186"/>
                <a:gd name="T90" fmla="*/ 696 w 1186"/>
                <a:gd name="T91" fmla="*/ 233 h 1186"/>
                <a:gd name="T92" fmla="*/ 593 w 1186"/>
                <a:gd name="T93" fmla="*/ 14 h 1186"/>
                <a:gd name="T94" fmla="*/ 408 w 1186"/>
                <a:gd name="T95" fmla="*/ 44 h 1186"/>
                <a:gd name="T96" fmla="*/ 214 w 1186"/>
                <a:gd name="T97" fmla="*/ 155 h 1186"/>
                <a:gd name="T98" fmla="*/ 77 w 1186"/>
                <a:gd name="T99" fmla="*/ 330 h 1186"/>
                <a:gd name="T100" fmla="*/ 15 w 1186"/>
                <a:gd name="T101" fmla="*/ 548 h 1186"/>
                <a:gd name="T102" fmla="*/ 28 w 1186"/>
                <a:gd name="T103" fmla="*/ 724 h 1186"/>
                <a:gd name="T104" fmla="*/ 120 w 1186"/>
                <a:gd name="T105" fmla="*/ 928 h 1186"/>
                <a:gd name="T106" fmla="*/ 281 w 1186"/>
                <a:gd name="T107" fmla="*/ 1081 h 1186"/>
                <a:gd name="T108" fmla="*/ 491 w 1186"/>
                <a:gd name="T109" fmla="*/ 1164 h 1186"/>
                <a:gd name="T110" fmla="*/ 667 w 1186"/>
                <a:gd name="T111" fmla="*/ 1169 h 1186"/>
                <a:gd name="T112" fmla="*/ 882 w 1186"/>
                <a:gd name="T113" fmla="*/ 1096 h 1186"/>
                <a:gd name="T114" fmla="*/ 1050 w 1186"/>
                <a:gd name="T115" fmla="*/ 951 h 1186"/>
                <a:gd name="T116" fmla="*/ 1151 w 1186"/>
                <a:gd name="T117" fmla="*/ 752 h 1186"/>
                <a:gd name="T118" fmla="*/ 1173 w 1186"/>
                <a:gd name="T119" fmla="*/ 578 h 1186"/>
                <a:gd name="T120" fmla="*/ 1122 w 1186"/>
                <a:gd name="T121" fmla="*/ 355 h 1186"/>
                <a:gd name="T122" fmla="*/ 994 w 1186"/>
                <a:gd name="T123" fmla="*/ 174 h 1186"/>
                <a:gd name="T124" fmla="*/ 806 w 1186"/>
                <a:gd name="T125" fmla="*/ 54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6" h="1186">
                  <a:moveTo>
                    <a:pt x="593" y="0"/>
                  </a:moveTo>
                  <a:lnTo>
                    <a:pt x="593" y="0"/>
                  </a:lnTo>
                  <a:lnTo>
                    <a:pt x="593" y="0"/>
                  </a:lnTo>
                  <a:lnTo>
                    <a:pt x="609" y="1"/>
                  </a:lnTo>
                  <a:lnTo>
                    <a:pt x="624" y="1"/>
                  </a:lnTo>
                  <a:lnTo>
                    <a:pt x="639" y="2"/>
                  </a:lnTo>
                  <a:lnTo>
                    <a:pt x="654" y="3"/>
                  </a:lnTo>
                  <a:lnTo>
                    <a:pt x="669" y="5"/>
                  </a:lnTo>
                  <a:lnTo>
                    <a:pt x="684" y="7"/>
                  </a:lnTo>
                  <a:lnTo>
                    <a:pt x="698" y="10"/>
                  </a:lnTo>
                  <a:lnTo>
                    <a:pt x="713" y="13"/>
                  </a:lnTo>
                  <a:lnTo>
                    <a:pt x="727" y="15"/>
                  </a:lnTo>
                  <a:lnTo>
                    <a:pt x="741" y="19"/>
                  </a:lnTo>
                  <a:lnTo>
                    <a:pt x="756" y="23"/>
                  </a:lnTo>
                  <a:lnTo>
                    <a:pt x="769" y="27"/>
                  </a:lnTo>
                  <a:lnTo>
                    <a:pt x="784" y="31"/>
                  </a:lnTo>
                  <a:lnTo>
                    <a:pt x="797" y="36"/>
                  </a:lnTo>
                  <a:lnTo>
                    <a:pt x="811" y="42"/>
                  </a:lnTo>
                  <a:lnTo>
                    <a:pt x="825" y="47"/>
                  </a:lnTo>
                  <a:lnTo>
                    <a:pt x="837" y="53"/>
                  </a:lnTo>
                  <a:lnTo>
                    <a:pt x="850" y="59"/>
                  </a:lnTo>
                  <a:lnTo>
                    <a:pt x="863" y="65"/>
                  </a:lnTo>
                  <a:lnTo>
                    <a:pt x="876" y="72"/>
                  </a:lnTo>
                  <a:lnTo>
                    <a:pt x="889" y="79"/>
                  </a:lnTo>
                  <a:lnTo>
                    <a:pt x="901" y="87"/>
                  </a:lnTo>
                  <a:lnTo>
                    <a:pt x="913" y="94"/>
                  </a:lnTo>
                  <a:lnTo>
                    <a:pt x="925" y="102"/>
                  </a:lnTo>
                  <a:lnTo>
                    <a:pt x="937" y="110"/>
                  </a:lnTo>
                  <a:lnTo>
                    <a:pt x="948" y="119"/>
                  </a:lnTo>
                  <a:lnTo>
                    <a:pt x="959" y="127"/>
                  </a:lnTo>
                  <a:lnTo>
                    <a:pt x="970" y="135"/>
                  </a:lnTo>
                  <a:lnTo>
                    <a:pt x="982" y="145"/>
                  </a:lnTo>
                  <a:lnTo>
                    <a:pt x="992" y="155"/>
                  </a:lnTo>
                  <a:lnTo>
                    <a:pt x="1002" y="164"/>
                  </a:lnTo>
                  <a:lnTo>
                    <a:pt x="1013" y="174"/>
                  </a:lnTo>
                  <a:lnTo>
                    <a:pt x="1022" y="184"/>
                  </a:lnTo>
                  <a:lnTo>
                    <a:pt x="1032" y="195"/>
                  </a:lnTo>
                  <a:lnTo>
                    <a:pt x="1042" y="206"/>
                  </a:lnTo>
                  <a:lnTo>
                    <a:pt x="1050" y="216"/>
                  </a:lnTo>
                  <a:lnTo>
                    <a:pt x="1060" y="227"/>
                  </a:lnTo>
                  <a:lnTo>
                    <a:pt x="1069" y="239"/>
                  </a:lnTo>
                  <a:lnTo>
                    <a:pt x="1077" y="250"/>
                  </a:lnTo>
                  <a:lnTo>
                    <a:pt x="1085" y="262"/>
                  </a:lnTo>
                  <a:lnTo>
                    <a:pt x="1093" y="274"/>
                  </a:lnTo>
                  <a:lnTo>
                    <a:pt x="1101" y="286"/>
                  </a:lnTo>
                  <a:lnTo>
                    <a:pt x="1108" y="298"/>
                  </a:lnTo>
                  <a:lnTo>
                    <a:pt x="1114" y="311"/>
                  </a:lnTo>
                  <a:lnTo>
                    <a:pt x="1122" y="323"/>
                  </a:lnTo>
                  <a:lnTo>
                    <a:pt x="1128" y="336"/>
                  </a:lnTo>
                  <a:lnTo>
                    <a:pt x="1134" y="349"/>
                  </a:lnTo>
                  <a:lnTo>
                    <a:pt x="1140" y="363"/>
                  </a:lnTo>
                  <a:lnTo>
                    <a:pt x="1146" y="376"/>
                  </a:lnTo>
                  <a:lnTo>
                    <a:pt x="1150" y="389"/>
                  </a:lnTo>
                  <a:lnTo>
                    <a:pt x="1155" y="403"/>
                  </a:lnTo>
                  <a:lnTo>
                    <a:pt x="1160" y="417"/>
                  </a:lnTo>
                  <a:lnTo>
                    <a:pt x="1164" y="431"/>
                  </a:lnTo>
                  <a:lnTo>
                    <a:pt x="1167" y="445"/>
                  </a:lnTo>
                  <a:lnTo>
                    <a:pt x="1171" y="460"/>
                  </a:lnTo>
                  <a:lnTo>
                    <a:pt x="1174" y="474"/>
                  </a:lnTo>
                  <a:lnTo>
                    <a:pt x="1177" y="488"/>
                  </a:lnTo>
                  <a:lnTo>
                    <a:pt x="1179" y="503"/>
                  </a:lnTo>
                  <a:lnTo>
                    <a:pt x="1182" y="518"/>
                  </a:lnTo>
                  <a:lnTo>
                    <a:pt x="1183" y="532"/>
                  </a:lnTo>
                  <a:lnTo>
                    <a:pt x="1184" y="548"/>
                  </a:lnTo>
                  <a:lnTo>
                    <a:pt x="1186" y="563"/>
                  </a:lnTo>
                  <a:lnTo>
                    <a:pt x="1186" y="578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608"/>
                  </a:lnTo>
                  <a:lnTo>
                    <a:pt x="1186" y="624"/>
                  </a:lnTo>
                  <a:lnTo>
                    <a:pt x="1184" y="639"/>
                  </a:lnTo>
                  <a:lnTo>
                    <a:pt x="1183" y="654"/>
                  </a:lnTo>
                  <a:lnTo>
                    <a:pt x="1182" y="669"/>
                  </a:lnTo>
                  <a:lnTo>
                    <a:pt x="1179" y="684"/>
                  </a:lnTo>
                  <a:lnTo>
                    <a:pt x="1177" y="698"/>
                  </a:lnTo>
                  <a:lnTo>
                    <a:pt x="1174" y="713"/>
                  </a:lnTo>
                  <a:lnTo>
                    <a:pt x="1171" y="727"/>
                  </a:lnTo>
                  <a:lnTo>
                    <a:pt x="1167" y="741"/>
                  </a:lnTo>
                  <a:lnTo>
                    <a:pt x="1164" y="756"/>
                  </a:lnTo>
                  <a:lnTo>
                    <a:pt x="1160" y="769"/>
                  </a:lnTo>
                  <a:lnTo>
                    <a:pt x="1155" y="784"/>
                  </a:lnTo>
                  <a:lnTo>
                    <a:pt x="1150" y="797"/>
                  </a:lnTo>
                  <a:lnTo>
                    <a:pt x="1146" y="811"/>
                  </a:lnTo>
                  <a:lnTo>
                    <a:pt x="1140" y="824"/>
                  </a:lnTo>
                  <a:lnTo>
                    <a:pt x="1134" y="837"/>
                  </a:lnTo>
                  <a:lnTo>
                    <a:pt x="1128" y="851"/>
                  </a:lnTo>
                  <a:lnTo>
                    <a:pt x="1122" y="864"/>
                  </a:lnTo>
                  <a:lnTo>
                    <a:pt x="1114" y="876"/>
                  </a:lnTo>
                  <a:lnTo>
                    <a:pt x="1108" y="888"/>
                  </a:lnTo>
                  <a:lnTo>
                    <a:pt x="1101" y="900"/>
                  </a:lnTo>
                  <a:lnTo>
                    <a:pt x="1093" y="912"/>
                  </a:lnTo>
                  <a:lnTo>
                    <a:pt x="1085" y="924"/>
                  </a:lnTo>
                  <a:lnTo>
                    <a:pt x="1077" y="936"/>
                  </a:lnTo>
                  <a:lnTo>
                    <a:pt x="1069" y="948"/>
                  </a:lnTo>
                  <a:lnTo>
                    <a:pt x="1060" y="960"/>
                  </a:lnTo>
                  <a:lnTo>
                    <a:pt x="1050" y="970"/>
                  </a:lnTo>
                  <a:lnTo>
                    <a:pt x="1042" y="981"/>
                  </a:lnTo>
                  <a:lnTo>
                    <a:pt x="1032" y="992"/>
                  </a:lnTo>
                  <a:lnTo>
                    <a:pt x="1022" y="1002"/>
                  </a:lnTo>
                  <a:lnTo>
                    <a:pt x="1013" y="1012"/>
                  </a:lnTo>
                  <a:lnTo>
                    <a:pt x="1002" y="1022"/>
                  </a:lnTo>
                  <a:lnTo>
                    <a:pt x="992" y="1032"/>
                  </a:lnTo>
                  <a:lnTo>
                    <a:pt x="982" y="1041"/>
                  </a:lnTo>
                  <a:lnTo>
                    <a:pt x="970" y="1051"/>
                  </a:lnTo>
                  <a:lnTo>
                    <a:pt x="959" y="1060"/>
                  </a:lnTo>
                  <a:lnTo>
                    <a:pt x="948" y="1069"/>
                  </a:lnTo>
                  <a:lnTo>
                    <a:pt x="937" y="1077"/>
                  </a:lnTo>
                  <a:lnTo>
                    <a:pt x="925" y="1085"/>
                  </a:lnTo>
                  <a:lnTo>
                    <a:pt x="913" y="1093"/>
                  </a:lnTo>
                  <a:lnTo>
                    <a:pt x="901" y="1101"/>
                  </a:lnTo>
                  <a:lnTo>
                    <a:pt x="889" y="1108"/>
                  </a:lnTo>
                  <a:lnTo>
                    <a:pt x="876" y="1114"/>
                  </a:lnTo>
                  <a:lnTo>
                    <a:pt x="863" y="1121"/>
                  </a:lnTo>
                  <a:lnTo>
                    <a:pt x="850" y="1128"/>
                  </a:lnTo>
                  <a:lnTo>
                    <a:pt x="837" y="1134"/>
                  </a:lnTo>
                  <a:lnTo>
                    <a:pt x="825" y="1140"/>
                  </a:lnTo>
                  <a:lnTo>
                    <a:pt x="811" y="1145"/>
                  </a:lnTo>
                  <a:lnTo>
                    <a:pt x="797" y="1150"/>
                  </a:lnTo>
                  <a:lnTo>
                    <a:pt x="784" y="1155"/>
                  </a:lnTo>
                  <a:lnTo>
                    <a:pt x="769" y="1160"/>
                  </a:lnTo>
                  <a:lnTo>
                    <a:pt x="756" y="1164"/>
                  </a:lnTo>
                  <a:lnTo>
                    <a:pt x="741" y="1168"/>
                  </a:lnTo>
                  <a:lnTo>
                    <a:pt x="727" y="1171"/>
                  </a:lnTo>
                  <a:lnTo>
                    <a:pt x="713" y="1174"/>
                  </a:lnTo>
                  <a:lnTo>
                    <a:pt x="698" y="1177"/>
                  </a:lnTo>
                  <a:lnTo>
                    <a:pt x="684" y="1179"/>
                  </a:lnTo>
                  <a:lnTo>
                    <a:pt x="669" y="1181"/>
                  </a:lnTo>
                  <a:lnTo>
                    <a:pt x="654" y="1183"/>
                  </a:lnTo>
                  <a:lnTo>
                    <a:pt x="639" y="1185"/>
                  </a:lnTo>
                  <a:lnTo>
                    <a:pt x="624" y="1185"/>
                  </a:lnTo>
                  <a:lnTo>
                    <a:pt x="609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78" y="1186"/>
                  </a:lnTo>
                  <a:lnTo>
                    <a:pt x="563" y="1185"/>
                  </a:lnTo>
                  <a:lnTo>
                    <a:pt x="548" y="1185"/>
                  </a:lnTo>
                  <a:lnTo>
                    <a:pt x="532" y="1183"/>
                  </a:lnTo>
                  <a:lnTo>
                    <a:pt x="518" y="1181"/>
                  </a:lnTo>
                  <a:lnTo>
                    <a:pt x="503" y="1179"/>
                  </a:lnTo>
                  <a:lnTo>
                    <a:pt x="488" y="1177"/>
                  </a:lnTo>
                  <a:lnTo>
                    <a:pt x="474" y="1174"/>
                  </a:lnTo>
                  <a:lnTo>
                    <a:pt x="460" y="1171"/>
                  </a:lnTo>
                  <a:lnTo>
                    <a:pt x="445" y="1168"/>
                  </a:lnTo>
                  <a:lnTo>
                    <a:pt x="431" y="1164"/>
                  </a:lnTo>
                  <a:lnTo>
                    <a:pt x="417" y="1160"/>
                  </a:lnTo>
                  <a:lnTo>
                    <a:pt x="404" y="1155"/>
                  </a:lnTo>
                  <a:lnTo>
                    <a:pt x="389" y="1150"/>
                  </a:lnTo>
                  <a:lnTo>
                    <a:pt x="376" y="1145"/>
                  </a:lnTo>
                  <a:lnTo>
                    <a:pt x="363" y="1140"/>
                  </a:lnTo>
                  <a:lnTo>
                    <a:pt x="349" y="1134"/>
                  </a:lnTo>
                  <a:lnTo>
                    <a:pt x="336" y="1128"/>
                  </a:lnTo>
                  <a:lnTo>
                    <a:pt x="324" y="1121"/>
                  </a:lnTo>
                  <a:lnTo>
                    <a:pt x="311" y="1114"/>
                  </a:lnTo>
                  <a:lnTo>
                    <a:pt x="298" y="1108"/>
                  </a:lnTo>
                  <a:lnTo>
                    <a:pt x="286" y="1101"/>
                  </a:lnTo>
                  <a:lnTo>
                    <a:pt x="274" y="1093"/>
                  </a:lnTo>
                  <a:lnTo>
                    <a:pt x="262" y="1085"/>
                  </a:lnTo>
                  <a:lnTo>
                    <a:pt x="250" y="1077"/>
                  </a:lnTo>
                  <a:lnTo>
                    <a:pt x="239" y="1069"/>
                  </a:lnTo>
                  <a:lnTo>
                    <a:pt x="227" y="1060"/>
                  </a:lnTo>
                  <a:lnTo>
                    <a:pt x="216" y="1051"/>
                  </a:lnTo>
                  <a:lnTo>
                    <a:pt x="205" y="1041"/>
                  </a:lnTo>
                  <a:lnTo>
                    <a:pt x="195" y="1032"/>
                  </a:lnTo>
                  <a:lnTo>
                    <a:pt x="184" y="1022"/>
                  </a:lnTo>
                  <a:lnTo>
                    <a:pt x="174" y="1012"/>
                  </a:lnTo>
                  <a:lnTo>
                    <a:pt x="164" y="1002"/>
                  </a:lnTo>
                  <a:lnTo>
                    <a:pt x="155" y="992"/>
                  </a:lnTo>
                  <a:lnTo>
                    <a:pt x="145" y="981"/>
                  </a:lnTo>
                  <a:lnTo>
                    <a:pt x="135" y="970"/>
                  </a:lnTo>
                  <a:lnTo>
                    <a:pt x="127" y="960"/>
                  </a:lnTo>
                  <a:lnTo>
                    <a:pt x="118" y="948"/>
                  </a:lnTo>
                  <a:lnTo>
                    <a:pt x="110" y="936"/>
                  </a:lnTo>
                  <a:lnTo>
                    <a:pt x="102" y="924"/>
                  </a:lnTo>
                  <a:lnTo>
                    <a:pt x="94" y="912"/>
                  </a:lnTo>
                  <a:lnTo>
                    <a:pt x="87" y="900"/>
                  </a:lnTo>
                  <a:lnTo>
                    <a:pt x="79" y="888"/>
                  </a:lnTo>
                  <a:lnTo>
                    <a:pt x="71" y="876"/>
                  </a:lnTo>
                  <a:lnTo>
                    <a:pt x="65" y="864"/>
                  </a:lnTo>
                  <a:lnTo>
                    <a:pt x="59" y="851"/>
                  </a:lnTo>
                  <a:lnTo>
                    <a:pt x="53" y="837"/>
                  </a:lnTo>
                  <a:lnTo>
                    <a:pt x="47" y="824"/>
                  </a:lnTo>
                  <a:lnTo>
                    <a:pt x="42" y="811"/>
                  </a:lnTo>
                  <a:lnTo>
                    <a:pt x="36" y="797"/>
                  </a:lnTo>
                  <a:lnTo>
                    <a:pt x="31" y="784"/>
                  </a:lnTo>
                  <a:lnTo>
                    <a:pt x="27" y="769"/>
                  </a:lnTo>
                  <a:lnTo>
                    <a:pt x="23" y="756"/>
                  </a:lnTo>
                  <a:lnTo>
                    <a:pt x="19" y="741"/>
                  </a:lnTo>
                  <a:lnTo>
                    <a:pt x="15" y="727"/>
                  </a:lnTo>
                  <a:lnTo>
                    <a:pt x="12" y="713"/>
                  </a:lnTo>
                  <a:lnTo>
                    <a:pt x="10" y="698"/>
                  </a:lnTo>
                  <a:lnTo>
                    <a:pt x="7" y="684"/>
                  </a:lnTo>
                  <a:lnTo>
                    <a:pt x="5" y="669"/>
                  </a:lnTo>
                  <a:lnTo>
                    <a:pt x="3" y="654"/>
                  </a:lnTo>
                  <a:lnTo>
                    <a:pt x="2" y="639"/>
                  </a:lnTo>
                  <a:lnTo>
                    <a:pt x="1" y="624"/>
                  </a:lnTo>
                  <a:lnTo>
                    <a:pt x="1" y="608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1" y="578"/>
                  </a:lnTo>
                  <a:lnTo>
                    <a:pt x="1" y="563"/>
                  </a:lnTo>
                  <a:lnTo>
                    <a:pt x="2" y="548"/>
                  </a:lnTo>
                  <a:lnTo>
                    <a:pt x="3" y="532"/>
                  </a:lnTo>
                  <a:lnTo>
                    <a:pt x="5" y="518"/>
                  </a:lnTo>
                  <a:lnTo>
                    <a:pt x="7" y="503"/>
                  </a:lnTo>
                  <a:lnTo>
                    <a:pt x="10" y="488"/>
                  </a:lnTo>
                  <a:lnTo>
                    <a:pt x="12" y="474"/>
                  </a:lnTo>
                  <a:lnTo>
                    <a:pt x="15" y="460"/>
                  </a:lnTo>
                  <a:lnTo>
                    <a:pt x="19" y="445"/>
                  </a:lnTo>
                  <a:lnTo>
                    <a:pt x="23" y="431"/>
                  </a:lnTo>
                  <a:lnTo>
                    <a:pt x="27" y="417"/>
                  </a:lnTo>
                  <a:lnTo>
                    <a:pt x="31" y="403"/>
                  </a:lnTo>
                  <a:lnTo>
                    <a:pt x="36" y="389"/>
                  </a:lnTo>
                  <a:lnTo>
                    <a:pt x="42" y="376"/>
                  </a:lnTo>
                  <a:lnTo>
                    <a:pt x="47" y="363"/>
                  </a:lnTo>
                  <a:lnTo>
                    <a:pt x="53" y="349"/>
                  </a:lnTo>
                  <a:lnTo>
                    <a:pt x="59" y="336"/>
                  </a:lnTo>
                  <a:lnTo>
                    <a:pt x="65" y="323"/>
                  </a:lnTo>
                  <a:lnTo>
                    <a:pt x="71" y="311"/>
                  </a:lnTo>
                  <a:lnTo>
                    <a:pt x="79" y="298"/>
                  </a:lnTo>
                  <a:lnTo>
                    <a:pt x="87" y="286"/>
                  </a:lnTo>
                  <a:lnTo>
                    <a:pt x="94" y="274"/>
                  </a:lnTo>
                  <a:lnTo>
                    <a:pt x="102" y="262"/>
                  </a:lnTo>
                  <a:lnTo>
                    <a:pt x="110" y="250"/>
                  </a:lnTo>
                  <a:lnTo>
                    <a:pt x="118" y="239"/>
                  </a:lnTo>
                  <a:lnTo>
                    <a:pt x="127" y="227"/>
                  </a:lnTo>
                  <a:lnTo>
                    <a:pt x="135" y="216"/>
                  </a:lnTo>
                  <a:lnTo>
                    <a:pt x="145" y="206"/>
                  </a:lnTo>
                  <a:lnTo>
                    <a:pt x="155" y="195"/>
                  </a:lnTo>
                  <a:lnTo>
                    <a:pt x="164" y="184"/>
                  </a:lnTo>
                  <a:lnTo>
                    <a:pt x="174" y="174"/>
                  </a:lnTo>
                  <a:lnTo>
                    <a:pt x="184" y="164"/>
                  </a:lnTo>
                  <a:lnTo>
                    <a:pt x="195" y="155"/>
                  </a:lnTo>
                  <a:lnTo>
                    <a:pt x="205" y="145"/>
                  </a:lnTo>
                  <a:lnTo>
                    <a:pt x="216" y="135"/>
                  </a:lnTo>
                  <a:lnTo>
                    <a:pt x="227" y="127"/>
                  </a:lnTo>
                  <a:lnTo>
                    <a:pt x="239" y="119"/>
                  </a:lnTo>
                  <a:lnTo>
                    <a:pt x="250" y="110"/>
                  </a:lnTo>
                  <a:lnTo>
                    <a:pt x="262" y="102"/>
                  </a:lnTo>
                  <a:lnTo>
                    <a:pt x="274" y="94"/>
                  </a:lnTo>
                  <a:lnTo>
                    <a:pt x="286" y="87"/>
                  </a:lnTo>
                  <a:lnTo>
                    <a:pt x="298" y="79"/>
                  </a:lnTo>
                  <a:lnTo>
                    <a:pt x="311" y="72"/>
                  </a:lnTo>
                  <a:lnTo>
                    <a:pt x="324" y="65"/>
                  </a:lnTo>
                  <a:lnTo>
                    <a:pt x="336" y="59"/>
                  </a:lnTo>
                  <a:lnTo>
                    <a:pt x="349" y="53"/>
                  </a:lnTo>
                  <a:lnTo>
                    <a:pt x="363" y="47"/>
                  </a:lnTo>
                  <a:lnTo>
                    <a:pt x="376" y="42"/>
                  </a:lnTo>
                  <a:lnTo>
                    <a:pt x="389" y="36"/>
                  </a:lnTo>
                  <a:lnTo>
                    <a:pt x="404" y="31"/>
                  </a:lnTo>
                  <a:lnTo>
                    <a:pt x="417" y="27"/>
                  </a:lnTo>
                  <a:lnTo>
                    <a:pt x="431" y="23"/>
                  </a:lnTo>
                  <a:lnTo>
                    <a:pt x="445" y="19"/>
                  </a:lnTo>
                  <a:lnTo>
                    <a:pt x="460" y="15"/>
                  </a:lnTo>
                  <a:lnTo>
                    <a:pt x="474" y="13"/>
                  </a:lnTo>
                  <a:lnTo>
                    <a:pt x="488" y="10"/>
                  </a:lnTo>
                  <a:lnTo>
                    <a:pt x="503" y="7"/>
                  </a:lnTo>
                  <a:lnTo>
                    <a:pt x="518" y="5"/>
                  </a:lnTo>
                  <a:lnTo>
                    <a:pt x="532" y="3"/>
                  </a:lnTo>
                  <a:lnTo>
                    <a:pt x="548" y="2"/>
                  </a:lnTo>
                  <a:lnTo>
                    <a:pt x="563" y="1"/>
                  </a:lnTo>
                  <a:lnTo>
                    <a:pt x="578" y="1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close/>
                  <a:moveTo>
                    <a:pt x="593" y="219"/>
                  </a:moveTo>
                  <a:lnTo>
                    <a:pt x="593" y="219"/>
                  </a:lnTo>
                  <a:lnTo>
                    <a:pt x="593" y="219"/>
                  </a:lnTo>
                  <a:lnTo>
                    <a:pt x="584" y="219"/>
                  </a:lnTo>
                  <a:lnTo>
                    <a:pt x="574" y="219"/>
                  </a:lnTo>
                  <a:lnTo>
                    <a:pt x="564" y="220"/>
                  </a:lnTo>
                  <a:lnTo>
                    <a:pt x="555" y="221"/>
                  </a:lnTo>
                  <a:lnTo>
                    <a:pt x="545" y="222"/>
                  </a:lnTo>
                  <a:lnTo>
                    <a:pt x="536" y="223"/>
                  </a:lnTo>
                  <a:lnTo>
                    <a:pt x="527" y="225"/>
                  </a:lnTo>
                  <a:lnTo>
                    <a:pt x="518" y="227"/>
                  </a:lnTo>
                  <a:lnTo>
                    <a:pt x="508" y="228"/>
                  </a:lnTo>
                  <a:lnTo>
                    <a:pt x="500" y="231"/>
                  </a:lnTo>
                  <a:lnTo>
                    <a:pt x="491" y="233"/>
                  </a:lnTo>
                  <a:lnTo>
                    <a:pt x="482" y="235"/>
                  </a:lnTo>
                  <a:lnTo>
                    <a:pt x="473" y="239"/>
                  </a:lnTo>
                  <a:lnTo>
                    <a:pt x="464" y="242"/>
                  </a:lnTo>
                  <a:lnTo>
                    <a:pt x="456" y="245"/>
                  </a:lnTo>
                  <a:lnTo>
                    <a:pt x="448" y="248"/>
                  </a:lnTo>
                  <a:lnTo>
                    <a:pt x="439" y="251"/>
                  </a:lnTo>
                  <a:lnTo>
                    <a:pt x="431" y="255"/>
                  </a:lnTo>
                  <a:lnTo>
                    <a:pt x="423" y="259"/>
                  </a:lnTo>
                  <a:lnTo>
                    <a:pt x="415" y="264"/>
                  </a:lnTo>
                  <a:lnTo>
                    <a:pt x="407" y="268"/>
                  </a:lnTo>
                  <a:lnTo>
                    <a:pt x="399" y="273"/>
                  </a:lnTo>
                  <a:lnTo>
                    <a:pt x="392" y="278"/>
                  </a:lnTo>
                  <a:lnTo>
                    <a:pt x="384" y="283"/>
                  </a:lnTo>
                  <a:lnTo>
                    <a:pt x="376" y="288"/>
                  </a:lnTo>
                  <a:lnTo>
                    <a:pt x="369" y="293"/>
                  </a:lnTo>
                  <a:lnTo>
                    <a:pt x="362" y="299"/>
                  </a:lnTo>
                  <a:lnTo>
                    <a:pt x="356" y="304"/>
                  </a:lnTo>
                  <a:lnTo>
                    <a:pt x="348" y="310"/>
                  </a:lnTo>
                  <a:lnTo>
                    <a:pt x="341" y="316"/>
                  </a:lnTo>
                  <a:lnTo>
                    <a:pt x="335" y="322"/>
                  </a:lnTo>
                  <a:lnTo>
                    <a:pt x="328" y="328"/>
                  </a:lnTo>
                  <a:lnTo>
                    <a:pt x="322" y="335"/>
                  </a:lnTo>
                  <a:lnTo>
                    <a:pt x="316" y="342"/>
                  </a:lnTo>
                  <a:lnTo>
                    <a:pt x="310" y="348"/>
                  </a:lnTo>
                  <a:lnTo>
                    <a:pt x="304" y="355"/>
                  </a:lnTo>
                  <a:lnTo>
                    <a:pt x="299" y="362"/>
                  </a:lnTo>
                  <a:lnTo>
                    <a:pt x="293" y="369"/>
                  </a:lnTo>
                  <a:lnTo>
                    <a:pt x="288" y="376"/>
                  </a:lnTo>
                  <a:lnTo>
                    <a:pt x="283" y="383"/>
                  </a:lnTo>
                  <a:lnTo>
                    <a:pt x="278" y="391"/>
                  </a:lnTo>
                  <a:lnTo>
                    <a:pt x="273" y="399"/>
                  </a:lnTo>
                  <a:lnTo>
                    <a:pt x="268" y="407"/>
                  </a:lnTo>
                  <a:lnTo>
                    <a:pt x="264" y="415"/>
                  </a:lnTo>
                  <a:lnTo>
                    <a:pt x="260" y="423"/>
                  </a:lnTo>
                  <a:lnTo>
                    <a:pt x="256" y="431"/>
                  </a:lnTo>
                  <a:lnTo>
                    <a:pt x="252" y="439"/>
                  </a:lnTo>
                  <a:lnTo>
                    <a:pt x="248" y="448"/>
                  </a:lnTo>
                  <a:lnTo>
                    <a:pt x="245" y="456"/>
                  </a:lnTo>
                  <a:lnTo>
                    <a:pt x="242" y="464"/>
                  </a:lnTo>
                  <a:lnTo>
                    <a:pt x="239" y="473"/>
                  </a:lnTo>
                  <a:lnTo>
                    <a:pt x="236" y="482"/>
                  </a:lnTo>
                  <a:lnTo>
                    <a:pt x="233" y="491"/>
                  </a:lnTo>
                  <a:lnTo>
                    <a:pt x="231" y="500"/>
                  </a:lnTo>
                  <a:lnTo>
                    <a:pt x="228" y="509"/>
                  </a:lnTo>
                  <a:lnTo>
                    <a:pt x="227" y="518"/>
                  </a:lnTo>
                  <a:lnTo>
                    <a:pt x="224" y="527"/>
                  </a:lnTo>
                  <a:lnTo>
                    <a:pt x="223" y="536"/>
                  </a:lnTo>
                  <a:lnTo>
                    <a:pt x="222" y="546"/>
                  </a:lnTo>
                  <a:lnTo>
                    <a:pt x="221" y="555"/>
                  </a:lnTo>
                  <a:lnTo>
                    <a:pt x="220" y="564"/>
                  </a:lnTo>
                  <a:lnTo>
                    <a:pt x="219" y="574"/>
                  </a:lnTo>
                  <a:lnTo>
                    <a:pt x="219" y="584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603"/>
                  </a:lnTo>
                  <a:lnTo>
                    <a:pt x="219" y="612"/>
                  </a:lnTo>
                  <a:lnTo>
                    <a:pt x="220" y="622"/>
                  </a:lnTo>
                  <a:lnTo>
                    <a:pt x="221" y="632"/>
                  </a:lnTo>
                  <a:lnTo>
                    <a:pt x="222" y="641"/>
                  </a:lnTo>
                  <a:lnTo>
                    <a:pt x="223" y="650"/>
                  </a:lnTo>
                  <a:lnTo>
                    <a:pt x="224" y="660"/>
                  </a:lnTo>
                  <a:lnTo>
                    <a:pt x="227" y="669"/>
                  </a:lnTo>
                  <a:lnTo>
                    <a:pt x="228" y="678"/>
                  </a:lnTo>
                  <a:lnTo>
                    <a:pt x="231" y="687"/>
                  </a:lnTo>
                  <a:lnTo>
                    <a:pt x="233" y="696"/>
                  </a:lnTo>
                  <a:lnTo>
                    <a:pt x="236" y="704"/>
                  </a:lnTo>
                  <a:lnTo>
                    <a:pt x="239" y="713"/>
                  </a:lnTo>
                  <a:lnTo>
                    <a:pt x="242" y="722"/>
                  </a:lnTo>
                  <a:lnTo>
                    <a:pt x="245" y="731"/>
                  </a:lnTo>
                  <a:lnTo>
                    <a:pt x="248" y="739"/>
                  </a:lnTo>
                  <a:lnTo>
                    <a:pt x="252" y="748"/>
                  </a:lnTo>
                  <a:lnTo>
                    <a:pt x="256" y="756"/>
                  </a:lnTo>
                  <a:lnTo>
                    <a:pt x="260" y="764"/>
                  </a:lnTo>
                  <a:lnTo>
                    <a:pt x="264" y="772"/>
                  </a:lnTo>
                  <a:lnTo>
                    <a:pt x="268" y="780"/>
                  </a:lnTo>
                  <a:lnTo>
                    <a:pt x="273" y="788"/>
                  </a:lnTo>
                  <a:lnTo>
                    <a:pt x="278" y="795"/>
                  </a:lnTo>
                  <a:lnTo>
                    <a:pt x="283" y="803"/>
                  </a:lnTo>
                  <a:lnTo>
                    <a:pt x="288" y="810"/>
                  </a:lnTo>
                  <a:lnTo>
                    <a:pt x="293" y="817"/>
                  </a:lnTo>
                  <a:lnTo>
                    <a:pt x="299" y="824"/>
                  </a:lnTo>
                  <a:lnTo>
                    <a:pt x="304" y="832"/>
                  </a:lnTo>
                  <a:lnTo>
                    <a:pt x="310" y="838"/>
                  </a:lnTo>
                  <a:lnTo>
                    <a:pt x="316" y="845"/>
                  </a:lnTo>
                  <a:lnTo>
                    <a:pt x="322" y="852"/>
                  </a:lnTo>
                  <a:lnTo>
                    <a:pt x="328" y="858"/>
                  </a:lnTo>
                  <a:lnTo>
                    <a:pt x="337" y="866"/>
                  </a:lnTo>
                  <a:lnTo>
                    <a:pt x="345" y="874"/>
                  </a:lnTo>
                  <a:lnTo>
                    <a:pt x="354" y="881"/>
                  </a:lnTo>
                  <a:lnTo>
                    <a:pt x="363" y="888"/>
                  </a:lnTo>
                  <a:lnTo>
                    <a:pt x="372" y="896"/>
                  </a:lnTo>
                  <a:lnTo>
                    <a:pt x="382" y="903"/>
                  </a:lnTo>
                  <a:lnTo>
                    <a:pt x="392" y="908"/>
                  </a:lnTo>
                  <a:lnTo>
                    <a:pt x="402" y="915"/>
                  </a:lnTo>
                  <a:lnTo>
                    <a:pt x="412" y="921"/>
                  </a:lnTo>
                  <a:lnTo>
                    <a:pt x="422" y="927"/>
                  </a:lnTo>
                  <a:lnTo>
                    <a:pt x="432" y="932"/>
                  </a:lnTo>
                  <a:lnTo>
                    <a:pt x="444" y="936"/>
                  </a:lnTo>
                  <a:lnTo>
                    <a:pt x="454" y="941"/>
                  </a:lnTo>
                  <a:lnTo>
                    <a:pt x="465" y="945"/>
                  </a:lnTo>
                  <a:lnTo>
                    <a:pt x="476" y="949"/>
                  </a:lnTo>
                  <a:lnTo>
                    <a:pt x="488" y="952"/>
                  </a:lnTo>
                  <a:lnTo>
                    <a:pt x="496" y="941"/>
                  </a:lnTo>
                  <a:lnTo>
                    <a:pt x="484" y="938"/>
                  </a:lnTo>
                  <a:lnTo>
                    <a:pt x="473" y="934"/>
                  </a:lnTo>
                  <a:lnTo>
                    <a:pt x="462" y="930"/>
                  </a:lnTo>
                  <a:lnTo>
                    <a:pt x="452" y="925"/>
                  </a:lnTo>
                  <a:lnTo>
                    <a:pt x="440" y="921"/>
                  </a:lnTo>
                  <a:lnTo>
                    <a:pt x="431" y="916"/>
                  </a:lnTo>
                  <a:lnTo>
                    <a:pt x="420" y="910"/>
                  </a:lnTo>
                  <a:lnTo>
                    <a:pt x="410" y="904"/>
                  </a:lnTo>
                  <a:lnTo>
                    <a:pt x="400" y="899"/>
                  </a:lnTo>
                  <a:lnTo>
                    <a:pt x="391" y="892"/>
                  </a:lnTo>
                  <a:lnTo>
                    <a:pt x="381" y="886"/>
                  </a:lnTo>
                  <a:lnTo>
                    <a:pt x="372" y="879"/>
                  </a:lnTo>
                  <a:lnTo>
                    <a:pt x="364" y="872"/>
                  </a:lnTo>
                  <a:lnTo>
                    <a:pt x="355" y="864"/>
                  </a:lnTo>
                  <a:lnTo>
                    <a:pt x="346" y="856"/>
                  </a:lnTo>
                  <a:lnTo>
                    <a:pt x="338" y="848"/>
                  </a:lnTo>
                  <a:lnTo>
                    <a:pt x="332" y="843"/>
                  </a:lnTo>
                  <a:lnTo>
                    <a:pt x="326" y="836"/>
                  </a:lnTo>
                  <a:lnTo>
                    <a:pt x="320" y="830"/>
                  </a:lnTo>
                  <a:lnTo>
                    <a:pt x="315" y="823"/>
                  </a:lnTo>
                  <a:lnTo>
                    <a:pt x="309" y="816"/>
                  </a:lnTo>
                  <a:lnTo>
                    <a:pt x="304" y="809"/>
                  </a:lnTo>
                  <a:lnTo>
                    <a:pt x="299" y="802"/>
                  </a:lnTo>
                  <a:lnTo>
                    <a:pt x="294" y="795"/>
                  </a:lnTo>
                  <a:lnTo>
                    <a:pt x="289" y="788"/>
                  </a:lnTo>
                  <a:lnTo>
                    <a:pt x="284" y="780"/>
                  </a:lnTo>
                  <a:lnTo>
                    <a:pt x="280" y="773"/>
                  </a:lnTo>
                  <a:lnTo>
                    <a:pt x="276" y="765"/>
                  </a:lnTo>
                  <a:lnTo>
                    <a:pt x="272" y="758"/>
                  </a:lnTo>
                  <a:lnTo>
                    <a:pt x="268" y="750"/>
                  </a:lnTo>
                  <a:lnTo>
                    <a:pt x="264" y="742"/>
                  </a:lnTo>
                  <a:lnTo>
                    <a:pt x="260" y="734"/>
                  </a:lnTo>
                  <a:lnTo>
                    <a:pt x="257" y="726"/>
                  </a:lnTo>
                  <a:lnTo>
                    <a:pt x="254" y="717"/>
                  </a:lnTo>
                  <a:lnTo>
                    <a:pt x="252" y="709"/>
                  </a:lnTo>
                  <a:lnTo>
                    <a:pt x="248" y="700"/>
                  </a:lnTo>
                  <a:lnTo>
                    <a:pt x="246" y="692"/>
                  </a:lnTo>
                  <a:lnTo>
                    <a:pt x="244" y="684"/>
                  </a:lnTo>
                  <a:lnTo>
                    <a:pt x="241" y="675"/>
                  </a:lnTo>
                  <a:lnTo>
                    <a:pt x="240" y="666"/>
                  </a:lnTo>
                  <a:lnTo>
                    <a:pt x="238" y="657"/>
                  </a:lnTo>
                  <a:lnTo>
                    <a:pt x="236" y="648"/>
                  </a:lnTo>
                  <a:lnTo>
                    <a:pt x="235" y="640"/>
                  </a:lnTo>
                  <a:lnTo>
                    <a:pt x="234" y="630"/>
                  </a:lnTo>
                  <a:lnTo>
                    <a:pt x="233" y="621"/>
                  </a:lnTo>
                  <a:lnTo>
                    <a:pt x="232" y="612"/>
                  </a:lnTo>
                  <a:lnTo>
                    <a:pt x="232" y="60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84"/>
                  </a:lnTo>
                  <a:lnTo>
                    <a:pt x="232" y="575"/>
                  </a:lnTo>
                  <a:lnTo>
                    <a:pt x="233" y="565"/>
                  </a:lnTo>
                  <a:lnTo>
                    <a:pt x="234" y="556"/>
                  </a:lnTo>
                  <a:lnTo>
                    <a:pt x="235" y="548"/>
                  </a:lnTo>
                  <a:lnTo>
                    <a:pt x="236" y="538"/>
                  </a:lnTo>
                  <a:lnTo>
                    <a:pt x="238" y="529"/>
                  </a:lnTo>
                  <a:lnTo>
                    <a:pt x="240" y="520"/>
                  </a:lnTo>
                  <a:lnTo>
                    <a:pt x="241" y="512"/>
                  </a:lnTo>
                  <a:lnTo>
                    <a:pt x="244" y="503"/>
                  </a:lnTo>
                  <a:lnTo>
                    <a:pt x="246" y="495"/>
                  </a:lnTo>
                  <a:lnTo>
                    <a:pt x="248" y="486"/>
                  </a:lnTo>
                  <a:lnTo>
                    <a:pt x="252" y="478"/>
                  </a:lnTo>
                  <a:lnTo>
                    <a:pt x="254" y="469"/>
                  </a:lnTo>
                  <a:lnTo>
                    <a:pt x="257" y="461"/>
                  </a:lnTo>
                  <a:lnTo>
                    <a:pt x="260" y="452"/>
                  </a:lnTo>
                  <a:lnTo>
                    <a:pt x="264" y="444"/>
                  </a:lnTo>
                  <a:lnTo>
                    <a:pt x="268" y="437"/>
                  </a:lnTo>
                  <a:lnTo>
                    <a:pt x="272" y="429"/>
                  </a:lnTo>
                  <a:lnTo>
                    <a:pt x="276" y="421"/>
                  </a:lnTo>
                  <a:lnTo>
                    <a:pt x="280" y="413"/>
                  </a:lnTo>
                  <a:lnTo>
                    <a:pt x="284" y="406"/>
                  </a:lnTo>
                  <a:lnTo>
                    <a:pt x="289" y="399"/>
                  </a:lnTo>
                  <a:lnTo>
                    <a:pt x="294" y="391"/>
                  </a:lnTo>
                  <a:lnTo>
                    <a:pt x="299" y="384"/>
                  </a:lnTo>
                  <a:lnTo>
                    <a:pt x="304" y="377"/>
                  </a:lnTo>
                  <a:lnTo>
                    <a:pt x="309" y="371"/>
                  </a:lnTo>
                  <a:lnTo>
                    <a:pt x="315" y="363"/>
                  </a:lnTo>
                  <a:lnTo>
                    <a:pt x="320" y="357"/>
                  </a:lnTo>
                  <a:lnTo>
                    <a:pt x="326" y="351"/>
                  </a:lnTo>
                  <a:lnTo>
                    <a:pt x="332" y="344"/>
                  </a:lnTo>
                  <a:lnTo>
                    <a:pt x="338" y="338"/>
                  </a:lnTo>
                  <a:lnTo>
                    <a:pt x="344" y="331"/>
                  </a:lnTo>
                  <a:lnTo>
                    <a:pt x="351" y="326"/>
                  </a:lnTo>
                  <a:lnTo>
                    <a:pt x="357" y="320"/>
                  </a:lnTo>
                  <a:lnTo>
                    <a:pt x="364" y="315"/>
                  </a:lnTo>
                  <a:lnTo>
                    <a:pt x="370" y="309"/>
                  </a:lnTo>
                  <a:lnTo>
                    <a:pt x="377" y="303"/>
                  </a:lnTo>
                  <a:lnTo>
                    <a:pt x="384" y="299"/>
                  </a:lnTo>
                  <a:lnTo>
                    <a:pt x="392" y="294"/>
                  </a:lnTo>
                  <a:lnTo>
                    <a:pt x="399" y="289"/>
                  </a:lnTo>
                  <a:lnTo>
                    <a:pt x="406" y="284"/>
                  </a:lnTo>
                  <a:lnTo>
                    <a:pt x="413" y="280"/>
                  </a:lnTo>
                  <a:lnTo>
                    <a:pt x="421" y="276"/>
                  </a:lnTo>
                  <a:lnTo>
                    <a:pt x="429" y="271"/>
                  </a:lnTo>
                  <a:lnTo>
                    <a:pt x="437" y="267"/>
                  </a:lnTo>
                  <a:lnTo>
                    <a:pt x="444" y="264"/>
                  </a:lnTo>
                  <a:lnTo>
                    <a:pt x="452" y="260"/>
                  </a:lnTo>
                  <a:lnTo>
                    <a:pt x="461" y="257"/>
                  </a:lnTo>
                  <a:lnTo>
                    <a:pt x="469" y="254"/>
                  </a:lnTo>
                  <a:lnTo>
                    <a:pt x="477" y="251"/>
                  </a:lnTo>
                  <a:lnTo>
                    <a:pt x="486" y="248"/>
                  </a:lnTo>
                  <a:lnTo>
                    <a:pt x="494" y="246"/>
                  </a:lnTo>
                  <a:lnTo>
                    <a:pt x="503" y="243"/>
                  </a:lnTo>
                  <a:lnTo>
                    <a:pt x="512" y="241"/>
                  </a:lnTo>
                  <a:lnTo>
                    <a:pt x="520" y="239"/>
                  </a:lnTo>
                  <a:lnTo>
                    <a:pt x="529" y="238"/>
                  </a:lnTo>
                  <a:lnTo>
                    <a:pt x="538" y="236"/>
                  </a:lnTo>
                  <a:lnTo>
                    <a:pt x="548" y="235"/>
                  </a:lnTo>
                  <a:lnTo>
                    <a:pt x="556" y="234"/>
                  </a:lnTo>
                  <a:lnTo>
                    <a:pt x="565" y="233"/>
                  </a:lnTo>
                  <a:lnTo>
                    <a:pt x="575" y="232"/>
                  </a:lnTo>
                  <a:lnTo>
                    <a:pt x="584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603" y="232"/>
                  </a:lnTo>
                  <a:lnTo>
                    <a:pt x="612" y="232"/>
                  </a:lnTo>
                  <a:lnTo>
                    <a:pt x="621" y="233"/>
                  </a:lnTo>
                  <a:lnTo>
                    <a:pt x="630" y="234"/>
                  </a:lnTo>
                  <a:lnTo>
                    <a:pt x="639" y="235"/>
                  </a:lnTo>
                  <a:lnTo>
                    <a:pt x="649" y="236"/>
                  </a:lnTo>
                  <a:lnTo>
                    <a:pt x="657" y="238"/>
                  </a:lnTo>
                  <a:lnTo>
                    <a:pt x="666" y="239"/>
                  </a:lnTo>
                  <a:lnTo>
                    <a:pt x="675" y="241"/>
                  </a:lnTo>
                  <a:lnTo>
                    <a:pt x="684" y="243"/>
                  </a:lnTo>
                  <a:lnTo>
                    <a:pt x="693" y="246"/>
                  </a:lnTo>
                  <a:lnTo>
                    <a:pt x="701" y="248"/>
                  </a:lnTo>
                  <a:lnTo>
                    <a:pt x="709" y="251"/>
                  </a:lnTo>
                  <a:lnTo>
                    <a:pt x="717" y="254"/>
                  </a:lnTo>
                  <a:lnTo>
                    <a:pt x="726" y="257"/>
                  </a:lnTo>
                  <a:lnTo>
                    <a:pt x="733" y="260"/>
                  </a:lnTo>
                  <a:lnTo>
                    <a:pt x="742" y="264"/>
                  </a:lnTo>
                  <a:lnTo>
                    <a:pt x="750" y="267"/>
                  </a:lnTo>
                  <a:lnTo>
                    <a:pt x="757" y="271"/>
                  </a:lnTo>
                  <a:lnTo>
                    <a:pt x="765" y="276"/>
                  </a:lnTo>
                  <a:lnTo>
                    <a:pt x="773" y="280"/>
                  </a:lnTo>
                  <a:lnTo>
                    <a:pt x="781" y="284"/>
                  </a:lnTo>
                  <a:lnTo>
                    <a:pt x="788" y="289"/>
                  </a:lnTo>
                  <a:lnTo>
                    <a:pt x="795" y="294"/>
                  </a:lnTo>
                  <a:lnTo>
                    <a:pt x="802" y="299"/>
                  </a:lnTo>
                  <a:lnTo>
                    <a:pt x="809" y="303"/>
                  </a:lnTo>
                  <a:lnTo>
                    <a:pt x="817" y="309"/>
                  </a:lnTo>
                  <a:lnTo>
                    <a:pt x="823" y="315"/>
                  </a:lnTo>
                  <a:lnTo>
                    <a:pt x="829" y="320"/>
                  </a:lnTo>
                  <a:lnTo>
                    <a:pt x="836" y="326"/>
                  </a:lnTo>
                  <a:lnTo>
                    <a:pt x="842" y="331"/>
                  </a:lnTo>
                  <a:lnTo>
                    <a:pt x="849" y="338"/>
                  </a:lnTo>
                  <a:lnTo>
                    <a:pt x="855" y="344"/>
                  </a:lnTo>
                  <a:lnTo>
                    <a:pt x="861" y="351"/>
                  </a:lnTo>
                  <a:lnTo>
                    <a:pt x="866" y="357"/>
                  </a:lnTo>
                  <a:lnTo>
                    <a:pt x="872" y="363"/>
                  </a:lnTo>
                  <a:lnTo>
                    <a:pt x="877" y="371"/>
                  </a:lnTo>
                  <a:lnTo>
                    <a:pt x="883" y="377"/>
                  </a:lnTo>
                  <a:lnTo>
                    <a:pt x="888" y="384"/>
                  </a:lnTo>
                  <a:lnTo>
                    <a:pt x="893" y="391"/>
                  </a:lnTo>
                  <a:lnTo>
                    <a:pt x="897" y="399"/>
                  </a:lnTo>
                  <a:lnTo>
                    <a:pt x="902" y="406"/>
                  </a:lnTo>
                  <a:lnTo>
                    <a:pt x="906" y="413"/>
                  </a:lnTo>
                  <a:lnTo>
                    <a:pt x="911" y="421"/>
                  </a:lnTo>
                  <a:lnTo>
                    <a:pt x="915" y="429"/>
                  </a:lnTo>
                  <a:lnTo>
                    <a:pt x="919" y="437"/>
                  </a:lnTo>
                  <a:lnTo>
                    <a:pt x="923" y="444"/>
                  </a:lnTo>
                  <a:lnTo>
                    <a:pt x="926" y="452"/>
                  </a:lnTo>
                  <a:lnTo>
                    <a:pt x="929" y="461"/>
                  </a:lnTo>
                  <a:lnTo>
                    <a:pt x="933" y="469"/>
                  </a:lnTo>
                  <a:lnTo>
                    <a:pt x="936" y="478"/>
                  </a:lnTo>
                  <a:lnTo>
                    <a:pt x="938" y="486"/>
                  </a:lnTo>
                  <a:lnTo>
                    <a:pt x="941" y="495"/>
                  </a:lnTo>
                  <a:lnTo>
                    <a:pt x="943" y="503"/>
                  </a:lnTo>
                  <a:lnTo>
                    <a:pt x="945" y="512"/>
                  </a:lnTo>
                  <a:lnTo>
                    <a:pt x="947" y="520"/>
                  </a:lnTo>
                  <a:lnTo>
                    <a:pt x="949" y="529"/>
                  </a:lnTo>
                  <a:lnTo>
                    <a:pt x="950" y="538"/>
                  </a:lnTo>
                  <a:lnTo>
                    <a:pt x="952" y="548"/>
                  </a:lnTo>
                  <a:lnTo>
                    <a:pt x="953" y="556"/>
                  </a:lnTo>
                  <a:lnTo>
                    <a:pt x="953" y="565"/>
                  </a:lnTo>
                  <a:lnTo>
                    <a:pt x="954" y="575"/>
                  </a:lnTo>
                  <a:lnTo>
                    <a:pt x="954" y="584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603"/>
                  </a:lnTo>
                  <a:lnTo>
                    <a:pt x="954" y="612"/>
                  </a:lnTo>
                  <a:lnTo>
                    <a:pt x="953" y="621"/>
                  </a:lnTo>
                  <a:lnTo>
                    <a:pt x="953" y="630"/>
                  </a:lnTo>
                  <a:lnTo>
                    <a:pt x="952" y="640"/>
                  </a:lnTo>
                  <a:lnTo>
                    <a:pt x="950" y="648"/>
                  </a:lnTo>
                  <a:lnTo>
                    <a:pt x="949" y="657"/>
                  </a:lnTo>
                  <a:lnTo>
                    <a:pt x="947" y="666"/>
                  </a:lnTo>
                  <a:lnTo>
                    <a:pt x="945" y="675"/>
                  </a:lnTo>
                  <a:lnTo>
                    <a:pt x="943" y="684"/>
                  </a:lnTo>
                  <a:lnTo>
                    <a:pt x="941" y="692"/>
                  </a:lnTo>
                  <a:lnTo>
                    <a:pt x="938" y="700"/>
                  </a:lnTo>
                  <a:lnTo>
                    <a:pt x="936" y="709"/>
                  </a:lnTo>
                  <a:lnTo>
                    <a:pt x="933" y="717"/>
                  </a:lnTo>
                  <a:lnTo>
                    <a:pt x="929" y="726"/>
                  </a:lnTo>
                  <a:lnTo>
                    <a:pt x="926" y="734"/>
                  </a:lnTo>
                  <a:lnTo>
                    <a:pt x="923" y="742"/>
                  </a:lnTo>
                  <a:lnTo>
                    <a:pt x="919" y="750"/>
                  </a:lnTo>
                  <a:lnTo>
                    <a:pt x="915" y="758"/>
                  </a:lnTo>
                  <a:lnTo>
                    <a:pt x="911" y="765"/>
                  </a:lnTo>
                  <a:lnTo>
                    <a:pt x="906" y="773"/>
                  </a:lnTo>
                  <a:lnTo>
                    <a:pt x="902" y="780"/>
                  </a:lnTo>
                  <a:lnTo>
                    <a:pt x="897" y="788"/>
                  </a:lnTo>
                  <a:lnTo>
                    <a:pt x="893" y="795"/>
                  </a:lnTo>
                  <a:lnTo>
                    <a:pt x="888" y="802"/>
                  </a:lnTo>
                  <a:lnTo>
                    <a:pt x="883" y="809"/>
                  </a:lnTo>
                  <a:lnTo>
                    <a:pt x="877" y="816"/>
                  </a:lnTo>
                  <a:lnTo>
                    <a:pt x="872" y="823"/>
                  </a:lnTo>
                  <a:lnTo>
                    <a:pt x="866" y="830"/>
                  </a:lnTo>
                  <a:lnTo>
                    <a:pt x="861" y="836"/>
                  </a:lnTo>
                  <a:lnTo>
                    <a:pt x="855" y="843"/>
                  </a:lnTo>
                  <a:lnTo>
                    <a:pt x="849" y="848"/>
                  </a:lnTo>
                  <a:lnTo>
                    <a:pt x="841" y="856"/>
                  </a:lnTo>
                  <a:lnTo>
                    <a:pt x="832" y="864"/>
                  </a:lnTo>
                  <a:lnTo>
                    <a:pt x="823" y="872"/>
                  </a:lnTo>
                  <a:lnTo>
                    <a:pt x="814" y="879"/>
                  </a:lnTo>
                  <a:lnTo>
                    <a:pt x="805" y="886"/>
                  </a:lnTo>
                  <a:lnTo>
                    <a:pt x="796" y="892"/>
                  </a:lnTo>
                  <a:lnTo>
                    <a:pt x="786" y="899"/>
                  </a:lnTo>
                  <a:lnTo>
                    <a:pt x="777" y="904"/>
                  </a:lnTo>
                  <a:lnTo>
                    <a:pt x="766" y="910"/>
                  </a:lnTo>
                  <a:lnTo>
                    <a:pt x="756" y="916"/>
                  </a:lnTo>
                  <a:lnTo>
                    <a:pt x="745" y="921"/>
                  </a:lnTo>
                  <a:lnTo>
                    <a:pt x="735" y="925"/>
                  </a:lnTo>
                  <a:lnTo>
                    <a:pt x="725" y="930"/>
                  </a:lnTo>
                  <a:lnTo>
                    <a:pt x="713" y="934"/>
                  </a:lnTo>
                  <a:lnTo>
                    <a:pt x="702" y="938"/>
                  </a:lnTo>
                  <a:lnTo>
                    <a:pt x="691" y="941"/>
                  </a:lnTo>
                  <a:lnTo>
                    <a:pt x="699" y="952"/>
                  </a:lnTo>
                  <a:lnTo>
                    <a:pt x="710" y="949"/>
                  </a:lnTo>
                  <a:lnTo>
                    <a:pt x="721" y="945"/>
                  </a:lnTo>
                  <a:lnTo>
                    <a:pt x="733" y="941"/>
                  </a:lnTo>
                  <a:lnTo>
                    <a:pt x="743" y="936"/>
                  </a:lnTo>
                  <a:lnTo>
                    <a:pt x="754" y="932"/>
                  </a:lnTo>
                  <a:lnTo>
                    <a:pt x="765" y="927"/>
                  </a:lnTo>
                  <a:lnTo>
                    <a:pt x="775" y="921"/>
                  </a:lnTo>
                  <a:lnTo>
                    <a:pt x="785" y="915"/>
                  </a:lnTo>
                  <a:lnTo>
                    <a:pt x="795" y="909"/>
                  </a:lnTo>
                  <a:lnTo>
                    <a:pt x="805" y="903"/>
                  </a:lnTo>
                  <a:lnTo>
                    <a:pt x="814" y="896"/>
                  </a:lnTo>
                  <a:lnTo>
                    <a:pt x="823" y="888"/>
                  </a:lnTo>
                  <a:lnTo>
                    <a:pt x="833" y="881"/>
                  </a:lnTo>
                  <a:lnTo>
                    <a:pt x="841" y="874"/>
                  </a:lnTo>
                  <a:lnTo>
                    <a:pt x="850" y="866"/>
                  </a:lnTo>
                  <a:lnTo>
                    <a:pt x="858" y="858"/>
                  </a:lnTo>
                  <a:lnTo>
                    <a:pt x="865" y="852"/>
                  </a:lnTo>
                  <a:lnTo>
                    <a:pt x="871" y="845"/>
                  </a:lnTo>
                  <a:lnTo>
                    <a:pt x="877" y="838"/>
                  </a:lnTo>
                  <a:lnTo>
                    <a:pt x="882" y="832"/>
                  </a:lnTo>
                  <a:lnTo>
                    <a:pt x="888" y="824"/>
                  </a:lnTo>
                  <a:lnTo>
                    <a:pt x="893" y="817"/>
                  </a:lnTo>
                  <a:lnTo>
                    <a:pt x="898" y="810"/>
                  </a:lnTo>
                  <a:lnTo>
                    <a:pt x="904" y="803"/>
                  </a:lnTo>
                  <a:lnTo>
                    <a:pt x="909" y="795"/>
                  </a:lnTo>
                  <a:lnTo>
                    <a:pt x="913" y="788"/>
                  </a:lnTo>
                  <a:lnTo>
                    <a:pt x="918" y="780"/>
                  </a:lnTo>
                  <a:lnTo>
                    <a:pt x="923" y="772"/>
                  </a:lnTo>
                  <a:lnTo>
                    <a:pt x="927" y="764"/>
                  </a:lnTo>
                  <a:lnTo>
                    <a:pt x="931" y="756"/>
                  </a:lnTo>
                  <a:lnTo>
                    <a:pt x="935" y="748"/>
                  </a:lnTo>
                  <a:lnTo>
                    <a:pt x="938" y="739"/>
                  </a:lnTo>
                  <a:lnTo>
                    <a:pt x="941" y="731"/>
                  </a:lnTo>
                  <a:lnTo>
                    <a:pt x="945" y="722"/>
                  </a:lnTo>
                  <a:lnTo>
                    <a:pt x="948" y="713"/>
                  </a:lnTo>
                  <a:lnTo>
                    <a:pt x="951" y="704"/>
                  </a:lnTo>
                  <a:lnTo>
                    <a:pt x="953" y="696"/>
                  </a:lnTo>
                  <a:lnTo>
                    <a:pt x="956" y="687"/>
                  </a:lnTo>
                  <a:lnTo>
                    <a:pt x="958" y="678"/>
                  </a:lnTo>
                  <a:lnTo>
                    <a:pt x="960" y="669"/>
                  </a:lnTo>
                  <a:lnTo>
                    <a:pt x="961" y="660"/>
                  </a:lnTo>
                  <a:lnTo>
                    <a:pt x="964" y="650"/>
                  </a:lnTo>
                  <a:lnTo>
                    <a:pt x="965" y="641"/>
                  </a:lnTo>
                  <a:lnTo>
                    <a:pt x="965" y="632"/>
                  </a:lnTo>
                  <a:lnTo>
                    <a:pt x="967" y="622"/>
                  </a:lnTo>
                  <a:lnTo>
                    <a:pt x="967" y="612"/>
                  </a:lnTo>
                  <a:lnTo>
                    <a:pt x="968" y="60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84"/>
                  </a:lnTo>
                  <a:lnTo>
                    <a:pt x="967" y="574"/>
                  </a:lnTo>
                  <a:lnTo>
                    <a:pt x="967" y="564"/>
                  </a:lnTo>
                  <a:lnTo>
                    <a:pt x="965" y="555"/>
                  </a:lnTo>
                  <a:lnTo>
                    <a:pt x="965" y="546"/>
                  </a:lnTo>
                  <a:lnTo>
                    <a:pt x="964" y="536"/>
                  </a:lnTo>
                  <a:lnTo>
                    <a:pt x="961" y="527"/>
                  </a:lnTo>
                  <a:lnTo>
                    <a:pt x="960" y="518"/>
                  </a:lnTo>
                  <a:lnTo>
                    <a:pt x="958" y="509"/>
                  </a:lnTo>
                  <a:lnTo>
                    <a:pt x="956" y="500"/>
                  </a:lnTo>
                  <a:lnTo>
                    <a:pt x="953" y="491"/>
                  </a:lnTo>
                  <a:lnTo>
                    <a:pt x="951" y="482"/>
                  </a:lnTo>
                  <a:lnTo>
                    <a:pt x="948" y="473"/>
                  </a:lnTo>
                  <a:lnTo>
                    <a:pt x="945" y="464"/>
                  </a:lnTo>
                  <a:lnTo>
                    <a:pt x="941" y="456"/>
                  </a:lnTo>
                  <a:lnTo>
                    <a:pt x="938" y="448"/>
                  </a:lnTo>
                  <a:lnTo>
                    <a:pt x="935" y="439"/>
                  </a:lnTo>
                  <a:lnTo>
                    <a:pt x="931" y="431"/>
                  </a:lnTo>
                  <a:lnTo>
                    <a:pt x="927" y="423"/>
                  </a:lnTo>
                  <a:lnTo>
                    <a:pt x="923" y="415"/>
                  </a:lnTo>
                  <a:lnTo>
                    <a:pt x="918" y="407"/>
                  </a:lnTo>
                  <a:lnTo>
                    <a:pt x="913" y="399"/>
                  </a:lnTo>
                  <a:lnTo>
                    <a:pt x="909" y="391"/>
                  </a:lnTo>
                  <a:lnTo>
                    <a:pt x="904" y="383"/>
                  </a:lnTo>
                  <a:lnTo>
                    <a:pt x="898" y="376"/>
                  </a:lnTo>
                  <a:lnTo>
                    <a:pt x="893" y="369"/>
                  </a:lnTo>
                  <a:lnTo>
                    <a:pt x="888" y="362"/>
                  </a:lnTo>
                  <a:lnTo>
                    <a:pt x="882" y="355"/>
                  </a:lnTo>
                  <a:lnTo>
                    <a:pt x="877" y="348"/>
                  </a:lnTo>
                  <a:lnTo>
                    <a:pt x="871" y="342"/>
                  </a:lnTo>
                  <a:lnTo>
                    <a:pt x="865" y="335"/>
                  </a:lnTo>
                  <a:lnTo>
                    <a:pt x="858" y="328"/>
                  </a:lnTo>
                  <a:lnTo>
                    <a:pt x="852" y="322"/>
                  </a:lnTo>
                  <a:lnTo>
                    <a:pt x="845" y="316"/>
                  </a:lnTo>
                  <a:lnTo>
                    <a:pt x="838" y="310"/>
                  </a:lnTo>
                  <a:lnTo>
                    <a:pt x="832" y="304"/>
                  </a:lnTo>
                  <a:lnTo>
                    <a:pt x="825" y="299"/>
                  </a:lnTo>
                  <a:lnTo>
                    <a:pt x="817" y="293"/>
                  </a:lnTo>
                  <a:lnTo>
                    <a:pt x="810" y="288"/>
                  </a:lnTo>
                  <a:lnTo>
                    <a:pt x="803" y="283"/>
                  </a:lnTo>
                  <a:lnTo>
                    <a:pt x="795" y="278"/>
                  </a:lnTo>
                  <a:lnTo>
                    <a:pt x="787" y="273"/>
                  </a:lnTo>
                  <a:lnTo>
                    <a:pt x="780" y="268"/>
                  </a:lnTo>
                  <a:lnTo>
                    <a:pt x="772" y="264"/>
                  </a:lnTo>
                  <a:lnTo>
                    <a:pt x="764" y="259"/>
                  </a:lnTo>
                  <a:lnTo>
                    <a:pt x="756" y="255"/>
                  </a:lnTo>
                  <a:lnTo>
                    <a:pt x="748" y="251"/>
                  </a:lnTo>
                  <a:lnTo>
                    <a:pt x="739" y="248"/>
                  </a:lnTo>
                  <a:lnTo>
                    <a:pt x="731" y="245"/>
                  </a:lnTo>
                  <a:lnTo>
                    <a:pt x="722" y="242"/>
                  </a:lnTo>
                  <a:lnTo>
                    <a:pt x="713" y="239"/>
                  </a:lnTo>
                  <a:lnTo>
                    <a:pt x="705" y="235"/>
                  </a:lnTo>
                  <a:lnTo>
                    <a:pt x="696" y="233"/>
                  </a:lnTo>
                  <a:lnTo>
                    <a:pt x="687" y="231"/>
                  </a:lnTo>
                  <a:lnTo>
                    <a:pt x="678" y="228"/>
                  </a:lnTo>
                  <a:lnTo>
                    <a:pt x="669" y="227"/>
                  </a:lnTo>
                  <a:lnTo>
                    <a:pt x="660" y="225"/>
                  </a:lnTo>
                  <a:lnTo>
                    <a:pt x="650" y="223"/>
                  </a:lnTo>
                  <a:lnTo>
                    <a:pt x="641" y="222"/>
                  </a:lnTo>
                  <a:lnTo>
                    <a:pt x="632" y="221"/>
                  </a:lnTo>
                  <a:lnTo>
                    <a:pt x="622" y="220"/>
                  </a:lnTo>
                  <a:lnTo>
                    <a:pt x="613" y="219"/>
                  </a:lnTo>
                  <a:lnTo>
                    <a:pt x="60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close/>
                  <a:moveTo>
                    <a:pt x="593" y="14"/>
                  </a:move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78" y="14"/>
                  </a:lnTo>
                  <a:lnTo>
                    <a:pt x="564" y="15"/>
                  </a:lnTo>
                  <a:lnTo>
                    <a:pt x="548" y="15"/>
                  </a:lnTo>
                  <a:lnTo>
                    <a:pt x="534" y="16"/>
                  </a:lnTo>
                  <a:lnTo>
                    <a:pt x="520" y="19"/>
                  </a:lnTo>
                  <a:lnTo>
                    <a:pt x="505" y="20"/>
                  </a:lnTo>
                  <a:lnTo>
                    <a:pt x="491" y="23"/>
                  </a:lnTo>
                  <a:lnTo>
                    <a:pt x="476" y="26"/>
                  </a:lnTo>
                  <a:lnTo>
                    <a:pt x="463" y="28"/>
                  </a:lnTo>
                  <a:lnTo>
                    <a:pt x="448" y="32"/>
                  </a:lnTo>
                  <a:lnTo>
                    <a:pt x="435" y="35"/>
                  </a:lnTo>
                  <a:lnTo>
                    <a:pt x="421" y="40"/>
                  </a:lnTo>
                  <a:lnTo>
                    <a:pt x="408" y="44"/>
                  </a:lnTo>
                  <a:lnTo>
                    <a:pt x="394" y="49"/>
                  </a:lnTo>
                  <a:lnTo>
                    <a:pt x="381" y="54"/>
                  </a:lnTo>
                  <a:lnTo>
                    <a:pt x="368" y="59"/>
                  </a:lnTo>
                  <a:lnTo>
                    <a:pt x="355" y="65"/>
                  </a:lnTo>
                  <a:lnTo>
                    <a:pt x="342" y="71"/>
                  </a:lnTo>
                  <a:lnTo>
                    <a:pt x="329" y="77"/>
                  </a:lnTo>
                  <a:lnTo>
                    <a:pt x="317" y="83"/>
                  </a:lnTo>
                  <a:lnTo>
                    <a:pt x="305" y="91"/>
                  </a:lnTo>
                  <a:lnTo>
                    <a:pt x="292" y="98"/>
                  </a:lnTo>
                  <a:lnTo>
                    <a:pt x="281" y="105"/>
                  </a:lnTo>
                  <a:lnTo>
                    <a:pt x="269" y="113"/>
                  </a:lnTo>
                  <a:lnTo>
                    <a:pt x="258" y="120"/>
                  </a:lnTo>
                  <a:lnTo>
                    <a:pt x="247" y="129"/>
                  </a:lnTo>
                  <a:lnTo>
                    <a:pt x="236" y="137"/>
                  </a:lnTo>
                  <a:lnTo>
                    <a:pt x="224" y="146"/>
                  </a:lnTo>
                  <a:lnTo>
                    <a:pt x="214" y="155"/>
                  </a:lnTo>
                  <a:lnTo>
                    <a:pt x="203" y="164"/>
                  </a:lnTo>
                  <a:lnTo>
                    <a:pt x="193" y="174"/>
                  </a:lnTo>
                  <a:lnTo>
                    <a:pt x="183" y="183"/>
                  </a:lnTo>
                  <a:lnTo>
                    <a:pt x="174" y="194"/>
                  </a:lnTo>
                  <a:lnTo>
                    <a:pt x="164" y="203"/>
                  </a:lnTo>
                  <a:lnTo>
                    <a:pt x="155" y="214"/>
                  </a:lnTo>
                  <a:lnTo>
                    <a:pt x="146" y="224"/>
                  </a:lnTo>
                  <a:lnTo>
                    <a:pt x="137" y="235"/>
                  </a:lnTo>
                  <a:lnTo>
                    <a:pt x="129" y="247"/>
                  </a:lnTo>
                  <a:lnTo>
                    <a:pt x="120" y="258"/>
                  </a:lnTo>
                  <a:lnTo>
                    <a:pt x="112" y="269"/>
                  </a:lnTo>
                  <a:lnTo>
                    <a:pt x="105" y="281"/>
                  </a:lnTo>
                  <a:lnTo>
                    <a:pt x="98" y="292"/>
                  </a:lnTo>
                  <a:lnTo>
                    <a:pt x="91" y="305"/>
                  </a:lnTo>
                  <a:lnTo>
                    <a:pt x="83" y="317"/>
                  </a:lnTo>
                  <a:lnTo>
                    <a:pt x="77" y="330"/>
                  </a:lnTo>
                  <a:lnTo>
                    <a:pt x="71" y="342"/>
                  </a:lnTo>
                  <a:lnTo>
                    <a:pt x="65" y="355"/>
                  </a:lnTo>
                  <a:lnTo>
                    <a:pt x="59" y="367"/>
                  </a:lnTo>
                  <a:lnTo>
                    <a:pt x="54" y="381"/>
                  </a:lnTo>
                  <a:lnTo>
                    <a:pt x="49" y="394"/>
                  </a:lnTo>
                  <a:lnTo>
                    <a:pt x="44" y="408"/>
                  </a:lnTo>
                  <a:lnTo>
                    <a:pt x="39" y="421"/>
                  </a:lnTo>
                  <a:lnTo>
                    <a:pt x="35" y="435"/>
                  </a:lnTo>
                  <a:lnTo>
                    <a:pt x="32" y="448"/>
                  </a:lnTo>
                  <a:lnTo>
                    <a:pt x="28" y="463"/>
                  </a:lnTo>
                  <a:lnTo>
                    <a:pt x="25" y="476"/>
                  </a:lnTo>
                  <a:lnTo>
                    <a:pt x="23" y="491"/>
                  </a:lnTo>
                  <a:lnTo>
                    <a:pt x="20" y="505"/>
                  </a:lnTo>
                  <a:lnTo>
                    <a:pt x="18" y="520"/>
                  </a:lnTo>
                  <a:lnTo>
                    <a:pt x="16" y="534"/>
                  </a:lnTo>
                  <a:lnTo>
                    <a:pt x="15" y="548"/>
                  </a:lnTo>
                  <a:lnTo>
                    <a:pt x="15" y="564"/>
                  </a:lnTo>
                  <a:lnTo>
                    <a:pt x="14" y="578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608"/>
                  </a:lnTo>
                  <a:lnTo>
                    <a:pt x="15" y="623"/>
                  </a:lnTo>
                  <a:lnTo>
                    <a:pt x="15" y="638"/>
                  </a:lnTo>
                  <a:lnTo>
                    <a:pt x="16" y="652"/>
                  </a:lnTo>
                  <a:lnTo>
                    <a:pt x="18" y="667"/>
                  </a:lnTo>
                  <a:lnTo>
                    <a:pt x="20" y="682"/>
                  </a:lnTo>
                  <a:lnTo>
                    <a:pt x="23" y="696"/>
                  </a:lnTo>
                  <a:lnTo>
                    <a:pt x="25" y="710"/>
                  </a:lnTo>
                  <a:lnTo>
                    <a:pt x="28" y="724"/>
                  </a:lnTo>
                  <a:lnTo>
                    <a:pt x="32" y="738"/>
                  </a:lnTo>
                  <a:lnTo>
                    <a:pt x="35" y="752"/>
                  </a:lnTo>
                  <a:lnTo>
                    <a:pt x="40" y="765"/>
                  </a:lnTo>
                  <a:lnTo>
                    <a:pt x="44" y="779"/>
                  </a:lnTo>
                  <a:lnTo>
                    <a:pt x="49" y="792"/>
                  </a:lnTo>
                  <a:lnTo>
                    <a:pt x="54" y="806"/>
                  </a:lnTo>
                  <a:lnTo>
                    <a:pt x="59" y="819"/>
                  </a:lnTo>
                  <a:lnTo>
                    <a:pt x="65" y="832"/>
                  </a:lnTo>
                  <a:lnTo>
                    <a:pt x="71" y="844"/>
                  </a:lnTo>
                  <a:lnTo>
                    <a:pt x="77" y="857"/>
                  </a:lnTo>
                  <a:lnTo>
                    <a:pt x="83" y="869"/>
                  </a:lnTo>
                  <a:lnTo>
                    <a:pt x="91" y="882"/>
                  </a:lnTo>
                  <a:lnTo>
                    <a:pt x="98" y="894"/>
                  </a:lnTo>
                  <a:lnTo>
                    <a:pt x="105" y="906"/>
                  </a:lnTo>
                  <a:lnTo>
                    <a:pt x="112" y="917"/>
                  </a:lnTo>
                  <a:lnTo>
                    <a:pt x="120" y="928"/>
                  </a:lnTo>
                  <a:lnTo>
                    <a:pt x="129" y="940"/>
                  </a:lnTo>
                  <a:lnTo>
                    <a:pt x="137" y="951"/>
                  </a:lnTo>
                  <a:lnTo>
                    <a:pt x="146" y="962"/>
                  </a:lnTo>
                  <a:lnTo>
                    <a:pt x="155" y="972"/>
                  </a:lnTo>
                  <a:lnTo>
                    <a:pt x="164" y="983"/>
                  </a:lnTo>
                  <a:lnTo>
                    <a:pt x="174" y="993"/>
                  </a:lnTo>
                  <a:lnTo>
                    <a:pt x="183" y="1003"/>
                  </a:lnTo>
                  <a:lnTo>
                    <a:pt x="193" y="1012"/>
                  </a:lnTo>
                  <a:lnTo>
                    <a:pt x="203" y="1022"/>
                  </a:lnTo>
                  <a:lnTo>
                    <a:pt x="214" y="1032"/>
                  </a:lnTo>
                  <a:lnTo>
                    <a:pt x="224" y="1040"/>
                  </a:lnTo>
                  <a:lnTo>
                    <a:pt x="236" y="1049"/>
                  </a:lnTo>
                  <a:lnTo>
                    <a:pt x="247" y="1058"/>
                  </a:lnTo>
                  <a:lnTo>
                    <a:pt x="258" y="1066"/>
                  </a:lnTo>
                  <a:lnTo>
                    <a:pt x="269" y="1074"/>
                  </a:lnTo>
                  <a:lnTo>
                    <a:pt x="281" y="1081"/>
                  </a:lnTo>
                  <a:lnTo>
                    <a:pt x="292" y="1089"/>
                  </a:lnTo>
                  <a:lnTo>
                    <a:pt x="305" y="1096"/>
                  </a:lnTo>
                  <a:lnTo>
                    <a:pt x="317" y="1103"/>
                  </a:lnTo>
                  <a:lnTo>
                    <a:pt x="329" y="1109"/>
                  </a:lnTo>
                  <a:lnTo>
                    <a:pt x="342" y="1116"/>
                  </a:lnTo>
                  <a:lnTo>
                    <a:pt x="355" y="1121"/>
                  </a:lnTo>
                  <a:lnTo>
                    <a:pt x="368" y="1127"/>
                  </a:lnTo>
                  <a:lnTo>
                    <a:pt x="381" y="1133"/>
                  </a:lnTo>
                  <a:lnTo>
                    <a:pt x="394" y="1138"/>
                  </a:lnTo>
                  <a:lnTo>
                    <a:pt x="408" y="1142"/>
                  </a:lnTo>
                  <a:lnTo>
                    <a:pt x="421" y="1147"/>
                  </a:lnTo>
                  <a:lnTo>
                    <a:pt x="435" y="1151"/>
                  </a:lnTo>
                  <a:lnTo>
                    <a:pt x="448" y="1155"/>
                  </a:lnTo>
                  <a:lnTo>
                    <a:pt x="463" y="1158"/>
                  </a:lnTo>
                  <a:lnTo>
                    <a:pt x="476" y="1161"/>
                  </a:lnTo>
                  <a:lnTo>
                    <a:pt x="491" y="1164"/>
                  </a:lnTo>
                  <a:lnTo>
                    <a:pt x="505" y="1166"/>
                  </a:lnTo>
                  <a:lnTo>
                    <a:pt x="520" y="1169"/>
                  </a:lnTo>
                  <a:lnTo>
                    <a:pt x="534" y="1170"/>
                  </a:lnTo>
                  <a:lnTo>
                    <a:pt x="548" y="1171"/>
                  </a:lnTo>
                  <a:lnTo>
                    <a:pt x="564" y="1172"/>
                  </a:lnTo>
                  <a:lnTo>
                    <a:pt x="578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609" y="1173"/>
                  </a:lnTo>
                  <a:lnTo>
                    <a:pt x="623" y="1172"/>
                  </a:lnTo>
                  <a:lnTo>
                    <a:pt x="638" y="1171"/>
                  </a:lnTo>
                  <a:lnTo>
                    <a:pt x="653" y="1170"/>
                  </a:lnTo>
                  <a:lnTo>
                    <a:pt x="667" y="1169"/>
                  </a:lnTo>
                  <a:lnTo>
                    <a:pt x="681" y="1166"/>
                  </a:lnTo>
                  <a:lnTo>
                    <a:pt x="696" y="1164"/>
                  </a:lnTo>
                  <a:lnTo>
                    <a:pt x="710" y="1161"/>
                  </a:lnTo>
                  <a:lnTo>
                    <a:pt x="725" y="1158"/>
                  </a:lnTo>
                  <a:lnTo>
                    <a:pt x="738" y="1155"/>
                  </a:lnTo>
                  <a:lnTo>
                    <a:pt x="752" y="1151"/>
                  </a:lnTo>
                  <a:lnTo>
                    <a:pt x="765" y="1147"/>
                  </a:lnTo>
                  <a:lnTo>
                    <a:pt x="779" y="1142"/>
                  </a:lnTo>
                  <a:lnTo>
                    <a:pt x="793" y="1138"/>
                  </a:lnTo>
                  <a:lnTo>
                    <a:pt x="806" y="1133"/>
                  </a:lnTo>
                  <a:lnTo>
                    <a:pt x="819" y="1127"/>
                  </a:lnTo>
                  <a:lnTo>
                    <a:pt x="832" y="1121"/>
                  </a:lnTo>
                  <a:lnTo>
                    <a:pt x="845" y="1116"/>
                  </a:lnTo>
                  <a:lnTo>
                    <a:pt x="857" y="1109"/>
                  </a:lnTo>
                  <a:lnTo>
                    <a:pt x="869" y="1103"/>
                  </a:lnTo>
                  <a:lnTo>
                    <a:pt x="882" y="1096"/>
                  </a:lnTo>
                  <a:lnTo>
                    <a:pt x="893" y="1089"/>
                  </a:lnTo>
                  <a:lnTo>
                    <a:pt x="905" y="1081"/>
                  </a:lnTo>
                  <a:lnTo>
                    <a:pt x="917" y="1074"/>
                  </a:lnTo>
                  <a:lnTo>
                    <a:pt x="929" y="1066"/>
                  </a:lnTo>
                  <a:lnTo>
                    <a:pt x="940" y="1058"/>
                  </a:lnTo>
                  <a:lnTo>
                    <a:pt x="951" y="1049"/>
                  </a:lnTo>
                  <a:lnTo>
                    <a:pt x="961" y="1040"/>
                  </a:lnTo>
                  <a:lnTo>
                    <a:pt x="973" y="1032"/>
                  </a:lnTo>
                  <a:lnTo>
                    <a:pt x="983" y="1022"/>
                  </a:lnTo>
                  <a:lnTo>
                    <a:pt x="994" y="1012"/>
                  </a:lnTo>
                  <a:lnTo>
                    <a:pt x="1003" y="1003"/>
                  </a:lnTo>
                  <a:lnTo>
                    <a:pt x="1013" y="993"/>
                  </a:lnTo>
                  <a:lnTo>
                    <a:pt x="1022" y="983"/>
                  </a:lnTo>
                  <a:lnTo>
                    <a:pt x="1032" y="972"/>
                  </a:lnTo>
                  <a:lnTo>
                    <a:pt x="1041" y="962"/>
                  </a:lnTo>
                  <a:lnTo>
                    <a:pt x="1050" y="951"/>
                  </a:lnTo>
                  <a:lnTo>
                    <a:pt x="1058" y="940"/>
                  </a:lnTo>
                  <a:lnTo>
                    <a:pt x="1066" y="928"/>
                  </a:lnTo>
                  <a:lnTo>
                    <a:pt x="1074" y="917"/>
                  </a:lnTo>
                  <a:lnTo>
                    <a:pt x="1082" y="906"/>
                  </a:lnTo>
                  <a:lnTo>
                    <a:pt x="1089" y="894"/>
                  </a:lnTo>
                  <a:lnTo>
                    <a:pt x="1096" y="882"/>
                  </a:lnTo>
                  <a:lnTo>
                    <a:pt x="1103" y="869"/>
                  </a:lnTo>
                  <a:lnTo>
                    <a:pt x="1110" y="857"/>
                  </a:lnTo>
                  <a:lnTo>
                    <a:pt x="1116" y="844"/>
                  </a:lnTo>
                  <a:lnTo>
                    <a:pt x="1122" y="832"/>
                  </a:lnTo>
                  <a:lnTo>
                    <a:pt x="1127" y="819"/>
                  </a:lnTo>
                  <a:lnTo>
                    <a:pt x="1133" y="806"/>
                  </a:lnTo>
                  <a:lnTo>
                    <a:pt x="1138" y="792"/>
                  </a:lnTo>
                  <a:lnTo>
                    <a:pt x="1142" y="779"/>
                  </a:lnTo>
                  <a:lnTo>
                    <a:pt x="1147" y="765"/>
                  </a:lnTo>
                  <a:lnTo>
                    <a:pt x="1151" y="752"/>
                  </a:lnTo>
                  <a:lnTo>
                    <a:pt x="1154" y="738"/>
                  </a:lnTo>
                  <a:lnTo>
                    <a:pt x="1158" y="724"/>
                  </a:lnTo>
                  <a:lnTo>
                    <a:pt x="1162" y="710"/>
                  </a:lnTo>
                  <a:lnTo>
                    <a:pt x="1164" y="696"/>
                  </a:lnTo>
                  <a:lnTo>
                    <a:pt x="1166" y="682"/>
                  </a:lnTo>
                  <a:lnTo>
                    <a:pt x="1168" y="667"/>
                  </a:lnTo>
                  <a:lnTo>
                    <a:pt x="1170" y="652"/>
                  </a:lnTo>
                  <a:lnTo>
                    <a:pt x="1171" y="638"/>
                  </a:lnTo>
                  <a:lnTo>
                    <a:pt x="1172" y="623"/>
                  </a:lnTo>
                  <a:lnTo>
                    <a:pt x="1173" y="608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78"/>
                  </a:lnTo>
                  <a:lnTo>
                    <a:pt x="1172" y="564"/>
                  </a:lnTo>
                  <a:lnTo>
                    <a:pt x="1171" y="548"/>
                  </a:lnTo>
                  <a:lnTo>
                    <a:pt x="1170" y="534"/>
                  </a:lnTo>
                  <a:lnTo>
                    <a:pt x="1168" y="520"/>
                  </a:lnTo>
                  <a:lnTo>
                    <a:pt x="1166" y="505"/>
                  </a:lnTo>
                  <a:lnTo>
                    <a:pt x="1164" y="491"/>
                  </a:lnTo>
                  <a:lnTo>
                    <a:pt x="1162" y="476"/>
                  </a:lnTo>
                  <a:lnTo>
                    <a:pt x="1158" y="463"/>
                  </a:lnTo>
                  <a:lnTo>
                    <a:pt x="1154" y="448"/>
                  </a:lnTo>
                  <a:lnTo>
                    <a:pt x="1151" y="435"/>
                  </a:lnTo>
                  <a:lnTo>
                    <a:pt x="1147" y="421"/>
                  </a:lnTo>
                  <a:lnTo>
                    <a:pt x="1142" y="408"/>
                  </a:lnTo>
                  <a:lnTo>
                    <a:pt x="1138" y="394"/>
                  </a:lnTo>
                  <a:lnTo>
                    <a:pt x="1133" y="381"/>
                  </a:lnTo>
                  <a:lnTo>
                    <a:pt x="1127" y="367"/>
                  </a:lnTo>
                  <a:lnTo>
                    <a:pt x="1122" y="355"/>
                  </a:lnTo>
                  <a:lnTo>
                    <a:pt x="1116" y="342"/>
                  </a:lnTo>
                  <a:lnTo>
                    <a:pt x="1110" y="330"/>
                  </a:lnTo>
                  <a:lnTo>
                    <a:pt x="1103" y="317"/>
                  </a:lnTo>
                  <a:lnTo>
                    <a:pt x="1096" y="305"/>
                  </a:lnTo>
                  <a:lnTo>
                    <a:pt x="1089" y="292"/>
                  </a:lnTo>
                  <a:lnTo>
                    <a:pt x="1082" y="281"/>
                  </a:lnTo>
                  <a:lnTo>
                    <a:pt x="1074" y="269"/>
                  </a:lnTo>
                  <a:lnTo>
                    <a:pt x="1066" y="258"/>
                  </a:lnTo>
                  <a:lnTo>
                    <a:pt x="1058" y="247"/>
                  </a:lnTo>
                  <a:lnTo>
                    <a:pt x="1050" y="235"/>
                  </a:lnTo>
                  <a:lnTo>
                    <a:pt x="1041" y="224"/>
                  </a:lnTo>
                  <a:lnTo>
                    <a:pt x="1032" y="214"/>
                  </a:lnTo>
                  <a:lnTo>
                    <a:pt x="1022" y="203"/>
                  </a:lnTo>
                  <a:lnTo>
                    <a:pt x="1013" y="194"/>
                  </a:lnTo>
                  <a:lnTo>
                    <a:pt x="1003" y="183"/>
                  </a:lnTo>
                  <a:lnTo>
                    <a:pt x="994" y="174"/>
                  </a:lnTo>
                  <a:lnTo>
                    <a:pt x="983" y="164"/>
                  </a:lnTo>
                  <a:lnTo>
                    <a:pt x="973" y="155"/>
                  </a:lnTo>
                  <a:lnTo>
                    <a:pt x="961" y="146"/>
                  </a:lnTo>
                  <a:lnTo>
                    <a:pt x="951" y="137"/>
                  </a:lnTo>
                  <a:lnTo>
                    <a:pt x="940" y="129"/>
                  </a:lnTo>
                  <a:lnTo>
                    <a:pt x="929" y="120"/>
                  </a:lnTo>
                  <a:lnTo>
                    <a:pt x="917" y="113"/>
                  </a:lnTo>
                  <a:lnTo>
                    <a:pt x="905" y="105"/>
                  </a:lnTo>
                  <a:lnTo>
                    <a:pt x="893" y="98"/>
                  </a:lnTo>
                  <a:lnTo>
                    <a:pt x="882" y="91"/>
                  </a:lnTo>
                  <a:lnTo>
                    <a:pt x="869" y="83"/>
                  </a:lnTo>
                  <a:lnTo>
                    <a:pt x="857" y="77"/>
                  </a:lnTo>
                  <a:lnTo>
                    <a:pt x="845" y="71"/>
                  </a:lnTo>
                  <a:lnTo>
                    <a:pt x="832" y="65"/>
                  </a:lnTo>
                  <a:lnTo>
                    <a:pt x="819" y="59"/>
                  </a:lnTo>
                  <a:lnTo>
                    <a:pt x="806" y="54"/>
                  </a:lnTo>
                  <a:lnTo>
                    <a:pt x="793" y="49"/>
                  </a:lnTo>
                  <a:lnTo>
                    <a:pt x="779" y="44"/>
                  </a:lnTo>
                  <a:lnTo>
                    <a:pt x="765" y="40"/>
                  </a:lnTo>
                  <a:lnTo>
                    <a:pt x="752" y="35"/>
                  </a:lnTo>
                  <a:lnTo>
                    <a:pt x="738" y="32"/>
                  </a:lnTo>
                  <a:lnTo>
                    <a:pt x="725" y="28"/>
                  </a:lnTo>
                  <a:lnTo>
                    <a:pt x="710" y="26"/>
                  </a:lnTo>
                  <a:lnTo>
                    <a:pt x="696" y="23"/>
                  </a:lnTo>
                  <a:lnTo>
                    <a:pt x="681" y="20"/>
                  </a:lnTo>
                  <a:lnTo>
                    <a:pt x="667" y="19"/>
                  </a:lnTo>
                  <a:lnTo>
                    <a:pt x="653" y="16"/>
                  </a:lnTo>
                  <a:lnTo>
                    <a:pt x="638" y="15"/>
                  </a:lnTo>
                  <a:lnTo>
                    <a:pt x="623" y="15"/>
                  </a:lnTo>
                  <a:lnTo>
                    <a:pt x="609" y="14"/>
                  </a:lnTo>
                  <a:lnTo>
                    <a:pt x="59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8" name="îṥľîḋè"/>
            <p:cNvSpPr/>
            <p:nvPr/>
          </p:nvSpPr>
          <p:spPr bwMode="auto">
            <a:xfrm>
              <a:off x="2636838" y="3000376"/>
              <a:ext cx="433388" cy="309563"/>
            </a:xfrm>
            <a:custGeom>
              <a:avLst/>
              <a:gdLst>
                <a:gd name="T0" fmla="*/ 121 w 273"/>
                <a:gd name="T1" fmla="*/ 190 h 195"/>
                <a:gd name="T2" fmla="*/ 157 w 273"/>
                <a:gd name="T3" fmla="*/ 186 h 195"/>
                <a:gd name="T4" fmla="*/ 184 w 273"/>
                <a:gd name="T5" fmla="*/ 151 h 195"/>
                <a:gd name="T6" fmla="*/ 206 w 273"/>
                <a:gd name="T7" fmla="*/ 133 h 195"/>
                <a:gd name="T8" fmla="*/ 247 w 273"/>
                <a:gd name="T9" fmla="*/ 119 h 195"/>
                <a:gd name="T10" fmla="*/ 273 w 273"/>
                <a:gd name="T11" fmla="*/ 102 h 195"/>
                <a:gd name="T12" fmla="*/ 245 w 273"/>
                <a:gd name="T13" fmla="*/ 71 h 195"/>
                <a:gd name="T14" fmla="*/ 216 w 273"/>
                <a:gd name="T15" fmla="*/ 35 h 195"/>
                <a:gd name="T16" fmla="*/ 207 w 273"/>
                <a:gd name="T17" fmla="*/ 1 h 195"/>
                <a:gd name="T18" fmla="*/ 172 w 273"/>
                <a:gd name="T19" fmla="*/ 9 h 195"/>
                <a:gd name="T20" fmla="*/ 129 w 273"/>
                <a:gd name="T21" fmla="*/ 24 h 195"/>
                <a:gd name="T22" fmla="*/ 76 w 273"/>
                <a:gd name="T23" fmla="*/ 2 h 195"/>
                <a:gd name="T24" fmla="*/ 62 w 273"/>
                <a:gd name="T25" fmla="*/ 6 h 195"/>
                <a:gd name="T26" fmla="*/ 49 w 273"/>
                <a:gd name="T27" fmla="*/ 57 h 195"/>
                <a:gd name="T28" fmla="*/ 15 w 273"/>
                <a:gd name="T29" fmla="*/ 89 h 195"/>
                <a:gd name="T30" fmla="*/ 1 w 273"/>
                <a:gd name="T31" fmla="*/ 108 h 195"/>
                <a:gd name="T32" fmla="*/ 46 w 273"/>
                <a:gd name="T33" fmla="*/ 132 h 195"/>
                <a:gd name="T34" fmla="*/ 76 w 273"/>
                <a:gd name="T35" fmla="*/ 132 h 195"/>
                <a:gd name="T36" fmla="*/ 130 w 273"/>
                <a:gd name="T37" fmla="*/ 100 h 195"/>
                <a:gd name="T38" fmla="*/ 110 w 273"/>
                <a:gd name="T39" fmla="*/ 80 h 195"/>
                <a:gd name="T40" fmla="*/ 105 w 273"/>
                <a:gd name="T41" fmla="*/ 85 h 195"/>
                <a:gd name="T42" fmla="*/ 69 w 273"/>
                <a:gd name="T43" fmla="*/ 56 h 195"/>
                <a:gd name="T44" fmla="*/ 73 w 273"/>
                <a:gd name="T45" fmla="*/ 13 h 195"/>
                <a:gd name="T46" fmla="*/ 119 w 273"/>
                <a:gd name="T47" fmla="*/ 31 h 195"/>
                <a:gd name="T48" fmla="*/ 154 w 273"/>
                <a:gd name="T49" fmla="*/ 31 h 195"/>
                <a:gd name="T50" fmla="*/ 199 w 273"/>
                <a:gd name="T51" fmla="*/ 13 h 195"/>
                <a:gd name="T52" fmla="*/ 205 w 273"/>
                <a:gd name="T53" fmla="*/ 56 h 195"/>
                <a:gd name="T54" fmla="*/ 168 w 273"/>
                <a:gd name="T55" fmla="*/ 85 h 195"/>
                <a:gd name="T56" fmla="*/ 163 w 273"/>
                <a:gd name="T57" fmla="*/ 80 h 195"/>
                <a:gd name="T58" fmla="*/ 142 w 273"/>
                <a:gd name="T59" fmla="*/ 100 h 195"/>
                <a:gd name="T60" fmla="*/ 145 w 273"/>
                <a:gd name="T61" fmla="*/ 54 h 195"/>
                <a:gd name="T62" fmla="*/ 130 w 273"/>
                <a:gd name="T63" fmla="*/ 61 h 195"/>
                <a:gd name="T64" fmla="*/ 137 w 273"/>
                <a:gd name="T65" fmla="*/ 45 h 195"/>
                <a:gd name="T66" fmla="*/ 113 w 273"/>
                <a:gd name="T67" fmla="*/ 164 h 195"/>
                <a:gd name="T68" fmla="*/ 141 w 273"/>
                <a:gd name="T69" fmla="*/ 173 h 195"/>
                <a:gd name="T70" fmla="*/ 151 w 273"/>
                <a:gd name="T71" fmla="*/ 177 h 195"/>
                <a:gd name="T72" fmla="*/ 121 w 273"/>
                <a:gd name="T73" fmla="*/ 150 h 195"/>
                <a:gd name="T74" fmla="*/ 89 w 273"/>
                <a:gd name="T75" fmla="*/ 134 h 195"/>
                <a:gd name="T76" fmla="*/ 95 w 273"/>
                <a:gd name="T77" fmla="*/ 108 h 195"/>
                <a:gd name="T78" fmla="*/ 133 w 273"/>
                <a:gd name="T79" fmla="*/ 115 h 195"/>
                <a:gd name="T80" fmla="*/ 157 w 273"/>
                <a:gd name="T81" fmla="*/ 105 h 195"/>
                <a:gd name="T82" fmla="*/ 183 w 273"/>
                <a:gd name="T83" fmla="*/ 114 h 195"/>
                <a:gd name="T84" fmla="*/ 177 w 273"/>
                <a:gd name="T85" fmla="*/ 142 h 195"/>
                <a:gd name="T86" fmla="*/ 137 w 273"/>
                <a:gd name="T87" fmla="*/ 164 h 195"/>
                <a:gd name="T88" fmla="*/ 178 w 273"/>
                <a:gd name="T89" fmla="*/ 63 h 195"/>
                <a:gd name="T90" fmla="*/ 161 w 273"/>
                <a:gd name="T91" fmla="*/ 63 h 195"/>
                <a:gd name="T92" fmla="*/ 175 w 273"/>
                <a:gd name="T93" fmla="*/ 96 h 195"/>
                <a:gd name="T94" fmla="*/ 202 w 273"/>
                <a:gd name="T95" fmla="*/ 68 h 195"/>
                <a:gd name="T96" fmla="*/ 236 w 273"/>
                <a:gd name="T97" fmla="*/ 76 h 195"/>
                <a:gd name="T98" fmla="*/ 246 w 273"/>
                <a:gd name="T99" fmla="*/ 107 h 195"/>
                <a:gd name="T100" fmla="*/ 201 w 273"/>
                <a:gd name="T101" fmla="*/ 120 h 195"/>
                <a:gd name="T102" fmla="*/ 178 w 273"/>
                <a:gd name="T103" fmla="*/ 96 h 195"/>
                <a:gd name="T104" fmla="*/ 113 w 273"/>
                <a:gd name="T105" fmla="*/ 62 h 195"/>
                <a:gd name="T106" fmla="*/ 97 w 273"/>
                <a:gd name="T107" fmla="*/ 65 h 195"/>
                <a:gd name="T108" fmla="*/ 104 w 273"/>
                <a:gd name="T109" fmla="*/ 51 h 195"/>
                <a:gd name="T110" fmla="*/ 75 w 273"/>
                <a:gd name="T111" fmla="*/ 120 h 195"/>
                <a:gd name="T112" fmla="*/ 34 w 273"/>
                <a:gd name="T113" fmla="*/ 110 h 195"/>
                <a:gd name="T114" fmla="*/ 34 w 273"/>
                <a:gd name="T115" fmla="*/ 80 h 195"/>
                <a:gd name="T116" fmla="*/ 65 w 273"/>
                <a:gd name="T117" fmla="*/ 67 h 195"/>
                <a:gd name="T118" fmla="*/ 96 w 273"/>
                <a:gd name="T119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3" h="195">
                  <a:moveTo>
                    <a:pt x="97" y="154"/>
                  </a:moveTo>
                  <a:lnTo>
                    <a:pt x="98" y="158"/>
                  </a:lnTo>
                  <a:lnTo>
                    <a:pt x="100" y="162"/>
                  </a:lnTo>
                  <a:lnTo>
                    <a:pt x="101" y="166"/>
                  </a:lnTo>
                  <a:lnTo>
                    <a:pt x="103" y="170"/>
                  </a:lnTo>
                  <a:lnTo>
                    <a:pt x="105" y="174"/>
                  </a:lnTo>
                  <a:lnTo>
                    <a:pt x="108" y="177"/>
                  </a:lnTo>
                  <a:lnTo>
                    <a:pt x="111" y="181"/>
                  </a:lnTo>
                  <a:lnTo>
                    <a:pt x="113" y="184"/>
                  </a:lnTo>
                  <a:lnTo>
                    <a:pt x="116" y="186"/>
                  </a:lnTo>
                  <a:lnTo>
                    <a:pt x="119" y="188"/>
                  </a:lnTo>
                  <a:lnTo>
                    <a:pt x="121" y="190"/>
                  </a:lnTo>
                  <a:lnTo>
                    <a:pt x="124" y="191"/>
                  </a:lnTo>
                  <a:lnTo>
                    <a:pt x="126" y="192"/>
                  </a:lnTo>
                  <a:lnTo>
                    <a:pt x="130" y="193"/>
                  </a:lnTo>
                  <a:lnTo>
                    <a:pt x="133" y="194"/>
                  </a:lnTo>
                  <a:lnTo>
                    <a:pt x="137" y="195"/>
                  </a:lnTo>
                  <a:lnTo>
                    <a:pt x="140" y="194"/>
                  </a:lnTo>
                  <a:lnTo>
                    <a:pt x="143" y="193"/>
                  </a:lnTo>
                  <a:lnTo>
                    <a:pt x="146" y="192"/>
                  </a:lnTo>
                  <a:lnTo>
                    <a:pt x="149" y="191"/>
                  </a:lnTo>
                  <a:lnTo>
                    <a:pt x="152" y="190"/>
                  </a:lnTo>
                  <a:lnTo>
                    <a:pt x="154" y="188"/>
                  </a:lnTo>
                  <a:lnTo>
                    <a:pt x="157" y="186"/>
                  </a:lnTo>
                  <a:lnTo>
                    <a:pt x="159" y="184"/>
                  </a:lnTo>
                  <a:lnTo>
                    <a:pt x="162" y="181"/>
                  </a:lnTo>
                  <a:lnTo>
                    <a:pt x="165" y="177"/>
                  </a:lnTo>
                  <a:lnTo>
                    <a:pt x="167" y="174"/>
                  </a:lnTo>
                  <a:lnTo>
                    <a:pt x="170" y="170"/>
                  </a:lnTo>
                  <a:lnTo>
                    <a:pt x="171" y="166"/>
                  </a:lnTo>
                  <a:lnTo>
                    <a:pt x="174" y="162"/>
                  </a:lnTo>
                  <a:lnTo>
                    <a:pt x="175" y="158"/>
                  </a:lnTo>
                  <a:lnTo>
                    <a:pt x="177" y="154"/>
                  </a:lnTo>
                  <a:lnTo>
                    <a:pt x="177" y="154"/>
                  </a:lnTo>
                  <a:lnTo>
                    <a:pt x="180" y="152"/>
                  </a:lnTo>
                  <a:lnTo>
                    <a:pt x="184" y="151"/>
                  </a:lnTo>
                  <a:lnTo>
                    <a:pt x="186" y="149"/>
                  </a:lnTo>
                  <a:lnTo>
                    <a:pt x="190" y="147"/>
                  </a:lnTo>
                  <a:lnTo>
                    <a:pt x="192" y="144"/>
                  </a:lnTo>
                  <a:lnTo>
                    <a:pt x="194" y="140"/>
                  </a:lnTo>
                  <a:lnTo>
                    <a:pt x="196" y="136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8" y="131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202" y="132"/>
                  </a:lnTo>
                  <a:lnTo>
                    <a:pt x="206" y="133"/>
                  </a:lnTo>
                  <a:lnTo>
                    <a:pt x="210" y="134"/>
                  </a:lnTo>
                  <a:lnTo>
                    <a:pt x="215" y="134"/>
                  </a:lnTo>
                  <a:lnTo>
                    <a:pt x="219" y="133"/>
                  </a:lnTo>
                  <a:lnTo>
                    <a:pt x="222" y="132"/>
                  </a:lnTo>
                  <a:lnTo>
                    <a:pt x="225" y="132"/>
                  </a:lnTo>
                  <a:lnTo>
                    <a:pt x="227" y="132"/>
                  </a:lnTo>
                  <a:lnTo>
                    <a:pt x="229" y="131"/>
                  </a:lnTo>
                  <a:lnTo>
                    <a:pt x="231" y="129"/>
                  </a:lnTo>
                  <a:lnTo>
                    <a:pt x="233" y="128"/>
                  </a:lnTo>
                  <a:lnTo>
                    <a:pt x="237" y="124"/>
                  </a:lnTo>
                  <a:lnTo>
                    <a:pt x="242" y="121"/>
                  </a:lnTo>
                  <a:lnTo>
                    <a:pt x="247" y="119"/>
                  </a:lnTo>
                  <a:lnTo>
                    <a:pt x="254" y="116"/>
                  </a:lnTo>
                  <a:lnTo>
                    <a:pt x="260" y="113"/>
                  </a:lnTo>
                  <a:lnTo>
                    <a:pt x="266" y="111"/>
                  </a:lnTo>
                  <a:lnTo>
                    <a:pt x="268" y="110"/>
                  </a:lnTo>
                  <a:lnTo>
                    <a:pt x="270" y="109"/>
                  </a:lnTo>
                  <a:lnTo>
                    <a:pt x="271" y="108"/>
                  </a:lnTo>
                  <a:lnTo>
                    <a:pt x="272" y="107"/>
                  </a:lnTo>
                  <a:lnTo>
                    <a:pt x="273" y="106"/>
                  </a:lnTo>
                  <a:lnTo>
                    <a:pt x="273" y="105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2"/>
                  </a:lnTo>
                  <a:lnTo>
                    <a:pt x="272" y="101"/>
                  </a:lnTo>
                  <a:lnTo>
                    <a:pt x="271" y="100"/>
                  </a:lnTo>
                  <a:lnTo>
                    <a:pt x="270" y="99"/>
                  </a:lnTo>
                  <a:lnTo>
                    <a:pt x="266" y="96"/>
                  </a:lnTo>
                  <a:lnTo>
                    <a:pt x="261" y="91"/>
                  </a:lnTo>
                  <a:lnTo>
                    <a:pt x="258" y="89"/>
                  </a:lnTo>
                  <a:lnTo>
                    <a:pt x="255" y="86"/>
                  </a:lnTo>
                  <a:lnTo>
                    <a:pt x="253" y="83"/>
                  </a:lnTo>
                  <a:lnTo>
                    <a:pt x="251" y="79"/>
                  </a:lnTo>
                  <a:lnTo>
                    <a:pt x="249" y="76"/>
                  </a:lnTo>
                  <a:lnTo>
                    <a:pt x="247" y="74"/>
                  </a:lnTo>
                  <a:lnTo>
                    <a:pt x="245" y="71"/>
                  </a:lnTo>
                  <a:lnTo>
                    <a:pt x="242" y="67"/>
                  </a:lnTo>
                  <a:lnTo>
                    <a:pt x="238" y="65"/>
                  </a:lnTo>
                  <a:lnTo>
                    <a:pt x="234" y="62"/>
                  </a:lnTo>
                  <a:lnTo>
                    <a:pt x="230" y="59"/>
                  </a:lnTo>
                  <a:lnTo>
                    <a:pt x="227" y="58"/>
                  </a:lnTo>
                  <a:lnTo>
                    <a:pt x="224" y="57"/>
                  </a:lnTo>
                  <a:lnTo>
                    <a:pt x="220" y="56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19" y="46"/>
                  </a:lnTo>
                  <a:lnTo>
                    <a:pt x="219" y="43"/>
                  </a:lnTo>
                  <a:lnTo>
                    <a:pt x="216" y="35"/>
                  </a:lnTo>
                  <a:lnTo>
                    <a:pt x="214" y="27"/>
                  </a:lnTo>
                  <a:lnTo>
                    <a:pt x="212" y="23"/>
                  </a:lnTo>
                  <a:lnTo>
                    <a:pt x="211" y="19"/>
                  </a:lnTo>
                  <a:lnTo>
                    <a:pt x="210" y="13"/>
                  </a:lnTo>
                  <a:lnTo>
                    <a:pt x="210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10" y="2"/>
                  </a:lnTo>
                  <a:lnTo>
                    <a:pt x="209" y="2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1" y="0"/>
                  </a:lnTo>
                  <a:lnTo>
                    <a:pt x="200" y="1"/>
                  </a:lnTo>
                  <a:lnTo>
                    <a:pt x="197" y="2"/>
                  </a:lnTo>
                  <a:lnTo>
                    <a:pt x="194" y="3"/>
                  </a:lnTo>
                  <a:lnTo>
                    <a:pt x="190" y="5"/>
                  </a:lnTo>
                  <a:lnTo>
                    <a:pt x="186" y="6"/>
                  </a:lnTo>
                  <a:lnTo>
                    <a:pt x="182" y="7"/>
                  </a:lnTo>
                  <a:lnTo>
                    <a:pt x="177" y="7"/>
                  </a:lnTo>
                  <a:lnTo>
                    <a:pt x="172" y="9"/>
                  </a:lnTo>
                  <a:lnTo>
                    <a:pt x="169" y="11"/>
                  </a:lnTo>
                  <a:lnTo>
                    <a:pt x="164" y="12"/>
                  </a:lnTo>
                  <a:lnTo>
                    <a:pt x="160" y="15"/>
                  </a:lnTo>
                  <a:lnTo>
                    <a:pt x="156" y="17"/>
                  </a:lnTo>
                  <a:lnTo>
                    <a:pt x="152" y="19"/>
                  </a:lnTo>
                  <a:lnTo>
                    <a:pt x="145" y="24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6" y="30"/>
                  </a:lnTo>
                  <a:lnTo>
                    <a:pt x="136" y="30"/>
                  </a:lnTo>
                  <a:lnTo>
                    <a:pt x="129" y="24"/>
                  </a:lnTo>
                  <a:lnTo>
                    <a:pt x="121" y="19"/>
                  </a:lnTo>
                  <a:lnTo>
                    <a:pt x="117" y="17"/>
                  </a:lnTo>
                  <a:lnTo>
                    <a:pt x="113" y="15"/>
                  </a:lnTo>
                  <a:lnTo>
                    <a:pt x="109" y="12"/>
                  </a:lnTo>
                  <a:lnTo>
                    <a:pt x="105" y="11"/>
                  </a:lnTo>
                  <a:lnTo>
                    <a:pt x="101" y="9"/>
                  </a:lnTo>
                  <a:lnTo>
                    <a:pt x="96" y="7"/>
                  </a:lnTo>
                  <a:lnTo>
                    <a:pt x="91" y="7"/>
                  </a:lnTo>
                  <a:lnTo>
                    <a:pt x="87" y="6"/>
                  </a:lnTo>
                  <a:lnTo>
                    <a:pt x="83" y="5"/>
                  </a:lnTo>
                  <a:lnTo>
                    <a:pt x="80" y="3"/>
                  </a:lnTo>
                  <a:lnTo>
                    <a:pt x="76" y="2"/>
                  </a:lnTo>
                  <a:lnTo>
                    <a:pt x="73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6" y="1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3" y="4"/>
                  </a:lnTo>
                  <a:lnTo>
                    <a:pt x="62" y="6"/>
                  </a:lnTo>
                  <a:lnTo>
                    <a:pt x="63" y="8"/>
                  </a:lnTo>
                  <a:lnTo>
                    <a:pt x="62" y="13"/>
                  </a:lnTo>
                  <a:lnTo>
                    <a:pt x="61" y="19"/>
                  </a:lnTo>
                  <a:lnTo>
                    <a:pt x="61" y="23"/>
                  </a:lnTo>
                  <a:lnTo>
                    <a:pt x="60" y="27"/>
                  </a:lnTo>
                  <a:lnTo>
                    <a:pt x="57" y="35"/>
                  </a:lnTo>
                  <a:lnTo>
                    <a:pt x="54" y="43"/>
                  </a:lnTo>
                  <a:lnTo>
                    <a:pt x="53" y="46"/>
                  </a:lnTo>
                  <a:lnTo>
                    <a:pt x="53" y="50"/>
                  </a:lnTo>
                  <a:lnTo>
                    <a:pt x="53" y="54"/>
                  </a:lnTo>
                  <a:lnTo>
                    <a:pt x="53" y="56"/>
                  </a:lnTo>
                  <a:lnTo>
                    <a:pt x="49" y="57"/>
                  </a:lnTo>
                  <a:lnTo>
                    <a:pt x="46" y="58"/>
                  </a:lnTo>
                  <a:lnTo>
                    <a:pt x="43" y="59"/>
                  </a:lnTo>
                  <a:lnTo>
                    <a:pt x="39" y="62"/>
                  </a:lnTo>
                  <a:lnTo>
                    <a:pt x="34" y="65"/>
                  </a:lnTo>
                  <a:lnTo>
                    <a:pt x="31" y="67"/>
                  </a:lnTo>
                  <a:lnTo>
                    <a:pt x="29" y="71"/>
                  </a:lnTo>
                  <a:lnTo>
                    <a:pt x="26" y="74"/>
                  </a:lnTo>
                  <a:lnTo>
                    <a:pt x="24" y="76"/>
                  </a:lnTo>
                  <a:lnTo>
                    <a:pt x="22" y="79"/>
                  </a:lnTo>
                  <a:lnTo>
                    <a:pt x="20" y="83"/>
                  </a:lnTo>
                  <a:lnTo>
                    <a:pt x="17" y="86"/>
                  </a:lnTo>
                  <a:lnTo>
                    <a:pt x="15" y="89"/>
                  </a:lnTo>
                  <a:lnTo>
                    <a:pt x="13" y="91"/>
                  </a:lnTo>
                  <a:lnTo>
                    <a:pt x="7" y="96"/>
                  </a:lnTo>
                  <a:lnTo>
                    <a:pt x="3" y="99"/>
                  </a:lnTo>
                  <a:lnTo>
                    <a:pt x="1" y="100"/>
                  </a:lnTo>
                  <a:lnTo>
                    <a:pt x="1" y="101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5" y="110"/>
                  </a:lnTo>
                  <a:lnTo>
                    <a:pt x="7" y="111"/>
                  </a:lnTo>
                  <a:lnTo>
                    <a:pt x="13" y="113"/>
                  </a:lnTo>
                  <a:lnTo>
                    <a:pt x="20" y="116"/>
                  </a:lnTo>
                  <a:lnTo>
                    <a:pt x="26" y="119"/>
                  </a:lnTo>
                  <a:lnTo>
                    <a:pt x="31" y="121"/>
                  </a:lnTo>
                  <a:lnTo>
                    <a:pt x="36" y="124"/>
                  </a:lnTo>
                  <a:lnTo>
                    <a:pt x="40" y="128"/>
                  </a:lnTo>
                  <a:lnTo>
                    <a:pt x="42" y="129"/>
                  </a:lnTo>
                  <a:lnTo>
                    <a:pt x="44" y="131"/>
                  </a:lnTo>
                  <a:lnTo>
                    <a:pt x="46" y="132"/>
                  </a:lnTo>
                  <a:lnTo>
                    <a:pt x="48" y="132"/>
                  </a:lnTo>
                  <a:lnTo>
                    <a:pt x="50" y="132"/>
                  </a:lnTo>
                  <a:lnTo>
                    <a:pt x="54" y="133"/>
                  </a:lnTo>
                  <a:lnTo>
                    <a:pt x="58" y="134"/>
                  </a:lnTo>
                  <a:lnTo>
                    <a:pt x="62" y="134"/>
                  </a:lnTo>
                  <a:lnTo>
                    <a:pt x="67" y="133"/>
                  </a:lnTo>
                  <a:lnTo>
                    <a:pt x="72" y="132"/>
                  </a:lnTo>
                  <a:lnTo>
                    <a:pt x="74" y="132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7" y="136"/>
                  </a:lnTo>
                  <a:lnTo>
                    <a:pt x="79" y="140"/>
                  </a:lnTo>
                  <a:lnTo>
                    <a:pt x="81" y="144"/>
                  </a:lnTo>
                  <a:lnTo>
                    <a:pt x="84" y="147"/>
                  </a:lnTo>
                  <a:lnTo>
                    <a:pt x="86" y="149"/>
                  </a:lnTo>
                  <a:lnTo>
                    <a:pt x="89" y="151"/>
                  </a:lnTo>
                  <a:lnTo>
                    <a:pt x="93" y="152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7" y="154"/>
                  </a:lnTo>
                  <a:close/>
                  <a:moveTo>
                    <a:pt x="130" y="71"/>
                  </a:moveTo>
                  <a:lnTo>
                    <a:pt x="130" y="100"/>
                  </a:lnTo>
                  <a:lnTo>
                    <a:pt x="130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7" y="91"/>
                  </a:lnTo>
                  <a:lnTo>
                    <a:pt x="125" y="86"/>
                  </a:lnTo>
                  <a:lnTo>
                    <a:pt x="123" y="80"/>
                  </a:lnTo>
                  <a:lnTo>
                    <a:pt x="120" y="76"/>
                  </a:lnTo>
                  <a:lnTo>
                    <a:pt x="117" y="72"/>
                  </a:lnTo>
                  <a:lnTo>
                    <a:pt x="117" y="71"/>
                  </a:lnTo>
                  <a:lnTo>
                    <a:pt x="108" y="78"/>
                  </a:lnTo>
                  <a:lnTo>
                    <a:pt x="110" y="80"/>
                  </a:lnTo>
                  <a:lnTo>
                    <a:pt x="112" y="84"/>
                  </a:lnTo>
                  <a:lnTo>
                    <a:pt x="114" y="88"/>
                  </a:lnTo>
                  <a:lnTo>
                    <a:pt x="116" y="92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5" y="94"/>
                  </a:lnTo>
                  <a:lnTo>
                    <a:pt x="113" y="93"/>
                  </a:lnTo>
                  <a:lnTo>
                    <a:pt x="110" y="93"/>
                  </a:lnTo>
                  <a:lnTo>
                    <a:pt x="108" y="93"/>
                  </a:lnTo>
                  <a:lnTo>
                    <a:pt x="107" y="91"/>
                  </a:lnTo>
                  <a:lnTo>
                    <a:pt x="106" y="88"/>
                  </a:lnTo>
                  <a:lnTo>
                    <a:pt x="105" y="85"/>
                  </a:lnTo>
                  <a:lnTo>
                    <a:pt x="102" y="80"/>
                  </a:lnTo>
                  <a:lnTo>
                    <a:pt x="101" y="78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4" y="69"/>
                  </a:lnTo>
                  <a:lnTo>
                    <a:pt x="92" y="67"/>
                  </a:lnTo>
                  <a:lnTo>
                    <a:pt x="89" y="64"/>
                  </a:lnTo>
                  <a:lnTo>
                    <a:pt x="85" y="62"/>
                  </a:lnTo>
                  <a:lnTo>
                    <a:pt x="81" y="59"/>
                  </a:lnTo>
                  <a:lnTo>
                    <a:pt x="77" y="58"/>
                  </a:lnTo>
                  <a:lnTo>
                    <a:pt x="73" y="57"/>
                  </a:lnTo>
                  <a:lnTo>
                    <a:pt x="69" y="56"/>
                  </a:lnTo>
                  <a:lnTo>
                    <a:pt x="65" y="56"/>
                  </a:lnTo>
                  <a:lnTo>
                    <a:pt x="65" y="55"/>
                  </a:lnTo>
                  <a:lnTo>
                    <a:pt x="65" y="50"/>
                  </a:lnTo>
                  <a:lnTo>
                    <a:pt x="65" y="45"/>
                  </a:lnTo>
                  <a:lnTo>
                    <a:pt x="67" y="41"/>
                  </a:lnTo>
                  <a:lnTo>
                    <a:pt x="69" y="35"/>
                  </a:lnTo>
                  <a:lnTo>
                    <a:pt x="69" y="32"/>
                  </a:lnTo>
                  <a:lnTo>
                    <a:pt x="71" y="29"/>
                  </a:lnTo>
                  <a:lnTo>
                    <a:pt x="72" y="26"/>
                  </a:lnTo>
                  <a:lnTo>
                    <a:pt x="72" y="23"/>
                  </a:lnTo>
                  <a:lnTo>
                    <a:pt x="73" y="17"/>
                  </a:lnTo>
                  <a:lnTo>
                    <a:pt x="73" y="13"/>
                  </a:lnTo>
                  <a:lnTo>
                    <a:pt x="74" y="13"/>
                  </a:lnTo>
                  <a:lnTo>
                    <a:pt x="77" y="15"/>
                  </a:lnTo>
                  <a:lnTo>
                    <a:pt x="81" y="16"/>
                  </a:lnTo>
                  <a:lnTo>
                    <a:pt x="87" y="17"/>
                  </a:lnTo>
                  <a:lnTo>
                    <a:pt x="95" y="19"/>
                  </a:lnTo>
                  <a:lnTo>
                    <a:pt x="101" y="20"/>
                  </a:lnTo>
                  <a:lnTo>
                    <a:pt x="104" y="22"/>
                  </a:lnTo>
                  <a:lnTo>
                    <a:pt x="106" y="23"/>
                  </a:lnTo>
                  <a:lnTo>
                    <a:pt x="108" y="24"/>
                  </a:lnTo>
                  <a:lnTo>
                    <a:pt x="110" y="25"/>
                  </a:lnTo>
                  <a:lnTo>
                    <a:pt x="115" y="28"/>
                  </a:lnTo>
                  <a:lnTo>
                    <a:pt x="119" y="31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29" y="39"/>
                  </a:lnTo>
                  <a:lnTo>
                    <a:pt x="132" y="40"/>
                  </a:lnTo>
                  <a:lnTo>
                    <a:pt x="134" y="41"/>
                  </a:lnTo>
                  <a:lnTo>
                    <a:pt x="137" y="42"/>
                  </a:lnTo>
                  <a:lnTo>
                    <a:pt x="139" y="41"/>
                  </a:lnTo>
                  <a:lnTo>
                    <a:pt x="141" y="40"/>
                  </a:lnTo>
                  <a:lnTo>
                    <a:pt x="143" y="39"/>
                  </a:lnTo>
                  <a:lnTo>
                    <a:pt x="145" y="38"/>
                  </a:lnTo>
                  <a:lnTo>
                    <a:pt x="150" y="35"/>
                  </a:lnTo>
                  <a:lnTo>
                    <a:pt x="154" y="31"/>
                  </a:lnTo>
                  <a:lnTo>
                    <a:pt x="158" y="28"/>
                  </a:lnTo>
                  <a:lnTo>
                    <a:pt x="162" y="25"/>
                  </a:lnTo>
                  <a:lnTo>
                    <a:pt x="165" y="24"/>
                  </a:lnTo>
                  <a:lnTo>
                    <a:pt x="167" y="23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8" y="19"/>
                  </a:lnTo>
                  <a:lnTo>
                    <a:pt x="186" y="17"/>
                  </a:lnTo>
                  <a:lnTo>
                    <a:pt x="192" y="16"/>
                  </a:lnTo>
                  <a:lnTo>
                    <a:pt x="196" y="15"/>
                  </a:lnTo>
                  <a:lnTo>
                    <a:pt x="199" y="13"/>
                  </a:lnTo>
                  <a:lnTo>
                    <a:pt x="199" y="13"/>
                  </a:lnTo>
                  <a:lnTo>
                    <a:pt x="200" y="17"/>
                  </a:lnTo>
                  <a:lnTo>
                    <a:pt x="201" y="23"/>
                  </a:lnTo>
                  <a:lnTo>
                    <a:pt x="202" y="26"/>
                  </a:lnTo>
                  <a:lnTo>
                    <a:pt x="202" y="29"/>
                  </a:lnTo>
                  <a:lnTo>
                    <a:pt x="203" y="32"/>
                  </a:lnTo>
                  <a:lnTo>
                    <a:pt x="205" y="35"/>
                  </a:lnTo>
                  <a:lnTo>
                    <a:pt x="206" y="41"/>
                  </a:lnTo>
                  <a:lnTo>
                    <a:pt x="208" y="45"/>
                  </a:lnTo>
                  <a:lnTo>
                    <a:pt x="208" y="50"/>
                  </a:lnTo>
                  <a:lnTo>
                    <a:pt x="208" y="55"/>
                  </a:lnTo>
                  <a:lnTo>
                    <a:pt x="208" y="56"/>
                  </a:lnTo>
                  <a:lnTo>
                    <a:pt x="205" y="56"/>
                  </a:lnTo>
                  <a:lnTo>
                    <a:pt x="200" y="57"/>
                  </a:lnTo>
                  <a:lnTo>
                    <a:pt x="196" y="58"/>
                  </a:lnTo>
                  <a:lnTo>
                    <a:pt x="192" y="59"/>
                  </a:lnTo>
                  <a:lnTo>
                    <a:pt x="188" y="62"/>
                  </a:lnTo>
                  <a:lnTo>
                    <a:pt x="184" y="64"/>
                  </a:lnTo>
                  <a:lnTo>
                    <a:pt x="181" y="67"/>
                  </a:lnTo>
                  <a:lnTo>
                    <a:pt x="178" y="69"/>
                  </a:lnTo>
                  <a:lnTo>
                    <a:pt x="176" y="71"/>
                  </a:lnTo>
                  <a:lnTo>
                    <a:pt x="174" y="75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1"/>
                  </a:lnTo>
                  <a:lnTo>
                    <a:pt x="166" y="93"/>
                  </a:lnTo>
                  <a:lnTo>
                    <a:pt x="163" y="93"/>
                  </a:lnTo>
                  <a:lnTo>
                    <a:pt x="161" y="93"/>
                  </a:lnTo>
                  <a:lnTo>
                    <a:pt x="158" y="94"/>
                  </a:lnTo>
                  <a:lnTo>
                    <a:pt x="156" y="95"/>
                  </a:lnTo>
                  <a:lnTo>
                    <a:pt x="156" y="93"/>
                  </a:lnTo>
                  <a:lnTo>
                    <a:pt x="157" y="92"/>
                  </a:lnTo>
                  <a:lnTo>
                    <a:pt x="158" y="88"/>
                  </a:lnTo>
                  <a:lnTo>
                    <a:pt x="161" y="84"/>
                  </a:lnTo>
                  <a:lnTo>
                    <a:pt x="163" y="80"/>
                  </a:lnTo>
                  <a:lnTo>
                    <a:pt x="165" y="78"/>
                  </a:lnTo>
                  <a:lnTo>
                    <a:pt x="156" y="71"/>
                  </a:lnTo>
                  <a:lnTo>
                    <a:pt x="155" y="72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47" y="86"/>
                  </a:lnTo>
                  <a:lnTo>
                    <a:pt x="145" y="91"/>
                  </a:lnTo>
                  <a:lnTo>
                    <a:pt x="145" y="95"/>
                  </a:lnTo>
                  <a:lnTo>
                    <a:pt x="144" y="97"/>
                  </a:lnTo>
                  <a:lnTo>
                    <a:pt x="144" y="100"/>
                  </a:lnTo>
                  <a:lnTo>
                    <a:pt x="143" y="100"/>
                  </a:lnTo>
                  <a:lnTo>
                    <a:pt x="142" y="100"/>
                  </a:lnTo>
                  <a:lnTo>
                    <a:pt x="142" y="71"/>
                  </a:lnTo>
                  <a:lnTo>
                    <a:pt x="130" y="71"/>
                  </a:lnTo>
                  <a:lnTo>
                    <a:pt x="130" y="71"/>
                  </a:lnTo>
                  <a:close/>
                  <a:moveTo>
                    <a:pt x="137" y="45"/>
                  </a:moveTo>
                  <a:lnTo>
                    <a:pt x="138" y="45"/>
                  </a:lnTo>
                  <a:lnTo>
                    <a:pt x="140" y="46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4" y="49"/>
                  </a:lnTo>
                  <a:lnTo>
                    <a:pt x="145" y="51"/>
                  </a:lnTo>
                  <a:lnTo>
                    <a:pt x="145" y="52"/>
                  </a:lnTo>
                  <a:lnTo>
                    <a:pt x="145" y="54"/>
                  </a:lnTo>
                  <a:lnTo>
                    <a:pt x="145" y="56"/>
                  </a:lnTo>
                  <a:lnTo>
                    <a:pt x="145" y="58"/>
                  </a:lnTo>
                  <a:lnTo>
                    <a:pt x="144" y="59"/>
                  </a:lnTo>
                  <a:lnTo>
                    <a:pt x="143" y="61"/>
                  </a:lnTo>
                  <a:lnTo>
                    <a:pt x="141" y="62"/>
                  </a:lnTo>
                  <a:lnTo>
                    <a:pt x="140" y="63"/>
                  </a:lnTo>
                  <a:lnTo>
                    <a:pt x="138" y="63"/>
                  </a:lnTo>
                  <a:lnTo>
                    <a:pt x="137" y="63"/>
                  </a:lnTo>
                  <a:lnTo>
                    <a:pt x="134" y="63"/>
                  </a:lnTo>
                  <a:lnTo>
                    <a:pt x="133" y="63"/>
                  </a:lnTo>
                  <a:lnTo>
                    <a:pt x="131" y="62"/>
                  </a:lnTo>
                  <a:lnTo>
                    <a:pt x="130" y="61"/>
                  </a:lnTo>
                  <a:lnTo>
                    <a:pt x="129" y="59"/>
                  </a:lnTo>
                  <a:lnTo>
                    <a:pt x="128" y="58"/>
                  </a:lnTo>
                  <a:lnTo>
                    <a:pt x="127" y="56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8" y="51"/>
                  </a:lnTo>
                  <a:lnTo>
                    <a:pt x="129" y="49"/>
                  </a:lnTo>
                  <a:lnTo>
                    <a:pt x="130" y="47"/>
                  </a:lnTo>
                  <a:lnTo>
                    <a:pt x="131" y="47"/>
                  </a:lnTo>
                  <a:lnTo>
                    <a:pt x="133" y="46"/>
                  </a:lnTo>
                  <a:lnTo>
                    <a:pt x="134" y="45"/>
                  </a:lnTo>
                  <a:lnTo>
                    <a:pt x="137" y="45"/>
                  </a:lnTo>
                  <a:lnTo>
                    <a:pt x="137" y="45"/>
                  </a:lnTo>
                  <a:close/>
                  <a:moveTo>
                    <a:pt x="137" y="184"/>
                  </a:moveTo>
                  <a:lnTo>
                    <a:pt x="134" y="184"/>
                  </a:lnTo>
                  <a:lnTo>
                    <a:pt x="133" y="184"/>
                  </a:lnTo>
                  <a:lnTo>
                    <a:pt x="130" y="183"/>
                  </a:lnTo>
                  <a:lnTo>
                    <a:pt x="129" y="182"/>
                  </a:lnTo>
                  <a:lnTo>
                    <a:pt x="125" y="180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6" y="171"/>
                  </a:lnTo>
                  <a:lnTo>
                    <a:pt x="114" y="167"/>
                  </a:lnTo>
                  <a:lnTo>
                    <a:pt x="113" y="164"/>
                  </a:lnTo>
                  <a:lnTo>
                    <a:pt x="110" y="160"/>
                  </a:lnTo>
                  <a:lnTo>
                    <a:pt x="109" y="156"/>
                  </a:lnTo>
                  <a:lnTo>
                    <a:pt x="113" y="157"/>
                  </a:lnTo>
                  <a:lnTo>
                    <a:pt x="115" y="159"/>
                  </a:lnTo>
                  <a:lnTo>
                    <a:pt x="118" y="160"/>
                  </a:lnTo>
                  <a:lnTo>
                    <a:pt x="121" y="164"/>
                  </a:lnTo>
                  <a:lnTo>
                    <a:pt x="128" y="169"/>
                  </a:lnTo>
                  <a:lnTo>
                    <a:pt x="132" y="173"/>
                  </a:lnTo>
                  <a:lnTo>
                    <a:pt x="134" y="176"/>
                  </a:lnTo>
                  <a:lnTo>
                    <a:pt x="137" y="177"/>
                  </a:lnTo>
                  <a:lnTo>
                    <a:pt x="138" y="176"/>
                  </a:lnTo>
                  <a:lnTo>
                    <a:pt x="141" y="173"/>
                  </a:lnTo>
                  <a:lnTo>
                    <a:pt x="145" y="169"/>
                  </a:lnTo>
                  <a:lnTo>
                    <a:pt x="151" y="164"/>
                  </a:lnTo>
                  <a:lnTo>
                    <a:pt x="154" y="160"/>
                  </a:lnTo>
                  <a:lnTo>
                    <a:pt x="158" y="159"/>
                  </a:lnTo>
                  <a:lnTo>
                    <a:pt x="160" y="157"/>
                  </a:lnTo>
                  <a:lnTo>
                    <a:pt x="163" y="156"/>
                  </a:lnTo>
                  <a:lnTo>
                    <a:pt x="162" y="160"/>
                  </a:lnTo>
                  <a:lnTo>
                    <a:pt x="161" y="164"/>
                  </a:lnTo>
                  <a:lnTo>
                    <a:pt x="159" y="167"/>
                  </a:lnTo>
                  <a:lnTo>
                    <a:pt x="157" y="171"/>
                  </a:lnTo>
                  <a:lnTo>
                    <a:pt x="154" y="174"/>
                  </a:lnTo>
                  <a:lnTo>
                    <a:pt x="151" y="177"/>
                  </a:lnTo>
                  <a:lnTo>
                    <a:pt x="148" y="180"/>
                  </a:lnTo>
                  <a:lnTo>
                    <a:pt x="144" y="182"/>
                  </a:lnTo>
                  <a:lnTo>
                    <a:pt x="142" y="183"/>
                  </a:lnTo>
                  <a:lnTo>
                    <a:pt x="141" y="184"/>
                  </a:lnTo>
                  <a:lnTo>
                    <a:pt x="138" y="184"/>
                  </a:lnTo>
                  <a:lnTo>
                    <a:pt x="137" y="184"/>
                  </a:lnTo>
                  <a:lnTo>
                    <a:pt x="137" y="184"/>
                  </a:lnTo>
                  <a:close/>
                  <a:moveTo>
                    <a:pt x="137" y="164"/>
                  </a:moveTo>
                  <a:lnTo>
                    <a:pt x="134" y="161"/>
                  </a:lnTo>
                  <a:lnTo>
                    <a:pt x="130" y="157"/>
                  </a:lnTo>
                  <a:lnTo>
                    <a:pt x="125" y="153"/>
                  </a:lnTo>
                  <a:lnTo>
                    <a:pt x="121" y="150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4" y="147"/>
                  </a:lnTo>
                  <a:lnTo>
                    <a:pt x="112" y="146"/>
                  </a:lnTo>
                  <a:lnTo>
                    <a:pt x="105" y="144"/>
                  </a:lnTo>
                  <a:lnTo>
                    <a:pt x="100" y="143"/>
                  </a:lnTo>
                  <a:lnTo>
                    <a:pt x="97" y="143"/>
                  </a:lnTo>
                  <a:lnTo>
                    <a:pt x="96" y="142"/>
                  </a:lnTo>
                  <a:lnTo>
                    <a:pt x="95" y="141"/>
                  </a:lnTo>
                  <a:lnTo>
                    <a:pt x="93" y="140"/>
                  </a:lnTo>
                  <a:lnTo>
                    <a:pt x="91" y="137"/>
                  </a:lnTo>
                  <a:lnTo>
                    <a:pt x="89" y="134"/>
                  </a:lnTo>
                  <a:lnTo>
                    <a:pt x="87" y="132"/>
                  </a:lnTo>
                  <a:lnTo>
                    <a:pt x="86" y="128"/>
                  </a:lnTo>
                  <a:lnTo>
                    <a:pt x="85" y="125"/>
                  </a:lnTo>
                  <a:lnTo>
                    <a:pt x="86" y="123"/>
                  </a:lnTo>
                  <a:lnTo>
                    <a:pt x="87" y="120"/>
                  </a:lnTo>
                  <a:lnTo>
                    <a:pt x="88" y="118"/>
                  </a:lnTo>
                  <a:lnTo>
                    <a:pt x="89" y="116"/>
                  </a:lnTo>
                  <a:lnTo>
                    <a:pt x="89" y="114"/>
                  </a:lnTo>
                  <a:lnTo>
                    <a:pt x="91" y="112"/>
                  </a:lnTo>
                  <a:lnTo>
                    <a:pt x="93" y="111"/>
                  </a:lnTo>
                  <a:lnTo>
                    <a:pt x="93" y="109"/>
                  </a:lnTo>
                  <a:lnTo>
                    <a:pt x="95" y="108"/>
                  </a:lnTo>
                  <a:lnTo>
                    <a:pt x="97" y="108"/>
                  </a:lnTo>
                  <a:lnTo>
                    <a:pt x="99" y="106"/>
                  </a:lnTo>
                  <a:lnTo>
                    <a:pt x="101" y="106"/>
                  </a:lnTo>
                  <a:lnTo>
                    <a:pt x="102" y="105"/>
                  </a:lnTo>
                  <a:lnTo>
                    <a:pt x="106" y="104"/>
                  </a:lnTo>
                  <a:lnTo>
                    <a:pt x="109" y="104"/>
                  </a:lnTo>
                  <a:lnTo>
                    <a:pt x="113" y="104"/>
                  </a:lnTo>
                  <a:lnTo>
                    <a:pt x="116" y="105"/>
                  </a:lnTo>
                  <a:lnTo>
                    <a:pt x="119" y="107"/>
                  </a:lnTo>
                  <a:lnTo>
                    <a:pt x="122" y="108"/>
                  </a:lnTo>
                  <a:lnTo>
                    <a:pt x="129" y="112"/>
                  </a:lnTo>
                  <a:lnTo>
                    <a:pt x="133" y="115"/>
                  </a:lnTo>
                  <a:lnTo>
                    <a:pt x="134" y="116"/>
                  </a:lnTo>
                  <a:lnTo>
                    <a:pt x="135" y="116"/>
                  </a:lnTo>
                  <a:lnTo>
                    <a:pt x="136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9" y="116"/>
                  </a:lnTo>
                  <a:lnTo>
                    <a:pt x="140" y="115"/>
                  </a:lnTo>
                  <a:lnTo>
                    <a:pt x="145" y="112"/>
                  </a:lnTo>
                  <a:lnTo>
                    <a:pt x="150" y="108"/>
                  </a:lnTo>
                  <a:lnTo>
                    <a:pt x="154" y="107"/>
                  </a:lnTo>
                  <a:lnTo>
                    <a:pt x="157" y="105"/>
                  </a:lnTo>
                  <a:lnTo>
                    <a:pt x="160" y="104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71" y="105"/>
                  </a:lnTo>
                  <a:lnTo>
                    <a:pt x="173" y="106"/>
                  </a:lnTo>
                  <a:lnTo>
                    <a:pt x="174" y="106"/>
                  </a:lnTo>
                  <a:lnTo>
                    <a:pt x="176" y="108"/>
                  </a:lnTo>
                  <a:lnTo>
                    <a:pt x="178" y="108"/>
                  </a:lnTo>
                  <a:lnTo>
                    <a:pt x="179" y="109"/>
                  </a:lnTo>
                  <a:lnTo>
                    <a:pt x="181" y="111"/>
                  </a:lnTo>
                  <a:lnTo>
                    <a:pt x="182" y="112"/>
                  </a:lnTo>
                  <a:lnTo>
                    <a:pt x="183" y="114"/>
                  </a:lnTo>
                  <a:lnTo>
                    <a:pt x="184" y="116"/>
                  </a:lnTo>
                  <a:lnTo>
                    <a:pt x="186" y="118"/>
                  </a:lnTo>
                  <a:lnTo>
                    <a:pt x="186" y="120"/>
                  </a:lnTo>
                  <a:lnTo>
                    <a:pt x="187" y="123"/>
                  </a:lnTo>
                  <a:lnTo>
                    <a:pt x="187" y="125"/>
                  </a:lnTo>
                  <a:lnTo>
                    <a:pt x="186" y="128"/>
                  </a:lnTo>
                  <a:lnTo>
                    <a:pt x="186" y="132"/>
                  </a:lnTo>
                  <a:lnTo>
                    <a:pt x="184" y="134"/>
                  </a:lnTo>
                  <a:lnTo>
                    <a:pt x="182" y="137"/>
                  </a:lnTo>
                  <a:lnTo>
                    <a:pt x="180" y="140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5" y="143"/>
                  </a:lnTo>
                  <a:lnTo>
                    <a:pt x="174" y="143"/>
                  </a:lnTo>
                  <a:lnTo>
                    <a:pt x="167" y="144"/>
                  </a:lnTo>
                  <a:lnTo>
                    <a:pt x="162" y="146"/>
                  </a:lnTo>
                  <a:lnTo>
                    <a:pt x="158" y="147"/>
                  </a:lnTo>
                  <a:lnTo>
                    <a:pt x="156" y="148"/>
                  </a:lnTo>
                  <a:lnTo>
                    <a:pt x="154" y="148"/>
                  </a:lnTo>
                  <a:lnTo>
                    <a:pt x="152" y="150"/>
                  </a:lnTo>
                  <a:lnTo>
                    <a:pt x="147" y="153"/>
                  </a:lnTo>
                  <a:lnTo>
                    <a:pt x="143" y="157"/>
                  </a:lnTo>
                  <a:lnTo>
                    <a:pt x="139" y="161"/>
                  </a:lnTo>
                  <a:lnTo>
                    <a:pt x="137" y="164"/>
                  </a:lnTo>
                  <a:lnTo>
                    <a:pt x="137" y="164"/>
                  </a:lnTo>
                  <a:close/>
                  <a:moveTo>
                    <a:pt x="170" y="51"/>
                  </a:moveTo>
                  <a:lnTo>
                    <a:pt x="171" y="51"/>
                  </a:lnTo>
                  <a:lnTo>
                    <a:pt x="173" y="51"/>
                  </a:lnTo>
                  <a:lnTo>
                    <a:pt x="174" y="52"/>
                  </a:lnTo>
                  <a:lnTo>
                    <a:pt x="175" y="53"/>
                  </a:lnTo>
                  <a:lnTo>
                    <a:pt x="177" y="55"/>
                  </a:lnTo>
                  <a:lnTo>
                    <a:pt x="178" y="56"/>
                  </a:lnTo>
                  <a:lnTo>
                    <a:pt x="178" y="58"/>
                  </a:lnTo>
                  <a:lnTo>
                    <a:pt x="178" y="59"/>
                  </a:lnTo>
                  <a:lnTo>
                    <a:pt x="178" y="62"/>
                  </a:lnTo>
                  <a:lnTo>
                    <a:pt x="178" y="63"/>
                  </a:lnTo>
                  <a:lnTo>
                    <a:pt x="177" y="65"/>
                  </a:lnTo>
                  <a:lnTo>
                    <a:pt x="175" y="67"/>
                  </a:lnTo>
                  <a:lnTo>
                    <a:pt x="174" y="67"/>
                  </a:lnTo>
                  <a:lnTo>
                    <a:pt x="173" y="68"/>
                  </a:lnTo>
                  <a:lnTo>
                    <a:pt x="171" y="69"/>
                  </a:lnTo>
                  <a:lnTo>
                    <a:pt x="170" y="69"/>
                  </a:lnTo>
                  <a:lnTo>
                    <a:pt x="167" y="69"/>
                  </a:lnTo>
                  <a:lnTo>
                    <a:pt x="166" y="68"/>
                  </a:lnTo>
                  <a:lnTo>
                    <a:pt x="164" y="67"/>
                  </a:lnTo>
                  <a:lnTo>
                    <a:pt x="162" y="67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0" y="62"/>
                  </a:lnTo>
                  <a:lnTo>
                    <a:pt x="160" y="59"/>
                  </a:lnTo>
                  <a:lnTo>
                    <a:pt x="160" y="58"/>
                  </a:lnTo>
                  <a:lnTo>
                    <a:pt x="161" y="56"/>
                  </a:lnTo>
                  <a:lnTo>
                    <a:pt x="162" y="55"/>
                  </a:lnTo>
                  <a:lnTo>
                    <a:pt x="162" y="53"/>
                  </a:lnTo>
                  <a:lnTo>
                    <a:pt x="164" y="52"/>
                  </a:lnTo>
                  <a:lnTo>
                    <a:pt x="166" y="51"/>
                  </a:lnTo>
                  <a:lnTo>
                    <a:pt x="167" y="51"/>
                  </a:lnTo>
                  <a:lnTo>
                    <a:pt x="170" y="51"/>
                  </a:lnTo>
                  <a:lnTo>
                    <a:pt x="170" y="51"/>
                  </a:lnTo>
                  <a:close/>
                  <a:moveTo>
                    <a:pt x="175" y="96"/>
                  </a:moveTo>
                  <a:lnTo>
                    <a:pt x="177" y="95"/>
                  </a:lnTo>
                  <a:lnTo>
                    <a:pt x="177" y="93"/>
                  </a:lnTo>
                  <a:lnTo>
                    <a:pt x="179" y="88"/>
                  </a:lnTo>
                  <a:lnTo>
                    <a:pt x="181" y="84"/>
                  </a:lnTo>
                  <a:lnTo>
                    <a:pt x="183" y="81"/>
                  </a:lnTo>
                  <a:lnTo>
                    <a:pt x="186" y="78"/>
                  </a:lnTo>
                  <a:lnTo>
                    <a:pt x="188" y="76"/>
                  </a:lnTo>
                  <a:lnTo>
                    <a:pt x="190" y="74"/>
                  </a:lnTo>
                  <a:lnTo>
                    <a:pt x="194" y="72"/>
                  </a:lnTo>
                  <a:lnTo>
                    <a:pt x="196" y="71"/>
                  </a:lnTo>
                  <a:lnTo>
                    <a:pt x="198" y="69"/>
                  </a:lnTo>
                  <a:lnTo>
                    <a:pt x="202" y="68"/>
                  </a:lnTo>
                  <a:lnTo>
                    <a:pt x="205" y="67"/>
                  </a:lnTo>
                  <a:lnTo>
                    <a:pt x="209" y="67"/>
                  </a:lnTo>
                  <a:lnTo>
                    <a:pt x="213" y="67"/>
                  </a:lnTo>
                  <a:lnTo>
                    <a:pt x="217" y="67"/>
                  </a:lnTo>
                  <a:lnTo>
                    <a:pt x="221" y="67"/>
                  </a:lnTo>
                  <a:lnTo>
                    <a:pt x="223" y="68"/>
                  </a:lnTo>
                  <a:lnTo>
                    <a:pt x="226" y="69"/>
                  </a:lnTo>
                  <a:lnTo>
                    <a:pt x="229" y="71"/>
                  </a:lnTo>
                  <a:lnTo>
                    <a:pt x="230" y="72"/>
                  </a:lnTo>
                  <a:lnTo>
                    <a:pt x="232" y="73"/>
                  </a:lnTo>
                  <a:lnTo>
                    <a:pt x="234" y="75"/>
                  </a:lnTo>
                  <a:lnTo>
                    <a:pt x="236" y="76"/>
                  </a:lnTo>
                  <a:lnTo>
                    <a:pt x="238" y="79"/>
                  </a:lnTo>
                  <a:lnTo>
                    <a:pt x="238" y="80"/>
                  </a:lnTo>
                  <a:lnTo>
                    <a:pt x="240" y="82"/>
                  </a:lnTo>
                  <a:lnTo>
                    <a:pt x="242" y="86"/>
                  </a:lnTo>
                  <a:lnTo>
                    <a:pt x="244" y="89"/>
                  </a:lnTo>
                  <a:lnTo>
                    <a:pt x="247" y="93"/>
                  </a:lnTo>
                  <a:lnTo>
                    <a:pt x="251" y="98"/>
                  </a:lnTo>
                  <a:lnTo>
                    <a:pt x="254" y="101"/>
                  </a:lnTo>
                  <a:lnTo>
                    <a:pt x="256" y="102"/>
                  </a:lnTo>
                  <a:lnTo>
                    <a:pt x="254" y="103"/>
                  </a:lnTo>
                  <a:lnTo>
                    <a:pt x="249" y="105"/>
                  </a:lnTo>
                  <a:lnTo>
                    <a:pt x="246" y="107"/>
                  </a:lnTo>
                  <a:lnTo>
                    <a:pt x="242" y="108"/>
                  </a:lnTo>
                  <a:lnTo>
                    <a:pt x="238" y="110"/>
                  </a:lnTo>
                  <a:lnTo>
                    <a:pt x="236" y="112"/>
                  </a:lnTo>
                  <a:lnTo>
                    <a:pt x="230" y="116"/>
                  </a:lnTo>
                  <a:lnTo>
                    <a:pt x="224" y="120"/>
                  </a:lnTo>
                  <a:lnTo>
                    <a:pt x="222" y="120"/>
                  </a:lnTo>
                  <a:lnTo>
                    <a:pt x="218" y="121"/>
                  </a:lnTo>
                  <a:lnTo>
                    <a:pt x="215" y="122"/>
                  </a:lnTo>
                  <a:lnTo>
                    <a:pt x="211" y="122"/>
                  </a:lnTo>
                  <a:lnTo>
                    <a:pt x="207" y="121"/>
                  </a:lnTo>
                  <a:lnTo>
                    <a:pt x="204" y="120"/>
                  </a:lnTo>
                  <a:lnTo>
                    <a:pt x="201" y="120"/>
                  </a:lnTo>
                  <a:lnTo>
                    <a:pt x="198" y="120"/>
                  </a:lnTo>
                  <a:lnTo>
                    <a:pt x="198" y="120"/>
                  </a:lnTo>
                  <a:lnTo>
                    <a:pt x="197" y="119"/>
                  </a:lnTo>
                  <a:lnTo>
                    <a:pt x="195" y="115"/>
                  </a:lnTo>
                  <a:lnTo>
                    <a:pt x="194" y="112"/>
                  </a:lnTo>
                  <a:lnTo>
                    <a:pt x="191" y="108"/>
                  </a:lnTo>
                  <a:lnTo>
                    <a:pt x="190" y="106"/>
                  </a:lnTo>
                  <a:lnTo>
                    <a:pt x="186" y="104"/>
                  </a:lnTo>
                  <a:lnTo>
                    <a:pt x="184" y="100"/>
                  </a:lnTo>
                  <a:lnTo>
                    <a:pt x="182" y="99"/>
                  </a:lnTo>
                  <a:lnTo>
                    <a:pt x="180" y="98"/>
                  </a:lnTo>
                  <a:lnTo>
                    <a:pt x="178" y="96"/>
                  </a:lnTo>
                  <a:lnTo>
                    <a:pt x="175" y="96"/>
                  </a:lnTo>
                  <a:lnTo>
                    <a:pt x="175" y="96"/>
                  </a:lnTo>
                  <a:close/>
                  <a:moveTo>
                    <a:pt x="104" y="51"/>
                  </a:moveTo>
                  <a:lnTo>
                    <a:pt x="106" y="51"/>
                  </a:lnTo>
                  <a:lnTo>
                    <a:pt x="108" y="51"/>
                  </a:lnTo>
                  <a:lnTo>
                    <a:pt x="109" y="52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9"/>
                  </a:lnTo>
                  <a:lnTo>
                    <a:pt x="113" y="62"/>
                  </a:lnTo>
                  <a:lnTo>
                    <a:pt x="113" y="63"/>
                  </a:lnTo>
                  <a:lnTo>
                    <a:pt x="112" y="65"/>
                  </a:lnTo>
                  <a:lnTo>
                    <a:pt x="110" y="67"/>
                  </a:lnTo>
                  <a:lnTo>
                    <a:pt x="109" y="67"/>
                  </a:lnTo>
                  <a:lnTo>
                    <a:pt x="108" y="68"/>
                  </a:lnTo>
                  <a:lnTo>
                    <a:pt x="106" y="69"/>
                  </a:lnTo>
                  <a:lnTo>
                    <a:pt x="104" y="69"/>
                  </a:lnTo>
                  <a:lnTo>
                    <a:pt x="102" y="69"/>
                  </a:lnTo>
                  <a:lnTo>
                    <a:pt x="101" y="68"/>
                  </a:lnTo>
                  <a:lnTo>
                    <a:pt x="99" y="67"/>
                  </a:lnTo>
                  <a:lnTo>
                    <a:pt x="97" y="67"/>
                  </a:lnTo>
                  <a:lnTo>
                    <a:pt x="97" y="65"/>
                  </a:lnTo>
                  <a:lnTo>
                    <a:pt x="95" y="63"/>
                  </a:lnTo>
                  <a:lnTo>
                    <a:pt x="95" y="62"/>
                  </a:lnTo>
                  <a:lnTo>
                    <a:pt x="95" y="59"/>
                  </a:lnTo>
                  <a:lnTo>
                    <a:pt x="95" y="58"/>
                  </a:lnTo>
                  <a:lnTo>
                    <a:pt x="95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9" y="52"/>
                  </a:lnTo>
                  <a:lnTo>
                    <a:pt x="101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close/>
                  <a:moveTo>
                    <a:pt x="97" y="96"/>
                  </a:moveTo>
                  <a:lnTo>
                    <a:pt x="95" y="96"/>
                  </a:lnTo>
                  <a:lnTo>
                    <a:pt x="93" y="98"/>
                  </a:lnTo>
                  <a:lnTo>
                    <a:pt x="91" y="99"/>
                  </a:lnTo>
                  <a:lnTo>
                    <a:pt x="89" y="100"/>
                  </a:lnTo>
                  <a:lnTo>
                    <a:pt x="86" y="104"/>
                  </a:lnTo>
                  <a:lnTo>
                    <a:pt x="84" y="106"/>
                  </a:lnTo>
                  <a:lnTo>
                    <a:pt x="81" y="108"/>
                  </a:lnTo>
                  <a:lnTo>
                    <a:pt x="80" y="112"/>
                  </a:lnTo>
                  <a:lnTo>
                    <a:pt x="77" y="115"/>
                  </a:lnTo>
                  <a:lnTo>
                    <a:pt x="77" y="119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3" y="120"/>
                  </a:lnTo>
                  <a:lnTo>
                    <a:pt x="69" y="120"/>
                  </a:lnTo>
                  <a:lnTo>
                    <a:pt x="65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4" y="121"/>
                  </a:lnTo>
                  <a:lnTo>
                    <a:pt x="51" y="120"/>
                  </a:lnTo>
                  <a:lnTo>
                    <a:pt x="49" y="120"/>
                  </a:lnTo>
                  <a:lnTo>
                    <a:pt x="43" y="116"/>
                  </a:lnTo>
                  <a:lnTo>
                    <a:pt x="37" y="112"/>
                  </a:lnTo>
                  <a:lnTo>
                    <a:pt x="34" y="110"/>
                  </a:lnTo>
                  <a:lnTo>
                    <a:pt x="31" y="108"/>
                  </a:lnTo>
                  <a:lnTo>
                    <a:pt x="28" y="107"/>
                  </a:lnTo>
                  <a:lnTo>
                    <a:pt x="25" y="105"/>
                  </a:lnTo>
                  <a:lnTo>
                    <a:pt x="19" y="103"/>
                  </a:lnTo>
                  <a:lnTo>
                    <a:pt x="17" y="102"/>
                  </a:lnTo>
                  <a:lnTo>
                    <a:pt x="18" y="101"/>
                  </a:lnTo>
                  <a:lnTo>
                    <a:pt x="21" y="98"/>
                  </a:lnTo>
                  <a:lnTo>
                    <a:pt x="25" y="93"/>
                  </a:lnTo>
                  <a:lnTo>
                    <a:pt x="29" y="89"/>
                  </a:lnTo>
                  <a:lnTo>
                    <a:pt x="31" y="86"/>
                  </a:lnTo>
                  <a:lnTo>
                    <a:pt x="33" y="82"/>
                  </a:lnTo>
                  <a:lnTo>
                    <a:pt x="34" y="80"/>
                  </a:lnTo>
                  <a:lnTo>
                    <a:pt x="36" y="79"/>
                  </a:lnTo>
                  <a:lnTo>
                    <a:pt x="37" y="76"/>
                  </a:lnTo>
                  <a:lnTo>
                    <a:pt x="39" y="75"/>
                  </a:lnTo>
                  <a:lnTo>
                    <a:pt x="41" y="73"/>
                  </a:lnTo>
                  <a:lnTo>
                    <a:pt x="43" y="72"/>
                  </a:lnTo>
                  <a:lnTo>
                    <a:pt x="45" y="71"/>
                  </a:lnTo>
                  <a:lnTo>
                    <a:pt x="47" y="69"/>
                  </a:lnTo>
                  <a:lnTo>
                    <a:pt x="49" y="68"/>
                  </a:lnTo>
                  <a:lnTo>
                    <a:pt x="53" y="67"/>
                  </a:lnTo>
                  <a:lnTo>
                    <a:pt x="56" y="67"/>
                  </a:lnTo>
                  <a:lnTo>
                    <a:pt x="60" y="67"/>
                  </a:lnTo>
                  <a:lnTo>
                    <a:pt x="65" y="67"/>
                  </a:lnTo>
                  <a:lnTo>
                    <a:pt x="68" y="67"/>
                  </a:lnTo>
                  <a:lnTo>
                    <a:pt x="71" y="68"/>
                  </a:lnTo>
                  <a:lnTo>
                    <a:pt x="74" y="69"/>
                  </a:lnTo>
                  <a:lnTo>
                    <a:pt x="77" y="71"/>
                  </a:lnTo>
                  <a:lnTo>
                    <a:pt x="80" y="72"/>
                  </a:lnTo>
                  <a:lnTo>
                    <a:pt x="82" y="74"/>
                  </a:lnTo>
                  <a:lnTo>
                    <a:pt x="85" y="76"/>
                  </a:lnTo>
                  <a:lnTo>
                    <a:pt x="88" y="78"/>
                  </a:lnTo>
                  <a:lnTo>
                    <a:pt x="90" y="81"/>
                  </a:lnTo>
                  <a:lnTo>
                    <a:pt x="92" y="84"/>
                  </a:lnTo>
                  <a:lnTo>
                    <a:pt x="93" y="88"/>
                  </a:lnTo>
                  <a:lnTo>
                    <a:pt x="96" y="93"/>
                  </a:lnTo>
                  <a:lnTo>
                    <a:pt x="97" y="95"/>
                  </a:lnTo>
                  <a:lnTo>
                    <a:pt x="97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9" name="iṣļiḍê"/>
            <p:cNvSpPr/>
            <p:nvPr/>
          </p:nvSpPr>
          <p:spPr bwMode="auto">
            <a:xfrm>
              <a:off x="2032001" y="3052763"/>
              <a:ext cx="236538" cy="215900"/>
            </a:xfrm>
            <a:custGeom>
              <a:avLst/>
              <a:gdLst>
                <a:gd name="T0" fmla="*/ 27 w 149"/>
                <a:gd name="T1" fmla="*/ 59 h 136"/>
                <a:gd name="T2" fmla="*/ 21 w 149"/>
                <a:gd name="T3" fmla="*/ 66 h 136"/>
                <a:gd name="T4" fmla="*/ 19 w 149"/>
                <a:gd name="T5" fmla="*/ 59 h 136"/>
                <a:gd name="T6" fmla="*/ 9 w 149"/>
                <a:gd name="T7" fmla="*/ 54 h 136"/>
                <a:gd name="T8" fmla="*/ 1 w 149"/>
                <a:gd name="T9" fmla="*/ 49 h 136"/>
                <a:gd name="T10" fmla="*/ 3 w 149"/>
                <a:gd name="T11" fmla="*/ 35 h 136"/>
                <a:gd name="T12" fmla="*/ 9 w 149"/>
                <a:gd name="T13" fmla="*/ 34 h 136"/>
                <a:gd name="T14" fmla="*/ 20 w 149"/>
                <a:gd name="T15" fmla="*/ 43 h 136"/>
                <a:gd name="T16" fmla="*/ 21 w 149"/>
                <a:gd name="T17" fmla="*/ 35 h 136"/>
                <a:gd name="T18" fmla="*/ 8 w 149"/>
                <a:gd name="T19" fmla="*/ 8 h 136"/>
                <a:gd name="T20" fmla="*/ 17 w 149"/>
                <a:gd name="T21" fmla="*/ 0 h 136"/>
                <a:gd name="T22" fmla="*/ 24 w 149"/>
                <a:gd name="T23" fmla="*/ 6 h 136"/>
                <a:gd name="T24" fmla="*/ 29 w 149"/>
                <a:gd name="T25" fmla="*/ 38 h 136"/>
                <a:gd name="T26" fmla="*/ 31 w 149"/>
                <a:gd name="T27" fmla="*/ 49 h 136"/>
                <a:gd name="T28" fmla="*/ 46 w 149"/>
                <a:gd name="T29" fmla="*/ 61 h 136"/>
                <a:gd name="T30" fmla="*/ 46 w 149"/>
                <a:gd name="T31" fmla="*/ 55 h 136"/>
                <a:gd name="T32" fmla="*/ 41 w 149"/>
                <a:gd name="T33" fmla="*/ 43 h 136"/>
                <a:gd name="T34" fmla="*/ 47 w 149"/>
                <a:gd name="T35" fmla="*/ 41 h 136"/>
                <a:gd name="T36" fmla="*/ 34 w 149"/>
                <a:gd name="T37" fmla="*/ 24 h 136"/>
                <a:gd name="T38" fmla="*/ 38 w 149"/>
                <a:gd name="T39" fmla="*/ 19 h 136"/>
                <a:gd name="T40" fmla="*/ 45 w 149"/>
                <a:gd name="T41" fmla="*/ 26 h 136"/>
                <a:gd name="T42" fmla="*/ 49 w 149"/>
                <a:gd name="T43" fmla="*/ 28 h 136"/>
                <a:gd name="T44" fmla="*/ 45 w 149"/>
                <a:gd name="T45" fmla="*/ 10 h 136"/>
                <a:gd name="T46" fmla="*/ 50 w 149"/>
                <a:gd name="T47" fmla="*/ 8 h 136"/>
                <a:gd name="T48" fmla="*/ 53 w 149"/>
                <a:gd name="T49" fmla="*/ 28 h 136"/>
                <a:gd name="T50" fmla="*/ 67 w 149"/>
                <a:gd name="T51" fmla="*/ 56 h 136"/>
                <a:gd name="T52" fmla="*/ 68 w 149"/>
                <a:gd name="T53" fmla="*/ 37 h 136"/>
                <a:gd name="T54" fmla="*/ 70 w 149"/>
                <a:gd name="T55" fmla="*/ 13 h 136"/>
                <a:gd name="T56" fmla="*/ 77 w 149"/>
                <a:gd name="T57" fmla="*/ 20 h 136"/>
                <a:gd name="T58" fmla="*/ 73 w 149"/>
                <a:gd name="T59" fmla="*/ 37 h 136"/>
                <a:gd name="T60" fmla="*/ 85 w 149"/>
                <a:gd name="T61" fmla="*/ 64 h 136"/>
                <a:gd name="T62" fmla="*/ 97 w 149"/>
                <a:gd name="T63" fmla="*/ 67 h 136"/>
                <a:gd name="T64" fmla="*/ 100 w 149"/>
                <a:gd name="T65" fmla="*/ 55 h 136"/>
                <a:gd name="T66" fmla="*/ 106 w 149"/>
                <a:gd name="T67" fmla="*/ 59 h 136"/>
                <a:gd name="T68" fmla="*/ 105 w 149"/>
                <a:gd name="T69" fmla="*/ 71 h 136"/>
                <a:gd name="T70" fmla="*/ 142 w 149"/>
                <a:gd name="T71" fmla="*/ 82 h 136"/>
                <a:gd name="T72" fmla="*/ 148 w 149"/>
                <a:gd name="T73" fmla="*/ 91 h 136"/>
                <a:gd name="T74" fmla="*/ 132 w 149"/>
                <a:gd name="T75" fmla="*/ 98 h 136"/>
                <a:gd name="T76" fmla="*/ 133 w 149"/>
                <a:gd name="T77" fmla="*/ 92 h 136"/>
                <a:gd name="T78" fmla="*/ 109 w 149"/>
                <a:gd name="T79" fmla="*/ 80 h 136"/>
                <a:gd name="T80" fmla="*/ 109 w 149"/>
                <a:gd name="T81" fmla="*/ 91 h 136"/>
                <a:gd name="T82" fmla="*/ 113 w 149"/>
                <a:gd name="T83" fmla="*/ 101 h 136"/>
                <a:gd name="T84" fmla="*/ 101 w 149"/>
                <a:gd name="T85" fmla="*/ 104 h 136"/>
                <a:gd name="T86" fmla="*/ 97 w 149"/>
                <a:gd name="T87" fmla="*/ 87 h 136"/>
                <a:gd name="T88" fmla="*/ 76 w 149"/>
                <a:gd name="T89" fmla="*/ 71 h 136"/>
                <a:gd name="T90" fmla="*/ 81 w 149"/>
                <a:gd name="T91" fmla="*/ 96 h 136"/>
                <a:gd name="T92" fmla="*/ 91 w 149"/>
                <a:gd name="T93" fmla="*/ 125 h 136"/>
                <a:gd name="T94" fmla="*/ 86 w 149"/>
                <a:gd name="T95" fmla="*/ 136 h 136"/>
                <a:gd name="T96" fmla="*/ 76 w 149"/>
                <a:gd name="T97" fmla="*/ 124 h 136"/>
                <a:gd name="T98" fmla="*/ 70 w 149"/>
                <a:gd name="T99" fmla="*/ 78 h 136"/>
                <a:gd name="T100" fmla="*/ 57 w 149"/>
                <a:gd name="T101" fmla="*/ 60 h 136"/>
                <a:gd name="T102" fmla="*/ 55 w 149"/>
                <a:gd name="T103" fmla="*/ 71 h 136"/>
                <a:gd name="T104" fmla="*/ 56 w 149"/>
                <a:gd name="T105" fmla="*/ 91 h 136"/>
                <a:gd name="T106" fmla="*/ 47 w 149"/>
                <a:gd name="T107" fmla="*/ 89 h 136"/>
                <a:gd name="T108" fmla="*/ 41 w 149"/>
                <a:gd name="T109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36">
                  <a:moveTo>
                    <a:pt x="32" y="60"/>
                  </a:moveTo>
                  <a:lnTo>
                    <a:pt x="31" y="60"/>
                  </a:lnTo>
                  <a:lnTo>
                    <a:pt x="29" y="59"/>
                  </a:lnTo>
                  <a:lnTo>
                    <a:pt x="29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7" y="59"/>
                  </a:lnTo>
                  <a:lnTo>
                    <a:pt x="26" y="62"/>
                  </a:lnTo>
                  <a:lnTo>
                    <a:pt x="25" y="64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4" y="67"/>
                  </a:lnTo>
                  <a:lnTo>
                    <a:pt x="23" y="67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8" y="62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19" y="56"/>
                  </a:lnTo>
                  <a:lnTo>
                    <a:pt x="18" y="56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9" y="54"/>
                  </a:lnTo>
                  <a:lnTo>
                    <a:pt x="8" y="53"/>
                  </a:lnTo>
                  <a:lnTo>
                    <a:pt x="7" y="52"/>
                  </a:lnTo>
                  <a:lnTo>
                    <a:pt x="5" y="52"/>
                  </a:lnTo>
                  <a:lnTo>
                    <a:pt x="3" y="51"/>
                  </a:lnTo>
                  <a:lnTo>
                    <a:pt x="2" y="51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2" y="37"/>
                  </a:lnTo>
                  <a:lnTo>
                    <a:pt x="3" y="35"/>
                  </a:lnTo>
                  <a:lnTo>
                    <a:pt x="4" y="35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7" y="34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2" y="35"/>
                  </a:lnTo>
                  <a:lnTo>
                    <a:pt x="13" y="37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5"/>
                  </a:lnTo>
                  <a:lnTo>
                    <a:pt x="19" y="30"/>
                  </a:lnTo>
                  <a:lnTo>
                    <a:pt x="17" y="26"/>
                  </a:lnTo>
                  <a:lnTo>
                    <a:pt x="14" y="19"/>
                  </a:lnTo>
                  <a:lnTo>
                    <a:pt x="11" y="14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3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9"/>
                  </a:lnTo>
                  <a:lnTo>
                    <a:pt x="24" y="13"/>
                  </a:lnTo>
                  <a:lnTo>
                    <a:pt x="25" y="17"/>
                  </a:lnTo>
                  <a:lnTo>
                    <a:pt x="27" y="23"/>
                  </a:lnTo>
                  <a:lnTo>
                    <a:pt x="27" y="28"/>
                  </a:lnTo>
                  <a:lnTo>
                    <a:pt x="28" y="32"/>
                  </a:lnTo>
                  <a:lnTo>
                    <a:pt x="29" y="38"/>
                  </a:lnTo>
                  <a:lnTo>
                    <a:pt x="29" y="41"/>
                  </a:lnTo>
                  <a:lnTo>
                    <a:pt x="29" y="45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2" y="49"/>
                  </a:lnTo>
                  <a:lnTo>
                    <a:pt x="33" y="50"/>
                  </a:lnTo>
                  <a:lnTo>
                    <a:pt x="36" y="52"/>
                  </a:lnTo>
                  <a:lnTo>
                    <a:pt x="39" y="55"/>
                  </a:lnTo>
                  <a:lnTo>
                    <a:pt x="41" y="57"/>
                  </a:lnTo>
                  <a:lnTo>
                    <a:pt x="44" y="59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7" y="60"/>
                  </a:lnTo>
                  <a:lnTo>
                    <a:pt x="47" y="59"/>
                  </a:lnTo>
                  <a:lnTo>
                    <a:pt x="47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6" y="54"/>
                  </a:lnTo>
                  <a:lnTo>
                    <a:pt x="44" y="51"/>
                  </a:lnTo>
                  <a:lnTo>
                    <a:pt x="41" y="47"/>
                  </a:lnTo>
                  <a:lnTo>
                    <a:pt x="41" y="46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0"/>
                  </a:lnTo>
                  <a:lnTo>
                    <a:pt x="44" y="37"/>
                  </a:lnTo>
                  <a:lnTo>
                    <a:pt x="41" y="34"/>
                  </a:lnTo>
                  <a:lnTo>
                    <a:pt x="38" y="30"/>
                  </a:lnTo>
                  <a:lnTo>
                    <a:pt x="37" y="28"/>
                  </a:lnTo>
                  <a:lnTo>
                    <a:pt x="35" y="26"/>
                  </a:lnTo>
                  <a:lnTo>
                    <a:pt x="34" y="24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21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39" y="19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5" y="26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7" y="28"/>
                  </a:lnTo>
                  <a:lnTo>
                    <a:pt x="48" y="29"/>
                  </a:lnTo>
                  <a:lnTo>
                    <a:pt x="49" y="29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8" y="23"/>
                  </a:lnTo>
                  <a:lnTo>
                    <a:pt x="46" y="19"/>
                  </a:lnTo>
                  <a:lnTo>
                    <a:pt x="45" y="16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0" y="8"/>
                  </a:lnTo>
                  <a:lnTo>
                    <a:pt x="51" y="10"/>
                  </a:lnTo>
                  <a:lnTo>
                    <a:pt x="51" y="12"/>
                  </a:lnTo>
                  <a:lnTo>
                    <a:pt x="52" y="15"/>
                  </a:lnTo>
                  <a:lnTo>
                    <a:pt x="53" y="18"/>
                  </a:lnTo>
                  <a:lnTo>
                    <a:pt x="53" y="22"/>
                  </a:lnTo>
                  <a:lnTo>
                    <a:pt x="53" y="26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32"/>
                  </a:lnTo>
                  <a:lnTo>
                    <a:pt x="56" y="37"/>
                  </a:lnTo>
                  <a:lnTo>
                    <a:pt x="60" y="44"/>
                  </a:lnTo>
                  <a:lnTo>
                    <a:pt x="64" y="51"/>
                  </a:lnTo>
                  <a:lnTo>
                    <a:pt x="66" y="55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8" y="56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8" y="47"/>
                  </a:lnTo>
                  <a:lnTo>
                    <a:pt x="68" y="37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8" y="19"/>
                  </a:lnTo>
                  <a:lnTo>
                    <a:pt x="69" y="16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71" y="13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5"/>
                  </a:lnTo>
                  <a:lnTo>
                    <a:pt x="76" y="26"/>
                  </a:lnTo>
                  <a:lnTo>
                    <a:pt x="74" y="29"/>
                  </a:lnTo>
                  <a:lnTo>
                    <a:pt x="74" y="30"/>
                  </a:lnTo>
                  <a:lnTo>
                    <a:pt x="73" y="34"/>
                  </a:lnTo>
                  <a:lnTo>
                    <a:pt x="73" y="37"/>
                  </a:lnTo>
                  <a:lnTo>
                    <a:pt x="73" y="40"/>
                  </a:lnTo>
                  <a:lnTo>
                    <a:pt x="73" y="47"/>
                  </a:lnTo>
                  <a:lnTo>
                    <a:pt x="73" y="52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8" y="60"/>
                  </a:lnTo>
                  <a:lnTo>
                    <a:pt x="85" y="64"/>
                  </a:lnTo>
                  <a:lnTo>
                    <a:pt x="89" y="66"/>
                  </a:lnTo>
                  <a:lnTo>
                    <a:pt x="92" y="67"/>
                  </a:lnTo>
                  <a:lnTo>
                    <a:pt x="94" y="67"/>
                  </a:lnTo>
                  <a:lnTo>
                    <a:pt x="95" y="67"/>
                  </a:lnTo>
                  <a:lnTo>
                    <a:pt x="96" y="67"/>
                  </a:lnTo>
                  <a:lnTo>
                    <a:pt x="97" y="67"/>
                  </a:lnTo>
                  <a:lnTo>
                    <a:pt x="97" y="67"/>
                  </a:lnTo>
                  <a:lnTo>
                    <a:pt x="97" y="66"/>
                  </a:lnTo>
                  <a:lnTo>
                    <a:pt x="97" y="63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8" y="56"/>
                  </a:lnTo>
                  <a:lnTo>
                    <a:pt x="99" y="55"/>
                  </a:lnTo>
                  <a:lnTo>
                    <a:pt x="100" y="55"/>
                  </a:lnTo>
                  <a:lnTo>
                    <a:pt x="101" y="55"/>
                  </a:lnTo>
                  <a:lnTo>
                    <a:pt x="102" y="55"/>
                  </a:lnTo>
                  <a:lnTo>
                    <a:pt x="104" y="55"/>
                  </a:lnTo>
                  <a:lnTo>
                    <a:pt x="105" y="56"/>
                  </a:lnTo>
                  <a:lnTo>
                    <a:pt x="105" y="57"/>
                  </a:lnTo>
                  <a:lnTo>
                    <a:pt x="105" y="58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5" y="63"/>
                  </a:lnTo>
                  <a:lnTo>
                    <a:pt x="105" y="66"/>
                  </a:lnTo>
                  <a:lnTo>
                    <a:pt x="104" y="67"/>
                  </a:lnTo>
                  <a:lnTo>
                    <a:pt x="104" y="69"/>
                  </a:lnTo>
                  <a:lnTo>
                    <a:pt x="105" y="71"/>
                  </a:lnTo>
                  <a:lnTo>
                    <a:pt x="105" y="71"/>
                  </a:lnTo>
                  <a:lnTo>
                    <a:pt x="110" y="73"/>
                  </a:lnTo>
                  <a:lnTo>
                    <a:pt x="120" y="75"/>
                  </a:lnTo>
                  <a:lnTo>
                    <a:pt x="129" y="78"/>
                  </a:lnTo>
                  <a:lnTo>
                    <a:pt x="135" y="79"/>
                  </a:lnTo>
                  <a:lnTo>
                    <a:pt x="137" y="80"/>
                  </a:lnTo>
                  <a:lnTo>
                    <a:pt x="140" y="81"/>
                  </a:lnTo>
                  <a:lnTo>
                    <a:pt x="142" y="82"/>
                  </a:lnTo>
                  <a:lnTo>
                    <a:pt x="145" y="84"/>
                  </a:lnTo>
                  <a:lnTo>
                    <a:pt x="147" y="86"/>
                  </a:lnTo>
                  <a:lnTo>
                    <a:pt x="149" y="87"/>
                  </a:lnTo>
                  <a:lnTo>
                    <a:pt x="149" y="88"/>
                  </a:lnTo>
                  <a:lnTo>
                    <a:pt x="149" y="89"/>
                  </a:lnTo>
                  <a:lnTo>
                    <a:pt x="148" y="90"/>
                  </a:lnTo>
                  <a:lnTo>
                    <a:pt x="148" y="91"/>
                  </a:lnTo>
                  <a:lnTo>
                    <a:pt x="144" y="95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5" y="99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2" y="98"/>
                  </a:lnTo>
                  <a:lnTo>
                    <a:pt x="132" y="97"/>
                  </a:lnTo>
                  <a:lnTo>
                    <a:pt x="132" y="96"/>
                  </a:lnTo>
                  <a:lnTo>
                    <a:pt x="133" y="95"/>
                  </a:lnTo>
                  <a:lnTo>
                    <a:pt x="133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3" y="92"/>
                  </a:lnTo>
                  <a:lnTo>
                    <a:pt x="131" y="91"/>
                  </a:lnTo>
                  <a:lnTo>
                    <a:pt x="129" y="90"/>
                  </a:lnTo>
                  <a:lnTo>
                    <a:pt x="126" y="88"/>
                  </a:lnTo>
                  <a:lnTo>
                    <a:pt x="122" y="87"/>
                  </a:lnTo>
                  <a:lnTo>
                    <a:pt x="115" y="83"/>
                  </a:lnTo>
                  <a:lnTo>
                    <a:pt x="110" y="81"/>
                  </a:lnTo>
                  <a:lnTo>
                    <a:pt x="109" y="80"/>
                  </a:lnTo>
                  <a:lnTo>
                    <a:pt x="107" y="80"/>
                  </a:lnTo>
                  <a:lnTo>
                    <a:pt x="107" y="80"/>
                  </a:lnTo>
                  <a:lnTo>
                    <a:pt x="106" y="80"/>
                  </a:lnTo>
                  <a:lnTo>
                    <a:pt x="106" y="83"/>
                  </a:lnTo>
                  <a:lnTo>
                    <a:pt x="107" y="86"/>
                  </a:lnTo>
                  <a:lnTo>
                    <a:pt x="108" y="89"/>
                  </a:lnTo>
                  <a:lnTo>
                    <a:pt x="109" y="91"/>
                  </a:lnTo>
                  <a:lnTo>
                    <a:pt x="110" y="92"/>
                  </a:lnTo>
                  <a:lnTo>
                    <a:pt x="113" y="95"/>
                  </a:lnTo>
                  <a:lnTo>
                    <a:pt x="113" y="97"/>
                  </a:lnTo>
                  <a:lnTo>
                    <a:pt x="113" y="99"/>
                  </a:lnTo>
                  <a:lnTo>
                    <a:pt x="113" y="99"/>
                  </a:lnTo>
                  <a:lnTo>
                    <a:pt x="113" y="100"/>
                  </a:lnTo>
                  <a:lnTo>
                    <a:pt x="113" y="101"/>
                  </a:lnTo>
                  <a:lnTo>
                    <a:pt x="112" y="102"/>
                  </a:lnTo>
                  <a:lnTo>
                    <a:pt x="109" y="103"/>
                  </a:lnTo>
                  <a:lnTo>
                    <a:pt x="108" y="104"/>
                  </a:lnTo>
                  <a:lnTo>
                    <a:pt x="105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1" y="104"/>
                  </a:lnTo>
                  <a:lnTo>
                    <a:pt x="100" y="103"/>
                  </a:lnTo>
                  <a:lnTo>
                    <a:pt x="100" y="103"/>
                  </a:lnTo>
                  <a:lnTo>
                    <a:pt x="100" y="100"/>
                  </a:lnTo>
                  <a:lnTo>
                    <a:pt x="100" y="99"/>
                  </a:lnTo>
                  <a:lnTo>
                    <a:pt x="100" y="96"/>
                  </a:lnTo>
                  <a:lnTo>
                    <a:pt x="98" y="91"/>
                  </a:lnTo>
                  <a:lnTo>
                    <a:pt x="97" y="87"/>
                  </a:lnTo>
                  <a:lnTo>
                    <a:pt x="97" y="83"/>
                  </a:lnTo>
                  <a:lnTo>
                    <a:pt x="97" y="79"/>
                  </a:lnTo>
                  <a:lnTo>
                    <a:pt x="97" y="77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7" y="79"/>
                  </a:lnTo>
                  <a:lnTo>
                    <a:pt x="78" y="87"/>
                  </a:lnTo>
                  <a:lnTo>
                    <a:pt x="79" y="91"/>
                  </a:lnTo>
                  <a:lnTo>
                    <a:pt x="81" y="96"/>
                  </a:lnTo>
                  <a:lnTo>
                    <a:pt x="82" y="101"/>
                  </a:lnTo>
                  <a:lnTo>
                    <a:pt x="84" y="106"/>
                  </a:lnTo>
                  <a:lnTo>
                    <a:pt x="87" y="115"/>
                  </a:lnTo>
                  <a:lnTo>
                    <a:pt x="90" y="120"/>
                  </a:lnTo>
                  <a:lnTo>
                    <a:pt x="90" y="122"/>
                  </a:lnTo>
                  <a:lnTo>
                    <a:pt x="91" y="123"/>
                  </a:lnTo>
                  <a:lnTo>
                    <a:pt x="91" y="125"/>
                  </a:lnTo>
                  <a:lnTo>
                    <a:pt x="91" y="127"/>
                  </a:lnTo>
                  <a:lnTo>
                    <a:pt x="90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8" y="135"/>
                  </a:lnTo>
                  <a:lnTo>
                    <a:pt x="86" y="136"/>
                  </a:lnTo>
                  <a:lnTo>
                    <a:pt x="86" y="136"/>
                  </a:lnTo>
                  <a:lnTo>
                    <a:pt x="85" y="136"/>
                  </a:lnTo>
                  <a:lnTo>
                    <a:pt x="85" y="136"/>
                  </a:lnTo>
                  <a:lnTo>
                    <a:pt x="82" y="135"/>
                  </a:lnTo>
                  <a:lnTo>
                    <a:pt x="79" y="134"/>
                  </a:lnTo>
                  <a:lnTo>
                    <a:pt x="77" y="131"/>
                  </a:lnTo>
                  <a:lnTo>
                    <a:pt x="77" y="127"/>
                  </a:lnTo>
                  <a:lnTo>
                    <a:pt x="76" y="124"/>
                  </a:lnTo>
                  <a:lnTo>
                    <a:pt x="75" y="121"/>
                  </a:lnTo>
                  <a:lnTo>
                    <a:pt x="73" y="114"/>
                  </a:lnTo>
                  <a:lnTo>
                    <a:pt x="73" y="106"/>
                  </a:lnTo>
                  <a:lnTo>
                    <a:pt x="72" y="99"/>
                  </a:lnTo>
                  <a:lnTo>
                    <a:pt x="72" y="91"/>
                  </a:lnTo>
                  <a:lnTo>
                    <a:pt x="71" y="84"/>
                  </a:lnTo>
                  <a:lnTo>
                    <a:pt x="70" y="78"/>
                  </a:lnTo>
                  <a:lnTo>
                    <a:pt x="70" y="73"/>
                  </a:lnTo>
                  <a:lnTo>
                    <a:pt x="69" y="70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67" y="66"/>
                  </a:lnTo>
                  <a:lnTo>
                    <a:pt x="62" y="63"/>
                  </a:lnTo>
                  <a:lnTo>
                    <a:pt x="57" y="60"/>
                  </a:lnTo>
                  <a:lnTo>
                    <a:pt x="55" y="59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4" y="60"/>
                  </a:lnTo>
                  <a:lnTo>
                    <a:pt x="54" y="62"/>
                  </a:lnTo>
                  <a:lnTo>
                    <a:pt x="54" y="67"/>
                  </a:lnTo>
                  <a:lnTo>
                    <a:pt x="55" y="71"/>
                  </a:lnTo>
                  <a:lnTo>
                    <a:pt x="55" y="75"/>
                  </a:lnTo>
                  <a:lnTo>
                    <a:pt x="55" y="79"/>
                  </a:lnTo>
                  <a:lnTo>
                    <a:pt x="57" y="83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9"/>
                  </a:lnTo>
                  <a:lnTo>
                    <a:pt x="56" y="91"/>
                  </a:lnTo>
                  <a:lnTo>
                    <a:pt x="55" y="91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9" y="91"/>
                  </a:lnTo>
                  <a:lnTo>
                    <a:pt x="48" y="90"/>
                  </a:lnTo>
                  <a:lnTo>
                    <a:pt x="47" y="89"/>
                  </a:lnTo>
                  <a:lnTo>
                    <a:pt x="47" y="87"/>
                  </a:lnTo>
                  <a:lnTo>
                    <a:pt x="46" y="85"/>
                  </a:lnTo>
                  <a:lnTo>
                    <a:pt x="46" y="78"/>
                  </a:lnTo>
                  <a:lnTo>
                    <a:pt x="46" y="73"/>
                  </a:lnTo>
                  <a:lnTo>
                    <a:pt x="45" y="71"/>
                  </a:lnTo>
                  <a:lnTo>
                    <a:pt x="44" y="71"/>
                  </a:lnTo>
                  <a:lnTo>
                    <a:pt x="41" y="68"/>
                  </a:lnTo>
                  <a:lnTo>
                    <a:pt x="38" y="66"/>
                  </a:lnTo>
                  <a:lnTo>
                    <a:pt x="35" y="63"/>
                  </a:lnTo>
                  <a:lnTo>
                    <a:pt x="3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0" name="iṣľîḓe"/>
            <p:cNvSpPr/>
            <p:nvPr/>
          </p:nvSpPr>
          <p:spPr bwMode="auto">
            <a:xfrm>
              <a:off x="2330451" y="2909888"/>
              <a:ext cx="60325" cy="63500"/>
            </a:xfrm>
            <a:custGeom>
              <a:avLst/>
              <a:gdLst>
                <a:gd name="T0" fmla="*/ 0 w 38"/>
                <a:gd name="T1" fmla="*/ 4 h 40"/>
                <a:gd name="T2" fmla="*/ 0 w 38"/>
                <a:gd name="T3" fmla="*/ 4 h 40"/>
                <a:gd name="T4" fmla="*/ 1 w 38"/>
                <a:gd name="T5" fmla="*/ 2 h 40"/>
                <a:gd name="T6" fmla="*/ 2 w 38"/>
                <a:gd name="T7" fmla="*/ 1 h 40"/>
                <a:gd name="T8" fmla="*/ 2 w 38"/>
                <a:gd name="T9" fmla="*/ 1 h 40"/>
                <a:gd name="T10" fmla="*/ 3 w 38"/>
                <a:gd name="T11" fmla="*/ 0 h 40"/>
                <a:gd name="T12" fmla="*/ 5 w 38"/>
                <a:gd name="T13" fmla="*/ 0 h 40"/>
                <a:gd name="T14" fmla="*/ 6 w 38"/>
                <a:gd name="T15" fmla="*/ 0 h 40"/>
                <a:gd name="T16" fmla="*/ 8 w 38"/>
                <a:gd name="T17" fmla="*/ 1 h 40"/>
                <a:gd name="T18" fmla="*/ 10 w 38"/>
                <a:gd name="T19" fmla="*/ 3 h 40"/>
                <a:gd name="T20" fmla="*/ 13 w 38"/>
                <a:gd name="T21" fmla="*/ 4 h 40"/>
                <a:gd name="T22" fmla="*/ 18 w 38"/>
                <a:gd name="T23" fmla="*/ 8 h 40"/>
                <a:gd name="T24" fmla="*/ 24 w 38"/>
                <a:gd name="T25" fmla="*/ 12 h 40"/>
                <a:gd name="T26" fmla="*/ 29 w 38"/>
                <a:gd name="T27" fmla="*/ 17 h 40"/>
                <a:gd name="T28" fmla="*/ 34 w 38"/>
                <a:gd name="T29" fmla="*/ 22 h 40"/>
                <a:gd name="T30" fmla="*/ 35 w 38"/>
                <a:gd name="T31" fmla="*/ 24 h 40"/>
                <a:gd name="T32" fmla="*/ 36 w 38"/>
                <a:gd name="T33" fmla="*/ 26 h 40"/>
                <a:gd name="T34" fmla="*/ 38 w 38"/>
                <a:gd name="T35" fmla="*/ 28 h 40"/>
                <a:gd name="T36" fmla="*/ 38 w 38"/>
                <a:gd name="T37" fmla="*/ 28 h 40"/>
                <a:gd name="T38" fmla="*/ 36 w 38"/>
                <a:gd name="T39" fmla="*/ 31 h 40"/>
                <a:gd name="T40" fmla="*/ 33 w 38"/>
                <a:gd name="T41" fmla="*/ 35 h 40"/>
                <a:gd name="T42" fmla="*/ 31 w 38"/>
                <a:gd name="T43" fmla="*/ 37 h 40"/>
                <a:gd name="T44" fmla="*/ 30 w 38"/>
                <a:gd name="T45" fmla="*/ 39 h 40"/>
                <a:gd name="T46" fmla="*/ 28 w 38"/>
                <a:gd name="T47" fmla="*/ 40 h 40"/>
                <a:gd name="T48" fmla="*/ 26 w 38"/>
                <a:gd name="T49" fmla="*/ 40 h 40"/>
                <a:gd name="T50" fmla="*/ 26 w 38"/>
                <a:gd name="T51" fmla="*/ 39 h 40"/>
                <a:gd name="T52" fmla="*/ 25 w 38"/>
                <a:gd name="T53" fmla="*/ 39 h 40"/>
                <a:gd name="T54" fmla="*/ 24 w 38"/>
                <a:gd name="T55" fmla="*/ 37 h 40"/>
                <a:gd name="T56" fmla="*/ 23 w 38"/>
                <a:gd name="T57" fmla="*/ 36 h 40"/>
                <a:gd name="T58" fmla="*/ 22 w 38"/>
                <a:gd name="T59" fmla="*/ 33 h 40"/>
                <a:gd name="T60" fmla="*/ 20 w 38"/>
                <a:gd name="T61" fmla="*/ 30 h 40"/>
                <a:gd name="T62" fmla="*/ 18 w 38"/>
                <a:gd name="T63" fmla="*/ 27 h 40"/>
                <a:gd name="T64" fmla="*/ 15 w 38"/>
                <a:gd name="T65" fmla="*/ 23 h 40"/>
                <a:gd name="T66" fmla="*/ 14 w 38"/>
                <a:gd name="T67" fmla="*/ 20 h 40"/>
                <a:gd name="T68" fmla="*/ 10 w 38"/>
                <a:gd name="T69" fmla="*/ 16 h 40"/>
                <a:gd name="T70" fmla="*/ 5 w 38"/>
                <a:gd name="T71" fmla="*/ 10 h 40"/>
                <a:gd name="T72" fmla="*/ 0 w 38"/>
                <a:gd name="T73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" h="40">
                  <a:moveTo>
                    <a:pt x="0" y="4"/>
                  </a:move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3" y="4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4" y="22"/>
                  </a:lnTo>
                  <a:lnTo>
                    <a:pt x="35" y="24"/>
                  </a:lnTo>
                  <a:lnTo>
                    <a:pt x="36" y="26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1"/>
                  </a:lnTo>
                  <a:lnTo>
                    <a:pt x="33" y="35"/>
                  </a:lnTo>
                  <a:lnTo>
                    <a:pt x="31" y="37"/>
                  </a:lnTo>
                  <a:lnTo>
                    <a:pt x="30" y="39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5" y="39"/>
                  </a:lnTo>
                  <a:lnTo>
                    <a:pt x="24" y="37"/>
                  </a:lnTo>
                  <a:lnTo>
                    <a:pt x="23" y="36"/>
                  </a:lnTo>
                  <a:lnTo>
                    <a:pt x="22" y="33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5" y="23"/>
                  </a:lnTo>
                  <a:lnTo>
                    <a:pt x="14" y="20"/>
                  </a:lnTo>
                  <a:lnTo>
                    <a:pt x="10" y="16"/>
                  </a:lnTo>
                  <a:lnTo>
                    <a:pt x="5" y="1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1" name="îṡlide"/>
            <p:cNvSpPr/>
            <p:nvPr/>
          </p:nvSpPr>
          <p:spPr bwMode="auto">
            <a:xfrm>
              <a:off x="2266951" y="2749551"/>
              <a:ext cx="204788" cy="173038"/>
            </a:xfrm>
            <a:custGeom>
              <a:avLst/>
              <a:gdLst>
                <a:gd name="T0" fmla="*/ 17 w 129"/>
                <a:gd name="T1" fmla="*/ 93 h 109"/>
                <a:gd name="T2" fmla="*/ 11 w 129"/>
                <a:gd name="T3" fmla="*/ 93 h 109"/>
                <a:gd name="T4" fmla="*/ 3 w 129"/>
                <a:gd name="T5" fmla="*/ 95 h 109"/>
                <a:gd name="T6" fmla="*/ 5 w 129"/>
                <a:gd name="T7" fmla="*/ 86 h 109"/>
                <a:gd name="T8" fmla="*/ 13 w 129"/>
                <a:gd name="T9" fmla="*/ 60 h 109"/>
                <a:gd name="T10" fmla="*/ 16 w 129"/>
                <a:gd name="T11" fmla="*/ 44 h 109"/>
                <a:gd name="T12" fmla="*/ 4 w 129"/>
                <a:gd name="T13" fmla="*/ 21 h 109"/>
                <a:gd name="T14" fmla="*/ 1 w 129"/>
                <a:gd name="T15" fmla="*/ 15 h 109"/>
                <a:gd name="T16" fmla="*/ 22 w 129"/>
                <a:gd name="T17" fmla="*/ 17 h 109"/>
                <a:gd name="T18" fmla="*/ 27 w 129"/>
                <a:gd name="T19" fmla="*/ 9 h 109"/>
                <a:gd name="T20" fmla="*/ 35 w 129"/>
                <a:gd name="T21" fmla="*/ 17 h 109"/>
                <a:gd name="T22" fmla="*/ 33 w 129"/>
                <a:gd name="T23" fmla="*/ 37 h 109"/>
                <a:gd name="T24" fmla="*/ 37 w 129"/>
                <a:gd name="T25" fmla="*/ 64 h 109"/>
                <a:gd name="T26" fmla="*/ 42 w 129"/>
                <a:gd name="T27" fmla="*/ 73 h 109"/>
                <a:gd name="T28" fmla="*/ 46 w 129"/>
                <a:gd name="T29" fmla="*/ 65 h 109"/>
                <a:gd name="T30" fmla="*/ 47 w 129"/>
                <a:gd name="T31" fmla="*/ 50 h 109"/>
                <a:gd name="T32" fmla="*/ 45 w 129"/>
                <a:gd name="T33" fmla="*/ 42 h 109"/>
                <a:gd name="T34" fmla="*/ 46 w 129"/>
                <a:gd name="T35" fmla="*/ 36 h 109"/>
                <a:gd name="T36" fmla="*/ 52 w 129"/>
                <a:gd name="T37" fmla="*/ 16 h 109"/>
                <a:gd name="T38" fmla="*/ 58 w 129"/>
                <a:gd name="T39" fmla="*/ 1 h 109"/>
                <a:gd name="T40" fmla="*/ 66 w 129"/>
                <a:gd name="T41" fmla="*/ 8 h 109"/>
                <a:gd name="T42" fmla="*/ 101 w 129"/>
                <a:gd name="T43" fmla="*/ 50 h 109"/>
                <a:gd name="T44" fmla="*/ 128 w 129"/>
                <a:gd name="T45" fmla="*/ 82 h 109"/>
                <a:gd name="T46" fmla="*/ 122 w 129"/>
                <a:gd name="T47" fmla="*/ 89 h 109"/>
                <a:gd name="T48" fmla="*/ 96 w 129"/>
                <a:gd name="T49" fmla="*/ 90 h 109"/>
                <a:gd name="T50" fmla="*/ 102 w 129"/>
                <a:gd name="T51" fmla="*/ 86 h 109"/>
                <a:gd name="T52" fmla="*/ 110 w 129"/>
                <a:gd name="T53" fmla="*/ 80 h 109"/>
                <a:gd name="T54" fmla="*/ 78 w 129"/>
                <a:gd name="T55" fmla="*/ 41 h 109"/>
                <a:gd name="T56" fmla="*/ 59 w 129"/>
                <a:gd name="T57" fmla="*/ 13 h 109"/>
                <a:gd name="T58" fmla="*/ 55 w 129"/>
                <a:gd name="T59" fmla="*/ 28 h 109"/>
                <a:gd name="T60" fmla="*/ 58 w 129"/>
                <a:gd name="T61" fmla="*/ 35 h 109"/>
                <a:gd name="T62" fmla="*/ 63 w 129"/>
                <a:gd name="T63" fmla="*/ 41 h 109"/>
                <a:gd name="T64" fmla="*/ 56 w 129"/>
                <a:gd name="T65" fmla="*/ 58 h 109"/>
                <a:gd name="T66" fmla="*/ 58 w 129"/>
                <a:gd name="T67" fmla="*/ 71 h 109"/>
                <a:gd name="T68" fmla="*/ 56 w 129"/>
                <a:gd name="T69" fmla="*/ 77 h 109"/>
                <a:gd name="T70" fmla="*/ 43 w 129"/>
                <a:gd name="T71" fmla="*/ 96 h 109"/>
                <a:gd name="T72" fmla="*/ 39 w 129"/>
                <a:gd name="T73" fmla="*/ 97 h 109"/>
                <a:gd name="T74" fmla="*/ 42 w 129"/>
                <a:gd name="T75" fmla="*/ 80 h 109"/>
                <a:gd name="T76" fmla="*/ 37 w 129"/>
                <a:gd name="T77" fmla="*/ 73 h 109"/>
                <a:gd name="T78" fmla="*/ 28 w 129"/>
                <a:gd name="T79" fmla="*/ 57 h 109"/>
                <a:gd name="T80" fmla="*/ 22 w 129"/>
                <a:gd name="T81" fmla="*/ 66 h 109"/>
                <a:gd name="T82" fmla="*/ 70 w 129"/>
                <a:gd name="T83" fmla="*/ 90 h 109"/>
                <a:gd name="T84" fmla="*/ 72 w 129"/>
                <a:gd name="T85" fmla="*/ 107 h 109"/>
                <a:gd name="T86" fmla="*/ 79 w 129"/>
                <a:gd name="T87" fmla="*/ 101 h 109"/>
                <a:gd name="T88" fmla="*/ 87 w 129"/>
                <a:gd name="T89" fmla="*/ 107 h 109"/>
                <a:gd name="T90" fmla="*/ 96 w 129"/>
                <a:gd name="T91" fmla="*/ 109 h 109"/>
                <a:gd name="T92" fmla="*/ 100 w 129"/>
                <a:gd name="T93" fmla="*/ 106 h 109"/>
                <a:gd name="T94" fmla="*/ 88 w 129"/>
                <a:gd name="T95" fmla="*/ 89 h 109"/>
                <a:gd name="T96" fmla="*/ 86 w 129"/>
                <a:gd name="T97" fmla="*/ 73 h 109"/>
                <a:gd name="T98" fmla="*/ 80 w 129"/>
                <a:gd name="T99" fmla="*/ 77 h 109"/>
                <a:gd name="T100" fmla="*/ 70 w 129"/>
                <a:gd name="T101" fmla="*/ 90 h 109"/>
                <a:gd name="T102" fmla="*/ 69 w 129"/>
                <a:gd name="T103" fmla="*/ 82 h 109"/>
                <a:gd name="T104" fmla="*/ 75 w 129"/>
                <a:gd name="T105" fmla="*/ 70 h 109"/>
                <a:gd name="T106" fmla="*/ 71 w 129"/>
                <a:gd name="T107" fmla="*/ 67 h 109"/>
                <a:gd name="T108" fmla="*/ 65 w 129"/>
                <a:gd name="T109" fmla="*/ 71 h 109"/>
                <a:gd name="T110" fmla="*/ 62 w 129"/>
                <a:gd name="T111" fmla="*/ 77 h 109"/>
                <a:gd name="T112" fmla="*/ 58 w 129"/>
                <a:gd name="T113" fmla="*/ 85 h 109"/>
                <a:gd name="T114" fmla="*/ 62 w 129"/>
                <a:gd name="T115" fmla="*/ 8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109">
                  <a:moveTo>
                    <a:pt x="19" y="83"/>
                  </a:moveTo>
                  <a:lnTo>
                    <a:pt x="19" y="84"/>
                  </a:lnTo>
                  <a:lnTo>
                    <a:pt x="18" y="86"/>
                  </a:lnTo>
                  <a:lnTo>
                    <a:pt x="18" y="89"/>
                  </a:lnTo>
                  <a:lnTo>
                    <a:pt x="18" y="91"/>
                  </a:lnTo>
                  <a:lnTo>
                    <a:pt x="17" y="93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2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0" y="94"/>
                  </a:lnTo>
                  <a:lnTo>
                    <a:pt x="10" y="95"/>
                  </a:lnTo>
                  <a:lnTo>
                    <a:pt x="8" y="95"/>
                  </a:lnTo>
                  <a:lnTo>
                    <a:pt x="6" y="95"/>
                  </a:lnTo>
                  <a:lnTo>
                    <a:pt x="5" y="95"/>
                  </a:lnTo>
                  <a:lnTo>
                    <a:pt x="3" y="95"/>
                  </a:lnTo>
                  <a:lnTo>
                    <a:pt x="2" y="94"/>
                  </a:lnTo>
                  <a:lnTo>
                    <a:pt x="2" y="93"/>
                  </a:lnTo>
                  <a:lnTo>
                    <a:pt x="1" y="93"/>
                  </a:lnTo>
                  <a:lnTo>
                    <a:pt x="2" y="92"/>
                  </a:lnTo>
                  <a:lnTo>
                    <a:pt x="2" y="91"/>
                  </a:lnTo>
                  <a:lnTo>
                    <a:pt x="5" y="86"/>
                  </a:lnTo>
                  <a:lnTo>
                    <a:pt x="7" y="84"/>
                  </a:lnTo>
                  <a:lnTo>
                    <a:pt x="8" y="80"/>
                  </a:lnTo>
                  <a:lnTo>
                    <a:pt x="10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3" y="60"/>
                  </a:lnTo>
                  <a:lnTo>
                    <a:pt x="14" y="54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7" y="48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7"/>
                  </a:lnTo>
                  <a:lnTo>
                    <a:pt x="9" y="30"/>
                  </a:lnTo>
                  <a:lnTo>
                    <a:pt x="5" y="25"/>
                  </a:lnTo>
                  <a:lnTo>
                    <a:pt x="4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5" y="15"/>
                  </a:lnTo>
                  <a:lnTo>
                    <a:pt x="12" y="16"/>
                  </a:lnTo>
                  <a:lnTo>
                    <a:pt x="18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3" y="17"/>
                  </a:lnTo>
                  <a:lnTo>
                    <a:pt x="24" y="17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5" y="25"/>
                  </a:lnTo>
                  <a:lnTo>
                    <a:pt x="34" y="30"/>
                  </a:lnTo>
                  <a:lnTo>
                    <a:pt x="33" y="36"/>
                  </a:lnTo>
                  <a:lnTo>
                    <a:pt x="33" y="37"/>
                  </a:lnTo>
                  <a:lnTo>
                    <a:pt x="33" y="41"/>
                  </a:lnTo>
                  <a:lnTo>
                    <a:pt x="34" y="44"/>
                  </a:lnTo>
                  <a:lnTo>
                    <a:pt x="34" y="47"/>
                  </a:lnTo>
                  <a:lnTo>
                    <a:pt x="35" y="54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8" y="65"/>
                  </a:lnTo>
                  <a:lnTo>
                    <a:pt x="39" y="67"/>
                  </a:lnTo>
                  <a:lnTo>
                    <a:pt x="40" y="70"/>
                  </a:lnTo>
                  <a:lnTo>
                    <a:pt x="41" y="71"/>
                  </a:lnTo>
                  <a:lnTo>
                    <a:pt x="41" y="72"/>
                  </a:lnTo>
                  <a:lnTo>
                    <a:pt x="42" y="73"/>
                  </a:lnTo>
                  <a:lnTo>
                    <a:pt x="42" y="73"/>
                  </a:lnTo>
                  <a:lnTo>
                    <a:pt x="42" y="71"/>
                  </a:lnTo>
                  <a:lnTo>
                    <a:pt x="44" y="70"/>
                  </a:lnTo>
                  <a:lnTo>
                    <a:pt x="45" y="69"/>
                  </a:lnTo>
                  <a:lnTo>
                    <a:pt x="46" y="67"/>
                  </a:lnTo>
                  <a:lnTo>
                    <a:pt x="46" y="65"/>
                  </a:lnTo>
                  <a:lnTo>
                    <a:pt x="47" y="62"/>
                  </a:lnTo>
                  <a:lnTo>
                    <a:pt x="48" y="59"/>
                  </a:lnTo>
                  <a:lnTo>
                    <a:pt x="48" y="56"/>
                  </a:lnTo>
                  <a:lnTo>
                    <a:pt x="48" y="54"/>
                  </a:lnTo>
                  <a:lnTo>
                    <a:pt x="48" y="52"/>
                  </a:lnTo>
                  <a:lnTo>
                    <a:pt x="47" y="50"/>
                  </a:lnTo>
                  <a:lnTo>
                    <a:pt x="47" y="49"/>
                  </a:lnTo>
                  <a:lnTo>
                    <a:pt x="46" y="4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5" y="41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5"/>
                  </a:lnTo>
                  <a:lnTo>
                    <a:pt x="50" y="28"/>
                  </a:lnTo>
                  <a:lnTo>
                    <a:pt x="51" y="20"/>
                  </a:lnTo>
                  <a:lnTo>
                    <a:pt x="52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6" y="4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2" y="0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6" y="8"/>
                  </a:lnTo>
                  <a:lnTo>
                    <a:pt x="71" y="14"/>
                  </a:lnTo>
                  <a:lnTo>
                    <a:pt x="77" y="21"/>
                  </a:lnTo>
                  <a:lnTo>
                    <a:pt x="83" y="29"/>
                  </a:lnTo>
                  <a:lnTo>
                    <a:pt x="89" y="37"/>
                  </a:lnTo>
                  <a:lnTo>
                    <a:pt x="95" y="44"/>
                  </a:lnTo>
                  <a:lnTo>
                    <a:pt x="101" y="50"/>
                  </a:lnTo>
                  <a:lnTo>
                    <a:pt x="106" y="56"/>
                  </a:lnTo>
                  <a:lnTo>
                    <a:pt x="115" y="66"/>
                  </a:lnTo>
                  <a:lnTo>
                    <a:pt x="122" y="74"/>
                  </a:lnTo>
                  <a:lnTo>
                    <a:pt x="127" y="78"/>
                  </a:lnTo>
                  <a:lnTo>
                    <a:pt x="129" y="80"/>
                  </a:lnTo>
                  <a:lnTo>
                    <a:pt x="128" y="82"/>
                  </a:lnTo>
                  <a:lnTo>
                    <a:pt x="127" y="85"/>
                  </a:lnTo>
                  <a:lnTo>
                    <a:pt x="126" y="86"/>
                  </a:lnTo>
                  <a:lnTo>
                    <a:pt x="125" y="88"/>
                  </a:lnTo>
                  <a:lnTo>
                    <a:pt x="124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0" y="90"/>
                  </a:lnTo>
                  <a:lnTo>
                    <a:pt x="113" y="91"/>
                  </a:lnTo>
                  <a:lnTo>
                    <a:pt x="106" y="91"/>
                  </a:lnTo>
                  <a:lnTo>
                    <a:pt x="99" y="91"/>
                  </a:lnTo>
                  <a:lnTo>
                    <a:pt x="96" y="91"/>
                  </a:lnTo>
                  <a:lnTo>
                    <a:pt x="96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6" y="89"/>
                  </a:lnTo>
                  <a:lnTo>
                    <a:pt x="98" y="88"/>
                  </a:lnTo>
                  <a:lnTo>
                    <a:pt x="102" y="86"/>
                  </a:lnTo>
                  <a:lnTo>
                    <a:pt x="106" y="85"/>
                  </a:lnTo>
                  <a:lnTo>
                    <a:pt x="108" y="84"/>
                  </a:lnTo>
                  <a:lnTo>
                    <a:pt x="110" y="83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0" y="80"/>
                  </a:lnTo>
                  <a:lnTo>
                    <a:pt x="107" y="77"/>
                  </a:lnTo>
                  <a:lnTo>
                    <a:pt x="104" y="73"/>
                  </a:lnTo>
                  <a:lnTo>
                    <a:pt x="100" y="68"/>
                  </a:lnTo>
                  <a:lnTo>
                    <a:pt x="92" y="58"/>
                  </a:lnTo>
                  <a:lnTo>
                    <a:pt x="85" y="49"/>
                  </a:lnTo>
                  <a:lnTo>
                    <a:pt x="78" y="41"/>
                  </a:lnTo>
                  <a:lnTo>
                    <a:pt x="70" y="30"/>
                  </a:lnTo>
                  <a:lnTo>
                    <a:pt x="64" y="21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8" y="14"/>
                  </a:lnTo>
                  <a:lnTo>
                    <a:pt x="58" y="15"/>
                  </a:lnTo>
                  <a:lnTo>
                    <a:pt x="57" y="17"/>
                  </a:lnTo>
                  <a:lnTo>
                    <a:pt x="57" y="21"/>
                  </a:lnTo>
                  <a:lnTo>
                    <a:pt x="55" y="28"/>
                  </a:lnTo>
                  <a:lnTo>
                    <a:pt x="55" y="32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58" y="35"/>
                  </a:lnTo>
                  <a:lnTo>
                    <a:pt x="59" y="36"/>
                  </a:lnTo>
                  <a:lnTo>
                    <a:pt x="61" y="36"/>
                  </a:lnTo>
                  <a:lnTo>
                    <a:pt x="62" y="37"/>
                  </a:lnTo>
                  <a:lnTo>
                    <a:pt x="62" y="38"/>
                  </a:lnTo>
                  <a:lnTo>
                    <a:pt x="63" y="40"/>
                  </a:lnTo>
                  <a:lnTo>
                    <a:pt x="63" y="41"/>
                  </a:lnTo>
                  <a:lnTo>
                    <a:pt x="62" y="44"/>
                  </a:lnTo>
                  <a:lnTo>
                    <a:pt x="60" y="49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6" y="57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6" y="61"/>
                  </a:lnTo>
                  <a:lnTo>
                    <a:pt x="57" y="65"/>
                  </a:lnTo>
                  <a:lnTo>
                    <a:pt x="57" y="68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58" y="72"/>
                  </a:lnTo>
                  <a:lnTo>
                    <a:pt x="58" y="73"/>
                  </a:lnTo>
                  <a:lnTo>
                    <a:pt x="58" y="74"/>
                  </a:lnTo>
                  <a:lnTo>
                    <a:pt x="58" y="75"/>
                  </a:lnTo>
                  <a:lnTo>
                    <a:pt x="57" y="76"/>
                  </a:lnTo>
                  <a:lnTo>
                    <a:pt x="56" y="77"/>
                  </a:lnTo>
                  <a:lnTo>
                    <a:pt x="55" y="77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91"/>
                  </a:lnTo>
                  <a:lnTo>
                    <a:pt x="47" y="93"/>
                  </a:lnTo>
                  <a:lnTo>
                    <a:pt x="43" y="96"/>
                  </a:lnTo>
                  <a:lnTo>
                    <a:pt x="42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0" y="93"/>
                  </a:lnTo>
                  <a:lnTo>
                    <a:pt x="42" y="89"/>
                  </a:lnTo>
                  <a:lnTo>
                    <a:pt x="42" y="85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1" y="78"/>
                  </a:lnTo>
                  <a:lnTo>
                    <a:pt x="39" y="77"/>
                  </a:lnTo>
                  <a:lnTo>
                    <a:pt x="38" y="77"/>
                  </a:lnTo>
                  <a:lnTo>
                    <a:pt x="38" y="75"/>
                  </a:lnTo>
                  <a:lnTo>
                    <a:pt x="37" y="73"/>
                  </a:lnTo>
                  <a:lnTo>
                    <a:pt x="35" y="69"/>
                  </a:lnTo>
                  <a:lnTo>
                    <a:pt x="32" y="64"/>
                  </a:lnTo>
                  <a:lnTo>
                    <a:pt x="30" y="61"/>
                  </a:lnTo>
                  <a:lnTo>
                    <a:pt x="29" y="59"/>
                  </a:lnTo>
                  <a:lnTo>
                    <a:pt x="28" y="58"/>
                  </a:lnTo>
                  <a:lnTo>
                    <a:pt x="28" y="57"/>
                  </a:lnTo>
                  <a:lnTo>
                    <a:pt x="27" y="57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4" y="61"/>
                  </a:lnTo>
                  <a:lnTo>
                    <a:pt x="23" y="64"/>
                  </a:lnTo>
                  <a:lnTo>
                    <a:pt x="22" y="66"/>
                  </a:lnTo>
                  <a:lnTo>
                    <a:pt x="21" y="73"/>
                  </a:lnTo>
                  <a:lnTo>
                    <a:pt x="20" y="77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3"/>
                  </a:lnTo>
                  <a:close/>
                  <a:moveTo>
                    <a:pt x="70" y="90"/>
                  </a:moveTo>
                  <a:lnTo>
                    <a:pt x="77" y="97"/>
                  </a:lnTo>
                  <a:lnTo>
                    <a:pt x="76" y="98"/>
                  </a:lnTo>
                  <a:lnTo>
                    <a:pt x="75" y="100"/>
                  </a:lnTo>
                  <a:lnTo>
                    <a:pt x="74" y="102"/>
                  </a:lnTo>
                  <a:lnTo>
                    <a:pt x="72" y="106"/>
                  </a:lnTo>
                  <a:lnTo>
                    <a:pt x="72" y="107"/>
                  </a:lnTo>
                  <a:lnTo>
                    <a:pt x="73" y="108"/>
                  </a:lnTo>
                  <a:lnTo>
                    <a:pt x="74" y="108"/>
                  </a:lnTo>
                  <a:lnTo>
                    <a:pt x="74" y="107"/>
                  </a:lnTo>
                  <a:lnTo>
                    <a:pt x="77" y="105"/>
                  </a:lnTo>
                  <a:lnTo>
                    <a:pt x="78" y="102"/>
                  </a:lnTo>
                  <a:lnTo>
                    <a:pt x="79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2" y="101"/>
                  </a:lnTo>
                  <a:lnTo>
                    <a:pt x="83" y="103"/>
                  </a:lnTo>
                  <a:lnTo>
                    <a:pt x="86" y="105"/>
                  </a:lnTo>
                  <a:lnTo>
                    <a:pt x="87" y="107"/>
                  </a:lnTo>
                  <a:lnTo>
                    <a:pt x="89" y="108"/>
                  </a:lnTo>
                  <a:lnTo>
                    <a:pt x="90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4" y="109"/>
                  </a:lnTo>
                  <a:lnTo>
                    <a:pt x="96" y="109"/>
                  </a:lnTo>
                  <a:lnTo>
                    <a:pt x="98" y="109"/>
                  </a:lnTo>
                  <a:lnTo>
                    <a:pt x="98" y="109"/>
                  </a:lnTo>
                  <a:lnTo>
                    <a:pt x="99" y="109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100" y="105"/>
                  </a:lnTo>
                  <a:lnTo>
                    <a:pt x="98" y="102"/>
                  </a:lnTo>
                  <a:lnTo>
                    <a:pt x="98" y="101"/>
                  </a:lnTo>
                  <a:lnTo>
                    <a:pt x="96" y="99"/>
                  </a:lnTo>
                  <a:lnTo>
                    <a:pt x="92" y="95"/>
                  </a:lnTo>
                  <a:lnTo>
                    <a:pt x="88" y="89"/>
                  </a:lnTo>
                  <a:lnTo>
                    <a:pt x="86" y="86"/>
                  </a:lnTo>
                  <a:lnTo>
                    <a:pt x="85" y="85"/>
                  </a:lnTo>
                  <a:lnTo>
                    <a:pt x="85" y="81"/>
                  </a:lnTo>
                  <a:lnTo>
                    <a:pt x="86" y="78"/>
                  </a:lnTo>
                  <a:lnTo>
                    <a:pt x="86" y="75"/>
                  </a:lnTo>
                  <a:lnTo>
                    <a:pt x="86" y="73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3" y="73"/>
                  </a:lnTo>
                  <a:lnTo>
                    <a:pt x="82" y="73"/>
                  </a:lnTo>
                  <a:lnTo>
                    <a:pt x="80" y="74"/>
                  </a:lnTo>
                  <a:lnTo>
                    <a:pt x="80" y="77"/>
                  </a:lnTo>
                  <a:lnTo>
                    <a:pt x="80" y="79"/>
                  </a:lnTo>
                  <a:lnTo>
                    <a:pt x="80" y="82"/>
                  </a:lnTo>
                  <a:lnTo>
                    <a:pt x="80" y="84"/>
                  </a:lnTo>
                  <a:lnTo>
                    <a:pt x="75" y="86"/>
                  </a:lnTo>
                  <a:lnTo>
                    <a:pt x="70" y="90"/>
                  </a:lnTo>
                  <a:lnTo>
                    <a:pt x="70" y="90"/>
                  </a:lnTo>
                  <a:close/>
                  <a:moveTo>
                    <a:pt x="67" y="84"/>
                  </a:moveTo>
                  <a:lnTo>
                    <a:pt x="68" y="84"/>
                  </a:lnTo>
                  <a:lnTo>
                    <a:pt x="69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0" y="79"/>
                  </a:lnTo>
                  <a:lnTo>
                    <a:pt x="72" y="77"/>
                  </a:lnTo>
                  <a:lnTo>
                    <a:pt x="74" y="73"/>
                  </a:lnTo>
                  <a:lnTo>
                    <a:pt x="75" y="71"/>
                  </a:lnTo>
                  <a:lnTo>
                    <a:pt x="75" y="70"/>
                  </a:lnTo>
                  <a:lnTo>
                    <a:pt x="75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3" y="68"/>
                  </a:lnTo>
                  <a:lnTo>
                    <a:pt x="72" y="67"/>
                  </a:lnTo>
                  <a:lnTo>
                    <a:pt x="71" y="67"/>
                  </a:lnTo>
                  <a:lnTo>
                    <a:pt x="70" y="67"/>
                  </a:lnTo>
                  <a:lnTo>
                    <a:pt x="69" y="67"/>
                  </a:lnTo>
                  <a:lnTo>
                    <a:pt x="68" y="68"/>
                  </a:lnTo>
                  <a:lnTo>
                    <a:pt x="66" y="69"/>
                  </a:lnTo>
                  <a:lnTo>
                    <a:pt x="66" y="70"/>
                  </a:lnTo>
                  <a:lnTo>
                    <a:pt x="65" y="71"/>
                  </a:lnTo>
                  <a:lnTo>
                    <a:pt x="65" y="73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4" y="75"/>
                  </a:lnTo>
                  <a:lnTo>
                    <a:pt x="63" y="77"/>
                  </a:lnTo>
                  <a:lnTo>
                    <a:pt x="62" y="77"/>
                  </a:lnTo>
                  <a:lnTo>
                    <a:pt x="61" y="78"/>
                  </a:lnTo>
                  <a:lnTo>
                    <a:pt x="59" y="80"/>
                  </a:lnTo>
                  <a:lnTo>
                    <a:pt x="58" y="81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58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1" y="86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3" y="85"/>
                  </a:lnTo>
                  <a:lnTo>
                    <a:pt x="66" y="84"/>
                  </a:lnTo>
                  <a:lnTo>
                    <a:pt x="6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2" name="îŝļîḓè"/>
            <p:cNvSpPr/>
            <p:nvPr/>
          </p:nvSpPr>
          <p:spPr bwMode="auto">
            <a:xfrm>
              <a:off x="2708276" y="2566988"/>
              <a:ext cx="76200" cy="209550"/>
            </a:xfrm>
            <a:custGeom>
              <a:avLst/>
              <a:gdLst>
                <a:gd name="T0" fmla="*/ 1 w 48"/>
                <a:gd name="T1" fmla="*/ 31 h 132"/>
                <a:gd name="T2" fmla="*/ 9 w 48"/>
                <a:gd name="T3" fmla="*/ 20 h 132"/>
                <a:gd name="T4" fmla="*/ 26 w 48"/>
                <a:gd name="T5" fmla="*/ 4 h 132"/>
                <a:gd name="T6" fmla="*/ 34 w 48"/>
                <a:gd name="T7" fmla="*/ 0 h 132"/>
                <a:gd name="T8" fmla="*/ 40 w 48"/>
                <a:gd name="T9" fmla="*/ 1 h 132"/>
                <a:gd name="T10" fmla="*/ 41 w 48"/>
                <a:gd name="T11" fmla="*/ 4 h 132"/>
                <a:gd name="T12" fmla="*/ 38 w 48"/>
                <a:gd name="T13" fmla="*/ 20 h 132"/>
                <a:gd name="T14" fmla="*/ 32 w 48"/>
                <a:gd name="T15" fmla="*/ 60 h 132"/>
                <a:gd name="T16" fmla="*/ 28 w 48"/>
                <a:gd name="T17" fmla="*/ 65 h 132"/>
                <a:gd name="T18" fmla="*/ 20 w 48"/>
                <a:gd name="T19" fmla="*/ 70 h 132"/>
                <a:gd name="T20" fmla="*/ 20 w 48"/>
                <a:gd name="T21" fmla="*/ 81 h 132"/>
                <a:gd name="T22" fmla="*/ 22 w 48"/>
                <a:gd name="T23" fmla="*/ 90 h 132"/>
                <a:gd name="T24" fmla="*/ 31 w 48"/>
                <a:gd name="T25" fmla="*/ 90 h 132"/>
                <a:gd name="T26" fmla="*/ 35 w 48"/>
                <a:gd name="T27" fmla="*/ 91 h 132"/>
                <a:gd name="T28" fmla="*/ 35 w 48"/>
                <a:gd name="T29" fmla="*/ 97 h 132"/>
                <a:gd name="T30" fmla="*/ 27 w 48"/>
                <a:gd name="T31" fmla="*/ 114 h 132"/>
                <a:gd name="T32" fmla="*/ 26 w 48"/>
                <a:gd name="T33" fmla="*/ 120 h 132"/>
                <a:gd name="T34" fmla="*/ 34 w 48"/>
                <a:gd name="T35" fmla="*/ 117 h 132"/>
                <a:gd name="T36" fmla="*/ 42 w 48"/>
                <a:gd name="T37" fmla="*/ 114 h 132"/>
                <a:gd name="T38" fmla="*/ 47 w 48"/>
                <a:gd name="T39" fmla="*/ 118 h 132"/>
                <a:gd name="T40" fmla="*/ 48 w 48"/>
                <a:gd name="T41" fmla="*/ 124 h 132"/>
                <a:gd name="T42" fmla="*/ 41 w 48"/>
                <a:gd name="T43" fmla="*/ 129 h 132"/>
                <a:gd name="T44" fmla="*/ 30 w 48"/>
                <a:gd name="T45" fmla="*/ 132 h 132"/>
                <a:gd name="T46" fmla="*/ 16 w 48"/>
                <a:gd name="T47" fmla="*/ 131 h 132"/>
                <a:gd name="T48" fmla="*/ 13 w 48"/>
                <a:gd name="T49" fmla="*/ 128 h 132"/>
                <a:gd name="T50" fmla="*/ 15 w 48"/>
                <a:gd name="T51" fmla="*/ 124 h 132"/>
                <a:gd name="T52" fmla="*/ 16 w 48"/>
                <a:gd name="T53" fmla="*/ 121 h 132"/>
                <a:gd name="T54" fmla="*/ 16 w 48"/>
                <a:gd name="T55" fmla="*/ 108 h 132"/>
                <a:gd name="T56" fmla="*/ 12 w 48"/>
                <a:gd name="T57" fmla="*/ 106 h 132"/>
                <a:gd name="T58" fmla="*/ 10 w 48"/>
                <a:gd name="T59" fmla="*/ 102 h 132"/>
                <a:gd name="T60" fmla="*/ 12 w 48"/>
                <a:gd name="T61" fmla="*/ 91 h 132"/>
                <a:gd name="T62" fmla="*/ 7 w 48"/>
                <a:gd name="T63" fmla="*/ 81 h 132"/>
                <a:gd name="T64" fmla="*/ 4 w 48"/>
                <a:gd name="T65" fmla="*/ 78 h 132"/>
                <a:gd name="T66" fmla="*/ 8 w 48"/>
                <a:gd name="T67" fmla="*/ 73 h 132"/>
                <a:gd name="T68" fmla="*/ 10 w 48"/>
                <a:gd name="T69" fmla="*/ 62 h 132"/>
                <a:gd name="T70" fmla="*/ 10 w 48"/>
                <a:gd name="T71" fmla="*/ 60 h 132"/>
                <a:gd name="T72" fmla="*/ 5 w 48"/>
                <a:gd name="T73" fmla="*/ 60 h 132"/>
                <a:gd name="T74" fmla="*/ 4 w 48"/>
                <a:gd name="T75" fmla="*/ 56 h 132"/>
                <a:gd name="T76" fmla="*/ 8 w 48"/>
                <a:gd name="T77" fmla="*/ 52 h 132"/>
                <a:gd name="T78" fmla="*/ 12 w 48"/>
                <a:gd name="T79" fmla="*/ 49 h 132"/>
                <a:gd name="T80" fmla="*/ 14 w 48"/>
                <a:gd name="T81" fmla="*/ 34 h 132"/>
                <a:gd name="T82" fmla="*/ 19 w 48"/>
                <a:gd name="T83" fmla="*/ 32 h 132"/>
                <a:gd name="T84" fmla="*/ 20 w 48"/>
                <a:gd name="T85" fmla="*/ 39 h 132"/>
                <a:gd name="T86" fmla="*/ 20 w 48"/>
                <a:gd name="T87" fmla="*/ 49 h 132"/>
                <a:gd name="T88" fmla="*/ 23 w 48"/>
                <a:gd name="T89" fmla="*/ 49 h 132"/>
                <a:gd name="T90" fmla="*/ 30 w 48"/>
                <a:gd name="T91" fmla="*/ 18 h 132"/>
                <a:gd name="T92" fmla="*/ 30 w 48"/>
                <a:gd name="T93" fmla="*/ 10 h 132"/>
                <a:gd name="T94" fmla="*/ 18 w 48"/>
                <a:gd name="T9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8" h="132">
                  <a:moveTo>
                    <a:pt x="8" y="32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1" y="31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6" y="24"/>
                  </a:lnTo>
                  <a:lnTo>
                    <a:pt x="9" y="20"/>
                  </a:lnTo>
                  <a:lnTo>
                    <a:pt x="16" y="14"/>
                  </a:lnTo>
                  <a:lnTo>
                    <a:pt x="21" y="8"/>
                  </a:lnTo>
                  <a:lnTo>
                    <a:pt x="24" y="6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8"/>
                  </a:lnTo>
                  <a:lnTo>
                    <a:pt x="40" y="12"/>
                  </a:lnTo>
                  <a:lnTo>
                    <a:pt x="39" y="17"/>
                  </a:lnTo>
                  <a:lnTo>
                    <a:pt x="38" y="20"/>
                  </a:lnTo>
                  <a:lnTo>
                    <a:pt x="36" y="28"/>
                  </a:lnTo>
                  <a:lnTo>
                    <a:pt x="35" y="40"/>
                  </a:lnTo>
                  <a:lnTo>
                    <a:pt x="33" y="53"/>
                  </a:lnTo>
                  <a:lnTo>
                    <a:pt x="32" y="60"/>
                  </a:lnTo>
                  <a:lnTo>
                    <a:pt x="32" y="61"/>
                  </a:lnTo>
                  <a:lnTo>
                    <a:pt x="31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1" y="69"/>
                  </a:ln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6"/>
                  </a:lnTo>
                  <a:lnTo>
                    <a:pt x="20" y="81"/>
                  </a:lnTo>
                  <a:lnTo>
                    <a:pt x="20" y="86"/>
                  </a:lnTo>
                  <a:lnTo>
                    <a:pt x="21" y="89"/>
                  </a:lnTo>
                  <a:lnTo>
                    <a:pt x="22" y="89"/>
                  </a:lnTo>
                  <a:lnTo>
                    <a:pt x="22" y="90"/>
                  </a:lnTo>
                  <a:lnTo>
                    <a:pt x="23" y="91"/>
                  </a:lnTo>
                  <a:lnTo>
                    <a:pt x="24" y="91"/>
                  </a:lnTo>
                  <a:lnTo>
                    <a:pt x="27" y="90"/>
                  </a:lnTo>
                  <a:lnTo>
                    <a:pt x="31" y="90"/>
                  </a:lnTo>
                  <a:lnTo>
                    <a:pt x="32" y="90"/>
                  </a:lnTo>
                  <a:lnTo>
                    <a:pt x="34" y="90"/>
                  </a:lnTo>
                  <a:lnTo>
                    <a:pt x="35" y="91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6" y="95"/>
                  </a:lnTo>
                  <a:lnTo>
                    <a:pt x="35" y="97"/>
                  </a:lnTo>
                  <a:lnTo>
                    <a:pt x="33" y="100"/>
                  </a:lnTo>
                  <a:lnTo>
                    <a:pt x="32" y="104"/>
                  </a:lnTo>
                  <a:lnTo>
                    <a:pt x="28" y="111"/>
                  </a:lnTo>
                  <a:lnTo>
                    <a:pt x="27" y="114"/>
                  </a:lnTo>
                  <a:lnTo>
                    <a:pt x="26" y="116"/>
                  </a:lnTo>
                  <a:lnTo>
                    <a:pt x="25" y="118"/>
                  </a:lnTo>
                  <a:lnTo>
                    <a:pt x="25" y="119"/>
                  </a:lnTo>
                  <a:lnTo>
                    <a:pt x="26" y="120"/>
                  </a:lnTo>
                  <a:lnTo>
                    <a:pt x="27" y="120"/>
                  </a:lnTo>
                  <a:lnTo>
                    <a:pt x="28" y="120"/>
                  </a:lnTo>
                  <a:lnTo>
                    <a:pt x="31" y="119"/>
                  </a:lnTo>
                  <a:lnTo>
                    <a:pt x="34" y="117"/>
                  </a:lnTo>
                  <a:lnTo>
                    <a:pt x="37" y="116"/>
                  </a:lnTo>
                  <a:lnTo>
                    <a:pt x="40" y="115"/>
                  </a:lnTo>
                  <a:lnTo>
                    <a:pt x="40" y="115"/>
                  </a:lnTo>
                  <a:lnTo>
                    <a:pt x="42" y="114"/>
                  </a:lnTo>
                  <a:lnTo>
                    <a:pt x="43" y="114"/>
                  </a:lnTo>
                  <a:lnTo>
                    <a:pt x="44" y="115"/>
                  </a:lnTo>
                  <a:lnTo>
                    <a:pt x="45" y="116"/>
                  </a:lnTo>
                  <a:lnTo>
                    <a:pt x="47" y="118"/>
                  </a:lnTo>
                  <a:lnTo>
                    <a:pt x="48" y="120"/>
                  </a:lnTo>
                  <a:lnTo>
                    <a:pt x="48" y="121"/>
                  </a:lnTo>
                  <a:lnTo>
                    <a:pt x="48" y="123"/>
                  </a:lnTo>
                  <a:lnTo>
                    <a:pt x="48" y="124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1" y="129"/>
                  </a:lnTo>
                  <a:lnTo>
                    <a:pt x="37" y="130"/>
                  </a:lnTo>
                  <a:lnTo>
                    <a:pt x="35" y="131"/>
                  </a:lnTo>
                  <a:lnTo>
                    <a:pt x="32" y="132"/>
                  </a:lnTo>
                  <a:lnTo>
                    <a:pt x="30" y="132"/>
                  </a:lnTo>
                  <a:lnTo>
                    <a:pt x="26" y="132"/>
                  </a:lnTo>
                  <a:lnTo>
                    <a:pt x="20" y="132"/>
                  </a:lnTo>
                  <a:lnTo>
                    <a:pt x="18" y="132"/>
                  </a:lnTo>
                  <a:lnTo>
                    <a:pt x="16" y="131"/>
                  </a:lnTo>
                  <a:lnTo>
                    <a:pt x="15" y="130"/>
                  </a:lnTo>
                  <a:lnTo>
                    <a:pt x="14" y="130"/>
                  </a:lnTo>
                  <a:lnTo>
                    <a:pt x="13" y="128"/>
                  </a:lnTo>
                  <a:lnTo>
                    <a:pt x="13" y="128"/>
                  </a:lnTo>
                  <a:lnTo>
                    <a:pt x="13" y="127"/>
                  </a:lnTo>
                  <a:lnTo>
                    <a:pt x="13" y="125"/>
                  </a:lnTo>
                  <a:lnTo>
                    <a:pt x="14" y="124"/>
                  </a:lnTo>
                  <a:lnTo>
                    <a:pt x="15" y="124"/>
                  </a:lnTo>
                  <a:lnTo>
                    <a:pt x="16" y="124"/>
                  </a:lnTo>
                  <a:lnTo>
                    <a:pt x="16" y="123"/>
                  </a:lnTo>
                  <a:lnTo>
                    <a:pt x="17" y="122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3"/>
                  </a:lnTo>
                  <a:lnTo>
                    <a:pt x="16" y="111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7"/>
                  </a:lnTo>
                  <a:lnTo>
                    <a:pt x="14" y="107"/>
                  </a:lnTo>
                  <a:lnTo>
                    <a:pt x="12" y="106"/>
                  </a:lnTo>
                  <a:lnTo>
                    <a:pt x="11" y="104"/>
                  </a:lnTo>
                  <a:lnTo>
                    <a:pt x="10" y="104"/>
                  </a:lnTo>
                  <a:lnTo>
                    <a:pt x="10" y="103"/>
                  </a:lnTo>
                  <a:lnTo>
                    <a:pt x="10" y="102"/>
                  </a:lnTo>
                  <a:lnTo>
                    <a:pt x="12" y="100"/>
                  </a:lnTo>
                  <a:lnTo>
                    <a:pt x="13" y="98"/>
                  </a:lnTo>
                  <a:lnTo>
                    <a:pt x="13" y="95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1" y="85"/>
                  </a:lnTo>
                  <a:lnTo>
                    <a:pt x="9" y="84"/>
                  </a:lnTo>
                  <a:lnTo>
                    <a:pt x="7" y="81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8" y="70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1" y="6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7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4" y="57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5" y="54"/>
                  </a:lnTo>
                  <a:lnTo>
                    <a:pt x="7" y="53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5" y="34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0" y="33"/>
                  </a:lnTo>
                  <a:lnTo>
                    <a:pt x="20" y="36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4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23" y="49"/>
                  </a:lnTo>
                  <a:lnTo>
                    <a:pt x="24" y="44"/>
                  </a:lnTo>
                  <a:lnTo>
                    <a:pt x="27" y="34"/>
                  </a:lnTo>
                  <a:lnTo>
                    <a:pt x="28" y="24"/>
                  </a:lnTo>
                  <a:lnTo>
                    <a:pt x="30" y="18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0" y="11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8" y="11"/>
                  </a:lnTo>
                  <a:lnTo>
                    <a:pt x="24" y="16"/>
                  </a:lnTo>
                  <a:lnTo>
                    <a:pt x="18" y="21"/>
                  </a:lnTo>
                  <a:lnTo>
                    <a:pt x="12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3" name="îš1îḋè"/>
            <p:cNvSpPr/>
            <p:nvPr/>
          </p:nvSpPr>
          <p:spPr bwMode="auto">
            <a:xfrm>
              <a:off x="2684463" y="2625726"/>
              <a:ext cx="26988" cy="47625"/>
            </a:xfrm>
            <a:custGeom>
              <a:avLst/>
              <a:gdLst>
                <a:gd name="T0" fmla="*/ 2 w 17"/>
                <a:gd name="T1" fmla="*/ 6 h 30"/>
                <a:gd name="T2" fmla="*/ 1 w 17"/>
                <a:gd name="T3" fmla="*/ 5 h 30"/>
                <a:gd name="T4" fmla="*/ 0 w 17"/>
                <a:gd name="T5" fmla="*/ 3 h 30"/>
                <a:gd name="T6" fmla="*/ 0 w 17"/>
                <a:gd name="T7" fmla="*/ 3 h 30"/>
                <a:gd name="T8" fmla="*/ 0 w 17"/>
                <a:gd name="T9" fmla="*/ 3 h 30"/>
                <a:gd name="T10" fmla="*/ 1 w 17"/>
                <a:gd name="T11" fmla="*/ 2 h 30"/>
                <a:gd name="T12" fmla="*/ 3 w 17"/>
                <a:gd name="T13" fmla="*/ 1 h 30"/>
                <a:gd name="T14" fmla="*/ 6 w 17"/>
                <a:gd name="T15" fmla="*/ 1 h 30"/>
                <a:gd name="T16" fmla="*/ 9 w 17"/>
                <a:gd name="T17" fmla="*/ 0 h 30"/>
                <a:gd name="T18" fmla="*/ 11 w 17"/>
                <a:gd name="T19" fmla="*/ 0 h 30"/>
                <a:gd name="T20" fmla="*/ 12 w 17"/>
                <a:gd name="T21" fmla="*/ 1 h 30"/>
                <a:gd name="T22" fmla="*/ 13 w 17"/>
                <a:gd name="T23" fmla="*/ 2 h 30"/>
                <a:gd name="T24" fmla="*/ 14 w 17"/>
                <a:gd name="T25" fmla="*/ 3 h 30"/>
                <a:gd name="T26" fmla="*/ 15 w 17"/>
                <a:gd name="T27" fmla="*/ 7 h 30"/>
                <a:gd name="T28" fmla="*/ 15 w 17"/>
                <a:gd name="T29" fmla="*/ 14 h 30"/>
                <a:gd name="T30" fmla="*/ 16 w 17"/>
                <a:gd name="T31" fmla="*/ 19 h 30"/>
                <a:gd name="T32" fmla="*/ 17 w 17"/>
                <a:gd name="T33" fmla="*/ 23 h 30"/>
                <a:gd name="T34" fmla="*/ 17 w 17"/>
                <a:gd name="T35" fmla="*/ 25 h 30"/>
                <a:gd name="T36" fmla="*/ 17 w 17"/>
                <a:gd name="T37" fmla="*/ 27 h 30"/>
                <a:gd name="T38" fmla="*/ 16 w 17"/>
                <a:gd name="T39" fmla="*/ 28 h 30"/>
                <a:gd name="T40" fmla="*/ 15 w 17"/>
                <a:gd name="T41" fmla="*/ 29 h 30"/>
                <a:gd name="T42" fmla="*/ 14 w 17"/>
                <a:gd name="T43" fmla="*/ 30 h 30"/>
                <a:gd name="T44" fmla="*/ 11 w 17"/>
                <a:gd name="T45" fmla="*/ 30 h 30"/>
                <a:gd name="T46" fmla="*/ 10 w 17"/>
                <a:gd name="T47" fmla="*/ 30 h 30"/>
                <a:gd name="T48" fmla="*/ 8 w 17"/>
                <a:gd name="T49" fmla="*/ 29 h 30"/>
                <a:gd name="T50" fmla="*/ 7 w 17"/>
                <a:gd name="T51" fmla="*/ 28 h 30"/>
                <a:gd name="T52" fmla="*/ 7 w 17"/>
                <a:gd name="T53" fmla="*/ 27 h 30"/>
                <a:gd name="T54" fmla="*/ 6 w 17"/>
                <a:gd name="T55" fmla="*/ 23 h 30"/>
                <a:gd name="T56" fmla="*/ 6 w 17"/>
                <a:gd name="T57" fmla="*/ 19 h 30"/>
                <a:gd name="T58" fmla="*/ 5 w 17"/>
                <a:gd name="T59" fmla="*/ 15 h 30"/>
                <a:gd name="T60" fmla="*/ 4 w 17"/>
                <a:gd name="T61" fmla="*/ 11 h 30"/>
                <a:gd name="T62" fmla="*/ 3 w 17"/>
                <a:gd name="T63" fmla="*/ 8 h 30"/>
                <a:gd name="T64" fmla="*/ 3 w 17"/>
                <a:gd name="T65" fmla="*/ 7 h 30"/>
                <a:gd name="T66" fmla="*/ 3 w 17"/>
                <a:gd name="T67" fmla="*/ 7 h 30"/>
                <a:gd name="T68" fmla="*/ 2 w 17"/>
                <a:gd name="T6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0">
                  <a:moveTo>
                    <a:pt x="2" y="6"/>
                  </a:move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5" y="7"/>
                  </a:lnTo>
                  <a:lnTo>
                    <a:pt x="15" y="14"/>
                  </a:lnTo>
                  <a:lnTo>
                    <a:pt x="16" y="19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5" y="15"/>
                  </a:lnTo>
                  <a:lnTo>
                    <a:pt x="4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4" name="ïṡḷiḓé"/>
            <p:cNvSpPr/>
            <p:nvPr/>
          </p:nvSpPr>
          <p:spPr bwMode="auto">
            <a:xfrm>
              <a:off x="2617788" y="2617788"/>
              <a:ext cx="65088" cy="158750"/>
            </a:xfrm>
            <a:custGeom>
              <a:avLst/>
              <a:gdLst>
                <a:gd name="T0" fmla="*/ 14 w 41"/>
                <a:gd name="T1" fmla="*/ 26 h 100"/>
                <a:gd name="T2" fmla="*/ 10 w 41"/>
                <a:gd name="T3" fmla="*/ 30 h 100"/>
                <a:gd name="T4" fmla="*/ 5 w 41"/>
                <a:gd name="T5" fmla="*/ 28 h 100"/>
                <a:gd name="T6" fmla="*/ 1 w 41"/>
                <a:gd name="T7" fmla="*/ 26 h 100"/>
                <a:gd name="T8" fmla="*/ 0 w 41"/>
                <a:gd name="T9" fmla="*/ 24 h 100"/>
                <a:gd name="T10" fmla="*/ 2 w 41"/>
                <a:gd name="T11" fmla="*/ 19 h 100"/>
                <a:gd name="T12" fmla="*/ 10 w 41"/>
                <a:gd name="T13" fmla="*/ 12 h 100"/>
                <a:gd name="T14" fmla="*/ 21 w 41"/>
                <a:gd name="T15" fmla="*/ 4 h 100"/>
                <a:gd name="T16" fmla="*/ 29 w 41"/>
                <a:gd name="T17" fmla="*/ 0 h 100"/>
                <a:gd name="T18" fmla="*/ 30 w 41"/>
                <a:gd name="T19" fmla="*/ 0 h 100"/>
                <a:gd name="T20" fmla="*/ 33 w 41"/>
                <a:gd name="T21" fmla="*/ 4 h 100"/>
                <a:gd name="T22" fmla="*/ 35 w 41"/>
                <a:gd name="T23" fmla="*/ 8 h 100"/>
                <a:gd name="T24" fmla="*/ 33 w 41"/>
                <a:gd name="T25" fmla="*/ 16 h 100"/>
                <a:gd name="T26" fmla="*/ 32 w 41"/>
                <a:gd name="T27" fmla="*/ 30 h 100"/>
                <a:gd name="T28" fmla="*/ 31 w 41"/>
                <a:gd name="T29" fmla="*/ 44 h 100"/>
                <a:gd name="T30" fmla="*/ 33 w 41"/>
                <a:gd name="T31" fmla="*/ 46 h 100"/>
                <a:gd name="T32" fmla="*/ 35 w 41"/>
                <a:gd name="T33" fmla="*/ 48 h 100"/>
                <a:gd name="T34" fmla="*/ 31 w 41"/>
                <a:gd name="T35" fmla="*/ 54 h 100"/>
                <a:gd name="T36" fmla="*/ 32 w 41"/>
                <a:gd name="T37" fmla="*/ 57 h 100"/>
                <a:gd name="T38" fmla="*/ 35 w 41"/>
                <a:gd name="T39" fmla="*/ 58 h 100"/>
                <a:gd name="T40" fmla="*/ 37 w 41"/>
                <a:gd name="T41" fmla="*/ 54 h 100"/>
                <a:gd name="T42" fmla="*/ 41 w 41"/>
                <a:gd name="T43" fmla="*/ 48 h 100"/>
                <a:gd name="T44" fmla="*/ 35 w 41"/>
                <a:gd name="T45" fmla="*/ 72 h 100"/>
                <a:gd name="T46" fmla="*/ 30 w 41"/>
                <a:gd name="T47" fmla="*/ 88 h 100"/>
                <a:gd name="T48" fmla="*/ 25 w 41"/>
                <a:gd name="T49" fmla="*/ 96 h 100"/>
                <a:gd name="T50" fmla="*/ 21 w 41"/>
                <a:gd name="T51" fmla="*/ 100 h 100"/>
                <a:gd name="T52" fmla="*/ 17 w 41"/>
                <a:gd name="T53" fmla="*/ 100 h 100"/>
                <a:gd name="T54" fmla="*/ 15 w 41"/>
                <a:gd name="T55" fmla="*/ 97 h 100"/>
                <a:gd name="T56" fmla="*/ 16 w 41"/>
                <a:gd name="T57" fmla="*/ 89 h 100"/>
                <a:gd name="T58" fmla="*/ 18 w 41"/>
                <a:gd name="T59" fmla="*/ 82 h 100"/>
                <a:gd name="T60" fmla="*/ 21 w 41"/>
                <a:gd name="T61" fmla="*/ 74 h 100"/>
                <a:gd name="T62" fmla="*/ 20 w 41"/>
                <a:gd name="T63" fmla="*/ 68 h 100"/>
                <a:gd name="T64" fmla="*/ 18 w 41"/>
                <a:gd name="T65" fmla="*/ 65 h 100"/>
                <a:gd name="T66" fmla="*/ 9 w 41"/>
                <a:gd name="T67" fmla="*/ 69 h 100"/>
                <a:gd name="T68" fmla="*/ 5 w 41"/>
                <a:gd name="T69" fmla="*/ 70 h 100"/>
                <a:gd name="T70" fmla="*/ 5 w 41"/>
                <a:gd name="T71" fmla="*/ 68 h 100"/>
                <a:gd name="T72" fmla="*/ 5 w 41"/>
                <a:gd name="T73" fmla="*/ 61 h 100"/>
                <a:gd name="T74" fmla="*/ 7 w 41"/>
                <a:gd name="T75" fmla="*/ 61 h 100"/>
                <a:gd name="T76" fmla="*/ 9 w 41"/>
                <a:gd name="T77" fmla="*/ 59 h 100"/>
                <a:gd name="T78" fmla="*/ 17 w 41"/>
                <a:gd name="T79" fmla="*/ 54 h 100"/>
                <a:gd name="T80" fmla="*/ 20 w 41"/>
                <a:gd name="T81" fmla="*/ 50 h 100"/>
                <a:gd name="T82" fmla="*/ 20 w 41"/>
                <a:gd name="T83" fmla="*/ 40 h 100"/>
                <a:gd name="T84" fmla="*/ 19 w 41"/>
                <a:gd name="T85" fmla="*/ 25 h 100"/>
                <a:gd name="T86" fmla="*/ 17 w 41"/>
                <a:gd name="T8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100">
                  <a:moveTo>
                    <a:pt x="17" y="24"/>
                  </a:moveTo>
                  <a:lnTo>
                    <a:pt x="16" y="24"/>
                  </a:lnTo>
                  <a:lnTo>
                    <a:pt x="14" y="26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29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1" y="4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2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30"/>
                  </a:lnTo>
                  <a:lnTo>
                    <a:pt x="31" y="36"/>
                  </a:lnTo>
                  <a:lnTo>
                    <a:pt x="31" y="43"/>
                  </a:lnTo>
                  <a:lnTo>
                    <a:pt x="31" y="44"/>
                  </a:lnTo>
                  <a:lnTo>
                    <a:pt x="31" y="45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51"/>
                  </a:lnTo>
                  <a:lnTo>
                    <a:pt x="32" y="53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5" y="58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7" y="54"/>
                  </a:lnTo>
                  <a:lnTo>
                    <a:pt x="39" y="49"/>
                  </a:lnTo>
                  <a:lnTo>
                    <a:pt x="41" y="47"/>
                  </a:lnTo>
                  <a:lnTo>
                    <a:pt x="41" y="48"/>
                  </a:lnTo>
                  <a:lnTo>
                    <a:pt x="40" y="54"/>
                  </a:lnTo>
                  <a:lnTo>
                    <a:pt x="38" y="61"/>
                  </a:lnTo>
                  <a:lnTo>
                    <a:pt x="35" y="72"/>
                  </a:lnTo>
                  <a:lnTo>
                    <a:pt x="33" y="79"/>
                  </a:lnTo>
                  <a:lnTo>
                    <a:pt x="32" y="84"/>
                  </a:lnTo>
                  <a:lnTo>
                    <a:pt x="30" y="88"/>
                  </a:lnTo>
                  <a:lnTo>
                    <a:pt x="29" y="92"/>
                  </a:lnTo>
                  <a:lnTo>
                    <a:pt x="27" y="94"/>
                  </a:lnTo>
                  <a:lnTo>
                    <a:pt x="25" y="96"/>
                  </a:lnTo>
                  <a:lnTo>
                    <a:pt x="24" y="98"/>
                  </a:lnTo>
                  <a:lnTo>
                    <a:pt x="22" y="99"/>
                  </a:lnTo>
                  <a:lnTo>
                    <a:pt x="21" y="100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7" y="100"/>
                  </a:lnTo>
                  <a:lnTo>
                    <a:pt x="16" y="100"/>
                  </a:lnTo>
                  <a:lnTo>
                    <a:pt x="15" y="98"/>
                  </a:lnTo>
                  <a:lnTo>
                    <a:pt x="15" y="97"/>
                  </a:lnTo>
                  <a:lnTo>
                    <a:pt x="15" y="96"/>
                  </a:lnTo>
                  <a:lnTo>
                    <a:pt x="16" y="92"/>
                  </a:lnTo>
                  <a:lnTo>
                    <a:pt x="16" y="89"/>
                  </a:lnTo>
                  <a:lnTo>
                    <a:pt x="17" y="87"/>
                  </a:lnTo>
                  <a:lnTo>
                    <a:pt x="17" y="84"/>
                  </a:lnTo>
                  <a:lnTo>
                    <a:pt x="18" y="82"/>
                  </a:lnTo>
                  <a:lnTo>
                    <a:pt x="19" y="79"/>
                  </a:lnTo>
                  <a:lnTo>
                    <a:pt x="20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20" y="68"/>
                  </a:lnTo>
                  <a:lnTo>
                    <a:pt x="20" y="67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6" y="66"/>
                  </a:lnTo>
                  <a:lnTo>
                    <a:pt x="13" y="68"/>
                  </a:lnTo>
                  <a:lnTo>
                    <a:pt x="9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4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1" y="48"/>
                  </a:lnTo>
                  <a:lnTo>
                    <a:pt x="21" y="46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0" y="28"/>
                  </a:lnTo>
                  <a:lnTo>
                    <a:pt x="19" y="25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7" y="24"/>
                  </a:lnTo>
                  <a:lnTo>
                    <a:pt x="1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5" name="íṩḻîḑé"/>
            <p:cNvSpPr/>
            <p:nvPr/>
          </p:nvSpPr>
          <p:spPr bwMode="auto">
            <a:xfrm>
              <a:off x="2997201" y="2633663"/>
              <a:ext cx="184150" cy="139700"/>
            </a:xfrm>
            <a:custGeom>
              <a:avLst/>
              <a:gdLst>
                <a:gd name="T0" fmla="*/ 51 w 116"/>
                <a:gd name="T1" fmla="*/ 2 h 88"/>
                <a:gd name="T2" fmla="*/ 53 w 116"/>
                <a:gd name="T3" fmla="*/ 0 h 88"/>
                <a:gd name="T4" fmla="*/ 56 w 116"/>
                <a:gd name="T5" fmla="*/ 1 h 88"/>
                <a:gd name="T6" fmla="*/ 62 w 116"/>
                <a:gd name="T7" fmla="*/ 3 h 88"/>
                <a:gd name="T8" fmla="*/ 69 w 116"/>
                <a:gd name="T9" fmla="*/ 6 h 88"/>
                <a:gd name="T10" fmla="*/ 88 w 116"/>
                <a:gd name="T11" fmla="*/ 10 h 88"/>
                <a:gd name="T12" fmla="*/ 98 w 116"/>
                <a:gd name="T13" fmla="*/ 10 h 88"/>
                <a:gd name="T14" fmla="*/ 107 w 116"/>
                <a:gd name="T15" fmla="*/ 11 h 88"/>
                <a:gd name="T16" fmla="*/ 116 w 116"/>
                <a:gd name="T17" fmla="*/ 18 h 88"/>
                <a:gd name="T18" fmla="*/ 115 w 116"/>
                <a:gd name="T19" fmla="*/ 22 h 88"/>
                <a:gd name="T20" fmla="*/ 113 w 116"/>
                <a:gd name="T21" fmla="*/ 26 h 88"/>
                <a:gd name="T22" fmla="*/ 95 w 116"/>
                <a:gd name="T23" fmla="*/ 39 h 88"/>
                <a:gd name="T24" fmla="*/ 79 w 116"/>
                <a:gd name="T25" fmla="*/ 54 h 88"/>
                <a:gd name="T26" fmla="*/ 75 w 116"/>
                <a:gd name="T27" fmla="*/ 60 h 88"/>
                <a:gd name="T28" fmla="*/ 77 w 116"/>
                <a:gd name="T29" fmla="*/ 61 h 88"/>
                <a:gd name="T30" fmla="*/ 87 w 116"/>
                <a:gd name="T31" fmla="*/ 58 h 88"/>
                <a:gd name="T32" fmla="*/ 93 w 116"/>
                <a:gd name="T33" fmla="*/ 59 h 88"/>
                <a:gd name="T34" fmla="*/ 96 w 116"/>
                <a:gd name="T35" fmla="*/ 63 h 88"/>
                <a:gd name="T36" fmla="*/ 95 w 116"/>
                <a:gd name="T37" fmla="*/ 68 h 88"/>
                <a:gd name="T38" fmla="*/ 92 w 116"/>
                <a:gd name="T39" fmla="*/ 70 h 88"/>
                <a:gd name="T40" fmla="*/ 88 w 116"/>
                <a:gd name="T41" fmla="*/ 71 h 88"/>
                <a:gd name="T42" fmla="*/ 80 w 116"/>
                <a:gd name="T43" fmla="*/ 70 h 88"/>
                <a:gd name="T44" fmla="*/ 68 w 116"/>
                <a:gd name="T45" fmla="*/ 71 h 88"/>
                <a:gd name="T46" fmla="*/ 43 w 116"/>
                <a:gd name="T47" fmla="*/ 78 h 88"/>
                <a:gd name="T48" fmla="*/ 27 w 116"/>
                <a:gd name="T49" fmla="*/ 84 h 88"/>
                <a:gd name="T50" fmla="*/ 21 w 116"/>
                <a:gd name="T51" fmla="*/ 87 h 88"/>
                <a:gd name="T52" fmla="*/ 19 w 116"/>
                <a:gd name="T53" fmla="*/ 88 h 88"/>
                <a:gd name="T54" fmla="*/ 11 w 116"/>
                <a:gd name="T55" fmla="*/ 84 h 88"/>
                <a:gd name="T56" fmla="*/ 3 w 116"/>
                <a:gd name="T57" fmla="*/ 79 h 88"/>
                <a:gd name="T58" fmla="*/ 1 w 116"/>
                <a:gd name="T59" fmla="*/ 74 h 88"/>
                <a:gd name="T60" fmla="*/ 0 w 116"/>
                <a:gd name="T61" fmla="*/ 68 h 88"/>
                <a:gd name="T62" fmla="*/ 2 w 116"/>
                <a:gd name="T63" fmla="*/ 66 h 88"/>
                <a:gd name="T64" fmla="*/ 9 w 116"/>
                <a:gd name="T65" fmla="*/ 66 h 88"/>
                <a:gd name="T66" fmla="*/ 18 w 116"/>
                <a:gd name="T67" fmla="*/ 67 h 88"/>
                <a:gd name="T68" fmla="*/ 27 w 116"/>
                <a:gd name="T69" fmla="*/ 65 h 88"/>
                <a:gd name="T70" fmla="*/ 45 w 116"/>
                <a:gd name="T71" fmla="*/ 61 h 88"/>
                <a:gd name="T72" fmla="*/ 63 w 116"/>
                <a:gd name="T73" fmla="*/ 48 h 88"/>
                <a:gd name="T74" fmla="*/ 83 w 116"/>
                <a:gd name="T75" fmla="*/ 30 h 88"/>
                <a:gd name="T76" fmla="*/ 97 w 116"/>
                <a:gd name="T77" fmla="*/ 20 h 88"/>
                <a:gd name="T78" fmla="*/ 98 w 116"/>
                <a:gd name="T79" fmla="*/ 18 h 88"/>
                <a:gd name="T80" fmla="*/ 92 w 116"/>
                <a:gd name="T81" fmla="*/ 17 h 88"/>
                <a:gd name="T82" fmla="*/ 77 w 116"/>
                <a:gd name="T83" fmla="*/ 21 h 88"/>
                <a:gd name="T84" fmla="*/ 68 w 116"/>
                <a:gd name="T85" fmla="*/ 25 h 88"/>
                <a:gd name="T86" fmla="*/ 63 w 116"/>
                <a:gd name="T87" fmla="*/ 25 h 88"/>
                <a:gd name="T88" fmla="*/ 58 w 116"/>
                <a:gd name="T89" fmla="*/ 22 h 88"/>
                <a:gd name="T90" fmla="*/ 54 w 116"/>
                <a:gd name="T91" fmla="*/ 16 h 88"/>
                <a:gd name="T92" fmla="*/ 51 w 116"/>
                <a:gd name="T93" fmla="*/ 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6" h="88">
                  <a:moveTo>
                    <a:pt x="51" y="5"/>
                  </a:moveTo>
                  <a:lnTo>
                    <a:pt x="51" y="3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2"/>
                  </a:lnTo>
                  <a:lnTo>
                    <a:pt x="62" y="3"/>
                  </a:lnTo>
                  <a:lnTo>
                    <a:pt x="64" y="5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75" y="8"/>
                  </a:lnTo>
                  <a:lnTo>
                    <a:pt x="83" y="10"/>
                  </a:lnTo>
                  <a:lnTo>
                    <a:pt x="88" y="10"/>
                  </a:lnTo>
                  <a:lnTo>
                    <a:pt x="92" y="10"/>
                  </a:lnTo>
                  <a:lnTo>
                    <a:pt x="95" y="10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7" y="11"/>
                  </a:lnTo>
                  <a:lnTo>
                    <a:pt x="111" y="14"/>
                  </a:lnTo>
                  <a:lnTo>
                    <a:pt x="115" y="17"/>
                  </a:lnTo>
                  <a:lnTo>
                    <a:pt x="116" y="18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5" y="24"/>
                  </a:lnTo>
                  <a:lnTo>
                    <a:pt x="114" y="26"/>
                  </a:lnTo>
                  <a:lnTo>
                    <a:pt x="113" y="26"/>
                  </a:lnTo>
                  <a:lnTo>
                    <a:pt x="109" y="29"/>
                  </a:lnTo>
                  <a:lnTo>
                    <a:pt x="103" y="34"/>
                  </a:lnTo>
                  <a:lnTo>
                    <a:pt x="95" y="39"/>
                  </a:lnTo>
                  <a:lnTo>
                    <a:pt x="87" y="46"/>
                  </a:lnTo>
                  <a:lnTo>
                    <a:pt x="83" y="50"/>
                  </a:lnTo>
                  <a:lnTo>
                    <a:pt x="79" y="54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5" y="60"/>
                  </a:lnTo>
                  <a:lnTo>
                    <a:pt x="75" y="61"/>
                  </a:lnTo>
                  <a:lnTo>
                    <a:pt x="75" y="61"/>
                  </a:lnTo>
                  <a:lnTo>
                    <a:pt x="77" y="61"/>
                  </a:lnTo>
                  <a:lnTo>
                    <a:pt x="80" y="61"/>
                  </a:lnTo>
                  <a:lnTo>
                    <a:pt x="85" y="59"/>
                  </a:lnTo>
                  <a:lnTo>
                    <a:pt x="87" y="58"/>
                  </a:lnTo>
                  <a:lnTo>
                    <a:pt x="88" y="57"/>
                  </a:lnTo>
                  <a:lnTo>
                    <a:pt x="91" y="58"/>
                  </a:lnTo>
                  <a:lnTo>
                    <a:pt x="93" y="59"/>
                  </a:lnTo>
                  <a:lnTo>
                    <a:pt x="95" y="61"/>
                  </a:lnTo>
                  <a:lnTo>
                    <a:pt x="96" y="62"/>
                  </a:lnTo>
                  <a:lnTo>
                    <a:pt x="96" y="63"/>
                  </a:lnTo>
                  <a:lnTo>
                    <a:pt x="96" y="65"/>
                  </a:lnTo>
                  <a:lnTo>
                    <a:pt x="96" y="66"/>
                  </a:lnTo>
                  <a:lnTo>
                    <a:pt x="95" y="68"/>
                  </a:lnTo>
                  <a:lnTo>
                    <a:pt x="95" y="69"/>
                  </a:lnTo>
                  <a:lnTo>
                    <a:pt x="93" y="70"/>
                  </a:lnTo>
                  <a:lnTo>
                    <a:pt x="92" y="70"/>
                  </a:lnTo>
                  <a:lnTo>
                    <a:pt x="91" y="70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7" y="71"/>
                  </a:lnTo>
                  <a:lnTo>
                    <a:pt x="85" y="71"/>
                  </a:lnTo>
                  <a:lnTo>
                    <a:pt x="80" y="70"/>
                  </a:lnTo>
                  <a:lnTo>
                    <a:pt x="76" y="70"/>
                  </a:lnTo>
                  <a:lnTo>
                    <a:pt x="72" y="71"/>
                  </a:lnTo>
                  <a:lnTo>
                    <a:pt x="68" y="71"/>
                  </a:lnTo>
                  <a:lnTo>
                    <a:pt x="60" y="73"/>
                  </a:lnTo>
                  <a:lnTo>
                    <a:pt x="52" y="75"/>
                  </a:lnTo>
                  <a:lnTo>
                    <a:pt x="43" y="78"/>
                  </a:lnTo>
                  <a:lnTo>
                    <a:pt x="35" y="81"/>
                  </a:lnTo>
                  <a:lnTo>
                    <a:pt x="31" y="82"/>
                  </a:lnTo>
                  <a:lnTo>
                    <a:pt x="27" y="84"/>
                  </a:lnTo>
                  <a:lnTo>
                    <a:pt x="24" y="85"/>
                  </a:lnTo>
                  <a:lnTo>
                    <a:pt x="22" y="86"/>
                  </a:lnTo>
                  <a:lnTo>
                    <a:pt x="21" y="87"/>
                  </a:lnTo>
                  <a:lnTo>
                    <a:pt x="20" y="87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6" y="87"/>
                  </a:lnTo>
                  <a:lnTo>
                    <a:pt x="15" y="86"/>
                  </a:lnTo>
                  <a:lnTo>
                    <a:pt x="11" y="84"/>
                  </a:lnTo>
                  <a:lnTo>
                    <a:pt x="7" y="82"/>
                  </a:lnTo>
                  <a:lnTo>
                    <a:pt x="5" y="81"/>
                  </a:lnTo>
                  <a:lnTo>
                    <a:pt x="3" y="79"/>
                  </a:lnTo>
                  <a:lnTo>
                    <a:pt x="2" y="78"/>
                  </a:lnTo>
                  <a:lnTo>
                    <a:pt x="1" y="75"/>
                  </a:lnTo>
                  <a:lnTo>
                    <a:pt x="1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5"/>
                  </a:lnTo>
                  <a:lnTo>
                    <a:pt x="7" y="65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5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2" y="66"/>
                  </a:lnTo>
                  <a:lnTo>
                    <a:pt x="27" y="65"/>
                  </a:lnTo>
                  <a:lnTo>
                    <a:pt x="34" y="63"/>
                  </a:lnTo>
                  <a:lnTo>
                    <a:pt x="40" y="62"/>
                  </a:lnTo>
                  <a:lnTo>
                    <a:pt x="45" y="61"/>
                  </a:lnTo>
                  <a:lnTo>
                    <a:pt x="48" y="60"/>
                  </a:lnTo>
                  <a:lnTo>
                    <a:pt x="54" y="56"/>
                  </a:lnTo>
                  <a:lnTo>
                    <a:pt x="63" y="48"/>
                  </a:lnTo>
                  <a:lnTo>
                    <a:pt x="72" y="40"/>
                  </a:lnTo>
                  <a:lnTo>
                    <a:pt x="78" y="34"/>
                  </a:lnTo>
                  <a:lnTo>
                    <a:pt x="83" y="30"/>
                  </a:lnTo>
                  <a:lnTo>
                    <a:pt x="91" y="25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7"/>
                  </a:lnTo>
                  <a:lnTo>
                    <a:pt x="95" y="17"/>
                  </a:lnTo>
                  <a:lnTo>
                    <a:pt x="92" y="17"/>
                  </a:lnTo>
                  <a:lnTo>
                    <a:pt x="89" y="18"/>
                  </a:lnTo>
                  <a:lnTo>
                    <a:pt x="85" y="18"/>
                  </a:lnTo>
                  <a:lnTo>
                    <a:pt x="77" y="21"/>
                  </a:lnTo>
                  <a:lnTo>
                    <a:pt x="71" y="22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7" y="25"/>
                  </a:lnTo>
                  <a:lnTo>
                    <a:pt x="65" y="25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3"/>
                  </a:lnTo>
                  <a:lnTo>
                    <a:pt x="58" y="22"/>
                  </a:lnTo>
                  <a:lnTo>
                    <a:pt x="56" y="21"/>
                  </a:lnTo>
                  <a:lnTo>
                    <a:pt x="55" y="18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6" name="íšḻïḍê"/>
            <p:cNvSpPr/>
            <p:nvPr/>
          </p:nvSpPr>
          <p:spPr bwMode="auto">
            <a:xfrm>
              <a:off x="3379788" y="2897188"/>
              <a:ext cx="41275" cy="84138"/>
            </a:xfrm>
            <a:custGeom>
              <a:avLst/>
              <a:gdLst>
                <a:gd name="T0" fmla="*/ 16 w 26"/>
                <a:gd name="T1" fmla="*/ 0 h 53"/>
                <a:gd name="T2" fmla="*/ 15 w 26"/>
                <a:gd name="T3" fmla="*/ 3 h 53"/>
                <a:gd name="T4" fmla="*/ 14 w 26"/>
                <a:gd name="T5" fmla="*/ 9 h 53"/>
                <a:gd name="T6" fmla="*/ 14 w 26"/>
                <a:gd name="T7" fmla="*/ 15 h 53"/>
                <a:gd name="T8" fmla="*/ 14 w 26"/>
                <a:gd name="T9" fmla="*/ 20 h 53"/>
                <a:gd name="T10" fmla="*/ 16 w 26"/>
                <a:gd name="T11" fmla="*/ 28 h 53"/>
                <a:gd name="T12" fmla="*/ 17 w 26"/>
                <a:gd name="T13" fmla="*/ 32 h 53"/>
                <a:gd name="T14" fmla="*/ 18 w 26"/>
                <a:gd name="T15" fmla="*/ 37 h 53"/>
                <a:gd name="T16" fmla="*/ 20 w 26"/>
                <a:gd name="T17" fmla="*/ 41 h 53"/>
                <a:gd name="T18" fmla="*/ 22 w 26"/>
                <a:gd name="T19" fmla="*/ 45 h 53"/>
                <a:gd name="T20" fmla="*/ 24 w 26"/>
                <a:gd name="T21" fmla="*/ 48 h 53"/>
                <a:gd name="T22" fmla="*/ 25 w 26"/>
                <a:gd name="T23" fmla="*/ 50 h 53"/>
                <a:gd name="T24" fmla="*/ 26 w 26"/>
                <a:gd name="T25" fmla="*/ 52 h 53"/>
                <a:gd name="T26" fmla="*/ 25 w 26"/>
                <a:gd name="T27" fmla="*/ 52 h 53"/>
                <a:gd name="T28" fmla="*/ 25 w 26"/>
                <a:gd name="T29" fmla="*/ 53 h 53"/>
                <a:gd name="T30" fmla="*/ 23 w 26"/>
                <a:gd name="T31" fmla="*/ 53 h 53"/>
                <a:gd name="T32" fmla="*/ 22 w 26"/>
                <a:gd name="T33" fmla="*/ 52 h 53"/>
                <a:gd name="T34" fmla="*/ 17 w 26"/>
                <a:gd name="T35" fmla="*/ 48 h 53"/>
                <a:gd name="T36" fmla="*/ 12 w 26"/>
                <a:gd name="T37" fmla="*/ 44 h 53"/>
                <a:gd name="T38" fmla="*/ 9 w 26"/>
                <a:gd name="T39" fmla="*/ 42 h 53"/>
                <a:gd name="T40" fmla="*/ 6 w 26"/>
                <a:gd name="T41" fmla="*/ 40 h 53"/>
                <a:gd name="T42" fmla="*/ 3 w 26"/>
                <a:gd name="T43" fmla="*/ 40 h 53"/>
                <a:gd name="T44" fmla="*/ 2 w 26"/>
                <a:gd name="T45" fmla="*/ 38 h 53"/>
                <a:gd name="T46" fmla="*/ 1 w 26"/>
                <a:gd name="T47" fmla="*/ 37 h 53"/>
                <a:gd name="T48" fmla="*/ 0 w 26"/>
                <a:gd name="T49" fmla="*/ 36 h 53"/>
                <a:gd name="T50" fmla="*/ 0 w 26"/>
                <a:gd name="T51" fmla="*/ 36 h 53"/>
                <a:gd name="T52" fmla="*/ 0 w 26"/>
                <a:gd name="T53" fmla="*/ 34 h 53"/>
                <a:gd name="T54" fmla="*/ 0 w 26"/>
                <a:gd name="T55" fmla="*/ 30 h 53"/>
                <a:gd name="T56" fmla="*/ 0 w 26"/>
                <a:gd name="T57" fmla="*/ 24 h 53"/>
                <a:gd name="T58" fmla="*/ 1 w 26"/>
                <a:gd name="T59" fmla="*/ 21 h 53"/>
                <a:gd name="T60" fmla="*/ 2 w 26"/>
                <a:gd name="T61" fmla="*/ 19 h 53"/>
                <a:gd name="T62" fmla="*/ 2 w 26"/>
                <a:gd name="T63" fmla="*/ 16 h 53"/>
                <a:gd name="T64" fmla="*/ 3 w 26"/>
                <a:gd name="T65" fmla="*/ 15 h 53"/>
                <a:gd name="T66" fmla="*/ 4 w 26"/>
                <a:gd name="T67" fmla="*/ 12 h 53"/>
                <a:gd name="T68" fmla="*/ 5 w 26"/>
                <a:gd name="T69" fmla="*/ 9 h 53"/>
                <a:gd name="T70" fmla="*/ 5 w 26"/>
                <a:gd name="T71" fmla="*/ 6 h 53"/>
                <a:gd name="T72" fmla="*/ 6 w 26"/>
                <a:gd name="T73" fmla="*/ 4 h 53"/>
                <a:gd name="T74" fmla="*/ 6 w 26"/>
                <a:gd name="T75" fmla="*/ 3 h 53"/>
                <a:gd name="T76" fmla="*/ 6 w 26"/>
                <a:gd name="T77" fmla="*/ 2 h 53"/>
                <a:gd name="T78" fmla="*/ 7 w 26"/>
                <a:gd name="T79" fmla="*/ 1 h 53"/>
                <a:gd name="T80" fmla="*/ 8 w 26"/>
                <a:gd name="T81" fmla="*/ 0 h 53"/>
                <a:gd name="T82" fmla="*/ 13 w 26"/>
                <a:gd name="T83" fmla="*/ 0 h 53"/>
                <a:gd name="T84" fmla="*/ 16 w 26"/>
                <a:gd name="T8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53">
                  <a:moveTo>
                    <a:pt x="16" y="0"/>
                  </a:moveTo>
                  <a:lnTo>
                    <a:pt x="15" y="3"/>
                  </a:lnTo>
                  <a:lnTo>
                    <a:pt x="14" y="9"/>
                  </a:lnTo>
                  <a:lnTo>
                    <a:pt x="14" y="15"/>
                  </a:lnTo>
                  <a:lnTo>
                    <a:pt x="14" y="20"/>
                  </a:lnTo>
                  <a:lnTo>
                    <a:pt x="16" y="28"/>
                  </a:lnTo>
                  <a:lnTo>
                    <a:pt x="17" y="32"/>
                  </a:lnTo>
                  <a:lnTo>
                    <a:pt x="18" y="37"/>
                  </a:lnTo>
                  <a:lnTo>
                    <a:pt x="20" y="41"/>
                  </a:lnTo>
                  <a:lnTo>
                    <a:pt x="22" y="45"/>
                  </a:lnTo>
                  <a:lnTo>
                    <a:pt x="24" y="48"/>
                  </a:lnTo>
                  <a:lnTo>
                    <a:pt x="25" y="50"/>
                  </a:lnTo>
                  <a:lnTo>
                    <a:pt x="26" y="52"/>
                  </a:lnTo>
                  <a:lnTo>
                    <a:pt x="25" y="52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2" y="52"/>
                  </a:lnTo>
                  <a:lnTo>
                    <a:pt x="17" y="48"/>
                  </a:lnTo>
                  <a:lnTo>
                    <a:pt x="12" y="44"/>
                  </a:lnTo>
                  <a:lnTo>
                    <a:pt x="9" y="42"/>
                  </a:lnTo>
                  <a:lnTo>
                    <a:pt x="6" y="40"/>
                  </a:lnTo>
                  <a:lnTo>
                    <a:pt x="3" y="40"/>
                  </a:lnTo>
                  <a:lnTo>
                    <a:pt x="2" y="38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5" y="9"/>
                  </a:lnTo>
                  <a:lnTo>
                    <a:pt x="5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0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7" name="íṥļídé"/>
            <p:cNvSpPr/>
            <p:nvPr/>
          </p:nvSpPr>
          <p:spPr bwMode="auto">
            <a:xfrm>
              <a:off x="3241676" y="2805113"/>
              <a:ext cx="220663" cy="111125"/>
            </a:xfrm>
            <a:custGeom>
              <a:avLst/>
              <a:gdLst>
                <a:gd name="T0" fmla="*/ 121 w 139"/>
                <a:gd name="T1" fmla="*/ 7 h 70"/>
                <a:gd name="T2" fmla="*/ 121 w 139"/>
                <a:gd name="T3" fmla="*/ 4 h 70"/>
                <a:gd name="T4" fmla="*/ 124 w 139"/>
                <a:gd name="T5" fmla="*/ 2 h 70"/>
                <a:gd name="T6" fmla="*/ 130 w 139"/>
                <a:gd name="T7" fmla="*/ 0 h 70"/>
                <a:gd name="T8" fmla="*/ 134 w 139"/>
                <a:gd name="T9" fmla="*/ 4 h 70"/>
                <a:gd name="T10" fmla="*/ 139 w 139"/>
                <a:gd name="T11" fmla="*/ 12 h 70"/>
                <a:gd name="T12" fmla="*/ 137 w 139"/>
                <a:gd name="T13" fmla="*/ 18 h 70"/>
                <a:gd name="T14" fmla="*/ 125 w 139"/>
                <a:gd name="T15" fmla="*/ 31 h 70"/>
                <a:gd name="T16" fmla="*/ 122 w 139"/>
                <a:gd name="T17" fmla="*/ 37 h 70"/>
                <a:gd name="T18" fmla="*/ 124 w 139"/>
                <a:gd name="T19" fmla="*/ 38 h 70"/>
                <a:gd name="T20" fmla="*/ 124 w 139"/>
                <a:gd name="T21" fmla="*/ 37 h 70"/>
                <a:gd name="T22" fmla="*/ 129 w 139"/>
                <a:gd name="T23" fmla="*/ 37 h 70"/>
                <a:gd name="T24" fmla="*/ 133 w 139"/>
                <a:gd name="T25" fmla="*/ 38 h 70"/>
                <a:gd name="T26" fmla="*/ 135 w 139"/>
                <a:gd name="T27" fmla="*/ 41 h 70"/>
                <a:gd name="T28" fmla="*/ 133 w 139"/>
                <a:gd name="T29" fmla="*/ 46 h 70"/>
                <a:gd name="T30" fmla="*/ 129 w 139"/>
                <a:gd name="T31" fmla="*/ 50 h 70"/>
                <a:gd name="T32" fmla="*/ 127 w 139"/>
                <a:gd name="T33" fmla="*/ 50 h 70"/>
                <a:gd name="T34" fmla="*/ 119 w 139"/>
                <a:gd name="T35" fmla="*/ 45 h 70"/>
                <a:gd name="T36" fmla="*/ 113 w 139"/>
                <a:gd name="T37" fmla="*/ 45 h 70"/>
                <a:gd name="T38" fmla="*/ 99 w 139"/>
                <a:gd name="T39" fmla="*/ 53 h 70"/>
                <a:gd name="T40" fmla="*/ 84 w 139"/>
                <a:gd name="T41" fmla="*/ 61 h 70"/>
                <a:gd name="T42" fmla="*/ 70 w 139"/>
                <a:gd name="T43" fmla="*/ 66 h 70"/>
                <a:gd name="T44" fmla="*/ 47 w 139"/>
                <a:gd name="T45" fmla="*/ 69 h 70"/>
                <a:gd name="T46" fmla="*/ 31 w 139"/>
                <a:gd name="T47" fmla="*/ 69 h 70"/>
                <a:gd name="T48" fmla="*/ 14 w 139"/>
                <a:gd name="T49" fmla="*/ 69 h 70"/>
                <a:gd name="T50" fmla="*/ 0 w 139"/>
                <a:gd name="T51" fmla="*/ 67 h 70"/>
                <a:gd name="T52" fmla="*/ 0 w 139"/>
                <a:gd name="T53" fmla="*/ 66 h 70"/>
                <a:gd name="T54" fmla="*/ 4 w 139"/>
                <a:gd name="T55" fmla="*/ 64 h 70"/>
                <a:gd name="T56" fmla="*/ 16 w 139"/>
                <a:gd name="T57" fmla="*/ 62 h 70"/>
                <a:gd name="T58" fmla="*/ 37 w 139"/>
                <a:gd name="T59" fmla="*/ 59 h 70"/>
                <a:gd name="T60" fmla="*/ 49 w 139"/>
                <a:gd name="T61" fmla="*/ 58 h 70"/>
                <a:gd name="T62" fmla="*/ 65 w 139"/>
                <a:gd name="T63" fmla="*/ 54 h 70"/>
                <a:gd name="T64" fmla="*/ 83 w 139"/>
                <a:gd name="T65" fmla="*/ 49 h 70"/>
                <a:gd name="T66" fmla="*/ 87 w 139"/>
                <a:gd name="T67" fmla="*/ 47 h 70"/>
                <a:gd name="T68" fmla="*/ 89 w 139"/>
                <a:gd name="T69" fmla="*/ 43 h 70"/>
                <a:gd name="T70" fmla="*/ 87 w 139"/>
                <a:gd name="T71" fmla="*/ 42 h 70"/>
                <a:gd name="T72" fmla="*/ 75 w 139"/>
                <a:gd name="T73" fmla="*/ 43 h 70"/>
                <a:gd name="T74" fmla="*/ 68 w 139"/>
                <a:gd name="T75" fmla="*/ 40 h 70"/>
                <a:gd name="T76" fmla="*/ 65 w 139"/>
                <a:gd name="T77" fmla="*/ 35 h 70"/>
                <a:gd name="T78" fmla="*/ 65 w 139"/>
                <a:gd name="T79" fmla="*/ 32 h 70"/>
                <a:gd name="T80" fmla="*/ 67 w 139"/>
                <a:gd name="T81" fmla="*/ 29 h 70"/>
                <a:gd name="T82" fmla="*/ 78 w 139"/>
                <a:gd name="T83" fmla="*/ 30 h 70"/>
                <a:gd name="T84" fmla="*/ 94 w 139"/>
                <a:gd name="T85" fmla="*/ 32 h 70"/>
                <a:gd name="T86" fmla="*/ 103 w 139"/>
                <a:gd name="T87" fmla="*/ 33 h 70"/>
                <a:gd name="T88" fmla="*/ 106 w 139"/>
                <a:gd name="T89" fmla="*/ 31 h 70"/>
                <a:gd name="T90" fmla="*/ 118 w 139"/>
                <a:gd name="T91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9" h="70">
                  <a:moveTo>
                    <a:pt x="121" y="10"/>
                  </a:moveTo>
                  <a:lnTo>
                    <a:pt x="121" y="9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1" y="4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5" y="2"/>
                  </a:lnTo>
                  <a:lnTo>
                    <a:pt x="128" y="1"/>
                  </a:lnTo>
                  <a:lnTo>
                    <a:pt x="130" y="0"/>
                  </a:lnTo>
                  <a:lnTo>
                    <a:pt x="131" y="1"/>
                  </a:lnTo>
                  <a:lnTo>
                    <a:pt x="133" y="2"/>
                  </a:lnTo>
                  <a:lnTo>
                    <a:pt x="134" y="4"/>
                  </a:lnTo>
                  <a:lnTo>
                    <a:pt x="137" y="7"/>
                  </a:lnTo>
                  <a:lnTo>
                    <a:pt x="138" y="10"/>
                  </a:lnTo>
                  <a:lnTo>
                    <a:pt x="139" y="12"/>
                  </a:lnTo>
                  <a:lnTo>
                    <a:pt x="139" y="14"/>
                  </a:lnTo>
                  <a:lnTo>
                    <a:pt x="138" y="15"/>
                  </a:lnTo>
                  <a:lnTo>
                    <a:pt x="137" y="18"/>
                  </a:lnTo>
                  <a:lnTo>
                    <a:pt x="133" y="22"/>
                  </a:lnTo>
                  <a:lnTo>
                    <a:pt x="128" y="29"/>
                  </a:lnTo>
                  <a:lnTo>
                    <a:pt x="125" y="31"/>
                  </a:lnTo>
                  <a:lnTo>
                    <a:pt x="124" y="34"/>
                  </a:lnTo>
                  <a:lnTo>
                    <a:pt x="123" y="36"/>
                  </a:lnTo>
                  <a:lnTo>
                    <a:pt x="122" y="37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4" y="38"/>
                  </a:lnTo>
                  <a:lnTo>
                    <a:pt x="124" y="38"/>
                  </a:lnTo>
                  <a:lnTo>
                    <a:pt x="124" y="37"/>
                  </a:lnTo>
                  <a:lnTo>
                    <a:pt x="124" y="37"/>
                  </a:lnTo>
                  <a:lnTo>
                    <a:pt x="125" y="37"/>
                  </a:lnTo>
                  <a:lnTo>
                    <a:pt x="125" y="37"/>
                  </a:lnTo>
                  <a:lnTo>
                    <a:pt x="129" y="37"/>
                  </a:lnTo>
                  <a:lnTo>
                    <a:pt x="131" y="38"/>
                  </a:lnTo>
                  <a:lnTo>
                    <a:pt x="133" y="38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5" y="42"/>
                  </a:lnTo>
                  <a:lnTo>
                    <a:pt x="134" y="45"/>
                  </a:lnTo>
                  <a:lnTo>
                    <a:pt x="133" y="46"/>
                  </a:lnTo>
                  <a:lnTo>
                    <a:pt x="132" y="48"/>
                  </a:lnTo>
                  <a:lnTo>
                    <a:pt x="130" y="49"/>
                  </a:lnTo>
                  <a:lnTo>
                    <a:pt x="129" y="50"/>
                  </a:lnTo>
                  <a:lnTo>
                    <a:pt x="129" y="50"/>
                  </a:lnTo>
                  <a:lnTo>
                    <a:pt x="128" y="50"/>
                  </a:lnTo>
                  <a:lnTo>
                    <a:pt x="127" y="50"/>
                  </a:lnTo>
                  <a:lnTo>
                    <a:pt x="125" y="48"/>
                  </a:lnTo>
                  <a:lnTo>
                    <a:pt x="121" y="46"/>
                  </a:lnTo>
                  <a:lnTo>
                    <a:pt x="119" y="45"/>
                  </a:lnTo>
                  <a:lnTo>
                    <a:pt x="117" y="45"/>
                  </a:lnTo>
                  <a:lnTo>
                    <a:pt x="115" y="45"/>
                  </a:lnTo>
                  <a:lnTo>
                    <a:pt x="113" y="45"/>
                  </a:lnTo>
                  <a:lnTo>
                    <a:pt x="109" y="48"/>
                  </a:lnTo>
                  <a:lnTo>
                    <a:pt x="104" y="51"/>
                  </a:lnTo>
                  <a:lnTo>
                    <a:pt x="99" y="53"/>
                  </a:lnTo>
                  <a:lnTo>
                    <a:pt x="95" y="54"/>
                  </a:lnTo>
                  <a:lnTo>
                    <a:pt x="89" y="58"/>
                  </a:lnTo>
                  <a:lnTo>
                    <a:pt x="84" y="61"/>
                  </a:lnTo>
                  <a:lnTo>
                    <a:pt x="78" y="63"/>
                  </a:lnTo>
                  <a:lnTo>
                    <a:pt x="75" y="64"/>
                  </a:lnTo>
                  <a:lnTo>
                    <a:pt x="70" y="66"/>
                  </a:lnTo>
                  <a:lnTo>
                    <a:pt x="62" y="66"/>
                  </a:lnTo>
                  <a:lnTo>
                    <a:pt x="53" y="68"/>
                  </a:lnTo>
                  <a:lnTo>
                    <a:pt x="47" y="69"/>
                  </a:lnTo>
                  <a:lnTo>
                    <a:pt x="41" y="70"/>
                  </a:lnTo>
                  <a:lnTo>
                    <a:pt x="36" y="70"/>
                  </a:lnTo>
                  <a:lnTo>
                    <a:pt x="31" y="69"/>
                  </a:lnTo>
                  <a:lnTo>
                    <a:pt x="27" y="69"/>
                  </a:lnTo>
                  <a:lnTo>
                    <a:pt x="21" y="69"/>
                  </a:lnTo>
                  <a:lnTo>
                    <a:pt x="14" y="69"/>
                  </a:lnTo>
                  <a:lnTo>
                    <a:pt x="7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6" y="62"/>
                  </a:lnTo>
                  <a:lnTo>
                    <a:pt x="23" y="61"/>
                  </a:lnTo>
                  <a:lnTo>
                    <a:pt x="31" y="60"/>
                  </a:lnTo>
                  <a:lnTo>
                    <a:pt x="37" y="59"/>
                  </a:lnTo>
                  <a:lnTo>
                    <a:pt x="43" y="59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65" y="54"/>
                  </a:lnTo>
                  <a:lnTo>
                    <a:pt x="75" y="51"/>
                  </a:lnTo>
                  <a:lnTo>
                    <a:pt x="80" y="50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6" y="47"/>
                  </a:lnTo>
                  <a:lnTo>
                    <a:pt x="87" y="47"/>
                  </a:lnTo>
                  <a:lnTo>
                    <a:pt x="88" y="46"/>
                  </a:lnTo>
                  <a:lnTo>
                    <a:pt x="89" y="44"/>
                  </a:lnTo>
                  <a:lnTo>
                    <a:pt x="89" y="43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7" y="42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75" y="43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68" y="40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67" y="29"/>
                  </a:lnTo>
                  <a:lnTo>
                    <a:pt x="70" y="29"/>
                  </a:lnTo>
                  <a:lnTo>
                    <a:pt x="73" y="30"/>
                  </a:lnTo>
                  <a:lnTo>
                    <a:pt x="78" y="30"/>
                  </a:lnTo>
                  <a:lnTo>
                    <a:pt x="85" y="31"/>
                  </a:lnTo>
                  <a:lnTo>
                    <a:pt x="90" y="32"/>
                  </a:lnTo>
                  <a:lnTo>
                    <a:pt x="94" y="32"/>
                  </a:lnTo>
                  <a:lnTo>
                    <a:pt x="97" y="33"/>
                  </a:lnTo>
                  <a:lnTo>
                    <a:pt x="101" y="33"/>
                  </a:lnTo>
                  <a:lnTo>
                    <a:pt x="103" y="33"/>
                  </a:lnTo>
                  <a:lnTo>
                    <a:pt x="105" y="32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9" y="28"/>
                  </a:lnTo>
                  <a:lnTo>
                    <a:pt x="114" y="21"/>
                  </a:lnTo>
                  <a:lnTo>
                    <a:pt x="118" y="14"/>
                  </a:lnTo>
                  <a:lnTo>
                    <a:pt x="121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8" name="îṩḻiḑè"/>
            <p:cNvSpPr/>
            <p:nvPr/>
          </p:nvSpPr>
          <p:spPr bwMode="auto">
            <a:xfrm>
              <a:off x="3446463" y="3074988"/>
              <a:ext cx="247650" cy="138113"/>
            </a:xfrm>
            <a:custGeom>
              <a:avLst/>
              <a:gdLst>
                <a:gd name="T0" fmla="*/ 107 w 156"/>
                <a:gd name="T1" fmla="*/ 43 h 87"/>
                <a:gd name="T2" fmla="*/ 105 w 156"/>
                <a:gd name="T3" fmla="*/ 49 h 87"/>
                <a:gd name="T4" fmla="*/ 101 w 156"/>
                <a:gd name="T5" fmla="*/ 28 h 87"/>
                <a:gd name="T6" fmla="*/ 109 w 156"/>
                <a:gd name="T7" fmla="*/ 32 h 87"/>
                <a:gd name="T8" fmla="*/ 104 w 156"/>
                <a:gd name="T9" fmla="*/ 35 h 87"/>
                <a:gd name="T10" fmla="*/ 98 w 156"/>
                <a:gd name="T11" fmla="*/ 18 h 87"/>
                <a:gd name="T12" fmla="*/ 105 w 156"/>
                <a:gd name="T13" fmla="*/ 20 h 87"/>
                <a:gd name="T14" fmla="*/ 99 w 156"/>
                <a:gd name="T15" fmla="*/ 22 h 87"/>
                <a:gd name="T16" fmla="*/ 97 w 156"/>
                <a:gd name="T17" fmla="*/ 25 h 87"/>
                <a:gd name="T18" fmla="*/ 89 w 156"/>
                <a:gd name="T19" fmla="*/ 28 h 87"/>
                <a:gd name="T20" fmla="*/ 90 w 156"/>
                <a:gd name="T21" fmla="*/ 36 h 87"/>
                <a:gd name="T22" fmla="*/ 80 w 156"/>
                <a:gd name="T23" fmla="*/ 37 h 87"/>
                <a:gd name="T24" fmla="*/ 78 w 156"/>
                <a:gd name="T25" fmla="*/ 41 h 87"/>
                <a:gd name="T26" fmla="*/ 93 w 156"/>
                <a:gd name="T27" fmla="*/ 48 h 87"/>
                <a:gd name="T28" fmla="*/ 85 w 156"/>
                <a:gd name="T29" fmla="*/ 52 h 87"/>
                <a:gd name="T30" fmla="*/ 95 w 156"/>
                <a:gd name="T31" fmla="*/ 53 h 87"/>
                <a:gd name="T32" fmla="*/ 110 w 156"/>
                <a:gd name="T33" fmla="*/ 55 h 87"/>
                <a:gd name="T34" fmla="*/ 119 w 156"/>
                <a:gd name="T35" fmla="*/ 49 h 87"/>
                <a:gd name="T36" fmla="*/ 128 w 156"/>
                <a:gd name="T37" fmla="*/ 62 h 87"/>
                <a:gd name="T38" fmla="*/ 92 w 156"/>
                <a:gd name="T39" fmla="*/ 59 h 87"/>
                <a:gd name="T40" fmla="*/ 74 w 156"/>
                <a:gd name="T41" fmla="*/ 49 h 87"/>
                <a:gd name="T42" fmla="*/ 53 w 156"/>
                <a:gd name="T43" fmla="*/ 33 h 87"/>
                <a:gd name="T44" fmla="*/ 60 w 156"/>
                <a:gd name="T45" fmla="*/ 45 h 87"/>
                <a:gd name="T46" fmla="*/ 73 w 156"/>
                <a:gd name="T47" fmla="*/ 61 h 87"/>
                <a:gd name="T48" fmla="*/ 52 w 156"/>
                <a:gd name="T49" fmla="*/ 53 h 87"/>
                <a:gd name="T50" fmla="*/ 32 w 156"/>
                <a:gd name="T51" fmla="*/ 45 h 87"/>
                <a:gd name="T52" fmla="*/ 11 w 156"/>
                <a:gd name="T53" fmla="*/ 29 h 87"/>
                <a:gd name="T54" fmla="*/ 9 w 156"/>
                <a:gd name="T55" fmla="*/ 41 h 87"/>
                <a:gd name="T56" fmla="*/ 35 w 156"/>
                <a:gd name="T57" fmla="*/ 60 h 87"/>
                <a:gd name="T58" fmla="*/ 25 w 156"/>
                <a:gd name="T59" fmla="*/ 69 h 87"/>
                <a:gd name="T60" fmla="*/ 6 w 156"/>
                <a:gd name="T61" fmla="*/ 69 h 87"/>
                <a:gd name="T62" fmla="*/ 0 w 156"/>
                <a:gd name="T63" fmla="*/ 66 h 87"/>
                <a:gd name="T64" fmla="*/ 5 w 156"/>
                <a:gd name="T65" fmla="*/ 86 h 87"/>
                <a:gd name="T66" fmla="*/ 37 w 156"/>
                <a:gd name="T67" fmla="*/ 73 h 87"/>
                <a:gd name="T68" fmla="*/ 51 w 156"/>
                <a:gd name="T69" fmla="*/ 71 h 87"/>
                <a:gd name="T70" fmla="*/ 44 w 156"/>
                <a:gd name="T71" fmla="*/ 75 h 87"/>
                <a:gd name="T72" fmla="*/ 61 w 156"/>
                <a:gd name="T73" fmla="*/ 86 h 87"/>
                <a:gd name="T74" fmla="*/ 64 w 156"/>
                <a:gd name="T75" fmla="*/ 72 h 87"/>
                <a:gd name="T76" fmla="*/ 53 w 156"/>
                <a:gd name="T77" fmla="*/ 61 h 87"/>
                <a:gd name="T78" fmla="*/ 75 w 156"/>
                <a:gd name="T79" fmla="*/ 67 h 87"/>
                <a:gd name="T80" fmla="*/ 95 w 156"/>
                <a:gd name="T81" fmla="*/ 76 h 87"/>
                <a:gd name="T82" fmla="*/ 94 w 156"/>
                <a:gd name="T83" fmla="*/ 65 h 87"/>
                <a:gd name="T84" fmla="*/ 117 w 156"/>
                <a:gd name="T85" fmla="*/ 67 h 87"/>
                <a:gd name="T86" fmla="*/ 143 w 156"/>
                <a:gd name="T87" fmla="*/ 67 h 87"/>
                <a:gd name="T88" fmla="*/ 132 w 156"/>
                <a:gd name="T89" fmla="*/ 51 h 87"/>
                <a:gd name="T90" fmla="*/ 118 w 156"/>
                <a:gd name="T91" fmla="*/ 41 h 87"/>
                <a:gd name="T92" fmla="*/ 120 w 156"/>
                <a:gd name="T93" fmla="*/ 32 h 87"/>
                <a:gd name="T94" fmla="*/ 145 w 156"/>
                <a:gd name="T95" fmla="*/ 39 h 87"/>
                <a:gd name="T96" fmla="*/ 155 w 156"/>
                <a:gd name="T97" fmla="*/ 37 h 87"/>
                <a:gd name="T98" fmla="*/ 150 w 156"/>
                <a:gd name="T99" fmla="*/ 23 h 87"/>
                <a:gd name="T100" fmla="*/ 137 w 156"/>
                <a:gd name="T101" fmla="*/ 29 h 87"/>
                <a:gd name="T102" fmla="*/ 112 w 156"/>
                <a:gd name="T103" fmla="*/ 21 h 87"/>
                <a:gd name="T104" fmla="*/ 105 w 156"/>
                <a:gd name="T105" fmla="*/ 11 h 87"/>
                <a:gd name="T106" fmla="*/ 105 w 156"/>
                <a:gd name="T107" fmla="*/ 1 h 87"/>
                <a:gd name="T108" fmla="*/ 93 w 156"/>
                <a:gd name="T109" fmla="*/ 13 h 87"/>
                <a:gd name="T110" fmla="*/ 78 w 156"/>
                <a:gd name="T111" fmla="*/ 24 h 87"/>
                <a:gd name="T112" fmla="*/ 79 w 156"/>
                <a:gd name="T113" fmla="*/ 6 h 87"/>
                <a:gd name="T114" fmla="*/ 68 w 156"/>
                <a:gd name="T115" fmla="*/ 22 h 87"/>
                <a:gd name="T116" fmla="*/ 67 w 156"/>
                <a:gd name="T117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6" h="87">
                  <a:moveTo>
                    <a:pt x="96" y="49"/>
                  </a:move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8" y="44"/>
                  </a:lnTo>
                  <a:lnTo>
                    <a:pt x="99" y="44"/>
                  </a:lnTo>
                  <a:lnTo>
                    <a:pt x="100" y="44"/>
                  </a:lnTo>
                  <a:lnTo>
                    <a:pt x="104" y="44"/>
                  </a:lnTo>
                  <a:lnTo>
                    <a:pt x="107" y="43"/>
                  </a:lnTo>
                  <a:lnTo>
                    <a:pt x="108" y="44"/>
                  </a:lnTo>
                  <a:lnTo>
                    <a:pt x="109" y="45"/>
                  </a:ln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09" y="48"/>
                  </a:lnTo>
                  <a:lnTo>
                    <a:pt x="108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4" y="50"/>
                  </a:lnTo>
                  <a:lnTo>
                    <a:pt x="102" y="50"/>
                  </a:lnTo>
                  <a:lnTo>
                    <a:pt x="101" y="50"/>
                  </a:lnTo>
                  <a:lnTo>
                    <a:pt x="97" y="49"/>
                  </a:lnTo>
                  <a:lnTo>
                    <a:pt x="96" y="49"/>
                  </a:lnTo>
                  <a:lnTo>
                    <a:pt x="96" y="49"/>
                  </a:lnTo>
                  <a:close/>
                  <a:moveTo>
                    <a:pt x="101" y="32"/>
                  </a:moveTo>
                  <a:lnTo>
                    <a:pt x="100" y="30"/>
                  </a:lnTo>
                  <a:lnTo>
                    <a:pt x="101" y="28"/>
                  </a:lnTo>
                  <a:lnTo>
                    <a:pt x="101" y="28"/>
                  </a:lnTo>
                  <a:lnTo>
                    <a:pt x="101" y="27"/>
                  </a:lnTo>
                  <a:lnTo>
                    <a:pt x="102" y="27"/>
                  </a:lnTo>
                  <a:lnTo>
                    <a:pt x="104" y="28"/>
                  </a:lnTo>
                  <a:lnTo>
                    <a:pt x="106" y="29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6"/>
                  </a:lnTo>
                  <a:lnTo>
                    <a:pt x="107" y="36"/>
                  </a:lnTo>
                  <a:lnTo>
                    <a:pt x="105" y="35"/>
                  </a:lnTo>
                  <a:lnTo>
                    <a:pt x="104" y="35"/>
                  </a:lnTo>
                  <a:lnTo>
                    <a:pt x="102" y="33"/>
                  </a:lnTo>
                  <a:lnTo>
                    <a:pt x="101" y="32"/>
                  </a:lnTo>
                  <a:lnTo>
                    <a:pt x="101" y="32"/>
                  </a:lnTo>
                  <a:close/>
                  <a:moveTo>
                    <a:pt x="99" y="21"/>
                  </a:moveTo>
                  <a:lnTo>
                    <a:pt x="98" y="21"/>
                  </a:lnTo>
                  <a:lnTo>
                    <a:pt x="98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8" y="18"/>
                  </a:lnTo>
                  <a:lnTo>
                    <a:pt x="99" y="17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3" y="16"/>
                  </a:lnTo>
                  <a:lnTo>
                    <a:pt x="104" y="18"/>
                  </a:lnTo>
                  <a:lnTo>
                    <a:pt x="105" y="20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3" y="24"/>
                  </a:lnTo>
                  <a:lnTo>
                    <a:pt x="102" y="24"/>
                  </a:lnTo>
                  <a:lnTo>
                    <a:pt x="101" y="24"/>
                  </a:lnTo>
                  <a:lnTo>
                    <a:pt x="99" y="22"/>
                  </a:lnTo>
                  <a:lnTo>
                    <a:pt x="99" y="21"/>
                  </a:lnTo>
                  <a:lnTo>
                    <a:pt x="99" y="21"/>
                  </a:lnTo>
                  <a:close/>
                  <a:moveTo>
                    <a:pt x="89" y="29"/>
                  </a:moveTo>
                  <a:lnTo>
                    <a:pt x="92" y="29"/>
                  </a:lnTo>
                  <a:lnTo>
                    <a:pt x="96" y="29"/>
                  </a:lnTo>
                  <a:lnTo>
                    <a:pt x="97" y="28"/>
                  </a:lnTo>
                  <a:lnTo>
                    <a:pt x="97" y="28"/>
                  </a:lnTo>
                  <a:lnTo>
                    <a:pt x="97" y="27"/>
                  </a:lnTo>
                  <a:lnTo>
                    <a:pt x="97" y="25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6" y="23"/>
                  </a:lnTo>
                  <a:lnTo>
                    <a:pt x="94" y="23"/>
                  </a:lnTo>
                  <a:lnTo>
                    <a:pt x="93" y="24"/>
                  </a:lnTo>
                  <a:lnTo>
                    <a:pt x="91" y="24"/>
                  </a:lnTo>
                  <a:lnTo>
                    <a:pt x="91" y="26"/>
                  </a:lnTo>
                  <a:lnTo>
                    <a:pt x="90" y="27"/>
                  </a:lnTo>
                  <a:lnTo>
                    <a:pt x="89" y="28"/>
                  </a:lnTo>
                  <a:lnTo>
                    <a:pt x="89" y="29"/>
                  </a:lnTo>
                  <a:lnTo>
                    <a:pt x="89" y="29"/>
                  </a:lnTo>
                  <a:close/>
                  <a:moveTo>
                    <a:pt x="85" y="31"/>
                  </a:moveTo>
                  <a:lnTo>
                    <a:pt x="86" y="32"/>
                  </a:lnTo>
                  <a:lnTo>
                    <a:pt x="88" y="32"/>
                  </a:lnTo>
                  <a:lnTo>
                    <a:pt x="89" y="32"/>
                  </a:lnTo>
                  <a:lnTo>
                    <a:pt x="89" y="33"/>
                  </a:lnTo>
                  <a:lnTo>
                    <a:pt x="90" y="35"/>
                  </a:lnTo>
                  <a:lnTo>
                    <a:pt x="90" y="36"/>
                  </a:lnTo>
                  <a:lnTo>
                    <a:pt x="91" y="37"/>
                  </a:lnTo>
                  <a:lnTo>
                    <a:pt x="91" y="37"/>
                  </a:lnTo>
                  <a:lnTo>
                    <a:pt x="90" y="38"/>
                  </a:lnTo>
                  <a:lnTo>
                    <a:pt x="89" y="39"/>
                  </a:lnTo>
                  <a:lnTo>
                    <a:pt x="88" y="39"/>
                  </a:lnTo>
                  <a:lnTo>
                    <a:pt x="87" y="39"/>
                  </a:lnTo>
                  <a:lnTo>
                    <a:pt x="84" y="38"/>
                  </a:lnTo>
                  <a:lnTo>
                    <a:pt x="81" y="37"/>
                  </a:lnTo>
                  <a:lnTo>
                    <a:pt x="80" y="37"/>
                  </a:lnTo>
                  <a:lnTo>
                    <a:pt x="79" y="37"/>
                  </a:lnTo>
                  <a:lnTo>
                    <a:pt x="78" y="37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9"/>
                  </a:lnTo>
                  <a:lnTo>
                    <a:pt x="77" y="40"/>
                  </a:lnTo>
                  <a:lnTo>
                    <a:pt x="78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84" y="42"/>
                  </a:lnTo>
                  <a:lnTo>
                    <a:pt x="89" y="44"/>
                  </a:lnTo>
                  <a:lnTo>
                    <a:pt x="91" y="45"/>
                  </a:lnTo>
                  <a:lnTo>
                    <a:pt x="92" y="46"/>
                  </a:lnTo>
                  <a:lnTo>
                    <a:pt x="93" y="47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3" y="49"/>
                  </a:lnTo>
                  <a:lnTo>
                    <a:pt x="92" y="49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8" y="49"/>
                  </a:lnTo>
                  <a:lnTo>
                    <a:pt x="87" y="49"/>
                  </a:lnTo>
                  <a:lnTo>
                    <a:pt x="86" y="50"/>
                  </a:lnTo>
                  <a:lnTo>
                    <a:pt x="85" y="51"/>
                  </a:lnTo>
                  <a:lnTo>
                    <a:pt x="85" y="52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6" y="53"/>
                  </a:lnTo>
                  <a:lnTo>
                    <a:pt x="88" y="53"/>
                  </a:lnTo>
                  <a:lnTo>
                    <a:pt x="91" y="53"/>
                  </a:lnTo>
                  <a:lnTo>
                    <a:pt x="94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4"/>
                  </a:lnTo>
                  <a:lnTo>
                    <a:pt x="100" y="55"/>
                  </a:lnTo>
                  <a:lnTo>
                    <a:pt x="101" y="56"/>
                  </a:lnTo>
                  <a:lnTo>
                    <a:pt x="104" y="56"/>
                  </a:lnTo>
                  <a:lnTo>
                    <a:pt x="106" y="56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0" y="55"/>
                  </a:lnTo>
                  <a:lnTo>
                    <a:pt x="111" y="54"/>
                  </a:lnTo>
                  <a:lnTo>
                    <a:pt x="112" y="53"/>
                  </a:lnTo>
                  <a:lnTo>
                    <a:pt x="112" y="52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6"/>
                  </a:lnTo>
                  <a:lnTo>
                    <a:pt x="116" y="46"/>
                  </a:lnTo>
                  <a:lnTo>
                    <a:pt x="117" y="47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3" y="53"/>
                  </a:lnTo>
                  <a:lnTo>
                    <a:pt x="126" y="55"/>
                  </a:lnTo>
                  <a:lnTo>
                    <a:pt x="129" y="57"/>
                  </a:lnTo>
                  <a:lnTo>
                    <a:pt x="130" y="60"/>
                  </a:lnTo>
                  <a:lnTo>
                    <a:pt x="130" y="61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28" y="62"/>
                  </a:lnTo>
                  <a:lnTo>
                    <a:pt x="125" y="62"/>
                  </a:lnTo>
                  <a:lnTo>
                    <a:pt x="122" y="61"/>
                  </a:lnTo>
                  <a:lnTo>
                    <a:pt x="119" y="61"/>
                  </a:lnTo>
                  <a:lnTo>
                    <a:pt x="114" y="61"/>
                  </a:lnTo>
                  <a:lnTo>
                    <a:pt x="109" y="61"/>
                  </a:lnTo>
                  <a:lnTo>
                    <a:pt x="105" y="61"/>
                  </a:lnTo>
                  <a:lnTo>
                    <a:pt x="100" y="60"/>
                  </a:lnTo>
                  <a:lnTo>
                    <a:pt x="95" y="59"/>
                  </a:lnTo>
                  <a:lnTo>
                    <a:pt x="92" y="59"/>
                  </a:lnTo>
                  <a:lnTo>
                    <a:pt x="89" y="59"/>
                  </a:lnTo>
                  <a:lnTo>
                    <a:pt x="89" y="59"/>
                  </a:lnTo>
                  <a:lnTo>
                    <a:pt x="88" y="59"/>
                  </a:lnTo>
                  <a:lnTo>
                    <a:pt x="87" y="59"/>
                  </a:lnTo>
                  <a:lnTo>
                    <a:pt x="86" y="58"/>
                  </a:lnTo>
                  <a:lnTo>
                    <a:pt x="84" y="57"/>
                  </a:lnTo>
                  <a:lnTo>
                    <a:pt x="81" y="53"/>
                  </a:lnTo>
                  <a:lnTo>
                    <a:pt x="77" y="51"/>
                  </a:lnTo>
                  <a:lnTo>
                    <a:pt x="74" y="49"/>
                  </a:lnTo>
                  <a:lnTo>
                    <a:pt x="72" y="48"/>
                  </a:lnTo>
                  <a:lnTo>
                    <a:pt x="69" y="46"/>
                  </a:lnTo>
                  <a:lnTo>
                    <a:pt x="65" y="44"/>
                  </a:lnTo>
                  <a:lnTo>
                    <a:pt x="63" y="42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6" y="35"/>
                  </a:lnTo>
                  <a:lnTo>
                    <a:pt x="54" y="33"/>
                  </a:lnTo>
                  <a:lnTo>
                    <a:pt x="53" y="33"/>
                  </a:lnTo>
                  <a:lnTo>
                    <a:pt x="52" y="33"/>
                  </a:lnTo>
                  <a:lnTo>
                    <a:pt x="50" y="33"/>
                  </a:lnTo>
                  <a:lnTo>
                    <a:pt x="50" y="35"/>
                  </a:lnTo>
                  <a:lnTo>
                    <a:pt x="50" y="36"/>
                  </a:lnTo>
                  <a:lnTo>
                    <a:pt x="50" y="37"/>
                  </a:lnTo>
                  <a:lnTo>
                    <a:pt x="53" y="39"/>
                  </a:lnTo>
                  <a:lnTo>
                    <a:pt x="56" y="41"/>
                  </a:lnTo>
                  <a:lnTo>
                    <a:pt x="57" y="42"/>
                  </a:lnTo>
                  <a:lnTo>
                    <a:pt x="60" y="45"/>
                  </a:lnTo>
                  <a:lnTo>
                    <a:pt x="63" y="49"/>
                  </a:lnTo>
                  <a:lnTo>
                    <a:pt x="66" y="51"/>
                  </a:lnTo>
                  <a:lnTo>
                    <a:pt x="73" y="56"/>
                  </a:lnTo>
                  <a:lnTo>
                    <a:pt x="77" y="58"/>
                  </a:lnTo>
                  <a:lnTo>
                    <a:pt x="77" y="59"/>
                  </a:lnTo>
                  <a:lnTo>
                    <a:pt x="77" y="59"/>
                  </a:lnTo>
                  <a:lnTo>
                    <a:pt x="77" y="60"/>
                  </a:lnTo>
                  <a:lnTo>
                    <a:pt x="74" y="61"/>
                  </a:lnTo>
                  <a:lnTo>
                    <a:pt x="73" y="61"/>
                  </a:lnTo>
                  <a:lnTo>
                    <a:pt x="70" y="61"/>
                  </a:lnTo>
                  <a:lnTo>
                    <a:pt x="68" y="61"/>
                  </a:lnTo>
                  <a:lnTo>
                    <a:pt x="65" y="60"/>
                  </a:lnTo>
                  <a:lnTo>
                    <a:pt x="61" y="59"/>
                  </a:lnTo>
                  <a:lnTo>
                    <a:pt x="58" y="58"/>
                  </a:lnTo>
                  <a:lnTo>
                    <a:pt x="57" y="57"/>
                  </a:lnTo>
                  <a:lnTo>
                    <a:pt x="54" y="55"/>
                  </a:lnTo>
                  <a:lnTo>
                    <a:pt x="53" y="54"/>
                  </a:lnTo>
                  <a:lnTo>
                    <a:pt x="52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7" y="53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5" y="47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1"/>
                  </a:lnTo>
                  <a:lnTo>
                    <a:pt x="17" y="38"/>
                  </a:lnTo>
                  <a:lnTo>
                    <a:pt x="15" y="35"/>
                  </a:lnTo>
                  <a:lnTo>
                    <a:pt x="13" y="32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8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6" y="35"/>
                  </a:lnTo>
                  <a:lnTo>
                    <a:pt x="8" y="39"/>
                  </a:lnTo>
                  <a:lnTo>
                    <a:pt x="9" y="41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7" y="47"/>
                  </a:lnTo>
                  <a:lnTo>
                    <a:pt x="20" y="49"/>
                  </a:lnTo>
                  <a:lnTo>
                    <a:pt x="26" y="53"/>
                  </a:lnTo>
                  <a:lnTo>
                    <a:pt x="32" y="57"/>
                  </a:lnTo>
                  <a:lnTo>
                    <a:pt x="33" y="58"/>
                  </a:lnTo>
                  <a:lnTo>
                    <a:pt x="35" y="60"/>
                  </a:lnTo>
                  <a:lnTo>
                    <a:pt x="36" y="61"/>
                  </a:lnTo>
                  <a:lnTo>
                    <a:pt x="36" y="62"/>
                  </a:lnTo>
                  <a:lnTo>
                    <a:pt x="35" y="62"/>
                  </a:lnTo>
                  <a:lnTo>
                    <a:pt x="35" y="63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1" y="66"/>
                  </a:lnTo>
                  <a:lnTo>
                    <a:pt x="29" y="68"/>
                  </a:lnTo>
                  <a:lnTo>
                    <a:pt x="25" y="69"/>
                  </a:lnTo>
                  <a:lnTo>
                    <a:pt x="22" y="72"/>
                  </a:lnTo>
                  <a:lnTo>
                    <a:pt x="18" y="73"/>
                  </a:lnTo>
                  <a:lnTo>
                    <a:pt x="14" y="73"/>
                  </a:lnTo>
                  <a:lnTo>
                    <a:pt x="12" y="74"/>
                  </a:lnTo>
                  <a:lnTo>
                    <a:pt x="10" y="74"/>
                  </a:lnTo>
                  <a:lnTo>
                    <a:pt x="9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4" y="66"/>
                  </a:lnTo>
                  <a:lnTo>
                    <a:pt x="3" y="62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5" y="86"/>
                  </a:lnTo>
                  <a:lnTo>
                    <a:pt x="7" y="87"/>
                  </a:lnTo>
                  <a:lnTo>
                    <a:pt x="9" y="87"/>
                  </a:lnTo>
                  <a:lnTo>
                    <a:pt x="13" y="87"/>
                  </a:lnTo>
                  <a:lnTo>
                    <a:pt x="16" y="86"/>
                  </a:lnTo>
                  <a:lnTo>
                    <a:pt x="19" y="85"/>
                  </a:lnTo>
                  <a:lnTo>
                    <a:pt x="25" y="81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37" y="73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8"/>
                  </a:lnTo>
                  <a:lnTo>
                    <a:pt x="47" y="68"/>
                  </a:lnTo>
                  <a:lnTo>
                    <a:pt x="48" y="69"/>
                  </a:lnTo>
                  <a:lnTo>
                    <a:pt x="49" y="69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4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3" y="76"/>
                  </a:lnTo>
                  <a:lnTo>
                    <a:pt x="44" y="77"/>
                  </a:lnTo>
                  <a:lnTo>
                    <a:pt x="47" y="77"/>
                  </a:lnTo>
                  <a:lnTo>
                    <a:pt x="50" y="80"/>
                  </a:lnTo>
                  <a:lnTo>
                    <a:pt x="55" y="82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3" y="85"/>
                  </a:lnTo>
                  <a:lnTo>
                    <a:pt x="64" y="85"/>
                  </a:lnTo>
                  <a:lnTo>
                    <a:pt x="65" y="83"/>
                  </a:lnTo>
                  <a:lnTo>
                    <a:pt x="65" y="81"/>
                  </a:lnTo>
                  <a:lnTo>
                    <a:pt x="65" y="79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4" y="72"/>
                  </a:lnTo>
                  <a:lnTo>
                    <a:pt x="62" y="70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8"/>
                  </a:lnTo>
                  <a:lnTo>
                    <a:pt x="57" y="67"/>
                  </a:lnTo>
                  <a:lnTo>
                    <a:pt x="56" y="65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3" y="61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55" y="61"/>
                  </a:lnTo>
                  <a:lnTo>
                    <a:pt x="57" y="61"/>
                  </a:lnTo>
                  <a:lnTo>
                    <a:pt x="61" y="62"/>
                  </a:lnTo>
                  <a:lnTo>
                    <a:pt x="65" y="63"/>
                  </a:lnTo>
                  <a:lnTo>
                    <a:pt x="69" y="65"/>
                  </a:lnTo>
                  <a:lnTo>
                    <a:pt x="73" y="66"/>
                  </a:lnTo>
                  <a:lnTo>
                    <a:pt x="75" y="67"/>
                  </a:lnTo>
                  <a:lnTo>
                    <a:pt x="77" y="69"/>
                  </a:lnTo>
                  <a:lnTo>
                    <a:pt x="80" y="70"/>
                  </a:lnTo>
                  <a:lnTo>
                    <a:pt x="82" y="73"/>
                  </a:lnTo>
                  <a:lnTo>
                    <a:pt x="85" y="75"/>
                  </a:lnTo>
                  <a:lnTo>
                    <a:pt x="87" y="76"/>
                  </a:lnTo>
                  <a:lnTo>
                    <a:pt x="89" y="77"/>
                  </a:lnTo>
                  <a:lnTo>
                    <a:pt x="90" y="77"/>
                  </a:lnTo>
                  <a:lnTo>
                    <a:pt x="93" y="77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4" y="70"/>
                  </a:lnTo>
                  <a:lnTo>
                    <a:pt x="94" y="69"/>
                  </a:lnTo>
                  <a:lnTo>
                    <a:pt x="93" y="68"/>
                  </a:lnTo>
                  <a:lnTo>
                    <a:pt x="94" y="66"/>
                  </a:lnTo>
                  <a:lnTo>
                    <a:pt x="94" y="65"/>
                  </a:lnTo>
                  <a:lnTo>
                    <a:pt x="95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101" y="65"/>
                  </a:lnTo>
                  <a:lnTo>
                    <a:pt x="105" y="65"/>
                  </a:lnTo>
                  <a:lnTo>
                    <a:pt x="109" y="65"/>
                  </a:lnTo>
                  <a:lnTo>
                    <a:pt x="112" y="65"/>
                  </a:lnTo>
                  <a:lnTo>
                    <a:pt x="114" y="66"/>
                  </a:lnTo>
                  <a:lnTo>
                    <a:pt x="117" y="67"/>
                  </a:lnTo>
                  <a:lnTo>
                    <a:pt x="123" y="69"/>
                  </a:lnTo>
                  <a:lnTo>
                    <a:pt x="128" y="71"/>
                  </a:lnTo>
                  <a:lnTo>
                    <a:pt x="130" y="72"/>
                  </a:lnTo>
                  <a:lnTo>
                    <a:pt x="132" y="72"/>
                  </a:lnTo>
                  <a:lnTo>
                    <a:pt x="135" y="72"/>
                  </a:lnTo>
                  <a:lnTo>
                    <a:pt x="137" y="72"/>
                  </a:lnTo>
                  <a:lnTo>
                    <a:pt x="140" y="70"/>
                  </a:lnTo>
                  <a:lnTo>
                    <a:pt x="141" y="69"/>
                  </a:lnTo>
                  <a:lnTo>
                    <a:pt x="143" y="67"/>
                  </a:lnTo>
                  <a:lnTo>
                    <a:pt x="144" y="65"/>
                  </a:lnTo>
                  <a:lnTo>
                    <a:pt x="144" y="64"/>
                  </a:lnTo>
                  <a:lnTo>
                    <a:pt x="145" y="61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8"/>
                  </a:lnTo>
                  <a:lnTo>
                    <a:pt x="141" y="57"/>
                  </a:lnTo>
                  <a:lnTo>
                    <a:pt x="137" y="55"/>
                  </a:lnTo>
                  <a:lnTo>
                    <a:pt x="132" y="51"/>
                  </a:lnTo>
                  <a:lnTo>
                    <a:pt x="126" y="48"/>
                  </a:lnTo>
                  <a:lnTo>
                    <a:pt x="123" y="46"/>
                  </a:lnTo>
                  <a:lnTo>
                    <a:pt x="122" y="46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0" y="44"/>
                  </a:lnTo>
                  <a:lnTo>
                    <a:pt x="119" y="43"/>
                  </a:lnTo>
                  <a:lnTo>
                    <a:pt x="119" y="42"/>
                  </a:lnTo>
                  <a:lnTo>
                    <a:pt x="118" y="41"/>
                  </a:lnTo>
                  <a:lnTo>
                    <a:pt x="119" y="41"/>
                  </a:lnTo>
                  <a:lnTo>
                    <a:pt x="119" y="39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5"/>
                  </a:lnTo>
                  <a:lnTo>
                    <a:pt x="119" y="33"/>
                  </a:lnTo>
                  <a:lnTo>
                    <a:pt x="119" y="32"/>
                  </a:lnTo>
                  <a:lnTo>
                    <a:pt x="120" y="32"/>
                  </a:lnTo>
                  <a:lnTo>
                    <a:pt x="121" y="32"/>
                  </a:lnTo>
                  <a:lnTo>
                    <a:pt x="122" y="32"/>
                  </a:lnTo>
                  <a:lnTo>
                    <a:pt x="125" y="32"/>
                  </a:lnTo>
                  <a:lnTo>
                    <a:pt x="127" y="32"/>
                  </a:lnTo>
                  <a:lnTo>
                    <a:pt x="130" y="34"/>
                  </a:lnTo>
                  <a:lnTo>
                    <a:pt x="135" y="35"/>
                  </a:lnTo>
                  <a:lnTo>
                    <a:pt x="140" y="37"/>
                  </a:lnTo>
                  <a:lnTo>
                    <a:pt x="143" y="38"/>
                  </a:lnTo>
                  <a:lnTo>
                    <a:pt x="145" y="39"/>
                  </a:lnTo>
                  <a:lnTo>
                    <a:pt x="147" y="40"/>
                  </a:lnTo>
                  <a:lnTo>
                    <a:pt x="148" y="40"/>
                  </a:lnTo>
                  <a:lnTo>
                    <a:pt x="149" y="39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5" y="37"/>
                  </a:lnTo>
                  <a:lnTo>
                    <a:pt x="156" y="33"/>
                  </a:lnTo>
                  <a:lnTo>
                    <a:pt x="156" y="29"/>
                  </a:lnTo>
                  <a:lnTo>
                    <a:pt x="156" y="27"/>
                  </a:lnTo>
                  <a:lnTo>
                    <a:pt x="155" y="24"/>
                  </a:lnTo>
                  <a:lnTo>
                    <a:pt x="154" y="24"/>
                  </a:lnTo>
                  <a:lnTo>
                    <a:pt x="153" y="23"/>
                  </a:lnTo>
                  <a:lnTo>
                    <a:pt x="153" y="22"/>
                  </a:lnTo>
                  <a:lnTo>
                    <a:pt x="151" y="22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50" y="24"/>
                  </a:lnTo>
                  <a:lnTo>
                    <a:pt x="149" y="24"/>
                  </a:lnTo>
                  <a:lnTo>
                    <a:pt x="147" y="25"/>
                  </a:lnTo>
                  <a:lnTo>
                    <a:pt x="143" y="28"/>
                  </a:lnTo>
                  <a:lnTo>
                    <a:pt x="142" y="28"/>
                  </a:lnTo>
                  <a:lnTo>
                    <a:pt x="141" y="28"/>
                  </a:lnTo>
                  <a:lnTo>
                    <a:pt x="138" y="28"/>
                  </a:lnTo>
                  <a:lnTo>
                    <a:pt x="137" y="29"/>
                  </a:lnTo>
                  <a:lnTo>
                    <a:pt x="132" y="28"/>
                  </a:lnTo>
                  <a:lnTo>
                    <a:pt x="127" y="28"/>
                  </a:lnTo>
                  <a:lnTo>
                    <a:pt x="118" y="27"/>
                  </a:lnTo>
                  <a:lnTo>
                    <a:pt x="114" y="26"/>
                  </a:lnTo>
                  <a:lnTo>
                    <a:pt x="113" y="25"/>
                  </a:lnTo>
                  <a:lnTo>
                    <a:pt x="113" y="25"/>
                  </a:lnTo>
                  <a:lnTo>
                    <a:pt x="113" y="24"/>
                  </a:lnTo>
                  <a:lnTo>
                    <a:pt x="112" y="24"/>
                  </a:lnTo>
                  <a:lnTo>
                    <a:pt x="112" y="21"/>
                  </a:lnTo>
                  <a:lnTo>
                    <a:pt x="110" y="20"/>
                  </a:lnTo>
                  <a:lnTo>
                    <a:pt x="109" y="18"/>
                  </a:lnTo>
                  <a:lnTo>
                    <a:pt x="108" y="16"/>
                  </a:lnTo>
                  <a:lnTo>
                    <a:pt x="106" y="15"/>
                  </a:lnTo>
                  <a:lnTo>
                    <a:pt x="105" y="14"/>
                  </a:lnTo>
                  <a:lnTo>
                    <a:pt x="105" y="14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1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6" y="6"/>
                  </a:lnTo>
                  <a:lnTo>
                    <a:pt x="106" y="5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2" y="1"/>
                  </a:lnTo>
                  <a:lnTo>
                    <a:pt x="101" y="2"/>
                  </a:lnTo>
                  <a:lnTo>
                    <a:pt x="101" y="3"/>
                  </a:lnTo>
                  <a:lnTo>
                    <a:pt x="100" y="4"/>
                  </a:lnTo>
                  <a:lnTo>
                    <a:pt x="97" y="8"/>
                  </a:lnTo>
                  <a:lnTo>
                    <a:pt x="93" y="13"/>
                  </a:lnTo>
                  <a:lnTo>
                    <a:pt x="89" y="18"/>
                  </a:lnTo>
                  <a:lnTo>
                    <a:pt x="86" y="22"/>
                  </a:lnTo>
                  <a:lnTo>
                    <a:pt x="84" y="24"/>
                  </a:lnTo>
                  <a:lnTo>
                    <a:pt x="83" y="24"/>
                  </a:lnTo>
                  <a:lnTo>
                    <a:pt x="81" y="25"/>
                  </a:lnTo>
                  <a:lnTo>
                    <a:pt x="80" y="25"/>
                  </a:lnTo>
                  <a:lnTo>
                    <a:pt x="79" y="25"/>
                  </a:lnTo>
                  <a:lnTo>
                    <a:pt x="78" y="25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80" y="19"/>
                  </a:lnTo>
                  <a:lnTo>
                    <a:pt x="81" y="14"/>
                  </a:lnTo>
                  <a:lnTo>
                    <a:pt x="82" y="13"/>
                  </a:lnTo>
                  <a:lnTo>
                    <a:pt x="82" y="11"/>
                  </a:lnTo>
                  <a:lnTo>
                    <a:pt x="81" y="9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79" y="6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7" y="9"/>
                  </a:lnTo>
                  <a:lnTo>
                    <a:pt x="76" y="12"/>
                  </a:lnTo>
                  <a:lnTo>
                    <a:pt x="74" y="16"/>
                  </a:lnTo>
                  <a:lnTo>
                    <a:pt x="73" y="18"/>
                  </a:lnTo>
                  <a:lnTo>
                    <a:pt x="71" y="20"/>
                  </a:lnTo>
                  <a:lnTo>
                    <a:pt x="69" y="21"/>
                  </a:lnTo>
                  <a:lnTo>
                    <a:pt x="68" y="22"/>
                  </a:lnTo>
                  <a:lnTo>
                    <a:pt x="67" y="23"/>
                  </a:lnTo>
                  <a:lnTo>
                    <a:pt x="65" y="24"/>
                  </a:lnTo>
                  <a:lnTo>
                    <a:pt x="65" y="25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71" y="29"/>
                  </a:lnTo>
                  <a:lnTo>
                    <a:pt x="76" y="30"/>
                  </a:lnTo>
                  <a:lnTo>
                    <a:pt x="81" y="31"/>
                  </a:lnTo>
                  <a:lnTo>
                    <a:pt x="8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9" name="îśľiḓè"/>
            <p:cNvSpPr/>
            <p:nvPr/>
          </p:nvSpPr>
          <p:spPr bwMode="auto">
            <a:xfrm>
              <a:off x="2492376" y="3494088"/>
              <a:ext cx="1190625" cy="766763"/>
            </a:xfrm>
            <a:custGeom>
              <a:avLst/>
              <a:gdLst>
                <a:gd name="T0" fmla="*/ 238 w 750"/>
                <a:gd name="T1" fmla="*/ 410 h 483"/>
                <a:gd name="T2" fmla="*/ 260 w 750"/>
                <a:gd name="T3" fmla="*/ 439 h 483"/>
                <a:gd name="T4" fmla="*/ 256 w 750"/>
                <a:gd name="T5" fmla="*/ 482 h 483"/>
                <a:gd name="T6" fmla="*/ 230 w 750"/>
                <a:gd name="T7" fmla="*/ 454 h 483"/>
                <a:gd name="T8" fmla="*/ 255 w 750"/>
                <a:gd name="T9" fmla="*/ 473 h 483"/>
                <a:gd name="T10" fmla="*/ 249 w 750"/>
                <a:gd name="T11" fmla="*/ 443 h 483"/>
                <a:gd name="T12" fmla="*/ 234 w 750"/>
                <a:gd name="T13" fmla="*/ 401 h 483"/>
                <a:gd name="T14" fmla="*/ 260 w 750"/>
                <a:gd name="T15" fmla="*/ 397 h 483"/>
                <a:gd name="T16" fmla="*/ 28 w 750"/>
                <a:gd name="T17" fmla="*/ 433 h 483"/>
                <a:gd name="T18" fmla="*/ 13 w 750"/>
                <a:gd name="T19" fmla="*/ 428 h 483"/>
                <a:gd name="T20" fmla="*/ 0 w 750"/>
                <a:gd name="T21" fmla="*/ 419 h 483"/>
                <a:gd name="T22" fmla="*/ 37 w 750"/>
                <a:gd name="T23" fmla="*/ 447 h 483"/>
                <a:gd name="T24" fmla="*/ 123 w 750"/>
                <a:gd name="T25" fmla="*/ 381 h 483"/>
                <a:gd name="T26" fmla="*/ 160 w 750"/>
                <a:gd name="T27" fmla="*/ 436 h 483"/>
                <a:gd name="T28" fmla="*/ 224 w 750"/>
                <a:gd name="T29" fmla="*/ 423 h 483"/>
                <a:gd name="T30" fmla="*/ 193 w 750"/>
                <a:gd name="T31" fmla="*/ 391 h 483"/>
                <a:gd name="T32" fmla="*/ 216 w 750"/>
                <a:gd name="T33" fmla="*/ 409 h 483"/>
                <a:gd name="T34" fmla="*/ 278 w 750"/>
                <a:gd name="T35" fmla="*/ 482 h 483"/>
                <a:gd name="T36" fmla="*/ 351 w 750"/>
                <a:gd name="T37" fmla="*/ 426 h 483"/>
                <a:gd name="T38" fmla="*/ 437 w 750"/>
                <a:gd name="T39" fmla="*/ 430 h 483"/>
                <a:gd name="T40" fmla="*/ 411 w 750"/>
                <a:gd name="T41" fmla="*/ 359 h 483"/>
                <a:gd name="T42" fmla="*/ 388 w 750"/>
                <a:gd name="T43" fmla="*/ 381 h 483"/>
                <a:gd name="T44" fmla="*/ 423 w 750"/>
                <a:gd name="T45" fmla="*/ 447 h 483"/>
                <a:gd name="T46" fmla="*/ 405 w 750"/>
                <a:gd name="T47" fmla="*/ 417 h 483"/>
                <a:gd name="T48" fmla="*/ 401 w 750"/>
                <a:gd name="T49" fmla="*/ 366 h 483"/>
                <a:gd name="T50" fmla="*/ 427 w 750"/>
                <a:gd name="T51" fmla="*/ 408 h 483"/>
                <a:gd name="T52" fmla="*/ 448 w 750"/>
                <a:gd name="T53" fmla="*/ 334 h 483"/>
                <a:gd name="T54" fmla="*/ 498 w 750"/>
                <a:gd name="T55" fmla="*/ 301 h 483"/>
                <a:gd name="T56" fmla="*/ 551 w 750"/>
                <a:gd name="T57" fmla="*/ 375 h 483"/>
                <a:gd name="T58" fmla="*/ 583 w 750"/>
                <a:gd name="T59" fmla="*/ 330 h 483"/>
                <a:gd name="T60" fmla="*/ 544 w 750"/>
                <a:gd name="T61" fmla="*/ 279 h 483"/>
                <a:gd name="T62" fmla="*/ 565 w 750"/>
                <a:gd name="T63" fmla="*/ 265 h 483"/>
                <a:gd name="T64" fmla="*/ 537 w 750"/>
                <a:gd name="T65" fmla="*/ 269 h 483"/>
                <a:gd name="T66" fmla="*/ 572 w 750"/>
                <a:gd name="T67" fmla="*/ 333 h 483"/>
                <a:gd name="T68" fmla="*/ 602 w 750"/>
                <a:gd name="T69" fmla="*/ 327 h 483"/>
                <a:gd name="T70" fmla="*/ 589 w 750"/>
                <a:gd name="T71" fmla="*/ 271 h 483"/>
                <a:gd name="T72" fmla="*/ 650 w 750"/>
                <a:gd name="T73" fmla="*/ 233 h 483"/>
                <a:gd name="T74" fmla="*/ 668 w 750"/>
                <a:gd name="T75" fmla="*/ 220 h 483"/>
                <a:gd name="T76" fmla="*/ 613 w 750"/>
                <a:gd name="T77" fmla="*/ 169 h 483"/>
                <a:gd name="T78" fmla="*/ 644 w 750"/>
                <a:gd name="T79" fmla="*/ 157 h 483"/>
                <a:gd name="T80" fmla="*/ 690 w 750"/>
                <a:gd name="T81" fmla="*/ 213 h 483"/>
                <a:gd name="T82" fmla="*/ 658 w 750"/>
                <a:gd name="T83" fmla="*/ 175 h 483"/>
                <a:gd name="T84" fmla="*/ 620 w 750"/>
                <a:gd name="T85" fmla="*/ 169 h 483"/>
                <a:gd name="T86" fmla="*/ 664 w 750"/>
                <a:gd name="T87" fmla="*/ 208 h 483"/>
                <a:gd name="T88" fmla="*/ 710 w 750"/>
                <a:gd name="T89" fmla="*/ 149 h 483"/>
                <a:gd name="T90" fmla="*/ 697 w 750"/>
                <a:gd name="T91" fmla="*/ 143 h 483"/>
                <a:gd name="T92" fmla="*/ 641 w 750"/>
                <a:gd name="T93" fmla="*/ 104 h 483"/>
                <a:gd name="T94" fmla="*/ 692 w 750"/>
                <a:gd name="T95" fmla="*/ 96 h 483"/>
                <a:gd name="T96" fmla="*/ 709 w 750"/>
                <a:gd name="T97" fmla="*/ 135 h 483"/>
                <a:gd name="T98" fmla="*/ 650 w 750"/>
                <a:gd name="T99" fmla="*/ 108 h 483"/>
                <a:gd name="T100" fmla="*/ 667 w 750"/>
                <a:gd name="T101" fmla="*/ 97 h 483"/>
                <a:gd name="T102" fmla="*/ 718 w 750"/>
                <a:gd name="T103" fmla="*/ 126 h 483"/>
                <a:gd name="T104" fmla="*/ 706 w 750"/>
                <a:gd name="T105" fmla="*/ 61 h 483"/>
                <a:gd name="T106" fmla="*/ 732 w 750"/>
                <a:gd name="T107" fmla="*/ 81 h 483"/>
                <a:gd name="T108" fmla="*/ 669 w 750"/>
                <a:gd name="T109" fmla="*/ 73 h 483"/>
                <a:gd name="T110" fmla="*/ 673 w 750"/>
                <a:gd name="T111" fmla="*/ 53 h 483"/>
                <a:gd name="T112" fmla="*/ 654 w 750"/>
                <a:gd name="T113" fmla="*/ 62 h 483"/>
                <a:gd name="T114" fmla="*/ 698 w 750"/>
                <a:gd name="T115" fmla="*/ 91 h 483"/>
                <a:gd name="T116" fmla="*/ 741 w 750"/>
                <a:gd name="T117" fmla="*/ 77 h 483"/>
                <a:gd name="T118" fmla="*/ 662 w 750"/>
                <a:gd name="T119" fmla="*/ 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50" h="483">
                  <a:moveTo>
                    <a:pt x="265" y="417"/>
                  </a:moveTo>
                  <a:lnTo>
                    <a:pt x="258" y="417"/>
                  </a:lnTo>
                  <a:lnTo>
                    <a:pt x="258" y="414"/>
                  </a:lnTo>
                  <a:lnTo>
                    <a:pt x="257" y="411"/>
                  </a:lnTo>
                  <a:lnTo>
                    <a:pt x="257" y="408"/>
                  </a:lnTo>
                  <a:lnTo>
                    <a:pt x="256" y="405"/>
                  </a:lnTo>
                  <a:lnTo>
                    <a:pt x="255" y="404"/>
                  </a:lnTo>
                  <a:lnTo>
                    <a:pt x="253" y="403"/>
                  </a:lnTo>
                  <a:lnTo>
                    <a:pt x="251" y="401"/>
                  </a:lnTo>
                  <a:lnTo>
                    <a:pt x="249" y="401"/>
                  </a:lnTo>
                  <a:lnTo>
                    <a:pt x="246" y="401"/>
                  </a:lnTo>
                  <a:lnTo>
                    <a:pt x="244" y="402"/>
                  </a:lnTo>
                  <a:lnTo>
                    <a:pt x="241" y="404"/>
                  </a:lnTo>
                  <a:lnTo>
                    <a:pt x="241" y="405"/>
                  </a:lnTo>
                  <a:lnTo>
                    <a:pt x="239" y="408"/>
                  </a:lnTo>
                  <a:lnTo>
                    <a:pt x="238" y="410"/>
                  </a:lnTo>
                  <a:lnTo>
                    <a:pt x="238" y="414"/>
                  </a:lnTo>
                  <a:lnTo>
                    <a:pt x="238" y="417"/>
                  </a:lnTo>
                  <a:lnTo>
                    <a:pt x="238" y="420"/>
                  </a:lnTo>
                  <a:lnTo>
                    <a:pt x="238" y="421"/>
                  </a:lnTo>
                  <a:lnTo>
                    <a:pt x="238" y="423"/>
                  </a:lnTo>
                  <a:lnTo>
                    <a:pt x="239" y="425"/>
                  </a:lnTo>
                  <a:lnTo>
                    <a:pt x="240" y="426"/>
                  </a:lnTo>
                  <a:lnTo>
                    <a:pt x="241" y="428"/>
                  </a:lnTo>
                  <a:lnTo>
                    <a:pt x="242" y="429"/>
                  </a:lnTo>
                  <a:lnTo>
                    <a:pt x="244" y="430"/>
                  </a:lnTo>
                  <a:lnTo>
                    <a:pt x="245" y="431"/>
                  </a:lnTo>
                  <a:lnTo>
                    <a:pt x="249" y="433"/>
                  </a:lnTo>
                  <a:lnTo>
                    <a:pt x="251" y="434"/>
                  </a:lnTo>
                  <a:lnTo>
                    <a:pt x="253" y="434"/>
                  </a:lnTo>
                  <a:lnTo>
                    <a:pt x="257" y="437"/>
                  </a:lnTo>
                  <a:lnTo>
                    <a:pt x="260" y="439"/>
                  </a:lnTo>
                  <a:lnTo>
                    <a:pt x="262" y="442"/>
                  </a:lnTo>
                  <a:lnTo>
                    <a:pt x="264" y="444"/>
                  </a:lnTo>
                  <a:lnTo>
                    <a:pt x="265" y="447"/>
                  </a:lnTo>
                  <a:lnTo>
                    <a:pt x="266" y="450"/>
                  </a:lnTo>
                  <a:lnTo>
                    <a:pt x="267" y="454"/>
                  </a:lnTo>
                  <a:lnTo>
                    <a:pt x="267" y="458"/>
                  </a:lnTo>
                  <a:lnTo>
                    <a:pt x="266" y="463"/>
                  </a:lnTo>
                  <a:lnTo>
                    <a:pt x="265" y="469"/>
                  </a:lnTo>
                  <a:lnTo>
                    <a:pt x="265" y="471"/>
                  </a:lnTo>
                  <a:lnTo>
                    <a:pt x="264" y="473"/>
                  </a:lnTo>
                  <a:lnTo>
                    <a:pt x="263" y="475"/>
                  </a:lnTo>
                  <a:lnTo>
                    <a:pt x="261" y="477"/>
                  </a:lnTo>
                  <a:lnTo>
                    <a:pt x="261" y="478"/>
                  </a:lnTo>
                  <a:lnTo>
                    <a:pt x="259" y="479"/>
                  </a:lnTo>
                  <a:lnTo>
                    <a:pt x="257" y="481"/>
                  </a:lnTo>
                  <a:lnTo>
                    <a:pt x="256" y="482"/>
                  </a:lnTo>
                  <a:lnTo>
                    <a:pt x="254" y="482"/>
                  </a:lnTo>
                  <a:lnTo>
                    <a:pt x="253" y="483"/>
                  </a:lnTo>
                  <a:lnTo>
                    <a:pt x="250" y="483"/>
                  </a:lnTo>
                  <a:lnTo>
                    <a:pt x="248" y="483"/>
                  </a:lnTo>
                  <a:lnTo>
                    <a:pt x="245" y="483"/>
                  </a:lnTo>
                  <a:lnTo>
                    <a:pt x="242" y="482"/>
                  </a:lnTo>
                  <a:lnTo>
                    <a:pt x="240" y="482"/>
                  </a:lnTo>
                  <a:lnTo>
                    <a:pt x="237" y="481"/>
                  </a:lnTo>
                  <a:lnTo>
                    <a:pt x="236" y="478"/>
                  </a:lnTo>
                  <a:lnTo>
                    <a:pt x="234" y="476"/>
                  </a:lnTo>
                  <a:lnTo>
                    <a:pt x="232" y="474"/>
                  </a:lnTo>
                  <a:lnTo>
                    <a:pt x="231" y="470"/>
                  </a:lnTo>
                  <a:lnTo>
                    <a:pt x="231" y="468"/>
                  </a:lnTo>
                  <a:lnTo>
                    <a:pt x="230" y="464"/>
                  </a:lnTo>
                  <a:lnTo>
                    <a:pt x="230" y="459"/>
                  </a:lnTo>
                  <a:lnTo>
                    <a:pt x="230" y="454"/>
                  </a:lnTo>
                  <a:lnTo>
                    <a:pt x="236" y="454"/>
                  </a:lnTo>
                  <a:lnTo>
                    <a:pt x="236" y="459"/>
                  </a:lnTo>
                  <a:lnTo>
                    <a:pt x="236" y="464"/>
                  </a:lnTo>
                  <a:lnTo>
                    <a:pt x="237" y="467"/>
                  </a:lnTo>
                  <a:lnTo>
                    <a:pt x="239" y="470"/>
                  </a:lnTo>
                  <a:lnTo>
                    <a:pt x="240" y="471"/>
                  </a:lnTo>
                  <a:lnTo>
                    <a:pt x="241" y="473"/>
                  </a:lnTo>
                  <a:lnTo>
                    <a:pt x="241" y="474"/>
                  </a:lnTo>
                  <a:lnTo>
                    <a:pt x="243" y="474"/>
                  </a:lnTo>
                  <a:lnTo>
                    <a:pt x="244" y="474"/>
                  </a:lnTo>
                  <a:lnTo>
                    <a:pt x="245" y="475"/>
                  </a:lnTo>
                  <a:lnTo>
                    <a:pt x="247" y="475"/>
                  </a:lnTo>
                  <a:lnTo>
                    <a:pt x="249" y="475"/>
                  </a:lnTo>
                  <a:lnTo>
                    <a:pt x="251" y="475"/>
                  </a:lnTo>
                  <a:lnTo>
                    <a:pt x="253" y="474"/>
                  </a:lnTo>
                  <a:lnTo>
                    <a:pt x="255" y="473"/>
                  </a:lnTo>
                  <a:lnTo>
                    <a:pt x="257" y="471"/>
                  </a:lnTo>
                  <a:lnTo>
                    <a:pt x="258" y="469"/>
                  </a:lnTo>
                  <a:lnTo>
                    <a:pt x="259" y="466"/>
                  </a:lnTo>
                  <a:lnTo>
                    <a:pt x="260" y="463"/>
                  </a:lnTo>
                  <a:lnTo>
                    <a:pt x="260" y="460"/>
                  </a:lnTo>
                  <a:lnTo>
                    <a:pt x="260" y="457"/>
                  </a:lnTo>
                  <a:lnTo>
                    <a:pt x="259" y="454"/>
                  </a:lnTo>
                  <a:lnTo>
                    <a:pt x="258" y="453"/>
                  </a:lnTo>
                  <a:lnTo>
                    <a:pt x="257" y="450"/>
                  </a:lnTo>
                  <a:lnTo>
                    <a:pt x="257" y="449"/>
                  </a:lnTo>
                  <a:lnTo>
                    <a:pt x="255" y="447"/>
                  </a:lnTo>
                  <a:lnTo>
                    <a:pt x="253" y="446"/>
                  </a:lnTo>
                  <a:lnTo>
                    <a:pt x="251" y="445"/>
                  </a:lnTo>
                  <a:lnTo>
                    <a:pt x="251" y="445"/>
                  </a:lnTo>
                  <a:lnTo>
                    <a:pt x="250" y="444"/>
                  </a:lnTo>
                  <a:lnTo>
                    <a:pt x="249" y="443"/>
                  </a:lnTo>
                  <a:lnTo>
                    <a:pt x="246" y="442"/>
                  </a:lnTo>
                  <a:lnTo>
                    <a:pt x="241" y="439"/>
                  </a:lnTo>
                  <a:lnTo>
                    <a:pt x="238" y="437"/>
                  </a:lnTo>
                  <a:lnTo>
                    <a:pt x="236" y="436"/>
                  </a:lnTo>
                  <a:lnTo>
                    <a:pt x="234" y="434"/>
                  </a:lnTo>
                  <a:lnTo>
                    <a:pt x="233" y="432"/>
                  </a:lnTo>
                  <a:lnTo>
                    <a:pt x="232" y="430"/>
                  </a:lnTo>
                  <a:lnTo>
                    <a:pt x="232" y="427"/>
                  </a:lnTo>
                  <a:lnTo>
                    <a:pt x="231" y="424"/>
                  </a:lnTo>
                  <a:lnTo>
                    <a:pt x="231" y="421"/>
                  </a:lnTo>
                  <a:lnTo>
                    <a:pt x="231" y="417"/>
                  </a:lnTo>
                  <a:lnTo>
                    <a:pt x="231" y="412"/>
                  </a:lnTo>
                  <a:lnTo>
                    <a:pt x="232" y="407"/>
                  </a:lnTo>
                  <a:lnTo>
                    <a:pt x="232" y="405"/>
                  </a:lnTo>
                  <a:lnTo>
                    <a:pt x="233" y="403"/>
                  </a:lnTo>
                  <a:lnTo>
                    <a:pt x="234" y="401"/>
                  </a:lnTo>
                  <a:lnTo>
                    <a:pt x="235" y="399"/>
                  </a:lnTo>
                  <a:lnTo>
                    <a:pt x="236" y="397"/>
                  </a:lnTo>
                  <a:lnTo>
                    <a:pt x="237" y="397"/>
                  </a:lnTo>
                  <a:lnTo>
                    <a:pt x="239" y="395"/>
                  </a:lnTo>
                  <a:lnTo>
                    <a:pt x="241" y="394"/>
                  </a:lnTo>
                  <a:lnTo>
                    <a:pt x="242" y="393"/>
                  </a:lnTo>
                  <a:lnTo>
                    <a:pt x="244" y="393"/>
                  </a:lnTo>
                  <a:lnTo>
                    <a:pt x="245" y="393"/>
                  </a:lnTo>
                  <a:lnTo>
                    <a:pt x="248" y="393"/>
                  </a:lnTo>
                  <a:lnTo>
                    <a:pt x="249" y="393"/>
                  </a:lnTo>
                  <a:lnTo>
                    <a:pt x="252" y="393"/>
                  </a:lnTo>
                  <a:lnTo>
                    <a:pt x="253" y="393"/>
                  </a:lnTo>
                  <a:lnTo>
                    <a:pt x="256" y="394"/>
                  </a:lnTo>
                  <a:lnTo>
                    <a:pt x="257" y="395"/>
                  </a:lnTo>
                  <a:lnTo>
                    <a:pt x="258" y="396"/>
                  </a:lnTo>
                  <a:lnTo>
                    <a:pt x="260" y="397"/>
                  </a:lnTo>
                  <a:lnTo>
                    <a:pt x="261" y="399"/>
                  </a:lnTo>
                  <a:lnTo>
                    <a:pt x="262" y="401"/>
                  </a:lnTo>
                  <a:lnTo>
                    <a:pt x="263" y="403"/>
                  </a:lnTo>
                  <a:lnTo>
                    <a:pt x="264" y="405"/>
                  </a:lnTo>
                  <a:lnTo>
                    <a:pt x="264" y="407"/>
                  </a:lnTo>
                  <a:lnTo>
                    <a:pt x="265" y="412"/>
                  </a:lnTo>
                  <a:lnTo>
                    <a:pt x="265" y="417"/>
                  </a:lnTo>
                  <a:lnTo>
                    <a:pt x="265" y="417"/>
                  </a:lnTo>
                  <a:close/>
                  <a:moveTo>
                    <a:pt x="16" y="438"/>
                  </a:moveTo>
                  <a:lnTo>
                    <a:pt x="18" y="438"/>
                  </a:lnTo>
                  <a:lnTo>
                    <a:pt x="20" y="438"/>
                  </a:lnTo>
                  <a:lnTo>
                    <a:pt x="21" y="437"/>
                  </a:lnTo>
                  <a:lnTo>
                    <a:pt x="23" y="436"/>
                  </a:lnTo>
                  <a:lnTo>
                    <a:pt x="24" y="435"/>
                  </a:lnTo>
                  <a:lnTo>
                    <a:pt x="27" y="434"/>
                  </a:lnTo>
                  <a:lnTo>
                    <a:pt x="28" y="433"/>
                  </a:lnTo>
                  <a:lnTo>
                    <a:pt x="29" y="431"/>
                  </a:lnTo>
                  <a:lnTo>
                    <a:pt x="30" y="430"/>
                  </a:lnTo>
                  <a:lnTo>
                    <a:pt x="32" y="428"/>
                  </a:lnTo>
                  <a:lnTo>
                    <a:pt x="32" y="425"/>
                  </a:lnTo>
                  <a:lnTo>
                    <a:pt x="34" y="423"/>
                  </a:lnTo>
                  <a:lnTo>
                    <a:pt x="58" y="358"/>
                  </a:lnTo>
                  <a:lnTo>
                    <a:pt x="51" y="355"/>
                  </a:lnTo>
                  <a:lnTo>
                    <a:pt x="27" y="420"/>
                  </a:lnTo>
                  <a:lnTo>
                    <a:pt x="25" y="423"/>
                  </a:lnTo>
                  <a:lnTo>
                    <a:pt x="24" y="425"/>
                  </a:lnTo>
                  <a:lnTo>
                    <a:pt x="23" y="426"/>
                  </a:lnTo>
                  <a:lnTo>
                    <a:pt x="20" y="428"/>
                  </a:lnTo>
                  <a:lnTo>
                    <a:pt x="19" y="429"/>
                  </a:lnTo>
                  <a:lnTo>
                    <a:pt x="17" y="429"/>
                  </a:lnTo>
                  <a:lnTo>
                    <a:pt x="15" y="429"/>
                  </a:lnTo>
                  <a:lnTo>
                    <a:pt x="13" y="428"/>
                  </a:lnTo>
                  <a:lnTo>
                    <a:pt x="12" y="427"/>
                  </a:lnTo>
                  <a:lnTo>
                    <a:pt x="10" y="425"/>
                  </a:lnTo>
                  <a:lnTo>
                    <a:pt x="9" y="424"/>
                  </a:lnTo>
                  <a:lnTo>
                    <a:pt x="8" y="421"/>
                  </a:lnTo>
                  <a:lnTo>
                    <a:pt x="8" y="419"/>
                  </a:lnTo>
                  <a:lnTo>
                    <a:pt x="8" y="417"/>
                  </a:lnTo>
                  <a:lnTo>
                    <a:pt x="8" y="414"/>
                  </a:lnTo>
                  <a:lnTo>
                    <a:pt x="8" y="411"/>
                  </a:lnTo>
                  <a:lnTo>
                    <a:pt x="33" y="346"/>
                  </a:lnTo>
                  <a:lnTo>
                    <a:pt x="26" y="342"/>
                  </a:lnTo>
                  <a:lnTo>
                    <a:pt x="2" y="407"/>
                  </a:lnTo>
                  <a:lnTo>
                    <a:pt x="1" y="410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1" y="425"/>
                  </a:lnTo>
                  <a:lnTo>
                    <a:pt x="3" y="428"/>
                  </a:lnTo>
                  <a:lnTo>
                    <a:pt x="4" y="430"/>
                  </a:lnTo>
                  <a:lnTo>
                    <a:pt x="5" y="432"/>
                  </a:lnTo>
                  <a:lnTo>
                    <a:pt x="7" y="434"/>
                  </a:lnTo>
                  <a:lnTo>
                    <a:pt x="8" y="435"/>
                  </a:lnTo>
                  <a:lnTo>
                    <a:pt x="11" y="436"/>
                  </a:lnTo>
                  <a:lnTo>
                    <a:pt x="14" y="438"/>
                  </a:lnTo>
                  <a:lnTo>
                    <a:pt x="16" y="438"/>
                  </a:lnTo>
                  <a:lnTo>
                    <a:pt x="16" y="438"/>
                  </a:lnTo>
                  <a:close/>
                  <a:moveTo>
                    <a:pt x="68" y="458"/>
                  </a:moveTo>
                  <a:lnTo>
                    <a:pt x="68" y="373"/>
                  </a:lnTo>
                  <a:lnTo>
                    <a:pt x="44" y="450"/>
                  </a:lnTo>
                  <a:lnTo>
                    <a:pt x="37" y="447"/>
                  </a:lnTo>
                  <a:lnTo>
                    <a:pt x="64" y="361"/>
                  </a:lnTo>
                  <a:lnTo>
                    <a:pt x="75" y="365"/>
                  </a:lnTo>
                  <a:lnTo>
                    <a:pt x="74" y="435"/>
                  </a:lnTo>
                  <a:lnTo>
                    <a:pt x="91" y="370"/>
                  </a:lnTo>
                  <a:lnTo>
                    <a:pt x="98" y="373"/>
                  </a:lnTo>
                  <a:lnTo>
                    <a:pt x="75" y="460"/>
                  </a:lnTo>
                  <a:lnTo>
                    <a:pt x="68" y="458"/>
                  </a:lnTo>
                  <a:lnTo>
                    <a:pt x="68" y="458"/>
                  </a:lnTo>
                  <a:close/>
                  <a:moveTo>
                    <a:pt x="92" y="466"/>
                  </a:moveTo>
                  <a:lnTo>
                    <a:pt x="111" y="377"/>
                  </a:lnTo>
                  <a:lnTo>
                    <a:pt x="104" y="375"/>
                  </a:lnTo>
                  <a:lnTo>
                    <a:pt x="84" y="463"/>
                  </a:lnTo>
                  <a:lnTo>
                    <a:pt x="92" y="466"/>
                  </a:lnTo>
                  <a:lnTo>
                    <a:pt x="92" y="466"/>
                  </a:lnTo>
                  <a:close/>
                  <a:moveTo>
                    <a:pt x="124" y="454"/>
                  </a:moveTo>
                  <a:lnTo>
                    <a:pt x="123" y="381"/>
                  </a:lnTo>
                  <a:lnTo>
                    <a:pt x="116" y="378"/>
                  </a:lnTo>
                  <a:lnTo>
                    <a:pt x="117" y="471"/>
                  </a:lnTo>
                  <a:lnTo>
                    <a:pt x="124" y="474"/>
                  </a:lnTo>
                  <a:lnTo>
                    <a:pt x="152" y="386"/>
                  </a:lnTo>
                  <a:lnTo>
                    <a:pt x="144" y="385"/>
                  </a:lnTo>
                  <a:lnTo>
                    <a:pt x="124" y="454"/>
                  </a:lnTo>
                  <a:lnTo>
                    <a:pt x="124" y="454"/>
                  </a:lnTo>
                  <a:close/>
                  <a:moveTo>
                    <a:pt x="146" y="477"/>
                  </a:moveTo>
                  <a:lnTo>
                    <a:pt x="157" y="387"/>
                  </a:lnTo>
                  <a:lnTo>
                    <a:pt x="187" y="392"/>
                  </a:lnTo>
                  <a:lnTo>
                    <a:pt x="186" y="401"/>
                  </a:lnTo>
                  <a:lnTo>
                    <a:pt x="164" y="397"/>
                  </a:lnTo>
                  <a:lnTo>
                    <a:pt x="160" y="426"/>
                  </a:lnTo>
                  <a:lnTo>
                    <a:pt x="177" y="429"/>
                  </a:lnTo>
                  <a:lnTo>
                    <a:pt x="176" y="438"/>
                  </a:lnTo>
                  <a:lnTo>
                    <a:pt x="160" y="436"/>
                  </a:lnTo>
                  <a:lnTo>
                    <a:pt x="155" y="469"/>
                  </a:lnTo>
                  <a:lnTo>
                    <a:pt x="179" y="472"/>
                  </a:lnTo>
                  <a:lnTo>
                    <a:pt x="177" y="481"/>
                  </a:lnTo>
                  <a:lnTo>
                    <a:pt x="146" y="477"/>
                  </a:lnTo>
                  <a:lnTo>
                    <a:pt x="146" y="477"/>
                  </a:lnTo>
                  <a:close/>
                  <a:moveTo>
                    <a:pt x="224" y="483"/>
                  </a:moveTo>
                  <a:lnTo>
                    <a:pt x="214" y="438"/>
                  </a:lnTo>
                  <a:lnTo>
                    <a:pt x="216" y="438"/>
                  </a:lnTo>
                  <a:lnTo>
                    <a:pt x="216" y="437"/>
                  </a:lnTo>
                  <a:lnTo>
                    <a:pt x="217" y="436"/>
                  </a:lnTo>
                  <a:lnTo>
                    <a:pt x="219" y="434"/>
                  </a:lnTo>
                  <a:lnTo>
                    <a:pt x="220" y="432"/>
                  </a:lnTo>
                  <a:lnTo>
                    <a:pt x="222" y="430"/>
                  </a:lnTo>
                  <a:lnTo>
                    <a:pt x="223" y="426"/>
                  </a:lnTo>
                  <a:lnTo>
                    <a:pt x="224" y="423"/>
                  </a:lnTo>
                  <a:lnTo>
                    <a:pt x="224" y="423"/>
                  </a:lnTo>
                  <a:lnTo>
                    <a:pt x="224" y="422"/>
                  </a:lnTo>
                  <a:lnTo>
                    <a:pt x="225" y="420"/>
                  </a:lnTo>
                  <a:lnTo>
                    <a:pt x="225" y="414"/>
                  </a:lnTo>
                  <a:lnTo>
                    <a:pt x="225" y="410"/>
                  </a:lnTo>
                  <a:lnTo>
                    <a:pt x="224" y="407"/>
                  </a:lnTo>
                  <a:lnTo>
                    <a:pt x="223" y="403"/>
                  </a:lnTo>
                  <a:lnTo>
                    <a:pt x="221" y="400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5"/>
                  </a:lnTo>
                  <a:lnTo>
                    <a:pt x="216" y="394"/>
                  </a:lnTo>
                  <a:lnTo>
                    <a:pt x="215" y="393"/>
                  </a:lnTo>
                  <a:lnTo>
                    <a:pt x="213" y="393"/>
                  </a:lnTo>
                  <a:lnTo>
                    <a:pt x="211" y="392"/>
                  </a:lnTo>
                  <a:lnTo>
                    <a:pt x="209" y="392"/>
                  </a:lnTo>
                  <a:lnTo>
                    <a:pt x="193" y="391"/>
                  </a:lnTo>
                  <a:lnTo>
                    <a:pt x="189" y="482"/>
                  </a:lnTo>
                  <a:lnTo>
                    <a:pt x="197" y="482"/>
                  </a:lnTo>
                  <a:lnTo>
                    <a:pt x="199" y="439"/>
                  </a:lnTo>
                  <a:lnTo>
                    <a:pt x="206" y="440"/>
                  </a:lnTo>
                  <a:lnTo>
                    <a:pt x="216" y="483"/>
                  </a:lnTo>
                  <a:lnTo>
                    <a:pt x="224" y="483"/>
                  </a:lnTo>
                  <a:lnTo>
                    <a:pt x="224" y="483"/>
                  </a:lnTo>
                  <a:close/>
                  <a:moveTo>
                    <a:pt x="199" y="430"/>
                  </a:moveTo>
                  <a:lnTo>
                    <a:pt x="200" y="401"/>
                  </a:lnTo>
                  <a:lnTo>
                    <a:pt x="208" y="401"/>
                  </a:lnTo>
                  <a:lnTo>
                    <a:pt x="209" y="401"/>
                  </a:lnTo>
                  <a:lnTo>
                    <a:pt x="212" y="402"/>
                  </a:lnTo>
                  <a:lnTo>
                    <a:pt x="213" y="403"/>
                  </a:lnTo>
                  <a:lnTo>
                    <a:pt x="214" y="405"/>
                  </a:lnTo>
                  <a:lnTo>
                    <a:pt x="216" y="407"/>
                  </a:lnTo>
                  <a:lnTo>
                    <a:pt x="216" y="409"/>
                  </a:lnTo>
                  <a:lnTo>
                    <a:pt x="216" y="412"/>
                  </a:lnTo>
                  <a:lnTo>
                    <a:pt x="216" y="415"/>
                  </a:lnTo>
                  <a:lnTo>
                    <a:pt x="216" y="418"/>
                  </a:lnTo>
                  <a:lnTo>
                    <a:pt x="216" y="421"/>
                  </a:lnTo>
                  <a:lnTo>
                    <a:pt x="214" y="425"/>
                  </a:lnTo>
                  <a:lnTo>
                    <a:pt x="213" y="427"/>
                  </a:lnTo>
                  <a:lnTo>
                    <a:pt x="212" y="429"/>
                  </a:lnTo>
                  <a:lnTo>
                    <a:pt x="210" y="430"/>
                  </a:lnTo>
                  <a:lnTo>
                    <a:pt x="208" y="430"/>
                  </a:lnTo>
                  <a:lnTo>
                    <a:pt x="206" y="430"/>
                  </a:lnTo>
                  <a:lnTo>
                    <a:pt x="199" y="430"/>
                  </a:lnTo>
                  <a:lnTo>
                    <a:pt x="199" y="430"/>
                  </a:lnTo>
                  <a:close/>
                  <a:moveTo>
                    <a:pt x="285" y="481"/>
                  </a:moveTo>
                  <a:lnTo>
                    <a:pt x="278" y="390"/>
                  </a:lnTo>
                  <a:lnTo>
                    <a:pt x="270" y="391"/>
                  </a:lnTo>
                  <a:lnTo>
                    <a:pt x="278" y="482"/>
                  </a:lnTo>
                  <a:lnTo>
                    <a:pt x="285" y="481"/>
                  </a:lnTo>
                  <a:lnTo>
                    <a:pt x="285" y="481"/>
                  </a:lnTo>
                  <a:close/>
                  <a:moveTo>
                    <a:pt x="282" y="398"/>
                  </a:moveTo>
                  <a:lnTo>
                    <a:pt x="282" y="389"/>
                  </a:lnTo>
                  <a:lnTo>
                    <a:pt x="318" y="385"/>
                  </a:lnTo>
                  <a:lnTo>
                    <a:pt x="319" y="393"/>
                  </a:lnTo>
                  <a:lnTo>
                    <a:pt x="305" y="395"/>
                  </a:lnTo>
                  <a:lnTo>
                    <a:pt x="314" y="477"/>
                  </a:lnTo>
                  <a:lnTo>
                    <a:pt x="307" y="478"/>
                  </a:lnTo>
                  <a:lnTo>
                    <a:pt x="297" y="397"/>
                  </a:lnTo>
                  <a:lnTo>
                    <a:pt x="282" y="398"/>
                  </a:lnTo>
                  <a:lnTo>
                    <a:pt x="282" y="398"/>
                  </a:lnTo>
                  <a:close/>
                  <a:moveTo>
                    <a:pt x="344" y="428"/>
                  </a:moveTo>
                  <a:lnTo>
                    <a:pt x="353" y="470"/>
                  </a:lnTo>
                  <a:lnTo>
                    <a:pt x="361" y="468"/>
                  </a:lnTo>
                  <a:lnTo>
                    <a:pt x="351" y="426"/>
                  </a:lnTo>
                  <a:lnTo>
                    <a:pt x="357" y="374"/>
                  </a:lnTo>
                  <a:lnTo>
                    <a:pt x="350" y="377"/>
                  </a:lnTo>
                  <a:lnTo>
                    <a:pt x="345" y="416"/>
                  </a:lnTo>
                  <a:lnTo>
                    <a:pt x="329" y="381"/>
                  </a:lnTo>
                  <a:lnTo>
                    <a:pt x="322" y="384"/>
                  </a:lnTo>
                  <a:lnTo>
                    <a:pt x="344" y="428"/>
                  </a:lnTo>
                  <a:lnTo>
                    <a:pt x="344" y="428"/>
                  </a:lnTo>
                  <a:close/>
                  <a:moveTo>
                    <a:pt x="427" y="446"/>
                  </a:moveTo>
                  <a:lnTo>
                    <a:pt x="429" y="445"/>
                  </a:lnTo>
                  <a:lnTo>
                    <a:pt x="431" y="443"/>
                  </a:lnTo>
                  <a:lnTo>
                    <a:pt x="433" y="442"/>
                  </a:lnTo>
                  <a:lnTo>
                    <a:pt x="434" y="440"/>
                  </a:lnTo>
                  <a:lnTo>
                    <a:pt x="436" y="438"/>
                  </a:lnTo>
                  <a:lnTo>
                    <a:pt x="437" y="436"/>
                  </a:lnTo>
                  <a:lnTo>
                    <a:pt x="437" y="433"/>
                  </a:lnTo>
                  <a:lnTo>
                    <a:pt x="437" y="430"/>
                  </a:lnTo>
                  <a:lnTo>
                    <a:pt x="438" y="427"/>
                  </a:lnTo>
                  <a:lnTo>
                    <a:pt x="437" y="423"/>
                  </a:lnTo>
                  <a:lnTo>
                    <a:pt x="437" y="419"/>
                  </a:lnTo>
                  <a:lnTo>
                    <a:pt x="436" y="414"/>
                  </a:lnTo>
                  <a:lnTo>
                    <a:pt x="433" y="403"/>
                  </a:lnTo>
                  <a:lnTo>
                    <a:pt x="431" y="393"/>
                  </a:lnTo>
                  <a:lnTo>
                    <a:pt x="429" y="388"/>
                  </a:lnTo>
                  <a:lnTo>
                    <a:pt x="427" y="383"/>
                  </a:lnTo>
                  <a:lnTo>
                    <a:pt x="425" y="379"/>
                  </a:lnTo>
                  <a:lnTo>
                    <a:pt x="423" y="374"/>
                  </a:lnTo>
                  <a:lnTo>
                    <a:pt x="421" y="370"/>
                  </a:lnTo>
                  <a:lnTo>
                    <a:pt x="419" y="367"/>
                  </a:lnTo>
                  <a:lnTo>
                    <a:pt x="417" y="364"/>
                  </a:lnTo>
                  <a:lnTo>
                    <a:pt x="415" y="362"/>
                  </a:lnTo>
                  <a:lnTo>
                    <a:pt x="413" y="360"/>
                  </a:lnTo>
                  <a:lnTo>
                    <a:pt x="411" y="359"/>
                  </a:lnTo>
                  <a:lnTo>
                    <a:pt x="409" y="358"/>
                  </a:lnTo>
                  <a:lnTo>
                    <a:pt x="407" y="357"/>
                  </a:lnTo>
                  <a:lnTo>
                    <a:pt x="405" y="357"/>
                  </a:lnTo>
                  <a:lnTo>
                    <a:pt x="403" y="357"/>
                  </a:lnTo>
                  <a:lnTo>
                    <a:pt x="401" y="357"/>
                  </a:lnTo>
                  <a:lnTo>
                    <a:pt x="398" y="358"/>
                  </a:lnTo>
                  <a:lnTo>
                    <a:pt x="396" y="360"/>
                  </a:lnTo>
                  <a:lnTo>
                    <a:pt x="394" y="361"/>
                  </a:lnTo>
                  <a:lnTo>
                    <a:pt x="393" y="362"/>
                  </a:lnTo>
                  <a:lnTo>
                    <a:pt x="391" y="364"/>
                  </a:lnTo>
                  <a:lnTo>
                    <a:pt x="390" y="366"/>
                  </a:lnTo>
                  <a:lnTo>
                    <a:pt x="389" y="369"/>
                  </a:lnTo>
                  <a:lnTo>
                    <a:pt x="388" y="371"/>
                  </a:lnTo>
                  <a:lnTo>
                    <a:pt x="388" y="374"/>
                  </a:lnTo>
                  <a:lnTo>
                    <a:pt x="388" y="377"/>
                  </a:lnTo>
                  <a:lnTo>
                    <a:pt x="388" y="381"/>
                  </a:lnTo>
                  <a:lnTo>
                    <a:pt x="389" y="385"/>
                  </a:lnTo>
                  <a:lnTo>
                    <a:pt x="389" y="389"/>
                  </a:lnTo>
                  <a:lnTo>
                    <a:pt x="392" y="399"/>
                  </a:lnTo>
                  <a:lnTo>
                    <a:pt x="395" y="409"/>
                  </a:lnTo>
                  <a:lnTo>
                    <a:pt x="398" y="419"/>
                  </a:lnTo>
                  <a:lnTo>
                    <a:pt x="402" y="429"/>
                  </a:lnTo>
                  <a:lnTo>
                    <a:pt x="405" y="433"/>
                  </a:lnTo>
                  <a:lnTo>
                    <a:pt x="407" y="437"/>
                  </a:lnTo>
                  <a:lnTo>
                    <a:pt x="409" y="440"/>
                  </a:lnTo>
                  <a:lnTo>
                    <a:pt x="410" y="442"/>
                  </a:lnTo>
                  <a:lnTo>
                    <a:pt x="413" y="444"/>
                  </a:lnTo>
                  <a:lnTo>
                    <a:pt x="414" y="446"/>
                  </a:lnTo>
                  <a:lnTo>
                    <a:pt x="416" y="446"/>
                  </a:lnTo>
                  <a:lnTo>
                    <a:pt x="418" y="447"/>
                  </a:lnTo>
                  <a:lnTo>
                    <a:pt x="421" y="447"/>
                  </a:lnTo>
                  <a:lnTo>
                    <a:pt x="423" y="447"/>
                  </a:lnTo>
                  <a:lnTo>
                    <a:pt x="425" y="446"/>
                  </a:lnTo>
                  <a:lnTo>
                    <a:pt x="427" y="446"/>
                  </a:lnTo>
                  <a:lnTo>
                    <a:pt x="427" y="446"/>
                  </a:lnTo>
                  <a:close/>
                  <a:moveTo>
                    <a:pt x="425" y="438"/>
                  </a:moveTo>
                  <a:lnTo>
                    <a:pt x="422" y="438"/>
                  </a:lnTo>
                  <a:lnTo>
                    <a:pt x="421" y="438"/>
                  </a:lnTo>
                  <a:lnTo>
                    <a:pt x="419" y="438"/>
                  </a:lnTo>
                  <a:lnTo>
                    <a:pt x="417" y="438"/>
                  </a:lnTo>
                  <a:lnTo>
                    <a:pt x="417" y="437"/>
                  </a:lnTo>
                  <a:lnTo>
                    <a:pt x="416" y="436"/>
                  </a:lnTo>
                  <a:lnTo>
                    <a:pt x="414" y="434"/>
                  </a:lnTo>
                  <a:lnTo>
                    <a:pt x="413" y="432"/>
                  </a:lnTo>
                  <a:lnTo>
                    <a:pt x="411" y="430"/>
                  </a:lnTo>
                  <a:lnTo>
                    <a:pt x="410" y="427"/>
                  </a:lnTo>
                  <a:lnTo>
                    <a:pt x="408" y="423"/>
                  </a:lnTo>
                  <a:lnTo>
                    <a:pt x="405" y="417"/>
                  </a:lnTo>
                  <a:lnTo>
                    <a:pt x="404" y="411"/>
                  </a:lnTo>
                  <a:lnTo>
                    <a:pt x="401" y="405"/>
                  </a:lnTo>
                  <a:lnTo>
                    <a:pt x="400" y="401"/>
                  </a:lnTo>
                  <a:lnTo>
                    <a:pt x="398" y="395"/>
                  </a:lnTo>
                  <a:lnTo>
                    <a:pt x="397" y="389"/>
                  </a:lnTo>
                  <a:lnTo>
                    <a:pt x="396" y="386"/>
                  </a:lnTo>
                  <a:lnTo>
                    <a:pt x="396" y="382"/>
                  </a:lnTo>
                  <a:lnTo>
                    <a:pt x="395" y="380"/>
                  </a:lnTo>
                  <a:lnTo>
                    <a:pt x="395" y="377"/>
                  </a:lnTo>
                  <a:lnTo>
                    <a:pt x="396" y="375"/>
                  </a:lnTo>
                  <a:lnTo>
                    <a:pt x="396" y="373"/>
                  </a:lnTo>
                  <a:lnTo>
                    <a:pt x="396" y="372"/>
                  </a:lnTo>
                  <a:lnTo>
                    <a:pt x="397" y="370"/>
                  </a:lnTo>
                  <a:lnTo>
                    <a:pt x="397" y="369"/>
                  </a:lnTo>
                  <a:lnTo>
                    <a:pt x="399" y="368"/>
                  </a:lnTo>
                  <a:lnTo>
                    <a:pt x="401" y="366"/>
                  </a:lnTo>
                  <a:lnTo>
                    <a:pt x="403" y="365"/>
                  </a:lnTo>
                  <a:lnTo>
                    <a:pt x="405" y="365"/>
                  </a:lnTo>
                  <a:lnTo>
                    <a:pt x="407" y="366"/>
                  </a:lnTo>
                  <a:lnTo>
                    <a:pt x="408" y="367"/>
                  </a:lnTo>
                  <a:lnTo>
                    <a:pt x="409" y="368"/>
                  </a:lnTo>
                  <a:lnTo>
                    <a:pt x="410" y="369"/>
                  </a:lnTo>
                  <a:lnTo>
                    <a:pt x="412" y="370"/>
                  </a:lnTo>
                  <a:lnTo>
                    <a:pt x="413" y="372"/>
                  </a:lnTo>
                  <a:lnTo>
                    <a:pt x="414" y="374"/>
                  </a:lnTo>
                  <a:lnTo>
                    <a:pt x="416" y="377"/>
                  </a:lnTo>
                  <a:lnTo>
                    <a:pt x="417" y="381"/>
                  </a:lnTo>
                  <a:lnTo>
                    <a:pt x="420" y="385"/>
                  </a:lnTo>
                  <a:lnTo>
                    <a:pt x="421" y="391"/>
                  </a:lnTo>
                  <a:lnTo>
                    <a:pt x="423" y="396"/>
                  </a:lnTo>
                  <a:lnTo>
                    <a:pt x="425" y="401"/>
                  </a:lnTo>
                  <a:lnTo>
                    <a:pt x="427" y="408"/>
                  </a:lnTo>
                  <a:lnTo>
                    <a:pt x="429" y="414"/>
                  </a:lnTo>
                  <a:lnTo>
                    <a:pt x="429" y="418"/>
                  </a:lnTo>
                  <a:lnTo>
                    <a:pt x="430" y="421"/>
                  </a:lnTo>
                  <a:lnTo>
                    <a:pt x="430" y="425"/>
                  </a:lnTo>
                  <a:lnTo>
                    <a:pt x="430" y="427"/>
                  </a:lnTo>
                  <a:lnTo>
                    <a:pt x="430" y="429"/>
                  </a:lnTo>
                  <a:lnTo>
                    <a:pt x="430" y="431"/>
                  </a:lnTo>
                  <a:lnTo>
                    <a:pt x="429" y="433"/>
                  </a:lnTo>
                  <a:lnTo>
                    <a:pt x="429" y="434"/>
                  </a:lnTo>
                  <a:lnTo>
                    <a:pt x="429" y="435"/>
                  </a:lnTo>
                  <a:lnTo>
                    <a:pt x="427" y="437"/>
                  </a:lnTo>
                  <a:lnTo>
                    <a:pt x="425" y="438"/>
                  </a:lnTo>
                  <a:lnTo>
                    <a:pt x="425" y="438"/>
                  </a:lnTo>
                  <a:close/>
                  <a:moveTo>
                    <a:pt x="454" y="434"/>
                  </a:moveTo>
                  <a:lnTo>
                    <a:pt x="421" y="349"/>
                  </a:lnTo>
                  <a:lnTo>
                    <a:pt x="448" y="334"/>
                  </a:lnTo>
                  <a:lnTo>
                    <a:pt x="452" y="343"/>
                  </a:lnTo>
                  <a:lnTo>
                    <a:pt x="431" y="353"/>
                  </a:lnTo>
                  <a:lnTo>
                    <a:pt x="441" y="377"/>
                  </a:lnTo>
                  <a:lnTo>
                    <a:pt x="459" y="367"/>
                  </a:lnTo>
                  <a:lnTo>
                    <a:pt x="462" y="375"/>
                  </a:lnTo>
                  <a:lnTo>
                    <a:pt x="444" y="385"/>
                  </a:lnTo>
                  <a:lnTo>
                    <a:pt x="461" y="430"/>
                  </a:lnTo>
                  <a:lnTo>
                    <a:pt x="454" y="434"/>
                  </a:lnTo>
                  <a:lnTo>
                    <a:pt x="454" y="434"/>
                  </a:lnTo>
                  <a:close/>
                  <a:moveTo>
                    <a:pt x="471" y="330"/>
                  </a:moveTo>
                  <a:lnTo>
                    <a:pt x="484" y="321"/>
                  </a:lnTo>
                  <a:lnTo>
                    <a:pt x="526" y="392"/>
                  </a:lnTo>
                  <a:lnTo>
                    <a:pt x="533" y="388"/>
                  </a:lnTo>
                  <a:lnTo>
                    <a:pt x="490" y="317"/>
                  </a:lnTo>
                  <a:lnTo>
                    <a:pt x="503" y="308"/>
                  </a:lnTo>
                  <a:lnTo>
                    <a:pt x="498" y="301"/>
                  </a:lnTo>
                  <a:lnTo>
                    <a:pt x="466" y="323"/>
                  </a:lnTo>
                  <a:lnTo>
                    <a:pt x="471" y="330"/>
                  </a:lnTo>
                  <a:lnTo>
                    <a:pt x="471" y="330"/>
                  </a:lnTo>
                  <a:close/>
                  <a:moveTo>
                    <a:pt x="551" y="375"/>
                  </a:moveTo>
                  <a:lnTo>
                    <a:pt x="503" y="297"/>
                  </a:lnTo>
                  <a:lnTo>
                    <a:pt x="527" y="277"/>
                  </a:lnTo>
                  <a:lnTo>
                    <a:pt x="532" y="284"/>
                  </a:lnTo>
                  <a:lnTo>
                    <a:pt x="514" y="299"/>
                  </a:lnTo>
                  <a:lnTo>
                    <a:pt x="529" y="324"/>
                  </a:lnTo>
                  <a:lnTo>
                    <a:pt x="542" y="312"/>
                  </a:lnTo>
                  <a:lnTo>
                    <a:pt x="547" y="319"/>
                  </a:lnTo>
                  <a:lnTo>
                    <a:pt x="533" y="331"/>
                  </a:lnTo>
                  <a:lnTo>
                    <a:pt x="553" y="363"/>
                  </a:lnTo>
                  <a:lnTo>
                    <a:pt x="572" y="346"/>
                  </a:lnTo>
                  <a:lnTo>
                    <a:pt x="576" y="353"/>
                  </a:lnTo>
                  <a:lnTo>
                    <a:pt x="551" y="375"/>
                  </a:lnTo>
                  <a:lnTo>
                    <a:pt x="551" y="375"/>
                  </a:lnTo>
                  <a:close/>
                  <a:moveTo>
                    <a:pt x="588" y="306"/>
                  </a:moveTo>
                  <a:lnTo>
                    <a:pt x="591" y="311"/>
                  </a:lnTo>
                  <a:lnTo>
                    <a:pt x="593" y="315"/>
                  </a:lnTo>
                  <a:lnTo>
                    <a:pt x="595" y="319"/>
                  </a:lnTo>
                  <a:lnTo>
                    <a:pt x="595" y="321"/>
                  </a:lnTo>
                  <a:lnTo>
                    <a:pt x="595" y="324"/>
                  </a:lnTo>
                  <a:lnTo>
                    <a:pt x="595" y="326"/>
                  </a:lnTo>
                  <a:lnTo>
                    <a:pt x="594" y="328"/>
                  </a:lnTo>
                  <a:lnTo>
                    <a:pt x="593" y="329"/>
                  </a:lnTo>
                  <a:lnTo>
                    <a:pt x="590" y="330"/>
                  </a:lnTo>
                  <a:lnTo>
                    <a:pt x="589" y="332"/>
                  </a:lnTo>
                  <a:lnTo>
                    <a:pt x="588" y="332"/>
                  </a:lnTo>
                  <a:lnTo>
                    <a:pt x="586" y="332"/>
                  </a:lnTo>
                  <a:lnTo>
                    <a:pt x="585" y="331"/>
                  </a:lnTo>
                  <a:lnTo>
                    <a:pt x="583" y="330"/>
                  </a:lnTo>
                  <a:lnTo>
                    <a:pt x="581" y="330"/>
                  </a:lnTo>
                  <a:lnTo>
                    <a:pt x="580" y="329"/>
                  </a:lnTo>
                  <a:lnTo>
                    <a:pt x="577" y="327"/>
                  </a:lnTo>
                  <a:lnTo>
                    <a:pt x="575" y="325"/>
                  </a:lnTo>
                  <a:lnTo>
                    <a:pt x="573" y="322"/>
                  </a:lnTo>
                  <a:lnTo>
                    <a:pt x="569" y="317"/>
                  </a:lnTo>
                  <a:lnTo>
                    <a:pt x="565" y="313"/>
                  </a:lnTo>
                  <a:lnTo>
                    <a:pt x="561" y="309"/>
                  </a:lnTo>
                  <a:lnTo>
                    <a:pt x="557" y="304"/>
                  </a:lnTo>
                  <a:lnTo>
                    <a:pt x="553" y="298"/>
                  </a:lnTo>
                  <a:lnTo>
                    <a:pt x="550" y="293"/>
                  </a:lnTo>
                  <a:lnTo>
                    <a:pt x="548" y="289"/>
                  </a:lnTo>
                  <a:lnTo>
                    <a:pt x="546" y="286"/>
                  </a:lnTo>
                  <a:lnTo>
                    <a:pt x="545" y="283"/>
                  </a:lnTo>
                  <a:lnTo>
                    <a:pt x="545" y="281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5"/>
                  </a:lnTo>
                  <a:lnTo>
                    <a:pt x="544" y="274"/>
                  </a:lnTo>
                  <a:lnTo>
                    <a:pt x="544" y="273"/>
                  </a:lnTo>
                  <a:lnTo>
                    <a:pt x="545" y="270"/>
                  </a:lnTo>
                  <a:lnTo>
                    <a:pt x="546" y="269"/>
                  </a:lnTo>
                  <a:lnTo>
                    <a:pt x="548" y="268"/>
                  </a:lnTo>
                  <a:lnTo>
                    <a:pt x="549" y="266"/>
                  </a:lnTo>
                  <a:lnTo>
                    <a:pt x="551" y="265"/>
                  </a:lnTo>
                  <a:lnTo>
                    <a:pt x="553" y="266"/>
                  </a:lnTo>
                  <a:lnTo>
                    <a:pt x="555" y="267"/>
                  </a:lnTo>
                  <a:lnTo>
                    <a:pt x="557" y="269"/>
                  </a:lnTo>
                  <a:lnTo>
                    <a:pt x="561" y="271"/>
                  </a:lnTo>
                  <a:lnTo>
                    <a:pt x="564" y="275"/>
                  </a:lnTo>
                  <a:lnTo>
                    <a:pt x="569" y="269"/>
                  </a:lnTo>
                  <a:lnTo>
                    <a:pt x="565" y="265"/>
                  </a:lnTo>
                  <a:lnTo>
                    <a:pt x="562" y="261"/>
                  </a:lnTo>
                  <a:lnTo>
                    <a:pt x="560" y="260"/>
                  </a:lnTo>
                  <a:lnTo>
                    <a:pt x="558" y="259"/>
                  </a:lnTo>
                  <a:lnTo>
                    <a:pt x="557" y="258"/>
                  </a:lnTo>
                  <a:lnTo>
                    <a:pt x="555" y="257"/>
                  </a:lnTo>
                  <a:lnTo>
                    <a:pt x="553" y="257"/>
                  </a:lnTo>
                  <a:lnTo>
                    <a:pt x="551" y="257"/>
                  </a:lnTo>
                  <a:lnTo>
                    <a:pt x="549" y="257"/>
                  </a:lnTo>
                  <a:lnTo>
                    <a:pt x="548" y="258"/>
                  </a:lnTo>
                  <a:lnTo>
                    <a:pt x="546" y="258"/>
                  </a:lnTo>
                  <a:lnTo>
                    <a:pt x="545" y="260"/>
                  </a:lnTo>
                  <a:lnTo>
                    <a:pt x="543" y="261"/>
                  </a:lnTo>
                  <a:lnTo>
                    <a:pt x="541" y="262"/>
                  </a:lnTo>
                  <a:lnTo>
                    <a:pt x="540" y="264"/>
                  </a:lnTo>
                  <a:lnTo>
                    <a:pt x="538" y="266"/>
                  </a:lnTo>
                  <a:lnTo>
                    <a:pt x="537" y="269"/>
                  </a:lnTo>
                  <a:lnTo>
                    <a:pt x="537" y="271"/>
                  </a:lnTo>
                  <a:lnTo>
                    <a:pt x="537" y="273"/>
                  </a:lnTo>
                  <a:lnTo>
                    <a:pt x="536" y="276"/>
                  </a:lnTo>
                  <a:lnTo>
                    <a:pt x="536" y="278"/>
                  </a:lnTo>
                  <a:lnTo>
                    <a:pt x="537" y="281"/>
                  </a:lnTo>
                  <a:lnTo>
                    <a:pt x="537" y="284"/>
                  </a:lnTo>
                  <a:lnTo>
                    <a:pt x="539" y="288"/>
                  </a:lnTo>
                  <a:lnTo>
                    <a:pt x="541" y="292"/>
                  </a:lnTo>
                  <a:lnTo>
                    <a:pt x="544" y="297"/>
                  </a:lnTo>
                  <a:lnTo>
                    <a:pt x="546" y="301"/>
                  </a:lnTo>
                  <a:lnTo>
                    <a:pt x="549" y="305"/>
                  </a:lnTo>
                  <a:lnTo>
                    <a:pt x="552" y="310"/>
                  </a:lnTo>
                  <a:lnTo>
                    <a:pt x="555" y="314"/>
                  </a:lnTo>
                  <a:lnTo>
                    <a:pt x="562" y="322"/>
                  </a:lnTo>
                  <a:lnTo>
                    <a:pt x="569" y="329"/>
                  </a:lnTo>
                  <a:lnTo>
                    <a:pt x="572" y="333"/>
                  </a:lnTo>
                  <a:lnTo>
                    <a:pt x="575" y="336"/>
                  </a:lnTo>
                  <a:lnTo>
                    <a:pt x="578" y="338"/>
                  </a:lnTo>
                  <a:lnTo>
                    <a:pt x="581" y="339"/>
                  </a:lnTo>
                  <a:lnTo>
                    <a:pt x="583" y="340"/>
                  </a:lnTo>
                  <a:lnTo>
                    <a:pt x="585" y="341"/>
                  </a:lnTo>
                  <a:lnTo>
                    <a:pt x="587" y="341"/>
                  </a:lnTo>
                  <a:lnTo>
                    <a:pt x="589" y="340"/>
                  </a:lnTo>
                  <a:lnTo>
                    <a:pt x="592" y="340"/>
                  </a:lnTo>
                  <a:lnTo>
                    <a:pt x="593" y="338"/>
                  </a:lnTo>
                  <a:lnTo>
                    <a:pt x="596" y="337"/>
                  </a:lnTo>
                  <a:lnTo>
                    <a:pt x="597" y="336"/>
                  </a:lnTo>
                  <a:lnTo>
                    <a:pt x="599" y="334"/>
                  </a:lnTo>
                  <a:lnTo>
                    <a:pt x="600" y="333"/>
                  </a:lnTo>
                  <a:lnTo>
                    <a:pt x="601" y="330"/>
                  </a:lnTo>
                  <a:lnTo>
                    <a:pt x="601" y="329"/>
                  </a:lnTo>
                  <a:lnTo>
                    <a:pt x="602" y="327"/>
                  </a:lnTo>
                  <a:lnTo>
                    <a:pt x="603" y="325"/>
                  </a:lnTo>
                  <a:lnTo>
                    <a:pt x="603" y="322"/>
                  </a:lnTo>
                  <a:lnTo>
                    <a:pt x="603" y="321"/>
                  </a:lnTo>
                  <a:lnTo>
                    <a:pt x="602" y="318"/>
                  </a:lnTo>
                  <a:lnTo>
                    <a:pt x="601" y="316"/>
                  </a:lnTo>
                  <a:lnTo>
                    <a:pt x="601" y="313"/>
                  </a:lnTo>
                  <a:lnTo>
                    <a:pt x="600" y="311"/>
                  </a:lnTo>
                  <a:lnTo>
                    <a:pt x="597" y="306"/>
                  </a:lnTo>
                  <a:lnTo>
                    <a:pt x="593" y="301"/>
                  </a:lnTo>
                  <a:lnTo>
                    <a:pt x="588" y="306"/>
                  </a:lnTo>
                  <a:lnTo>
                    <a:pt x="588" y="306"/>
                  </a:lnTo>
                  <a:close/>
                  <a:moveTo>
                    <a:pt x="642" y="284"/>
                  </a:moveTo>
                  <a:lnTo>
                    <a:pt x="579" y="218"/>
                  </a:lnTo>
                  <a:lnTo>
                    <a:pt x="573" y="225"/>
                  </a:lnTo>
                  <a:lnTo>
                    <a:pt x="603" y="253"/>
                  </a:lnTo>
                  <a:lnTo>
                    <a:pt x="589" y="271"/>
                  </a:lnTo>
                  <a:lnTo>
                    <a:pt x="560" y="241"/>
                  </a:lnTo>
                  <a:lnTo>
                    <a:pt x="555" y="248"/>
                  </a:lnTo>
                  <a:lnTo>
                    <a:pt x="617" y="313"/>
                  </a:lnTo>
                  <a:lnTo>
                    <a:pt x="622" y="307"/>
                  </a:lnTo>
                  <a:lnTo>
                    <a:pt x="594" y="277"/>
                  </a:lnTo>
                  <a:lnTo>
                    <a:pt x="609" y="260"/>
                  </a:lnTo>
                  <a:lnTo>
                    <a:pt x="637" y="290"/>
                  </a:lnTo>
                  <a:lnTo>
                    <a:pt x="642" y="284"/>
                  </a:lnTo>
                  <a:lnTo>
                    <a:pt x="642" y="284"/>
                  </a:lnTo>
                  <a:close/>
                  <a:moveTo>
                    <a:pt x="668" y="249"/>
                  </a:moveTo>
                  <a:lnTo>
                    <a:pt x="596" y="215"/>
                  </a:lnTo>
                  <a:lnTo>
                    <a:pt x="654" y="268"/>
                  </a:lnTo>
                  <a:lnTo>
                    <a:pt x="650" y="274"/>
                  </a:lnTo>
                  <a:lnTo>
                    <a:pt x="582" y="213"/>
                  </a:lnTo>
                  <a:lnTo>
                    <a:pt x="589" y="202"/>
                  </a:lnTo>
                  <a:lnTo>
                    <a:pt x="650" y="233"/>
                  </a:lnTo>
                  <a:lnTo>
                    <a:pt x="600" y="188"/>
                  </a:lnTo>
                  <a:lnTo>
                    <a:pt x="604" y="181"/>
                  </a:lnTo>
                  <a:lnTo>
                    <a:pt x="673" y="241"/>
                  </a:lnTo>
                  <a:lnTo>
                    <a:pt x="668" y="249"/>
                  </a:lnTo>
                  <a:lnTo>
                    <a:pt x="668" y="249"/>
                  </a:lnTo>
                  <a:close/>
                  <a:moveTo>
                    <a:pt x="690" y="213"/>
                  </a:moveTo>
                  <a:lnTo>
                    <a:pt x="689" y="215"/>
                  </a:lnTo>
                  <a:lnTo>
                    <a:pt x="687" y="217"/>
                  </a:lnTo>
                  <a:lnTo>
                    <a:pt x="686" y="219"/>
                  </a:lnTo>
                  <a:lnTo>
                    <a:pt x="683" y="220"/>
                  </a:lnTo>
                  <a:lnTo>
                    <a:pt x="682" y="221"/>
                  </a:lnTo>
                  <a:lnTo>
                    <a:pt x="679" y="221"/>
                  </a:lnTo>
                  <a:lnTo>
                    <a:pt x="678" y="222"/>
                  </a:lnTo>
                  <a:lnTo>
                    <a:pt x="675" y="222"/>
                  </a:lnTo>
                  <a:lnTo>
                    <a:pt x="672" y="221"/>
                  </a:lnTo>
                  <a:lnTo>
                    <a:pt x="668" y="220"/>
                  </a:lnTo>
                  <a:lnTo>
                    <a:pt x="665" y="218"/>
                  </a:lnTo>
                  <a:lnTo>
                    <a:pt x="660" y="216"/>
                  </a:lnTo>
                  <a:lnTo>
                    <a:pt x="650" y="210"/>
                  </a:lnTo>
                  <a:lnTo>
                    <a:pt x="642" y="205"/>
                  </a:lnTo>
                  <a:lnTo>
                    <a:pt x="638" y="202"/>
                  </a:lnTo>
                  <a:lnTo>
                    <a:pt x="634" y="199"/>
                  </a:lnTo>
                  <a:lnTo>
                    <a:pt x="630" y="195"/>
                  </a:lnTo>
                  <a:lnTo>
                    <a:pt x="626" y="192"/>
                  </a:lnTo>
                  <a:lnTo>
                    <a:pt x="622" y="189"/>
                  </a:lnTo>
                  <a:lnTo>
                    <a:pt x="619" y="185"/>
                  </a:lnTo>
                  <a:lnTo>
                    <a:pt x="617" y="182"/>
                  </a:lnTo>
                  <a:lnTo>
                    <a:pt x="615" y="179"/>
                  </a:lnTo>
                  <a:lnTo>
                    <a:pt x="614" y="177"/>
                  </a:lnTo>
                  <a:lnTo>
                    <a:pt x="613" y="174"/>
                  </a:lnTo>
                  <a:lnTo>
                    <a:pt x="613" y="172"/>
                  </a:lnTo>
                  <a:lnTo>
                    <a:pt x="613" y="169"/>
                  </a:lnTo>
                  <a:lnTo>
                    <a:pt x="613" y="167"/>
                  </a:lnTo>
                  <a:lnTo>
                    <a:pt x="613" y="165"/>
                  </a:lnTo>
                  <a:lnTo>
                    <a:pt x="614" y="162"/>
                  </a:lnTo>
                  <a:lnTo>
                    <a:pt x="615" y="160"/>
                  </a:lnTo>
                  <a:lnTo>
                    <a:pt x="616" y="157"/>
                  </a:lnTo>
                  <a:lnTo>
                    <a:pt x="618" y="156"/>
                  </a:lnTo>
                  <a:lnTo>
                    <a:pt x="620" y="153"/>
                  </a:lnTo>
                  <a:lnTo>
                    <a:pt x="622" y="153"/>
                  </a:lnTo>
                  <a:lnTo>
                    <a:pt x="623" y="151"/>
                  </a:lnTo>
                  <a:lnTo>
                    <a:pt x="626" y="151"/>
                  </a:lnTo>
                  <a:lnTo>
                    <a:pt x="627" y="151"/>
                  </a:lnTo>
                  <a:lnTo>
                    <a:pt x="630" y="151"/>
                  </a:lnTo>
                  <a:lnTo>
                    <a:pt x="633" y="151"/>
                  </a:lnTo>
                  <a:lnTo>
                    <a:pt x="637" y="153"/>
                  </a:lnTo>
                  <a:lnTo>
                    <a:pt x="640" y="154"/>
                  </a:lnTo>
                  <a:lnTo>
                    <a:pt x="644" y="157"/>
                  </a:lnTo>
                  <a:lnTo>
                    <a:pt x="654" y="161"/>
                  </a:lnTo>
                  <a:lnTo>
                    <a:pt x="662" y="167"/>
                  </a:lnTo>
                  <a:lnTo>
                    <a:pt x="670" y="173"/>
                  </a:lnTo>
                  <a:lnTo>
                    <a:pt x="678" y="181"/>
                  </a:lnTo>
                  <a:lnTo>
                    <a:pt x="682" y="184"/>
                  </a:lnTo>
                  <a:lnTo>
                    <a:pt x="686" y="188"/>
                  </a:lnTo>
                  <a:lnTo>
                    <a:pt x="688" y="190"/>
                  </a:lnTo>
                  <a:lnTo>
                    <a:pt x="690" y="193"/>
                  </a:lnTo>
                  <a:lnTo>
                    <a:pt x="691" y="196"/>
                  </a:lnTo>
                  <a:lnTo>
                    <a:pt x="692" y="198"/>
                  </a:lnTo>
                  <a:lnTo>
                    <a:pt x="692" y="201"/>
                  </a:lnTo>
                  <a:lnTo>
                    <a:pt x="692" y="203"/>
                  </a:lnTo>
                  <a:lnTo>
                    <a:pt x="692" y="205"/>
                  </a:lnTo>
                  <a:lnTo>
                    <a:pt x="692" y="208"/>
                  </a:lnTo>
                  <a:lnTo>
                    <a:pt x="691" y="210"/>
                  </a:lnTo>
                  <a:lnTo>
                    <a:pt x="690" y="213"/>
                  </a:lnTo>
                  <a:lnTo>
                    <a:pt x="690" y="213"/>
                  </a:lnTo>
                  <a:close/>
                  <a:moveTo>
                    <a:pt x="684" y="209"/>
                  </a:moveTo>
                  <a:lnTo>
                    <a:pt x="685" y="206"/>
                  </a:lnTo>
                  <a:lnTo>
                    <a:pt x="685" y="204"/>
                  </a:lnTo>
                  <a:lnTo>
                    <a:pt x="685" y="202"/>
                  </a:lnTo>
                  <a:lnTo>
                    <a:pt x="685" y="201"/>
                  </a:lnTo>
                  <a:lnTo>
                    <a:pt x="684" y="199"/>
                  </a:lnTo>
                  <a:lnTo>
                    <a:pt x="683" y="197"/>
                  </a:lnTo>
                  <a:lnTo>
                    <a:pt x="682" y="196"/>
                  </a:lnTo>
                  <a:lnTo>
                    <a:pt x="681" y="193"/>
                  </a:lnTo>
                  <a:lnTo>
                    <a:pt x="679" y="192"/>
                  </a:lnTo>
                  <a:lnTo>
                    <a:pt x="678" y="189"/>
                  </a:lnTo>
                  <a:lnTo>
                    <a:pt x="674" y="186"/>
                  </a:lnTo>
                  <a:lnTo>
                    <a:pt x="668" y="182"/>
                  </a:lnTo>
                  <a:lnTo>
                    <a:pt x="662" y="178"/>
                  </a:lnTo>
                  <a:lnTo>
                    <a:pt x="658" y="175"/>
                  </a:lnTo>
                  <a:lnTo>
                    <a:pt x="654" y="171"/>
                  </a:lnTo>
                  <a:lnTo>
                    <a:pt x="648" y="168"/>
                  </a:lnTo>
                  <a:lnTo>
                    <a:pt x="642" y="164"/>
                  </a:lnTo>
                  <a:lnTo>
                    <a:pt x="638" y="162"/>
                  </a:lnTo>
                  <a:lnTo>
                    <a:pt x="636" y="161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0" y="159"/>
                  </a:lnTo>
                  <a:lnTo>
                    <a:pt x="628" y="159"/>
                  </a:lnTo>
                  <a:lnTo>
                    <a:pt x="627" y="160"/>
                  </a:lnTo>
                  <a:lnTo>
                    <a:pt x="626" y="160"/>
                  </a:lnTo>
                  <a:lnTo>
                    <a:pt x="625" y="161"/>
                  </a:lnTo>
                  <a:lnTo>
                    <a:pt x="623" y="162"/>
                  </a:lnTo>
                  <a:lnTo>
                    <a:pt x="622" y="164"/>
                  </a:lnTo>
                  <a:lnTo>
                    <a:pt x="620" y="166"/>
                  </a:lnTo>
                  <a:lnTo>
                    <a:pt x="620" y="169"/>
                  </a:lnTo>
                  <a:lnTo>
                    <a:pt x="620" y="170"/>
                  </a:lnTo>
                  <a:lnTo>
                    <a:pt x="620" y="172"/>
                  </a:lnTo>
                  <a:lnTo>
                    <a:pt x="621" y="173"/>
                  </a:lnTo>
                  <a:lnTo>
                    <a:pt x="622" y="175"/>
                  </a:lnTo>
                  <a:lnTo>
                    <a:pt x="622" y="177"/>
                  </a:lnTo>
                  <a:lnTo>
                    <a:pt x="624" y="178"/>
                  </a:lnTo>
                  <a:lnTo>
                    <a:pt x="626" y="181"/>
                  </a:lnTo>
                  <a:lnTo>
                    <a:pt x="627" y="183"/>
                  </a:lnTo>
                  <a:lnTo>
                    <a:pt x="631" y="186"/>
                  </a:lnTo>
                  <a:lnTo>
                    <a:pt x="636" y="189"/>
                  </a:lnTo>
                  <a:lnTo>
                    <a:pt x="642" y="194"/>
                  </a:lnTo>
                  <a:lnTo>
                    <a:pt x="646" y="197"/>
                  </a:lnTo>
                  <a:lnTo>
                    <a:pt x="650" y="201"/>
                  </a:lnTo>
                  <a:lnTo>
                    <a:pt x="655" y="204"/>
                  </a:lnTo>
                  <a:lnTo>
                    <a:pt x="660" y="206"/>
                  </a:lnTo>
                  <a:lnTo>
                    <a:pt x="664" y="208"/>
                  </a:lnTo>
                  <a:lnTo>
                    <a:pt x="666" y="209"/>
                  </a:lnTo>
                  <a:lnTo>
                    <a:pt x="670" y="211"/>
                  </a:lnTo>
                  <a:lnTo>
                    <a:pt x="673" y="213"/>
                  </a:lnTo>
                  <a:lnTo>
                    <a:pt x="675" y="213"/>
                  </a:lnTo>
                  <a:lnTo>
                    <a:pt x="677" y="213"/>
                  </a:lnTo>
                  <a:lnTo>
                    <a:pt x="678" y="213"/>
                  </a:lnTo>
                  <a:lnTo>
                    <a:pt x="679" y="213"/>
                  </a:lnTo>
                  <a:lnTo>
                    <a:pt x="681" y="212"/>
                  </a:lnTo>
                  <a:lnTo>
                    <a:pt x="682" y="210"/>
                  </a:lnTo>
                  <a:lnTo>
                    <a:pt x="684" y="209"/>
                  </a:lnTo>
                  <a:lnTo>
                    <a:pt x="684" y="209"/>
                  </a:lnTo>
                  <a:close/>
                  <a:moveTo>
                    <a:pt x="630" y="130"/>
                  </a:moveTo>
                  <a:lnTo>
                    <a:pt x="626" y="137"/>
                  </a:lnTo>
                  <a:lnTo>
                    <a:pt x="705" y="183"/>
                  </a:lnTo>
                  <a:lnTo>
                    <a:pt x="718" y="153"/>
                  </a:lnTo>
                  <a:lnTo>
                    <a:pt x="710" y="149"/>
                  </a:lnTo>
                  <a:lnTo>
                    <a:pt x="701" y="171"/>
                  </a:lnTo>
                  <a:lnTo>
                    <a:pt x="630" y="130"/>
                  </a:lnTo>
                  <a:lnTo>
                    <a:pt x="630" y="130"/>
                  </a:lnTo>
                  <a:close/>
                  <a:moveTo>
                    <a:pt x="726" y="133"/>
                  </a:moveTo>
                  <a:lnTo>
                    <a:pt x="725" y="135"/>
                  </a:lnTo>
                  <a:lnTo>
                    <a:pt x="723" y="137"/>
                  </a:lnTo>
                  <a:lnTo>
                    <a:pt x="722" y="139"/>
                  </a:lnTo>
                  <a:lnTo>
                    <a:pt x="720" y="141"/>
                  </a:lnTo>
                  <a:lnTo>
                    <a:pt x="718" y="141"/>
                  </a:lnTo>
                  <a:lnTo>
                    <a:pt x="715" y="142"/>
                  </a:lnTo>
                  <a:lnTo>
                    <a:pt x="713" y="143"/>
                  </a:lnTo>
                  <a:lnTo>
                    <a:pt x="710" y="144"/>
                  </a:lnTo>
                  <a:lnTo>
                    <a:pt x="707" y="144"/>
                  </a:lnTo>
                  <a:lnTo>
                    <a:pt x="704" y="144"/>
                  </a:lnTo>
                  <a:lnTo>
                    <a:pt x="701" y="143"/>
                  </a:lnTo>
                  <a:lnTo>
                    <a:pt x="697" y="143"/>
                  </a:lnTo>
                  <a:lnTo>
                    <a:pt x="692" y="141"/>
                  </a:lnTo>
                  <a:lnTo>
                    <a:pt x="688" y="141"/>
                  </a:lnTo>
                  <a:lnTo>
                    <a:pt x="684" y="139"/>
                  </a:lnTo>
                  <a:lnTo>
                    <a:pt x="679" y="137"/>
                  </a:lnTo>
                  <a:lnTo>
                    <a:pt x="670" y="133"/>
                  </a:lnTo>
                  <a:lnTo>
                    <a:pt x="661" y="129"/>
                  </a:lnTo>
                  <a:lnTo>
                    <a:pt x="656" y="126"/>
                  </a:lnTo>
                  <a:lnTo>
                    <a:pt x="652" y="124"/>
                  </a:lnTo>
                  <a:lnTo>
                    <a:pt x="649" y="121"/>
                  </a:lnTo>
                  <a:lnTo>
                    <a:pt x="647" y="119"/>
                  </a:lnTo>
                  <a:lnTo>
                    <a:pt x="646" y="117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2" y="109"/>
                  </a:lnTo>
                  <a:lnTo>
                    <a:pt x="641" y="106"/>
                  </a:lnTo>
                  <a:lnTo>
                    <a:pt x="641" y="104"/>
                  </a:lnTo>
                  <a:lnTo>
                    <a:pt x="641" y="101"/>
                  </a:lnTo>
                  <a:lnTo>
                    <a:pt x="642" y="98"/>
                  </a:lnTo>
                  <a:lnTo>
                    <a:pt x="642" y="96"/>
                  </a:lnTo>
                  <a:lnTo>
                    <a:pt x="644" y="93"/>
                  </a:lnTo>
                  <a:lnTo>
                    <a:pt x="646" y="92"/>
                  </a:lnTo>
                  <a:lnTo>
                    <a:pt x="647" y="90"/>
                  </a:lnTo>
                  <a:lnTo>
                    <a:pt x="650" y="89"/>
                  </a:lnTo>
                  <a:lnTo>
                    <a:pt x="651" y="88"/>
                  </a:lnTo>
                  <a:lnTo>
                    <a:pt x="654" y="88"/>
                  </a:lnTo>
                  <a:lnTo>
                    <a:pt x="657" y="87"/>
                  </a:lnTo>
                  <a:lnTo>
                    <a:pt x="659" y="87"/>
                  </a:lnTo>
                  <a:lnTo>
                    <a:pt x="663" y="87"/>
                  </a:lnTo>
                  <a:lnTo>
                    <a:pt x="667" y="88"/>
                  </a:lnTo>
                  <a:lnTo>
                    <a:pt x="672" y="89"/>
                  </a:lnTo>
                  <a:lnTo>
                    <a:pt x="682" y="92"/>
                  </a:lnTo>
                  <a:lnTo>
                    <a:pt x="692" y="96"/>
                  </a:lnTo>
                  <a:lnTo>
                    <a:pt x="701" y="100"/>
                  </a:lnTo>
                  <a:lnTo>
                    <a:pt x="709" y="104"/>
                  </a:lnTo>
                  <a:lnTo>
                    <a:pt x="712" y="105"/>
                  </a:lnTo>
                  <a:lnTo>
                    <a:pt x="715" y="108"/>
                  </a:lnTo>
                  <a:lnTo>
                    <a:pt x="718" y="110"/>
                  </a:lnTo>
                  <a:lnTo>
                    <a:pt x="720" y="112"/>
                  </a:lnTo>
                  <a:lnTo>
                    <a:pt x="722" y="114"/>
                  </a:lnTo>
                  <a:lnTo>
                    <a:pt x="723" y="117"/>
                  </a:lnTo>
                  <a:lnTo>
                    <a:pt x="724" y="119"/>
                  </a:lnTo>
                  <a:lnTo>
                    <a:pt x="726" y="122"/>
                  </a:lnTo>
                  <a:lnTo>
                    <a:pt x="726" y="125"/>
                  </a:lnTo>
                  <a:lnTo>
                    <a:pt x="726" y="127"/>
                  </a:lnTo>
                  <a:lnTo>
                    <a:pt x="726" y="130"/>
                  </a:lnTo>
                  <a:lnTo>
                    <a:pt x="726" y="133"/>
                  </a:lnTo>
                  <a:lnTo>
                    <a:pt x="726" y="133"/>
                  </a:lnTo>
                  <a:close/>
                  <a:moveTo>
                    <a:pt x="709" y="135"/>
                  </a:moveTo>
                  <a:lnTo>
                    <a:pt x="707" y="135"/>
                  </a:lnTo>
                  <a:lnTo>
                    <a:pt x="705" y="135"/>
                  </a:lnTo>
                  <a:lnTo>
                    <a:pt x="702" y="135"/>
                  </a:lnTo>
                  <a:lnTo>
                    <a:pt x="700" y="134"/>
                  </a:lnTo>
                  <a:lnTo>
                    <a:pt x="696" y="134"/>
                  </a:lnTo>
                  <a:lnTo>
                    <a:pt x="691" y="133"/>
                  </a:lnTo>
                  <a:lnTo>
                    <a:pt x="686" y="131"/>
                  </a:lnTo>
                  <a:lnTo>
                    <a:pt x="682" y="129"/>
                  </a:lnTo>
                  <a:lnTo>
                    <a:pt x="677" y="127"/>
                  </a:lnTo>
                  <a:lnTo>
                    <a:pt x="670" y="125"/>
                  </a:lnTo>
                  <a:lnTo>
                    <a:pt x="664" y="121"/>
                  </a:lnTo>
                  <a:lnTo>
                    <a:pt x="660" y="119"/>
                  </a:lnTo>
                  <a:lnTo>
                    <a:pt x="655" y="116"/>
                  </a:lnTo>
                  <a:lnTo>
                    <a:pt x="653" y="113"/>
                  </a:lnTo>
                  <a:lnTo>
                    <a:pt x="650" y="110"/>
                  </a:lnTo>
                  <a:lnTo>
                    <a:pt x="650" y="108"/>
                  </a:lnTo>
                  <a:lnTo>
                    <a:pt x="649" y="106"/>
                  </a:lnTo>
                  <a:lnTo>
                    <a:pt x="649" y="105"/>
                  </a:lnTo>
                  <a:lnTo>
                    <a:pt x="649" y="104"/>
                  </a:lnTo>
                  <a:lnTo>
                    <a:pt x="649" y="102"/>
                  </a:lnTo>
                  <a:lnTo>
                    <a:pt x="650" y="101"/>
                  </a:lnTo>
                  <a:lnTo>
                    <a:pt x="650" y="101"/>
                  </a:lnTo>
                  <a:lnTo>
                    <a:pt x="650" y="99"/>
                  </a:lnTo>
                  <a:lnTo>
                    <a:pt x="651" y="98"/>
                  </a:lnTo>
                  <a:lnTo>
                    <a:pt x="653" y="97"/>
                  </a:lnTo>
                  <a:lnTo>
                    <a:pt x="654" y="97"/>
                  </a:lnTo>
                  <a:lnTo>
                    <a:pt x="656" y="96"/>
                  </a:lnTo>
                  <a:lnTo>
                    <a:pt x="658" y="96"/>
                  </a:lnTo>
                  <a:lnTo>
                    <a:pt x="660" y="95"/>
                  </a:lnTo>
                  <a:lnTo>
                    <a:pt x="662" y="95"/>
                  </a:lnTo>
                  <a:lnTo>
                    <a:pt x="664" y="96"/>
                  </a:lnTo>
                  <a:lnTo>
                    <a:pt x="667" y="97"/>
                  </a:lnTo>
                  <a:lnTo>
                    <a:pt x="671" y="97"/>
                  </a:lnTo>
                  <a:lnTo>
                    <a:pt x="678" y="100"/>
                  </a:lnTo>
                  <a:lnTo>
                    <a:pt x="684" y="102"/>
                  </a:lnTo>
                  <a:lnTo>
                    <a:pt x="690" y="104"/>
                  </a:lnTo>
                  <a:lnTo>
                    <a:pt x="694" y="106"/>
                  </a:lnTo>
                  <a:lnTo>
                    <a:pt x="699" y="108"/>
                  </a:lnTo>
                  <a:lnTo>
                    <a:pt x="703" y="110"/>
                  </a:lnTo>
                  <a:lnTo>
                    <a:pt x="706" y="112"/>
                  </a:lnTo>
                  <a:lnTo>
                    <a:pt x="711" y="115"/>
                  </a:lnTo>
                  <a:lnTo>
                    <a:pt x="714" y="117"/>
                  </a:lnTo>
                  <a:lnTo>
                    <a:pt x="715" y="119"/>
                  </a:lnTo>
                  <a:lnTo>
                    <a:pt x="716" y="121"/>
                  </a:lnTo>
                  <a:lnTo>
                    <a:pt x="718" y="121"/>
                  </a:lnTo>
                  <a:lnTo>
                    <a:pt x="718" y="123"/>
                  </a:lnTo>
                  <a:lnTo>
                    <a:pt x="718" y="125"/>
                  </a:lnTo>
                  <a:lnTo>
                    <a:pt x="718" y="126"/>
                  </a:lnTo>
                  <a:lnTo>
                    <a:pt x="719" y="127"/>
                  </a:lnTo>
                  <a:lnTo>
                    <a:pt x="718" y="129"/>
                  </a:lnTo>
                  <a:lnTo>
                    <a:pt x="718" y="129"/>
                  </a:lnTo>
                  <a:lnTo>
                    <a:pt x="718" y="131"/>
                  </a:lnTo>
                  <a:lnTo>
                    <a:pt x="717" y="132"/>
                  </a:lnTo>
                  <a:lnTo>
                    <a:pt x="716" y="133"/>
                  </a:lnTo>
                  <a:lnTo>
                    <a:pt x="714" y="133"/>
                  </a:lnTo>
                  <a:lnTo>
                    <a:pt x="713" y="134"/>
                  </a:lnTo>
                  <a:lnTo>
                    <a:pt x="710" y="135"/>
                  </a:lnTo>
                  <a:lnTo>
                    <a:pt x="709" y="135"/>
                  </a:lnTo>
                  <a:lnTo>
                    <a:pt x="709" y="135"/>
                  </a:lnTo>
                  <a:close/>
                  <a:moveTo>
                    <a:pt x="745" y="59"/>
                  </a:moveTo>
                  <a:lnTo>
                    <a:pt x="701" y="49"/>
                  </a:lnTo>
                  <a:lnTo>
                    <a:pt x="698" y="69"/>
                  </a:lnTo>
                  <a:lnTo>
                    <a:pt x="705" y="71"/>
                  </a:lnTo>
                  <a:lnTo>
                    <a:pt x="706" y="61"/>
                  </a:lnTo>
                  <a:lnTo>
                    <a:pt x="710" y="61"/>
                  </a:lnTo>
                  <a:lnTo>
                    <a:pt x="716" y="62"/>
                  </a:lnTo>
                  <a:lnTo>
                    <a:pt x="721" y="63"/>
                  </a:lnTo>
                  <a:lnTo>
                    <a:pt x="724" y="64"/>
                  </a:lnTo>
                  <a:lnTo>
                    <a:pt x="727" y="65"/>
                  </a:lnTo>
                  <a:lnTo>
                    <a:pt x="730" y="67"/>
                  </a:lnTo>
                  <a:lnTo>
                    <a:pt x="731" y="68"/>
                  </a:lnTo>
                  <a:lnTo>
                    <a:pt x="732" y="69"/>
                  </a:lnTo>
                  <a:lnTo>
                    <a:pt x="733" y="69"/>
                  </a:lnTo>
                  <a:lnTo>
                    <a:pt x="733" y="71"/>
                  </a:lnTo>
                  <a:lnTo>
                    <a:pt x="734" y="72"/>
                  </a:lnTo>
                  <a:lnTo>
                    <a:pt x="734" y="73"/>
                  </a:lnTo>
                  <a:lnTo>
                    <a:pt x="734" y="75"/>
                  </a:lnTo>
                  <a:lnTo>
                    <a:pt x="734" y="77"/>
                  </a:lnTo>
                  <a:lnTo>
                    <a:pt x="733" y="79"/>
                  </a:lnTo>
                  <a:lnTo>
                    <a:pt x="732" y="81"/>
                  </a:lnTo>
                  <a:lnTo>
                    <a:pt x="731" y="82"/>
                  </a:lnTo>
                  <a:lnTo>
                    <a:pt x="730" y="82"/>
                  </a:lnTo>
                  <a:lnTo>
                    <a:pt x="729" y="83"/>
                  </a:lnTo>
                  <a:lnTo>
                    <a:pt x="727" y="84"/>
                  </a:lnTo>
                  <a:lnTo>
                    <a:pt x="724" y="84"/>
                  </a:lnTo>
                  <a:lnTo>
                    <a:pt x="722" y="85"/>
                  </a:lnTo>
                  <a:lnTo>
                    <a:pt x="718" y="85"/>
                  </a:lnTo>
                  <a:lnTo>
                    <a:pt x="714" y="85"/>
                  </a:lnTo>
                  <a:lnTo>
                    <a:pt x="707" y="84"/>
                  </a:lnTo>
                  <a:lnTo>
                    <a:pt x="700" y="83"/>
                  </a:lnTo>
                  <a:lnTo>
                    <a:pt x="692" y="81"/>
                  </a:lnTo>
                  <a:lnTo>
                    <a:pt x="685" y="80"/>
                  </a:lnTo>
                  <a:lnTo>
                    <a:pt x="679" y="77"/>
                  </a:lnTo>
                  <a:lnTo>
                    <a:pt x="674" y="75"/>
                  </a:lnTo>
                  <a:lnTo>
                    <a:pt x="671" y="74"/>
                  </a:lnTo>
                  <a:lnTo>
                    <a:pt x="669" y="73"/>
                  </a:lnTo>
                  <a:lnTo>
                    <a:pt x="667" y="72"/>
                  </a:lnTo>
                  <a:lnTo>
                    <a:pt x="666" y="71"/>
                  </a:lnTo>
                  <a:lnTo>
                    <a:pt x="665" y="69"/>
                  </a:lnTo>
                  <a:lnTo>
                    <a:pt x="664" y="68"/>
                  </a:lnTo>
                  <a:lnTo>
                    <a:pt x="663" y="67"/>
                  </a:lnTo>
                  <a:lnTo>
                    <a:pt x="662" y="65"/>
                  </a:lnTo>
                  <a:lnTo>
                    <a:pt x="662" y="64"/>
                  </a:lnTo>
                  <a:lnTo>
                    <a:pt x="662" y="62"/>
                  </a:lnTo>
                  <a:lnTo>
                    <a:pt x="662" y="61"/>
                  </a:lnTo>
                  <a:lnTo>
                    <a:pt x="662" y="59"/>
                  </a:lnTo>
                  <a:lnTo>
                    <a:pt x="663" y="57"/>
                  </a:lnTo>
                  <a:lnTo>
                    <a:pt x="665" y="56"/>
                  </a:lnTo>
                  <a:lnTo>
                    <a:pt x="666" y="55"/>
                  </a:lnTo>
                  <a:lnTo>
                    <a:pt x="668" y="54"/>
                  </a:lnTo>
                  <a:lnTo>
                    <a:pt x="670" y="53"/>
                  </a:lnTo>
                  <a:lnTo>
                    <a:pt x="673" y="53"/>
                  </a:lnTo>
                  <a:lnTo>
                    <a:pt x="676" y="54"/>
                  </a:lnTo>
                  <a:lnTo>
                    <a:pt x="679" y="54"/>
                  </a:lnTo>
                  <a:lnTo>
                    <a:pt x="681" y="46"/>
                  </a:lnTo>
                  <a:lnTo>
                    <a:pt x="677" y="45"/>
                  </a:lnTo>
                  <a:lnTo>
                    <a:pt x="673" y="45"/>
                  </a:lnTo>
                  <a:lnTo>
                    <a:pt x="669" y="45"/>
                  </a:lnTo>
                  <a:lnTo>
                    <a:pt x="665" y="46"/>
                  </a:lnTo>
                  <a:lnTo>
                    <a:pt x="662" y="47"/>
                  </a:lnTo>
                  <a:lnTo>
                    <a:pt x="661" y="48"/>
                  </a:lnTo>
                  <a:lnTo>
                    <a:pt x="659" y="49"/>
                  </a:lnTo>
                  <a:lnTo>
                    <a:pt x="657" y="51"/>
                  </a:lnTo>
                  <a:lnTo>
                    <a:pt x="655" y="53"/>
                  </a:lnTo>
                  <a:lnTo>
                    <a:pt x="654" y="56"/>
                  </a:lnTo>
                  <a:lnTo>
                    <a:pt x="654" y="57"/>
                  </a:lnTo>
                  <a:lnTo>
                    <a:pt x="654" y="60"/>
                  </a:lnTo>
                  <a:lnTo>
                    <a:pt x="654" y="62"/>
                  </a:lnTo>
                  <a:lnTo>
                    <a:pt x="654" y="65"/>
                  </a:lnTo>
                  <a:lnTo>
                    <a:pt x="654" y="67"/>
                  </a:lnTo>
                  <a:lnTo>
                    <a:pt x="655" y="69"/>
                  </a:lnTo>
                  <a:lnTo>
                    <a:pt x="656" y="72"/>
                  </a:lnTo>
                  <a:lnTo>
                    <a:pt x="657" y="74"/>
                  </a:lnTo>
                  <a:lnTo>
                    <a:pt x="659" y="76"/>
                  </a:lnTo>
                  <a:lnTo>
                    <a:pt x="661" y="77"/>
                  </a:lnTo>
                  <a:lnTo>
                    <a:pt x="663" y="80"/>
                  </a:lnTo>
                  <a:lnTo>
                    <a:pt x="666" y="81"/>
                  </a:lnTo>
                  <a:lnTo>
                    <a:pt x="670" y="83"/>
                  </a:lnTo>
                  <a:lnTo>
                    <a:pt x="674" y="85"/>
                  </a:lnTo>
                  <a:lnTo>
                    <a:pt x="678" y="86"/>
                  </a:lnTo>
                  <a:lnTo>
                    <a:pt x="683" y="88"/>
                  </a:lnTo>
                  <a:lnTo>
                    <a:pt x="689" y="89"/>
                  </a:lnTo>
                  <a:lnTo>
                    <a:pt x="694" y="90"/>
                  </a:lnTo>
                  <a:lnTo>
                    <a:pt x="698" y="91"/>
                  </a:lnTo>
                  <a:lnTo>
                    <a:pt x="703" y="92"/>
                  </a:lnTo>
                  <a:lnTo>
                    <a:pt x="709" y="93"/>
                  </a:lnTo>
                  <a:lnTo>
                    <a:pt x="713" y="93"/>
                  </a:lnTo>
                  <a:lnTo>
                    <a:pt x="718" y="93"/>
                  </a:lnTo>
                  <a:lnTo>
                    <a:pt x="722" y="93"/>
                  </a:lnTo>
                  <a:lnTo>
                    <a:pt x="726" y="93"/>
                  </a:lnTo>
                  <a:lnTo>
                    <a:pt x="729" y="92"/>
                  </a:lnTo>
                  <a:lnTo>
                    <a:pt x="731" y="91"/>
                  </a:lnTo>
                  <a:lnTo>
                    <a:pt x="733" y="90"/>
                  </a:lnTo>
                  <a:lnTo>
                    <a:pt x="735" y="89"/>
                  </a:lnTo>
                  <a:lnTo>
                    <a:pt x="737" y="88"/>
                  </a:lnTo>
                  <a:lnTo>
                    <a:pt x="738" y="86"/>
                  </a:lnTo>
                  <a:lnTo>
                    <a:pt x="739" y="84"/>
                  </a:lnTo>
                  <a:lnTo>
                    <a:pt x="740" y="82"/>
                  </a:lnTo>
                  <a:lnTo>
                    <a:pt x="741" y="79"/>
                  </a:lnTo>
                  <a:lnTo>
                    <a:pt x="741" y="77"/>
                  </a:lnTo>
                  <a:lnTo>
                    <a:pt x="741" y="75"/>
                  </a:lnTo>
                  <a:lnTo>
                    <a:pt x="741" y="73"/>
                  </a:lnTo>
                  <a:lnTo>
                    <a:pt x="741" y="71"/>
                  </a:lnTo>
                  <a:lnTo>
                    <a:pt x="740" y="69"/>
                  </a:lnTo>
                  <a:lnTo>
                    <a:pt x="739" y="68"/>
                  </a:lnTo>
                  <a:lnTo>
                    <a:pt x="738" y="66"/>
                  </a:lnTo>
                  <a:lnTo>
                    <a:pt x="738" y="65"/>
                  </a:lnTo>
                  <a:lnTo>
                    <a:pt x="743" y="66"/>
                  </a:lnTo>
                  <a:lnTo>
                    <a:pt x="745" y="59"/>
                  </a:lnTo>
                  <a:lnTo>
                    <a:pt x="745" y="59"/>
                  </a:lnTo>
                  <a:close/>
                  <a:moveTo>
                    <a:pt x="707" y="32"/>
                  </a:moveTo>
                  <a:lnTo>
                    <a:pt x="748" y="39"/>
                  </a:lnTo>
                  <a:lnTo>
                    <a:pt x="750" y="30"/>
                  </a:lnTo>
                  <a:lnTo>
                    <a:pt x="708" y="23"/>
                  </a:lnTo>
                  <a:lnTo>
                    <a:pt x="663" y="0"/>
                  </a:lnTo>
                  <a:lnTo>
                    <a:pt x="662" y="9"/>
                  </a:lnTo>
                  <a:lnTo>
                    <a:pt x="698" y="26"/>
                  </a:lnTo>
                  <a:lnTo>
                    <a:pt x="658" y="33"/>
                  </a:lnTo>
                  <a:lnTo>
                    <a:pt x="657" y="42"/>
                  </a:lnTo>
                  <a:lnTo>
                    <a:pt x="70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0" name="íṡļîḓé"/>
            <p:cNvSpPr/>
            <p:nvPr/>
          </p:nvSpPr>
          <p:spPr bwMode="auto">
            <a:xfrm>
              <a:off x="2030413" y="3495676"/>
              <a:ext cx="242888" cy="368300"/>
            </a:xfrm>
            <a:custGeom>
              <a:avLst/>
              <a:gdLst>
                <a:gd name="T0" fmla="*/ 85 w 153"/>
                <a:gd name="T1" fmla="*/ 34 h 232"/>
                <a:gd name="T2" fmla="*/ 90 w 153"/>
                <a:gd name="T3" fmla="*/ 26 h 232"/>
                <a:gd name="T4" fmla="*/ 90 w 153"/>
                <a:gd name="T5" fmla="*/ 13 h 232"/>
                <a:gd name="T6" fmla="*/ 86 w 153"/>
                <a:gd name="T7" fmla="*/ 5 h 232"/>
                <a:gd name="T8" fmla="*/ 78 w 153"/>
                <a:gd name="T9" fmla="*/ 0 h 232"/>
                <a:gd name="T10" fmla="*/ 58 w 153"/>
                <a:gd name="T11" fmla="*/ 4 h 232"/>
                <a:gd name="T12" fmla="*/ 38 w 153"/>
                <a:gd name="T13" fmla="*/ 22 h 232"/>
                <a:gd name="T14" fmla="*/ 21 w 153"/>
                <a:gd name="T15" fmla="*/ 38 h 232"/>
                <a:gd name="T16" fmla="*/ 10 w 153"/>
                <a:gd name="T17" fmla="*/ 36 h 232"/>
                <a:gd name="T18" fmla="*/ 7 w 153"/>
                <a:gd name="T19" fmla="*/ 27 h 232"/>
                <a:gd name="T20" fmla="*/ 14 w 153"/>
                <a:gd name="T21" fmla="*/ 18 h 232"/>
                <a:gd name="T22" fmla="*/ 15 w 153"/>
                <a:gd name="T23" fmla="*/ 9 h 232"/>
                <a:gd name="T24" fmla="*/ 3 w 153"/>
                <a:gd name="T25" fmla="*/ 16 h 232"/>
                <a:gd name="T26" fmla="*/ 1 w 153"/>
                <a:gd name="T27" fmla="*/ 31 h 232"/>
                <a:gd name="T28" fmla="*/ 4 w 153"/>
                <a:gd name="T29" fmla="*/ 40 h 232"/>
                <a:gd name="T30" fmla="*/ 14 w 153"/>
                <a:gd name="T31" fmla="*/ 46 h 232"/>
                <a:gd name="T32" fmla="*/ 28 w 153"/>
                <a:gd name="T33" fmla="*/ 45 h 232"/>
                <a:gd name="T34" fmla="*/ 39 w 153"/>
                <a:gd name="T35" fmla="*/ 33 h 232"/>
                <a:gd name="T36" fmla="*/ 62 w 153"/>
                <a:gd name="T37" fmla="*/ 9 h 232"/>
                <a:gd name="T38" fmla="*/ 74 w 153"/>
                <a:gd name="T39" fmla="*/ 7 h 232"/>
                <a:gd name="T40" fmla="*/ 82 w 153"/>
                <a:gd name="T41" fmla="*/ 13 h 232"/>
                <a:gd name="T42" fmla="*/ 83 w 153"/>
                <a:gd name="T43" fmla="*/ 23 h 232"/>
                <a:gd name="T44" fmla="*/ 77 w 153"/>
                <a:gd name="T45" fmla="*/ 29 h 232"/>
                <a:gd name="T46" fmla="*/ 73 w 153"/>
                <a:gd name="T47" fmla="*/ 39 h 232"/>
                <a:gd name="T48" fmla="*/ 9 w 153"/>
                <a:gd name="T49" fmla="*/ 69 h 232"/>
                <a:gd name="T50" fmla="*/ 17 w 153"/>
                <a:gd name="T51" fmla="*/ 60 h 232"/>
                <a:gd name="T52" fmla="*/ 36 w 153"/>
                <a:gd name="T53" fmla="*/ 52 h 232"/>
                <a:gd name="T54" fmla="*/ 71 w 153"/>
                <a:gd name="T55" fmla="*/ 44 h 232"/>
                <a:gd name="T56" fmla="*/ 91 w 153"/>
                <a:gd name="T57" fmla="*/ 47 h 232"/>
                <a:gd name="T58" fmla="*/ 98 w 153"/>
                <a:gd name="T59" fmla="*/ 56 h 232"/>
                <a:gd name="T60" fmla="*/ 98 w 153"/>
                <a:gd name="T61" fmla="*/ 67 h 232"/>
                <a:gd name="T62" fmla="*/ 90 w 153"/>
                <a:gd name="T63" fmla="*/ 76 h 232"/>
                <a:gd name="T64" fmla="*/ 68 w 153"/>
                <a:gd name="T65" fmla="*/ 85 h 232"/>
                <a:gd name="T66" fmla="*/ 42 w 153"/>
                <a:gd name="T67" fmla="*/ 90 h 232"/>
                <a:gd name="T68" fmla="*/ 20 w 153"/>
                <a:gd name="T69" fmla="*/ 91 h 232"/>
                <a:gd name="T70" fmla="*/ 11 w 153"/>
                <a:gd name="T71" fmla="*/ 84 h 232"/>
                <a:gd name="T72" fmla="*/ 16 w 153"/>
                <a:gd name="T73" fmla="*/ 76 h 232"/>
                <a:gd name="T74" fmla="*/ 21 w 153"/>
                <a:gd name="T75" fmla="*/ 82 h 232"/>
                <a:gd name="T76" fmla="*/ 31 w 153"/>
                <a:gd name="T77" fmla="*/ 84 h 232"/>
                <a:gd name="T78" fmla="*/ 62 w 153"/>
                <a:gd name="T79" fmla="*/ 77 h 232"/>
                <a:gd name="T80" fmla="*/ 84 w 153"/>
                <a:gd name="T81" fmla="*/ 70 h 232"/>
                <a:gd name="T82" fmla="*/ 90 w 153"/>
                <a:gd name="T83" fmla="*/ 64 h 232"/>
                <a:gd name="T84" fmla="*/ 89 w 153"/>
                <a:gd name="T85" fmla="*/ 56 h 232"/>
                <a:gd name="T86" fmla="*/ 82 w 153"/>
                <a:gd name="T87" fmla="*/ 52 h 232"/>
                <a:gd name="T88" fmla="*/ 64 w 153"/>
                <a:gd name="T89" fmla="*/ 53 h 232"/>
                <a:gd name="T90" fmla="*/ 32 w 153"/>
                <a:gd name="T91" fmla="*/ 61 h 232"/>
                <a:gd name="T92" fmla="*/ 19 w 153"/>
                <a:gd name="T93" fmla="*/ 68 h 232"/>
                <a:gd name="T94" fmla="*/ 15 w 153"/>
                <a:gd name="T95" fmla="*/ 75 h 232"/>
                <a:gd name="T96" fmla="*/ 26 w 153"/>
                <a:gd name="T97" fmla="*/ 135 h 232"/>
                <a:gd name="T98" fmla="*/ 34 w 153"/>
                <a:gd name="T99" fmla="*/ 140 h 232"/>
                <a:gd name="T100" fmla="*/ 43 w 153"/>
                <a:gd name="T101" fmla="*/ 141 h 232"/>
                <a:gd name="T102" fmla="*/ 44 w 153"/>
                <a:gd name="T103" fmla="*/ 132 h 232"/>
                <a:gd name="T104" fmla="*/ 34 w 153"/>
                <a:gd name="T105" fmla="*/ 130 h 232"/>
                <a:gd name="T106" fmla="*/ 30 w 153"/>
                <a:gd name="T107" fmla="*/ 121 h 232"/>
                <a:gd name="T108" fmla="*/ 36 w 153"/>
                <a:gd name="T109" fmla="*/ 112 h 232"/>
                <a:gd name="T110" fmla="*/ 34 w 153"/>
                <a:gd name="T111" fmla="*/ 103 h 232"/>
                <a:gd name="T112" fmla="*/ 26 w 153"/>
                <a:gd name="T113" fmla="*/ 109 h 232"/>
                <a:gd name="T114" fmla="*/ 22 w 153"/>
                <a:gd name="T115" fmla="*/ 119 h 232"/>
                <a:gd name="T116" fmla="*/ 110 w 153"/>
                <a:gd name="T117" fmla="*/ 122 h 232"/>
                <a:gd name="T118" fmla="*/ 42 w 153"/>
                <a:gd name="T119" fmla="*/ 172 h 232"/>
                <a:gd name="T120" fmla="*/ 73 w 153"/>
                <a:gd name="T121" fmla="*/ 232 h 232"/>
                <a:gd name="T122" fmla="*/ 137 w 153"/>
                <a:gd name="T123" fmla="*/ 163 h 232"/>
                <a:gd name="T124" fmla="*/ 108 w 153"/>
                <a:gd name="T125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32">
                  <a:moveTo>
                    <a:pt x="73" y="39"/>
                  </a:moveTo>
                  <a:lnTo>
                    <a:pt x="75" y="38"/>
                  </a:lnTo>
                  <a:lnTo>
                    <a:pt x="78" y="37"/>
                  </a:lnTo>
                  <a:lnTo>
                    <a:pt x="82" y="36"/>
                  </a:lnTo>
                  <a:lnTo>
                    <a:pt x="85" y="34"/>
                  </a:lnTo>
                  <a:lnTo>
                    <a:pt x="86" y="33"/>
                  </a:lnTo>
                  <a:lnTo>
                    <a:pt x="87" y="31"/>
                  </a:lnTo>
                  <a:lnTo>
                    <a:pt x="89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91" y="24"/>
                  </a:lnTo>
                  <a:lnTo>
                    <a:pt x="91" y="21"/>
                  </a:lnTo>
                  <a:lnTo>
                    <a:pt x="91" y="18"/>
                  </a:lnTo>
                  <a:lnTo>
                    <a:pt x="90" y="16"/>
                  </a:lnTo>
                  <a:lnTo>
                    <a:pt x="90" y="13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7" y="8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2" y="3"/>
                  </a:lnTo>
                  <a:lnTo>
                    <a:pt x="81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2" y="1"/>
                  </a:lnTo>
                  <a:lnTo>
                    <a:pt x="58" y="4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9" y="10"/>
                  </a:lnTo>
                  <a:lnTo>
                    <a:pt x="43" y="16"/>
                  </a:lnTo>
                  <a:lnTo>
                    <a:pt x="38" y="22"/>
                  </a:lnTo>
                  <a:lnTo>
                    <a:pt x="32" y="28"/>
                  </a:lnTo>
                  <a:lnTo>
                    <a:pt x="26" y="35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2" y="37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9" y="34"/>
                  </a:lnTo>
                  <a:lnTo>
                    <a:pt x="8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8" y="24"/>
                  </a:lnTo>
                  <a:lnTo>
                    <a:pt x="9" y="22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8" y="17"/>
                  </a:lnTo>
                  <a:lnTo>
                    <a:pt x="22" y="16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5" y="9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4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6" y="43"/>
                  </a:lnTo>
                  <a:lnTo>
                    <a:pt x="8" y="44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2" y="46"/>
                  </a:lnTo>
                  <a:lnTo>
                    <a:pt x="26" y="46"/>
                  </a:lnTo>
                  <a:lnTo>
                    <a:pt x="28" y="45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9" y="33"/>
                  </a:lnTo>
                  <a:lnTo>
                    <a:pt x="45" y="25"/>
                  </a:lnTo>
                  <a:lnTo>
                    <a:pt x="52" y="18"/>
                  </a:lnTo>
                  <a:lnTo>
                    <a:pt x="55" y="14"/>
                  </a:lnTo>
                  <a:lnTo>
                    <a:pt x="59" y="12"/>
                  </a:lnTo>
                  <a:lnTo>
                    <a:pt x="62" y="9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5" y="8"/>
                  </a:lnTo>
                  <a:lnTo>
                    <a:pt x="77" y="9"/>
                  </a:lnTo>
                  <a:lnTo>
                    <a:pt x="78" y="10"/>
                  </a:lnTo>
                  <a:lnTo>
                    <a:pt x="80" y="12"/>
                  </a:lnTo>
                  <a:lnTo>
                    <a:pt x="82" y="13"/>
                  </a:lnTo>
                  <a:lnTo>
                    <a:pt x="82" y="15"/>
                  </a:lnTo>
                  <a:lnTo>
                    <a:pt x="83" y="17"/>
                  </a:lnTo>
                  <a:lnTo>
                    <a:pt x="84" y="20"/>
                  </a:lnTo>
                  <a:lnTo>
                    <a:pt x="84" y="21"/>
                  </a:lnTo>
                  <a:lnTo>
                    <a:pt x="83" y="23"/>
                  </a:lnTo>
                  <a:lnTo>
                    <a:pt x="83" y="24"/>
                  </a:lnTo>
                  <a:lnTo>
                    <a:pt x="82" y="25"/>
                  </a:lnTo>
                  <a:lnTo>
                    <a:pt x="81" y="27"/>
                  </a:lnTo>
                  <a:lnTo>
                    <a:pt x="79" y="28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1" y="30"/>
                  </a:lnTo>
                  <a:lnTo>
                    <a:pt x="73" y="39"/>
                  </a:lnTo>
                  <a:lnTo>
                    <a:pt x="73" y="39"/>
                  </a:lnTo>
                  <a:close/>
                  <a:moveTo>
                    <a:pt x="9" y="78"/>
                  </a:moveTo>
                  <a:lnTo>
                    <a:pt x="8" y="76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69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4"/>
                  </a:lnTo>
                  <a:lnTo>
                    <a:pt x="14" y="63"/>
                  </a:lnTo>
                  <a:lnTo>
                    <a:pt x="17" y="60"/>
                  </a:lnTo>
                  <a:lnTo>
                    <a:pt x="20" y="58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1" y="53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5" y="48"/>
                  </a:lnTo>
                  <a:lnTo>
                    <a:pt x="54" y="47"/>
                  </a:lnTo>
                  <a:lnTo>
                    <a:pt x="63" y="45"/>
                  </a:lnTo>
                  <a:lnTo>
                    <a:pt x="71" y="44"/>
                  </a:lnTo>
                  <a:lnTo>
                    <a:pt x="78" y="44"/>
                  </a:lnTo>
                  <a:lnTo>
                    <a:pt x="82" y="44"/>
                  </a:lnTo>
                  <a:lnTo>
                    <a:pt x="86" y="44"/>
                  </a:lnTo>
                  <a:lnTo>
                    <a:pt x="89" y="46"/>
                  </a:lnTo>
                  <a:lnTo>
                    <a:pt x="91" y="47"/>
                  </a:lnTo>
                  <a:lnTo>
                    <a:pt x="94" y="49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4"/>
                  </a:lnTo>
                  <a:lnTo>
                    <a:pt x="98" y="56"/>
                  </a:lnTo>
                  <a:lnTo>
                    <a:pt x="98" y="57"/>
                  </a:lnTo>
                  <a:lnTo>
                    <a:pt x="98" y="60"/>
                  </a:lnTo>
                  <a:lnTo>
                    <a:pt x="98" y="63"/>
                  </a:lnTo>
                  <a:lnTo>
                    <a:pt x="98" y="64"/>
                  </a:lnTo>
                  <a:lnTo>
                    <a:pt x="98" y="67"/>
                  </a:lnTo>
                  <a:lnTo>
                    <a:pt x="97" y="68"/>
                  </a:lnTo>
                  <a:lnTo>
                    <a:pt x="95" y="70"/>
                  </a:lnTo>
                  <a:lnTo>
                    <a:pt x="94" y="72"/>
                  </a:lnTo>
                  <a:lnTo>
                    <a:pt x="92" y="74"/>
                  </a:lnTo>
                  <a:lnTo>
                    <a:pt x="90" y="76"/>
                  </a:lnTo>
                  <a:lnTo>
                    <a:pt x="86" y="77"/>
                  </a:lnTo>
                  <a:lnTo>
                    <a:pt x="82" y="80"/>
                  </a:lnTo>
                  <a:lnTo>
                    <a:pt x="78" y="81"/>
                  </a:lnTo>
                  <a:lnTo>
                    <a:pt x="73" y="84"/>
                  </a:lnTo>
                  <a:lnTo>
                    <a:pt x="68" y="85"/>
                  </a:lnTo>
                  <a:lnTo>
                    <a:pt x="63" y="87"/>
                  </a:lnTo>
                  <a:lnTo>
                    <a:pt x="58" y="88"/>
                  </a:lnTo>
                  <a:lnTo>
                    <a:pt x="53" y="88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37" y="91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2" y="92"/>
                  </a:lnTo>
                  <a:lnTo>
                    <a:pt x="20" y="91"/>
                  </a:lnTo>
                  <a:lnTo>
                    <a:pt x="18" y="90"/>
                  </a:lnTo>
                  <a:lnTo>
                    <a:pt x="15" y="89"/>
                  </a:lnTo>
                  <a:lnTo>
                    <a:pt x="14" y="88"/>
                  </a:lnTo>
                  <a:lnTo>
                    <a:pt x="12" y="87"/>
                  </a:lnTo>
                  <a:lnTo>
                    <a:pt x="11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9" y="78"/>
                  </a:lnTo>
                  <a:lnTo>
                    <a:pt x="9" y="78"/>
                  </a:lnTo>
                  <a:close/>
                  <a:moveTo>
                    <a:pt x="16" y="76"/>
                  </a:moveTo>
                  <a:lnTo>
                    <a:pt x="16" y="78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4" y="83"/>
                  </a:lnTo>
                  <a:lnTo>
                    <a:pt x="26" y="84"/>
                  </a:lnTo>
                  <a:lnTo>
                    <a:pt x="28" y="84"/>
                  </a:lnTo>
                  <a:lnTo>
                    <a:pt x="31" y="84"/>
                  </a:lnTo>
                  <a:lnTo>
                    <a:pt x="36" y="83"/>
                  </a:lnTo>
                  <a:lnTo>
                    <a:pt x="43" y="82"/>
                  </a:lnTo>
                  <a:lnTo>
                    <a:pt x="50" y="80"/>
                  </a:lnTo>
                  <a:lnTo>
                    <a:pt x="56" y="80"/>
                  </a:lnTo>
                  <a:lnTo>
                    <a:pt x="62" y="77"/>
                  </a:lnTo>
                  <a:lnTo>
                    <a:pt x="69" y="76"/>
                  </a:lnTo>
                  <a:lnTo>
                    <a:pt x="74" y="74"/>
                  </a:lnTo>
                  <a:lnTo>
                    <a:pt x="79" y="72"/>
                  </a:lnTo>
                  <a:lnTo>
                    <a:pt x="82" y="71"/>
                  </a:lnTo>
                  <a:lnTo>
                    <a:pt x="84" y="70"/>
                  </a:lnTo>
                  <a:lnTo>
                    <a:pt x="86" y="68"/>
                  </a:lnTo>
                  <a:lnTo>
                    <a:pt x="87" y="68"/>
                  </a:lnTo>
                  <a:lnTo>
                    <a:pt x="88" y="66"/>
                  </a:lnTo>
                  <a:lnTo>
                    <a:pt x="90" y="64"/>
                  </a:lnTo>
                  <a:lnTo>
                    <a:pt x="90" y="64"/>
                  </a:lnTo>
                  <a:lnTo>
                    <a:pt x="90" y="63"/>
                  </a:lnTo>
                  <a:lnTo>
                    <a:pt x="91" y="60"/>
                  </a:lnTo>
                  <a:lnTo>
                    <a:pt x="91" y="59"/>
                  </a:lnTo>
                  <a:lnTo>
                    <a:pt x="90" y="57"/>
                  </a:lnTo>
                  <a:lnTo>
                    <a:pt x="89" y="56"/>
                  </a:lnTo>
                  <a:lnTo>
                    <a:pt x="88" y="56"/>
                  </a:lnTo>
                  <a:lnTo>
                    <a:pt x="87" y="55"/>
                  </a:lnTo>
                  <a:lnTo>
                    <a:pt x="86" y="54"/>
                  </a:lnTo>
                  <a:lnTo>
                    <a:pt x="84" y="53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78" y="52"/>
                  </a:lnTo>
                  <a:lnTo>
                    <a:pt x="75" y="52"/>
                  </a:lnTo>
                  <a:lnTo>
                    <a:pt x="70" y="52"/>
                  </a:lnTo>
                  <a:lnTo>
                    <a:pt x="64" y="53"/>
                  </a:lnTo>
                  <a:lnTo>
                    <a:pt x="58" y="55"/>
                  </a:lnTo>
                  <a:lnTo>
                    <a:pt x="50" y="56"/>
                  </a:lnTo>
                  <a:lnTo>
                    <a:pt x="44" y="58"/>
                  </a:lnTo>
                  <a:lnTo>
                    <a:pt x="38" y="60"/>
                  </a:lnTo>
                  <a:lnTo>
                    <a:pt x="32" y="61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2" y="66"/>
                  </a:lnTo>
                  <a:lnTo>
                    <a:pt x="21" y="67"/>
                  </a:lnTo>
                  <a:lnTo>
                    <a:pt x="19" y="68"/>
                  </a:lnTo>
                  <a:lnTo>
                    <a:pt x="18" y="70"/>
                  </a:lnTo>
                  <a:lnTo>
                    <a:pt x="17" y="71"/>
                  </a:lnTo>
                  <a:lnTo>
                    <a:pt x="17" y="72"/>
                  </a:lnTo>
                  <a:lnTo>
                    <a:pt x="16" y="74"/>
                  </a:lnTo>
                  <a:lnTo>
                    <a:pt x="15" y="75"/>
                  </a:lnTo>
                  <a:lnTo>
                    <a:pt x="16" y="76"/>
                  </a:lnTo>
                  <a:lnTo>
                    <a:pt x="16" y="76"/>
                  </a:lnTo>
                  <a:close/>
                  <a:moveTo>
                    <a:pt x="23" y="128"/>
                  </a:moveTo>
                  <a:lnTo>
                    <a:pt x="25" y="132"/>
                  </a:lnTo>
                  <a:lnTo>
                    <a:pt x="26" y="135"/>
                  </a:lnTo>
                  <a:lnTo>
                    <a:pt x="27" y="136"/>
                  </a:lnTo>
                  <a:lnTo>
                    <a:pt x="29" y="137"/>
                  </a:lnTo>
                  <a:lnTo>
                    <a:pt x="30" y="139"/>
                  </a:lnTo>
                  <a:lnTo>
                    <a:pt x="32" y="140"/>
                  </a:lnTo>
                  <a:lnTo>
                    <a:pt x="34" y="140"/>
                  </a:lnTo>
                  <a:lnTo>
                    <a:pt x="35" y="140"/>
                  </a:lnTo>
                  <a:lnTo>
                    <a:pt x="37" y="141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3" y="141"/>
                  </a:lnTo>
                  <a:lnTo>
                    <a:pt x="45" y="140"/>
                  </a:lnTo>
                  <a:lnTo>
                    <a:pt x="47" y="140"/>
                  </a:lnTo>
                  <a:lnTo>
                    <a:pt x="115" y="116"/>
                  </a:lnTo>
                  <a:lnTo>
                    <a:pt x="112" y="108"/>
                  </a:lnTo>
                  <a:lnTo>
                    <a:pt x="44" y="132"/>
                  </a:lnTo>
                  <a:lnTo>
                    <a:pt x="42" y="132"/>
                  </a:lnTo>
                  <a:lnTo>
                    <a:pt x="39" y="132"/>
                  </a:lnTo>
                  <a:lnTo>
                    <a:pt x="38" y="132"/>
                  </a:lnTo>
                  <a:lnTo>
                    <a:pt x="36" y="132"/>
                  </a:lnTo>
                  <a:lnTo>
                    <a:pt x="34" y="130"/>
                  </a:lnTo>
                  <a:lnTo>
                    <a:pt x="32" y="129"/>
                  </a:lnTo>
                  <a:lnTo>
                    <a:pt x="31" y="128"/>
                  </a:lnTo>
                  <a:lnTo>
                    <a:pt x="30" y="125"/>
                  </a:lnTo>
                  <a:lnTo>
                    <a:pt x="30" y="124"/>
                  </a:lnTo>
                  <a:lnTo>
                    <a:pt x="30" y="121"/>
                  </a:lnTo>
                  <a:lnTo>
                    <a:pt x="30" y="119"/>
                  </a:lnTo>
                  <a:lnTo>
                    <a:pt x="31" y="116"/>
                  </a:lnTo>
                  <a:lnTo>
                    <a:pt x="32" y="115"/>
                  </a:lnTo>
                  <a:lnTo>
                    <a:pt x="34" y="112"/>
                  </a:lnTo>
                  <a:lnTo>
                    <a:pt x="36" y="112"/>
                  </a:lnTo>
                  <a:lnTo>
                    <a:pt x="38" y="110"/>
                  </a:lnTo>
                  <a:lnTo>
                    <a:pt x="105" y="88"/>
                  </a:lnTo>
                  <a:lnTo>
                    <a:pt x="103" y="80"/>
                  </a:lnTo>
                  <a:lnTo>
                    <a:pt x="36" y="102"/>
                  </a:lnTo>
                  <a:lnTo>
                    <a:pt x="34" y="103"/>
                  </a:lnTo>
                  <a:lnTo>
                    <a:pt x="32" y="104"/>
                  </a:lnTo>
                  <a:lnTo>
                    <a:pt x="30" y="105"/>
                  </a:lnTo>
                  <a:lnTo>
                    <a:pt x="29" y="107"/>
                  </a:lnTo>
                  <a:lnTo>
                    <a:pt x="27" y="108"/>
                  </a:lnTo>
                  <a:lnTo>
                    <a:pt x="26" y="109"/>
                  </a:lnTo>
                  <a:lnTo>
                    <a:pt x="25" y="112"/>
                  </a:lnTo>
                  <a:lnTo>
                    <a:pt x="24" y="113"/>
                  </a:lnTo>
                  <a:lnTo>
                    <a:pt x="23" y="115"/>
                  </a:lnTo>
                  <a:lnTo>
                    <a:pt x="22" y="117"/>
                  </a:lnTo>
                  <a:lnTo>
                    <a:pt x="22" y="119"/>
                  </a:lnTo>
                  <a:lnTo>
                    <a:pt x="22" y="120"/>
                  </a:lnTo>
                  <a:lnTo>
                    <a:pt x="22" y="124"/>
                  </a:lnTo>
                  <a:lnTo>
                    <a:pt x="23" y="128"/>
                  </a:lnTo>
                  <a:lnTo>
                    <a:pt x="23" y="128"/>
                  </a:lnTo>
                  <a:close/>
                  <a:moveTo>
                    <a:pt x="110" y="122"/>
                  </a:moveTo>
                  <a:lnTo>
                    <a:pt x="116" y="119"/>
                  </a:lnTo>
                  <a:lnTo>
                    <a:pt x="130" y="151"/>
                  </a:lnTo>
                  <a:lnTo>
                    <a:pt x="123" y="153"/>
                  </a:lnTo>
                  <a:lnTo>
                    <a:pt x="118" y="141"/>
                  </a:lnTo>
                  <a:lnTo>
                    <a:pt x="42" y="172"/>
                  </a:lnTo>
                  <a:lnTo>
                    <a:pt x="38" y="164"/>
                  </a:lnTo>
                  <a:lnTo>
                    <a:pt x="114" y="133"/>
                  </a:lnTo>
                  <a:lnTo>
                    <a:pt x="110" y="122"/>
                  </a:lnTo>
                  <a:lnTo>
                    <a:pt x="110" y="122"/>
                  </a:lnTo>
                  <a:close/>
                  <a:moveTo>
                    <a:pt x="73" y="232"/>
                  </a:moveTo>
                  <a:lnTo>
                    <a:pt x="153" y="190"/>
                  </a:lnTo>
                  <a:lnTo>
                    <a:pt x="149" y="183"/>
                  </a:lnTo>
                  <a:lnTo>
                    <a:pt x="115" y="200"/>
                  </a:lnTo>
                  <a:lnTo>
                    <a:pt x="103" y="177"/>
                  </a:lnTo>
                  <a:lnTo>
                    <a:pt x="137" y="163"/>
                  </a:lnTo>
                  <a:lnTo>
                    <a:pt x="133" y="155"/>
                  </a:lnTo>
                  <a:lnTo>
                    <a:pt x="50" y="192"/>
                  </a:lnTo>
                  <a:lnTo>
                    <a:pt x="54" y="200"/>
                  </a:lnTo>
                  <a:lnTo>
                    <a:pt x="95" y="180"/>
                  </a:lnTo>
                  <a:lnTo>
                    <a:pt x="108" y="204"/>
                  </a:lnTo>
                  <a:lnTo>
                    <a:pt x="69" y="225"/>
                  </a:lnTo>
                  <a:lnTo>
                    <a:pt x="73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1" name="iSlïḋê"/>
            <p:cNvSpPr/>
            <p:nvPr/>
          </p:nvSpPr>
          <p:spPr bwMode="auto">
            <a:xfrm>
              <a:off x="2192338" y="3840163"/>
              <a:ext cx="303213" cy="306388"/>
            </a:xfrm>
            <a:custGeom>
              <a:avLst/>
              <a:gdLst>
                <a:gd name="T0" fmla="*/ 20 w 191"/>
                <a:gd name="T1" fmla="*/ 59 h 193"/>
                <a:gd name="T2" fmla="*/ 13 w 191"/>
                <a:gd name="T3" fmla="*/ 60 h 193"/>
                <a:gd name="T4" fmla="*/ 9 w 191"/>
                <a:gd name="T5" fmla="*/ 56 h 193"/>
                <a:gd name="T6" fmla="*/ 8 w 191"/>
                <a:gd name="T7" fmla="*/ 50 h 193"/>
                <a:gd name="T8" fmla="*/ 10 w 191"/>
                <a:gd name="T9" fmla="*/ 45 h 193"/>
                <a:gd name="T10" fmla="*/ 14 w 191"/>
                <a:gd name="T11" fmla="*/ 39 h 193"/>
                <a:gd name="T12" fmla="*/ 24 w 191"/>
                <a:gd name="T13" fmla="*/ 30 h 193"/>
                <a:gd name="T14" fmla="*/ 38 w 191"/>
                <a:gd name="T15" fmla="*/ 19 h 193"/>
                <a:gd name="T16" fmla="*/ 52 w 191"/>
                <a:gd name="T17" fmla="*/ 12 h 193"/>
                <a:gd name="T18" fmla="*/ 60 w 191"/>
                <a:gd name="T19" fmla="*/ 10 h 193"/>
                <a:gd name="T20" fmla="*/ 65 w 191"/>
                <a:gd name="T21" fmla="*/ 10 h 193"/>
                <a:gd name="T22" fmla="*/ 69 w 191"/>
                <a:gd name="T23" fmla="*/ 12 h 193"/>
                <a:gd name="T24" fmla="*/ 71 w 191"/>
                <a:gd name="T25" fmla="*/ 18 h 193"/>
                <a:gd name="T26" fmla="*/ 69 w 191"/>
                <a:gd name="T27" fmla="*/ 24 h 193"/>
                <a:gd name="T28" fmla="*/ 61 w 191"/>
                <a:gd name="T29" fmla="*/ 32 h 193"/>
                <a:gd name="T30" fmla="*/ 69 w 191"/>
                <a:gd name="T31" fmla="*/ 36 h 193"/>
                <a:gd name="T32" fmla="*/ 75 w 191"/>
                <a:gd name="T33" fmla="*/ 31 h 193"/>
                <a:gd name="T34" fmla="*/ 77 w 191"/>
                <a:gd name="T35" fmla="*/ 25 h 193"/>
                <a:gd name="T36" fmla="*/ 79 w 191"/>
                <a:gd name="T37" fmla="*/ 19 h 193"/>
                <a:gd name="T38" fmla="*/ 78 w 191"/>
                <a:gd name="T39" fmla="*/ 13 h 193"/>
                <a:gd name="T40" fmla="*/ 75 w 191"/>
                <a:gd name="T41" fmla="*/ 7 h 193"/>
                <a:gd name="T42" fmla="*/ 71 w 191"/>
                <a:gd name="T43" fmla="*/ 3 h 193"/>
                <a:gd name="T44" fmla="*/ 64 w 191"/>
                <a:gd name="T45" fmla="*/ 0 h 193"/>
                <a:gd name="T46" fmla="*/ 55 w 191"/>
                <a:gd name="T47" fmla="*/ 2 h 193"/>
                <a:gd name="T48" fmla="*/ 42 w 191"/>
                <a:gd name="T49" fmla="*/ 7 h 193"/>
                <a:gd name="T50" fmla="*/ 29 w 191"/>
                <a:gd name="T51" fmla="*/ 16 h 193"/>
                <a:gd name="T52" fmla="*/ 17 w 191"/>
                <a:gd name="T53" fmla="*/ 25 h 193"/>
                <a:gd name="T54" fmla="*/ 8 w 191"/>
                <a:gd name="T55" fmla="*/ 35 h 193"/>
                <a:gd name="T56" fmla="*/ 2 w 191"/>
                <a:gd name="T57" fmla="*/ 43 h 193"/>
                <a:gd name="T58" fmla="*/ 0 w 191"/>
                <a:gd name="T59" fmla="*/ 51 h 193"/>
                <a:gd name="T60" fmla="*/ 2 w 191"/>
                <a:gd name="T61" fmla="*/ 58 h 193"/>
                <a:gd name="T62" fmla="*/ 5 w 191"/>
                <a:gd name="T63" fmla="*/ 64 h 193"/>
                <a:gd name="T64" fmla="*/ 9 w 191"/>
                <a:gd name="T65" fmla="*/ 67 h 193"/>
                <a:gd name="T66" fmla="*/ 14 w 191"/>
                <a:gd name="T67" fmla="*/ 69 h 193"/>
                <a:gd name="T68" fmla="*/ 20 w 191"/>
                <a:gd name="T69" fmla="*/ 68 h 193"/>
                <a:gd name="T70" fmla="*/ 28 w 191"/>
                <a:gd name="T71" fmla="*/ 65 h 193"/>
                <a:gd name="T72" fmla="*/ 29 w 191"/>
                <a:gd name="T73" fmla="*/ 55 h 193"/>
                <a:gd name="T74" fmla="*/ 43 w 191"/>
                <a:gd name="T75" fmla="*/ 107 h 193"/>
                <a:gd name="T76" fmla="*/ 27 w 191"/>
                <a:gd name="T77" fmla="*/ 89 h 193"/>
                <a:gd name="T78" fmla="*/ 97 w 191"/>
                <a:gd name="T79" fmla="*/ 33 h 193"/>
                <a:gd name="T80" fmla="*/ 110 w 191"/>
                <a:gd name="T81" fmla="*/ 47 h 193"/>
                <a:gd name="T82" fmla="*/ 48 w 191"/>
                <a:gd name="T83" fmla="*/ 112 h 193"/>
                <a:gd name="T84" fmla="*/ 124 w 191"/>
                <a:gd name="T85" fmla="*/ 60 h 193"/>
                <a:gd name="T86" fmla="*/ 64 w 191"/>
                <a:gd name="T87" fmla="*/ 127 h 193"/>
                <a:gd name="T88" fmla="*/ 169 w 191"/>
                <a:gd name="T89" fmla="*/ 95 h 193"/>
                <a:gd name="T90" fmla="*/ 149 w 191"/>
                <a:gd name="T91" fmla="*/ 82 h 193"/>
                <a:gd name="T92" fmla="*/ 82 w 191"/>
                <a:gd name="T93" fmla="*/ 143 h 193"/>
                <a:gd name="T94" fmla="*/ 99 w 191"/>
                <a:gd name="T95" fmla="*/ 156 h 193"/>
                <a:gd name="T96" fmla="*/ 145 w 191"/>
                <a:gd name="T97" fmla="*/ 188 h 193"/>
                <a:gd name="T98" fmla="*/ 182 w 191"/>
                <a:gd name="T99" fmla="*/ 105 h 193"/>
                <a:gd name="T100" fmla="*/ 147 w 191"/>
                <a:gd name="T101" fmla="*/ 148 h 193"/>
                <a:gd name="T102" fmla="*/ 153 w 191"/>
                <a:gd name="T103" fmla="*/ 14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1" h="193">
                  <a:moveTo>
                    <a:pt x="29" y="55"/>
                  </a:moveTo>
                  <a:lnTo>
                    <a:pt x="24" y="57"/>
                  </a:lnTo>
                  <a:lnTo>
                    <a:pt x="20" y="59"/>
                  </a:lnTo>
                  <a:lnTo>
                    <a:pt x="17" y="60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2" y="59"/>
                  </a:lnTo>
                  <a:lnTo>
                    <a:pt x="10" y="58"/>
                  </a:lnTo>
                  <a:lnTo>
                    <a:pt x="9" y="56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4" y="39"/>
                  </a:lnTo>
                  <a:lnTo>
                    <a:pt x="16" y="37"/>
                  </a:lnTo>
                  <a:lnTo>
                    <a:pt x="20" y="33"/>
                  </a:lnTo>
                  <a:lnTo>
                    <a:pt x="24" y="30"/>
                  </a:lnTo>
                  <a:lnTo>
                    <a:pt x="28" y="27"/>
                  </a:lnTo>
                  <a:lnTo>
                    <a:pt x="33" y="23"/>
                  </a:lnTo>
                  <a:lnTo>
                    <a:pt x="38" y="19"/>
                  </a:lnTo>
                  <a:lnTo>
                    <a:pt x="43" y="17"/>
                  </a:lnTo>
                  <a:lnTo>
                    <a:pt x="48" y="15"/>
                  </a:lnTo>
                  <a:lnTo>
                    <a:pt x="52" y="12"/>
                  </a:lnTo>
                  <a:lnTo>
                    <a:pt x="56" y="11"/>
                  </a:lnTo>
                  <a:lnTo>
                    <a:pt x="58" y="10"/>
                  </a:lnTo>
                  <a:lnTo>
                    <a:pt x="60" y="10"/>
                  </a:lnTo>
                  <a:lnTo>
                    <a:pt x="61" y="9"/>
                  </a:lnTo>
                  <a:lnTo>
                    <a:pt x="64" y="9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4"/>
                  </a:lnTo>
                  <a:lnTo>
                    <a:pt x="71" y="16"/>
                  </a:lnTo>
                  <a:lnTo>
                    <a:pt x="71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69" y="24"/>
                  </a:lnTo>
                  <a:lnTo>
                    <a:pt x="68" y="27"/>
                  </a:lnTo>
                  <a:lnTo>
                    <a:pt x="65" y="29"/>
                  </a:lnTo>
                  <a:lnTo>
                    <a:pt x="61" y="32"/>
                  </a:lnTo>
                  <a:lnTo>
                    <a:pt x="65" y="39"/>
                  </a:lnTo>
                  <a:lnTo>
                    <a:pt x="67" y="38"/>
                  </a:lnTo>
                  <a:lnTo>
                    <a:pt x="69" y="36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5" y="31"/>
                  </a:lnTo>
                  <a:lnTo>
                    <a:pt x="76" y="29"/>
                  </a:lnTo>
                  <a:lnTo>
                    <a:pt x="77" y="27"/>
                  </a:lnTo>
                  <a:lnTo>
                    <a:pt x="77" y="25"/>
                  </a:lnTo>
                  <a:lnTo>
                    <a:pt x="78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79" y="17"/>
                  </a:lnTo>
                  <a:lnTo>
                    <a:pt x="78" y="15"/>
                  </a:lnTo>
                  <a:lnTo>
                    <a:pt x="78" y="13"/>
                  </a:lnTo>
                  <a:lnTo>
                    <a:pt x="77" y="11"/>
                  </a:lnTo>
                  <a:lnTo>
                    <a:pt x="77" y="9"/>
                  </a:lnTo>
                  <a:lnTo>
                    <a:pt x="75" y="7"/>
                  </a:lnTo>
                  <a:lnTo>
                    <a:pt x="74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69" y="1"/>
                  </a:lnTo>
                  <a:lnTo>
                    <a:pt x="66" y="1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7" y="5"/>
                  </a:lnTo>
                  <a:lnTo>
                    <a:pt x="42" y="7"/>
                  </a:lnTo>
                  <a:lnTo>
                    <a:pt x="38" y="10"/>
                  </a:lnTo>
                  <a:lnTo>
                    <a:pt x="34" y="13"/>
                  </a:lnTo>
                  <a:lnTo>
                    <a:pt x="29" y="16"/>
                  </a:lnTo>
                  <a:lnTo>
                    <a:pt x="24" y="19"/>
                  </a:lnTo>
                  <a:lnTo>
                    <a:pt x="20" y="22"/>
                  </a:lnTo>
                  <a:lnTo>
                    <a:pt x="17" y="25"/>
                  </a:lnTo>
                  <a:lnTo>
                    <a:pt x="13" y="29"/>
                  </a:lnTo>
                  <a:lnTo>
                    <a:pt x="10" y="32"/>
                  </a:lnTo>
                  <a:lnTo>
                    <a:pt x="8" y="35"/>
                  </a:lnTo>
                  <a:lnTo>
                    <a:pt x="5" y="38"/>
                  </a:lnTo>
                  <a:lnTo>
                    <a:pt x="4" y="41"/>
                  </a:lnTo>
                  <a:lnTo>
                    <a:pt x="2" y="43"/>
                  </a:lnTo>
                  <a:lnTo>
                    <a:pt x="1" y="46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4" y="63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8" y="67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2" y="69"/>
                  </a:lnTo>
                  <a:lnTo>
                    <a:pt x="14" y="69"/>
                  </a:lnTo>
                  <a:lnTo>
                    <a:pt x="16" y="69"/>
                  </a:lnTo>
                  <a:lnTo>
                    <a:pt x="19" y="69"/>
                  </a:lnTo>
                  <a:lnTo>
                    <a:pt x="20" y="68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3" y="62"/>
                  </a:lnTo>
                  <a:lnTo>
                    <a:pt x="29" y="55"/>
                  </a:lnTo>
                  <a:lnTo>
                    <a:pt x="29" y="55"/>
                  </a:lnTo>
                  <a:close/>
                  <a:moveTo>
                    <a:pt x="48" y="112"/>
                  </a:moveTo>
                  <a:lnTo>
                    <a:pt x="43" y="107"/>
                  </a:lnTo>
                  <a:lnTo>
                    <a:pt x="78" y="76"/>
                  </a:lnTo>
                  <a:lnTo>
                    <a:pt x="64" y="59"/>
                  </a:lnTo>
                  <a:lnTo>
                    <a:pt x="27" y="89"/>
                  </a:lnTo>
                  <a:lnTo>
                    <a:pt x="21" y="83"/>
                  </a:lnTo>
                  <a:lnTo>
                    <a:pt x="91" y="27"/>
                  </a:lnTo>
                  <a:lnTo>
                    <a:pt x="97" y="33"/>
                  </a:lnTo>
                  <a:lnTo>
                    <a:pt x="70" y="54"/>
                  </a:lnTo>
                  <a:lnTo>
                    <a:pt x="84" y="71"/>
                  </a:lnTo>
                  <a:lnTo>
                    <a:pt x="110" y="47"/>
                  </a:lnTo>
                  <a:lnTo>
                    <a:pt x="116" y="53"/>
                  </a:lnTo>
                  <a:lnTo>
                    <a:pt x="48" y="112"/>
                  </a:lnTo>
                  <a:lnTo>
                    <a:pt x="48" y="112"/>
                  </a:lnTo>
                  <a:close/>
                  <a:moveTo>
                    <a:pt x="64" y="127"/>
                  </a:moveTo>
                  <a:lnTo>
                    <a:pt x="58" y="121"/>
                  </a:lnTo>
                  <a:lnTo>
                    <a:pt x="124" y="60"/>
                  </a:lnTo>
                  <a:lnTo>
                    <a:pt x="130" y="66"/>
                  </a:lnTo>
                  <a:lnTo>
                    <a:pt x="64" y="127"/>
                  </a:lnTo>
                  <a:lnTo>
                    <a:pt x="64" y="127"/>
                  </a:lnTo>
                  <a:close/>
                  <a:moveTo>
                    <a:pt x="99" y="156"/>
                  </a:moveTo>
                  <a:lnTo>
                    <a:pt x="105" y="161"/>
                  </a:lnTo>
                  <a:lnTo>
                    <a:pt x="169" y="95"/>
                  </a:lnTo>
                  <a:lnTo>
                    <a:pt x="163" y="91"/>
                  </a:lnTo>
                  <a:lnTo>
                    <a:pt x="122" y="131"/>
                  </a:lnTo>
                  <a:lnTo>
                    <a:pt x="149" y="82"/>
                  </a:lnTo>
                  <a:lnTo>
                    <a:pt x="139" y="74"/>
                  </a:lnTo>
                  <a:lnTo>
                    <a:pt x="75" y="136"/>
                  </a:lnTo>
                  <a:lnTo>
                    <a:pt x="82" y="143"/>
                  </a:lnTo>
                  <a:lnTo>
                    <a:pt x="137" y="86"/>
                  </a:lnTo>
                  <a:lnTo>
                    <a:pt x="99" y="156"/>
                  </a:lnTo>
                  <a:lnTo>
                    <a:pt x="99" y="156"/>
                  </a:lnTo>
                  <a:close/>
                  <a:moveTo>
                    <a:pt x="147" y="148"/>
                  </a:moveTo>
                  <a:lnTo>
                    <a:pt x="160" y="159"/>
                  </a:lnTo>
                  <a:lnTo>
                    <a:pt x="145" y="188"/>
                  </a:lnTo>
                  <a:lnTo>
                    <a:pt x="153" y="193"/>
                  </a:lnTo>
                  <a:lnTo>
                    <a:pt x="191" y="111"/>
                  </a:lnTo>
                  <a:lnTo>
                    <a:pt x="182" y="105"/>
                  </a:lnTo>
                  <a:lnTo>
                    <a:pt x="115" y="168"/>
                  </a:lnTo>
                  <a:lnTo>
                    <a:pt x="121" y="173"/>
                  </a:lnTo>
                  <a:lnTo>
                    <a:pt x="147" y="148"/>
                  </a:lnTo>
                  <a:lnTo>
                    <a:pt x="147" y="148"/>
                  </a:lnTo>
                  <a:close/>
                  <a:moveTo>
                    <a:pt x="163" y="151"/>
                  </a:moveTo>
                  <a:lnTo>
                    <a:pt x="153" y="143"/>
                  </a:lnTo>
                  <a:lnTo>
                    <a:pt x="178" y="119"/>
                  </a:lnTo>
                  <a:lnTo>
                    <a:pt x="163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2" name="îšľiḋé"/>
            <p:cNvSpPr/>
            <p:nvPr/>
          </p:nvSpPr>
          <p:spPr bwMode="auto">
            <a:xfrm>
              <a:off x="2944813" y="3957638"/>
              <a:ext cx="39688" cy="73025"/>
            </a:xfrm>
            <a:custGeom>
              <a:avLst/>
              <a:gdLst>
                <a:gd name="T0" fmla="*/ 13 w 25"/>
                <a:gd name="T1" fmla="*/ 0 h 46"/>
                <a:gd name="T2" fmla="*/ 20 w 25"/>
                <a:gd name="T3" fmla="*/ 29 h 46"/>
                <a:gd name="T4" fmla="*/ 24 w 25"/>
                <a:gd name="T5" fmla="*/ 28 h 46"/>
                <a:gd name="T6" fmla="*/ 25 w 25"/>
                <a:gd name="T7" fmla="*/ 32 h 46"/>
                <a:gd name="T8" fmla="*/ 21 w 25"/>
                <a:gd name="T9" fmla="*/ 33 h 46"/>
                <a:gd name="T10" fmla="*/ 24 w 25"/>
                <a:gd name="T11" fmla="*/ 45 h 46"/>
                <a:gd name="T12" fmla="*/ 20 w 25"/>
                <a:gd name="T13" fmla="*/ 46 h 46"/>
                <a:gd name="T14" fmla="*/ 17 w 25"/>
                <a:gd name="T15" fmla="*/ 33 h 46"/>
                <a:gd name="T16" fmla="*/ 2 w 25"/>
                <a:gd name="T17" fmla="*/ 37 h 46"/>
                <a:gd name="T18" fmla="*/ 0 w 25"/>
                <a:gd name="T19" fmla="*/ 33 h 46"/>
                <a:gd name="T20" fmla="*/ 11 w 25"/>
                <a:gd name="T21" fmla="*/ 0 h 46"/>
                <a:gd name="T22" fmla="*/ 13 w 25"/>
                <a:gd name="T23" fmla="*/ 0 h 46"/>
                <a:gd name="T24" fmla="*/ 13 w 25"/>
                <a:gd name="T25" fmla="*/ 0 h 46"/>
                <a:gd name="T26" fmla="*/ 16 w 25"/>
                <a:gd name="T27" fmla="*/ 29 h 46"/>
                <a:gd name="T28" fmla="*/ 11 w 25"/>
                <a:gd name="T29" fmla="*/ 7 h 46"/>
                <a:gd name="T30" fmla="*/ 3 w 25"/>
                <a:gd name="T31" fmla="*/ 33 h 46"/>
                <a:gd name="T32" fmla="*/ 16 w 25"/>
                <a:gd name="T3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46">
                  <a:moveTo>
                    <a:pt x="13" y="0"/>
                  </a:moveTo>
                  <a:lnTo>
                    <a:pt x="20" y="29"/>
                  </a:lnTo>
                  <a:lnTo>
                    <a:pt x="24" y="28"/>
                  </a:lnTo>
                  <a:lnTo>
                    <a:pt x="25" y="32"/>
                  </a:lnTo>
                  <a:lnTo>
                    <a:pt x="21" y="33"/>
                  </a:lnTo>
                  <a:lnTo>
                    <a:pt x="24" y="45"/>
                  </a:lnTo>
                  <a:lnTo>
                    <a:pt x="20" y="46"/>
                  </a:lnTo>
                  <a:lnTo>
                    <a:pt x="17" y="33"/>
                  </a:lnTo>
                  <a:lnTo>
                    <a:pt x="2" y="37"/>
                  </a:lnTo>
                  <a:lnTo>
                    <a:pt x="0" y="33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16" y="29"/>
                  </a:moveTo>
                  <a:lnTo>
                    <a:pt x="11" y="7"/>
                  </a:lnTo>
                  <a:lnTo>
                    <a:pt x="3" y="33"/>
                  </a:lnTo>
                  <a:lnTo>
                    <a:pt x="16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3" name="îṩliḍè"/>
            <p:cNvSpPr/>
            <p:nvPr/>
          </p:nvSpPr>
          <p:spPr bwMode="auto">
            <a:xfrm>
              <a:off x="2720976" y="3960813"/>
              <a:ext cx="38100" cy="71438"/>
            </a:xfrm>
            <a:custGeom>
              <a:avLst/>
              <a:gdLst>
                <a:gd name="T0" fmla="*/ 16 w 24"/>
                <a:gd name="T1" fmla="*/ 10 h 45"/>
                <a:gd name="T2" fmla="*/ 16 w 24"/>
                <a:gd name="T3" fmla="*/ 8 h 45"/>
                <a:gd name="T4" fmla="*/ 16 w 24"/>
                <a:gd name="T5" fmla="*/ 7 h 45"/>
                <a:gd name="T6" fmla="*/ 16 w 24"/>
                <a:gd name="T7" fmla="*/ 6 h 45"/>
                <a:gd name="T8" fmla="*/ 15 w 24"/>
                <a:gd name="T9" fmla="*/ 5 h 45"/>
                <a:gd name="T10" fmla="*/ 12 w 24"/>
                <a:gd name="T11" fmla="*/ 5 h 45"/>
                <a:gd name="T12" fmla="*/ 9 w 24"/>
                <a:gd name="T13" fmla="*/ 5 h 45"/>
                <a:gd name="T14" fmla="*/ 10 w 24"/>
                <a:gd name="T15" fmla="*/ 3 h 45"/>
                <a:gd name="T16" fmla="*/ 13 w 24"/>
                <a:gd name="T17" fmla="*/ 3 h 45"/>
                <a:gd name="T18" fmla="*/ 17 w 24"/>
                <a:gd name="T19" fmla="*/ 3 h 45"/>
                <a:gd name="T20" fmla="*/ 20 w 24"/>
                <a:gd name="T21" fmla="*/ 2 h 45"/>
                <a:gd name="T22" fmla="*/ 24 w 24"/>
                <a:gd name="T23" fmla="*/ 0 h 45"/>
                <a:gd name="T24" fmla="*/ 14 w 24"/>
                <a:gd name="T25" fmla="*/ 39 h 45"/>
                <a:gd name="T26" fmla="*/ 14 w 24"/>
                <a:gd name="T27" fmla="*/ 39 h 45"/>
                <a:gd name="T28" fmla="*/ 14 w 24"/>
                <a:gd name="T29" fmla="*/ 40 h 45"/>
                <a:gd name="T30" fmla="*/ 14 w 24"/>
                <a:gd name="T31" fmla="*/ 41 h 45"/>
                <a:gd name="T32" fmla="*/ 14 w 24"/>
                <a:gd name="T33" fmla="*/ 42 h 45"/>
                <a:gd name="T34" fmla="*/ 16 w 24"/>
                <a:gd name="T35" fmla="*/ 43 h 45"/>
                <a:gd name="T36" fmla="*/ 18 w 24"/>
                <a:gd name="T37" fmla="*/ 43 h 45"/>
                <a:gd name="T38" fmla="*/ 18 w 24"/>
                <a:gd name="T39" fmla="*/ 45 h 45"/>
                <a:gd name="T40" fmla="*/ 0 w 24"/>
                <a:gd name="T41" fmla="*/ 40 h 45"/>
                <a:gd name="T42" fmla="*/ 1 w 24"/>
                <a:gd name="T43" fmla="*/ 39 h 45"/>
                <a:gd name="T44" fmla="*/ 4 w 24"/>
                <a:gd name="T45" fmla="*/ 39 h 45"/>
                <a:gd name="T46" fmla="*/ 6 w 24"/>
                <a:gd name="T47" fmla="*/ 39 h 45"/>
                <a:gd name="T48" fmla="*/ 7 w 24"/>
                <a:gd name="T49" fmla="*/ 39 h 45"/>
                <a:gd name="T50" fmla="*/ 8 w 24"/>
                <a:gd name="T51" fmla="*/ 39 h 45"/>
                <a:gd name="T52" fmla="*/ 8 w 24"/>
                <a:gd name="T53" fmla="*/ 39 h 45"/>
                <a:gd name="T54" fmla="*/ 8 w 24"/>
                <a:gd name="T55" fmla="*/ 39 h 45"/>
                <a:gd name="T56" fmla="*/ 16 w 24"/>
                <a:gd name="T5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45">
                  <a:moveTo>
                    <a:pt x="16" y="10"/>
                  </a:move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0"/>
                  </a:lnTo>
                  <a:lnTo>
                    <a:pt x="14" y="41"/>
                  </a:lnTo>
                  <a:lnTo>
                    <a:pt x="14" y="42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18" y="45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4" name="îsḻíḓe"/>
            <p:cNvSpPr/>
            <p:nvPr/>
          </p:nvSpPr>
          <p:spPr bwMode="auto">
            <a:xfrm>
              <a:off x="2797176" y="3963988"/>
              <a:ext cx="36513" cy="71438"/>
            </a:xfrm>
            <a:custGeom>
              <a:avLst/>
              <a:gdLst>
                <a:gd name="T0" fmla="*/ 1 w 23"/>
                <a:gd name="T1" fmla="*/ 45 h 45"/>
                <a:gd name="T2" fmla="*/ 6 w 23"/>
                <a:gd name="T3" fmla="*/ 42 h 45"/>
                <a:gd name="T4" fmla="*/ 10 w 23"/>
                <a:gd name="T5" fmla="*/ 39 h 45"/>
                <a:gd name="T6" fmla="*/ 14 w 23"/>
                <a:gd name="T7" fmla="*/ 33 h 45"/>
                <a:gd name="T8" fmla="*/ 16 w 23"/>
                <a:gd name="T9" fmla="*/ 25 h 45"/>
                <a:gd name="T10" fmla="*/ 12 w 23"/>
                <a:gd name="T11" fmla="*/ 28 h 45"/>
                <a:gd name="T12" fmla="*/ 11 w 23"/>
                <a:gd name="T13" fmla="*/ 29 h 45"/>
                <a:gd name="T14" fmla="*/ 8 w 23"/>
                <a:gd name="T15" fmla="*/ 29 h 45"/>
                <a:gd name="T16" fmla="*/ 5 w 23"/>
                <a:gd name="T17" fmla="*/ 27 h 45"/>
                <a:gd name="T18" fmla="*/ 3 w 23"/>
                <a:gd name="T19" fmla="*/ 24 h 45"/>
                <a:gd name="T20" fmla="*/ 1 w 23"/>
                <a:gd name="T21" fmla="*/ 20 h 45"/>
                <a:gd name="T22" fmla="*/ 0 w 23"/>
                <a:gd name="T23" fmla="*/ 14 h 45"/>
                <a:gd name="T24" fmla="*/ 1 w 23"/>
                <a:gd name="T25" fmla="*/ 9 h 45"/>
                <a:gd name="T26" fmla="*/ 4 w 23"/>
                <a:gd name="T27" fmla="*/ 5 h 45"/>
                <a:gd name="T28" fmla="*/ 5 w 23"/>
                <a:gd name="T29" fmla="*/ 2 h 45"/>
                <a:gd name="T30" fmla="*/ 8 w 23"/>
                <a:gd name="T31" fmla="*/ 1 h 45"/>
                <a:gd name="T32" fmla="*/ 12 w 23"/>
                <a:gd name="T33" fmla="*/ 0 h 45"/>
                <a:gd name="T34" fmla="*/ 14 w 23"/>
                <a:gd name="T35" fmla="*/ 0 h 45"/>
                <a:gd name="T36" fmla="*/ 16 w 23"/>
                <a:gd name="T37" fmla="*/ 1 h 45"/>
                <a:gd name="T38" fmla="*/ 20 w 23"/>
                <a:gd name="T39" fmla="*/ 6 h 45"/>
                <a:gd name="T40" fmla="*/ 23 w 23"/>
                <a:gd name="T41" fmla="*/ 13 h 45"/>
                <a:gd name="T42" fmla="*/ 23 w 23"/>
                <a:gd name="T43" fmla="*/ 21 h 45"/>
                <a:gd name="T44" fmla="*/ 22 w 23"/>
                <a:gd name="T45" fmla="*/ 29 h 45"/>
                <a:gd name="T46" fmla="*/ 20 w 23"/>
                <a:gd name="T47" fmla="*/ 33 h 45"/>
                <a:gd name="T48" fmla="*/ 18 w 23"/>
                <a:gd name="T49" fmla="*/ 37 h 45"/>
                <a:gd name="T50" fmla="*/ 15 w 23"/>
                <a:gd name="T51" fmla="*/ 40 h 45"/>
                <a:gd name="T52" fmla="*/ 11 w 23"/>
                <a:gd name="T53" fmla="*/ 42 h 45"/>
                <a:gd name="T54" fmla="*/ 7 w 23"/>
                <a:gd name="T55" fmla="*/ 45 h 45"/>
                <a:gd name="T56" fmla="*/ 1 w 23"/>
                <a:gd name="T57" fmla="*/ 45 h 45"/>
                <a:gd name="T58" fmla="*/ 16 w 23"/>
                <a:gd name="T59" fmla="*/ 7 h 45"/>
                <a:gd name="T60" fmla="*/ 13 w 23"/>
                <a:gd name="T61" fmla="*/ 4 h 45"/>
                <a:gd name="T62" fmla="*/ 12 w 23"/>
                <a:gd name="T63" fmla="*/ 3 h 45"/>
                <a:gd name="T64" fmla="*/ 9 w 23"/>
                <a:gd name="T65" fmla="*/ 3 h 45"/>
                <a:gd name="T66" fmla="*/ 8 w 23"/>
                <a:gd name="T67" fmla="*/ 4 h 45"/>
                <a:gd name="T68" fmla="*/ 6 w 23"/>
                <a:gd name="T69" fmla="*/ 5 h 45"/>
                <a:gd name="T70" fmla="*/ 5 w 23"/>
                <a:gd name="T71" fmla="*/ 9 h 45"/>
                <a:gd name="T72" fmla="*/ 5 w 23"/>
                <a:gd name="T73" fmla="*/ 13 h 45"/>
                <a:gd name="T74" fmla="*/ 5 w 23"/>
                <a:gd name="T75" fmla="*/ 21 h 45"/>
                <a:gd name="T76" fmla="*/ 7 w 23"/>
                <a:gd name="T77" fmla="*/ 25 h 45"/>
                <a:gd name="T78" fmla="*/ 8 w 23"/>
                <a:gd name="T79" fmla="*/ 25 h 45"/>
                <a:gd name="T80" fmla="*/ 11 w 23"/>
                <a:gd name="T81" fmla="*/ 25 h 45"/>
                <a:gd name="T82" fmla="*/ 15 w 23"/>
                <a:gd name="T83" fmla="*/ 24 h 45"/>
                <a:gd name="T84" fmla="*/ 16 w 23"/>
                <a:gd name="T85" fmla="*/ 23 h 45"/>
                <a:gd name="T86" fmla="*/ 17 w 23"/>
                <a:gd name="T87" fmla="*/ 21 h 45"/>
                <a:gd name="T88" fmla="*/ 18 w 23"/>
                <a:gd name="T89" fmla="*/ 16 h 45"/>
                <a:gd name="T90" fmla="*/ 17 w 23"/>
                <a:gd name="T91" fmla="*/ 11 h 45"/>
                <a:gd name="T92" fmla="*/ 16 w 23"/>
                <a:gd name="T9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45">
                  <a:moveTo>
                    <a:pt x="1" y="45"/>
                  </a:moveTo>
                  <a:lnTo>
                    <a:pt x="1" y="45"/>
                  </a:lnTo>
                  <a:lnTo>
                    <a:pt x="4" y="44"/>
                  </a:lnTo>
                  <a:lnTo>
                    <a:pt x="6" y="42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2" y="36"/>
                  </a:lnTo>
                  <a:lnTo>
                    <a:pt x="14" y="33"/>
                  </a:lnTo>
                  <a:lnTo>
                    <a:pt x="16" y="29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9" y="4"/>
                  </a:lnTo>
                  <a:lnTo>
                    <a:pt x="20" y="6"/>
                  </a:lnTo>
                  <a:lnTo>
                    <a:pt x="22" y="9"/>
                  </a:lnTo>
                  <a:lnTo>
                    <a:pt x="23" y="13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23" y="25"/>
                  </a:lnTo>
                  <a:lnTo>
                    <a:pt x="22" y="29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19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8" y="44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1" y="45"/>
                  </a:lnTo>
                  <a:lnTo>
                    <a:pt x="1" y="45"/>
                  </a:lnTo>
                  <a:close/>
                  <a:moveTo>
                    <a:pt x="16" y="7"/>
                  </a:moveTo>
                  <a:lnTo>
                    <a:pt x="15" y="5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8" y="16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16" y="9"/>
                  </a:lnTo>
                  <a:lnTo>
                    <a:pt x="1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5" name="í$1îḍê"/>
            <p:cNvSpPr/>
            <p:nvPr/>
          </p:nvSpPr>
          <p:spPr bwMode="auto">
            <a:xfrm>
              <a:off x="2874963" y="3962401"/>
              <a:ext cx="34925" cy="74613"/>
            </a:xfrm>
            <a:custGeom>
              <a:avLst/>
              <a:gdLst>
                <a:gd name="T0" fmla="*/ 0 w 22"/>
                <a:gd name="T1" fmla="*/ 10 h 47"/>
                <a:gd name="T2" fmla="*/ 1 w 22"/>
                <a:gd name="T3" fmla="*/ 6 h 47"/>
                <a:gd name="T4" fmla="*/ 4 w 22"/>
                <a:gd name="T5" fmla="*/ 2 h 47"/>
                <a:gd name="T6" fmla="*/ 8 w 22"/>
                <a:gd name="T7" fmla="*/ 1 h 47"/>
                <a:gd name="T8" fmla="*/ 12 w 22"/>
                <a:gd name="T9" fmla="*/ 1 h 47"/>
                <a:gd name="T10" fmla="*/ 16 w 22"/>
                <a:gd name="T11" fmla="*/ 2 h 47"/>
                <a:gd name="T12" fmla="*/ 18 w 22"/>
                <a:gd name="T13" fmla="*/ 6 h 47"/>
                <a:gd name="T14" fmla="*/ 20 w 22"/>
                <a:gd name="T15" fmla="*/ 10 h 47"/>
                <a:gd name="T16" fmla="*/ 19 w 22"/>
                <a:gd name="T17" fmla="*/ 14 h 47"/>
                <a:gd name="T18" fmla="*/ 16 w 22"/>
                <a:gd name="T19" fmla="*/ 18 h 47"/>
                <a:gd name="T20" fmla="*/ 15 w 22"/>
                <a:gd name="T21" fmla="*/ 22 h 47"/>
                <a:gd name="T22" fmla="*/ 17 w 22"/>
                <a:gd name="T23" fmla="*/ 24 h 47"/>
                <a:gd name="T24" fmla="*/ 20 w 22"/>
                <a:gd name="T25" fmla="*/ 26 h 47"/>
                <a:gd name="T26" fmla="*/ 21 w 22"/>
                <a:gd name="T27" fmla="*/ 29 h 47"/>
                <a:gd name="T28" fmla="*/ 22 w 22"/>
                <a:gd name="T29" fmla="*/ 33 h 47"/>
                <a:gd name="T30" fmla="*/ 21 w 22"/>
                <a:gd name="T31" fmla="*/ 38 h 47"/>
                <a:gd name="T32" fmla="*/ 18 w 22"/>
                <a:gd name="T33" fmla="*/ 42 h 47"/>
                <a:gd name="T34" fmla="*/ 14 w 22"/>
                <a:gd name="T35" fmla="*/ 46 h 47"/>
                <a:gd name="T36" fmla="*/ 10 w 22"/>
                <a:gd name="T37" fmla="*/ 47 h 47"/>
                <a:gd name="T38" fmla="*/ 6 w 22"/>
                <a:gd name="T39" fmla="*/ 47 h 47"/>
                <a:gd name="T40" fmla="*/ 4 w 22"/>
                <a:gd name="T41" fmla="*/ 46 h 47"/>
                <a:gd name="T42" fmla="*/ 1 w 22"/>
                <a:gd name="T43" fmla="*/ 45 h 47"/>
                <a:gd name="T44" fmla="*/ 0 w 22"/>
                <a:gd name="T45" fmla="*/ 42 h 47"/>
                <a:gd name="T46" fmla="*/ 1 w 22"/>
                <a:gd name="T47" fmla="*/ 40 h 47"/>
                <a:gd name="T48" fmla="*/ 4 w 22"/>
                <a:gd name="T49" fmla="*/ 39 h 47"/>
                <a:gd name="T50" fmla="*/ 5 w 22"/>
                <a:gd name="T51" fmla="*/ 40 h 47"/>
                <a:gd name="T52" fmla="*/ 7 w 22"/>
                <a:gd name="T53" fmla="*/ 42 h 47"/>
                <a:gd name="T54" fmla="*/ 9 w 22"/>
                <a:gd name="T55" fmla="*/ 43 h 47"/>
                <a:gd name="T56" fmla="*/ 12 w 22"/>
                <a:gd name="T57" fmla="*/ 42 h 47"/>
                <a:gd name="T58" fmla="*/ 14 w 22"/>
                <a:gd name="T59" fmla="*/ 41 h 47"/>
                <a:gd name="T60" fmla="*/ 16 w 22"/>
                <a:gd name="T61" fmla="*/ 38 h 47"/>
                <a:gd name="T62" fmla="*/ 17 w 22"/>
                <a:gd name="T63" fmla="*/ 36 h 47"/>
                <a:gd name="T64" fmla="*/ 17 w 22"/>
                <a:gd name="T65" fmla="*/ 34 h 47"/>
                <a:gd name="T66" fmla="*/ 17 w 22"/>
                <a:gd name="T67" fmla="*/ 30 h 47"/>
                <a:gd name="T68" fmla="*/ 16 w 22"/>
                <a:gd name="T69" fmla="*/ 28 h 47"/>
                <a:gd name="T70" fmla="*/ 13 w 22"/>
                <a:gd name="T71" fmla="*/ 26 h 47"/>
                <a:gd name="T72" fmla="*/ 9 w 22"/>
                <a:gd name="T73" fmla="*/ 24 h 47"/>
                <a:gd name="T74" fmla="*/ 6 w 22"/>
                <a:gd name="T75" fmla="*/ 22 h 47"/>
                <a:gd name="T76" fmla="*/ 9 w 22"/>
                <a:gd name="T77" fmla="*/ 22 h 47"/>
                <a:gd name="T78" fmla="*/ 12 w 22"/>
                <a:gd name="T79" fmla="*/ 19 h 47"/>
                <a:gd name="T80" fmla="*/ 14 w 22"/>
                <a:gd name="T81" fmla="*/ 16 h 47"/>
                <a:gd name="T82" fmla="*/ 14 w 22"/>
                <a:gd name="T83" fmla="*/ 13 h 47"/>
                <a:gd name="T84" fmla="*/ 14 w 22"/>
                <a:gd name="T85" fmla="*/ 9 h 47"/>
                <a:gd name="T86" fmla="*/ 12 w 22"/>
                <a:gd name="T87" fmla="*/ 6 h 47"/>
                <a:gd name="T88" fmla="*/ 11 w 22"/>
                <a:gd name="T89" fmla="*/ 6 h 47"/>
                <a:gd name="T90" fmla="*/ 8 w 22"/>
                <a:gd name="T91" fmla="*/ 5 h 47"/>
                <a:gd name="T92" fmla="*/ 6 w 22"/>
                <a:gd name="T93" fmla="*/ 6 h 47"/>
                <a:gd name="T94" fmla="*/ 4 w 22"/>
                <a:gd name="T95" fmla="*/ 6 h 47"/>
                <a:gd name="T96" fmla="*/ 3 w 22"/>
                <a:gd name="T97" fmla="*/ 8 h 47"/>
                <a:gd name="T98" fmla="*/ 2 w 22"/>
                <a:gd name="T9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47">
                  <a:moveTo>
                    <a:pt x="0" y="11"/>
                  </a:moveTo>
                  <a:lnTo>
                    <a:pt x="0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5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8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9" y="14"/>
                  </a:lnTo>
                  <a:lnTo>
                    <a:pt x="17" y="17"/>
                  </a:lnTo>
                  <a:lnTo>
                    <a:pt x="16" y="18"/>
                  </a:lnTo>
                  <a:lnTo>
                    <a:pt x="13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1" y="38"/>
                  </a:lnTo>
                  <a:lnTo>
                    <a:pt x="20" y="40"/>
                  </a:lnTo>
                  <a:lnTo>
                    <a:pt x="18" y="42"/>
                  </a:lnTo>
                  <a:lnTo>
                    <a:pt x="16" y="44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10" y="47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1" y="45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5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8" y="43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4" y="41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6" y="29"/>
                  </a:lnTo>
                  <a:lnTo>
                    <a:pt x="16" y="28"/>
                  </a:lnTo>
                  <a:lnTo>
                    <a:pt x="15" y="26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9" y="22"/>
                  </a:lnTo>
                  <a:lnTo>
                    <a:pt x="10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0" y="931952"/>
            <a:ext cx="12192000" cy="5926048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4"/>
          <p:cNvSpPr/>
          <p:nvPr userDrawn="1"/>
        </p:nvSpPr>
        <p:spPr>
          <a:xfrm>
            <a:off x="15451" y="0"/>
            <a:ext cx="2438823" cy="547790"/>
          </a:xfrm>
          <a:prstGeom prst="rect">
            <a:avLst/>
          </a:prstGeom>
          <a:solidFill>
            <a:srgbClr val="1C71BE"/>
          </a:solidFill>
          <a:ln>
            <a:solidFill>
              <a:schemeClr val="bg1"/>
            </a:solidFill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 userDrawn="1"/>
        </p:nvSpPr>
        <p:spPr>
          <a:xfrm>
            <a:off x="0" y="441587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914626" y="0"/>
                </a:moveTo>
                <a:lnTo>
                  <a:pt x="96081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6844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 userDrawn="1"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16" name="圆角矩形 15"/>
          <p:cNvSpPr/>
          <p:nvPr userDrawn="1"/>
        </p:nvSpPr>
        <p:spPr>
          <a:xfrm>
            <a:off x="242905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15" name="圆角矩形 14"/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17" name="圆角矩形 16"/>
          <p:cNvSpPr/>
          <p:nvPr userDrawn="1"/>
        </p:nvSpPr>
        <p:spPr>
          <a:xfrm>
            <a:off x="73261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2" name="圆角矩形 1"/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125DFE-D76C-03EA-2FC6-B4F8B2111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5260F-1FFA-4B3D-912A-E58EA94F0B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0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 userDrawn="1"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E2EF4C-7831-C379-951C-88EC6056A9AE}"/>
              </a:ext>
            </a:extLst>
          </p:cNvPr>
          <p:cNvSpPr/>
          <p:nvPr userDrawn="1"/>
        </p:nvSpPr>
        <p:spPr>
          <a:xfrm>
            <a:off x="2453852" y="8545"/>
            <a:ext cx="2438823" cy="547790"/>
          </a:xfrm>
          <a:prstGeom prst="rect">
            <a:avLst/>
          </a:prstGeom>
          <a:solidFill>
            <a:srgbClr val="1C71BE"/>
          </a:solidFill>
          <a:ln>
            <a:solidFill>
              <a:schemeClr val="bg1"/>
            </a:solidFill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25" name="圆角矩形 15">
            <a:extLst>
              <a:ext uri="{FF2B5EF4-FFF2-40B4-BE49-F238E27FC236}">
                <a16:creationId xmlns:a16="http://schemas.microsoft.com/office/drawing/2014/main" id="{11D82415-F5BA-4AEF-A526-B4E09595F629}"/>
              </a:ext>
            </a:extLst>
          </p:cNvPr>
          <p:cNvSpPr/>
          <p:nvPr userDrawn="1"/>
        </p:nvSpPr>
        <p:spPr>
          <a:xfrm>
            <a:off x="242905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27" name="圆角矩形 16">
            <a:extLst>
              <a:ext uri="{FF2B5EF4-FFF2-40B4-BE49-F238E27FC236}">
                <a16:creationId xmlns:a16="http://schemas.microsoft.com/office/drawing/2014/main" id="{D4CAB63C-D359-4983-9ADA-6ED2084B184D}"/>
              </a:ext>
            </a:extLst>
          </p:cNvPr>
          <p:cNvSpPr/>
          <p:nvPr userDrawn="1"/>
        </p:nvSpPr>
        <p:spPr>
          <a:xfrm>
            <a:off x="73261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1048559" y="450465"/>
            <a:ext cx="8737599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2743427" y="0"/>
                </a:moveTo>
                <a:lnTo>
                  <a:pt x="278961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269724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5" name="圆角矩形 14">
            <a:extLst>
              <a:ext uri="{FF2B5EF4-FFF2-40B4-BE49-F238E27FC236}">
                <a16:creationId xmlns:a16="http://schemas.microsoft.com/office/drawing/2014/main" id="{DB1580A6-4216-A7E3-A31B-3852DBD1EC0F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7" name="圆角矩形 1">
            <a:extLst>
              <a:ext uri="{FF2B5EF4-FFF2-40B4-BE49-F238E27FC236}">
                <a16:creationId xmlns:a16="http://schemas.microsoft.com/office/drawing/2014/main" id="{A699E8FF-6E0D-4635-21BD-640F00A1671C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9CECD-65FC-A696-07C1-980FF9A22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5260F-1FFA-4B3D-912A-E58EA94F0B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23765" y="-843"/>
            <a:ext cx="12192000" cy="54779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 dirty="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1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46413" y="-20913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61229" y="-20913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86929" y="-20913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901745" y="-20913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16862" y="-20913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28503" y="-20913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38329" y="-20913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53145" y="-20913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4913779" y="6030"/>
            <a:ext cx="2438823" cy="547790"/>
          </a:xfrm>
          <a:prstGeom prst="rect">
            <a:avLst/>
          </a:prstGeom>
          <a:solidFill>
            <a:srgbClr val="1C71BE"/>
          </a:solidFill>
          <a:ln>
            <a:solidFill>
              <a:schemeClr val="bg1"/>
            </a:solidFill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5" name="等腰三角形 14"/>
          <p:cNvSpPr/>
          <p:nvPr userDrawn="1"/>
        </p:nvSpPr>
        <p:spPr>
          <a:xfrm>
            <a:off x="14362" y="420672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4568406" y="0"/>
                </a:moveTo>
                <a:lnTo>
                  <a:pt x="461459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452222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4362" y="911039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 1">
            <a:extLst>
              <a:ext uri="{FF2B5EF4-FFF2-40B4-BE49-F238E27FC236}">
                <a16:creationId xmlns:a16="http://schemas.microsoft.com/office/drawing/2014/main" id="{E75B6F3E-6E89-E2D2-7235-82992C260540}"/>
              </a:ext>
            </a:extLst>
          </p:cNvPr>
          <p:cNvSpPr/>
          <p:nvPr userDrawn="1"/>
        </p:nvSpPr>
        <p:spPr>
          <a:xfrm>
            <a:off x="23765" y="57725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33" name="圆角矩形 15">
            <a:extLst>
              <a:ext uri="{FF2B5EF4-FFF2-40B4-BE49-F238E27FC236}">
                <a16:creationId xmlns:a16="http://schemas.microsoft.com/office/drawing/2014/main" id="{748886F2-57D5-89CD-D3A6-23B64C6D8528}"/>
              </a:ext>
            </a:extLst>
          </p:cNvPr>
          <p:cNvSpPr/>
          <p:nvPr userDrawn="1"/>
        </p:nvSpPr>
        <p:spPr>
          <a:xfrm>
            <a:off x="2435797" y="80329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35" name="圆角矩形 16">
            <a:extLst>
              <a:ext uri="{FF2B5EF4-FFF2-40B4-BE49-F238E27FC236}">
                <a16:creationId xmlns:a16="http://schemas.microsoft.com/office/drawing/2014/main" id="{F33318A3-5192-4410-0E4F-C8FEB7B06F6B}"/>
              </a:ext>
            </a:extLst>
          </p:cNvPr>
          <p:cNvSpPr/>
          <p:nvPr userDrawn="1"/>
        </p:nvSpPr>
        <p:spPr>
          <a:xfrm>
            <a:off x="7341278" y="54592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2" name="圆角矩形 14">
            <a:extLst>
              <a:ext uri="{FF2B5EF4-FFF2-40B4-BE49-F238E27FC236}">
                <a16:creationId xmlns:a16="http://schemas.microsoft.com/office/drawing/2014/main" id="{BA180CF4-34A3-5BAD-A9E4-129B932D6DC3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4" name="圆角矩形 1">
            <a:extLst>
              <a:ext uri="{FF2B5EF4-FFF2-40B4-BE49-F238E27FC236}">
                <a16:creationId xmlns:a16="http://schemas.microsoft.com/office/drawing/2014/main" id="{EEBF8076-2174-C5D4-092C-F06E4A310F3D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1CFCF4-E1A4-E456-3876-3C144E991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5260F-1FFA-4B3D-912A-E58EA94F0B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1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7296151" y="0"/>
            <a:ext cx="2438823" cy="547790"/>
          </a:xfrm>
          <a:prstGeom prst="rect">
            <a:avLst/>
          </a:prstGeom>
          <a:solidFill>
            <a:srgbClr val="1C71BE"/>
          </a:solidFill>
          <a:ln>
            <a:solidFill>
              <a:schemeClr val="bg1"/>
            </a:solidFill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441585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6386739" y="0"/>
                </a:moveTo>
                <a:lnTo>
                  <a:pt x="6432923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6340555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1">
            <a:extLst>
              <a:ext uri="{FF2B5EF4-FFF2-40B4-BE49-F238E27FC236}">
                <a16:creationId xmlns:a16="http://schemas.microsoft.com/office/drawing/2014/main" id="{1BB1B4FC-C06F-A313-CB4E-1352E2937005}"/>
              </a:ext>
            </a:extLst>
          </p:cNvPr>
          <p:cNvSpPr/>
          <p:nvPr userDrawn="1"/>
        </p:nvSpPr>
        <p:spPr>
          <a:xfrm>
            <a:off x="23765" y="57725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6" name="圆角矩形 15">
            <a:extLst>
              <a:ext uri="{FF2B5EF4-FFF2-40B4-BE49-F238E27FC236}">
                <a16:creationId xmlns:a16="http://schemas.microsoft.com/office/drawing/2014/main" id="{37437E3F-F12A-5DB2-9F43-3BEDED4F09E6}"/>
              </a:ext>
            </a:extLst>
          </p:cNvPr>
          <p:cNvSpPr/>
          <p:nvPr userDrawn="1"/>
        </p:nvSpPr>
        <p:spPr>
          <a:xfrm>
            <a:off x="2435797" y="80329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9" name="圆角矩形 16">
            <a:extLst>
              <a:ext uri="{FF2B5EF4-FFF2-40B4-BE49-F238E27FC236}">
                <a16:creationId xmlns:a16="http://schemas.microsoft.com/office/drawing/2014/main" id="{2DDD960A-2980-0307-6B2A-8783586BDEF9}"/>
              </a:ext>
            </a:extLst>
          </p:cNvPr>
          <p:cNvSpPr/>
          <p:nvPr userDrawn="1"/>
        </p:nvSpPr>
        <p:spPr>
          <a:xfrm>
            <a:off x="7341278" y="54592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2" name="圆角矩形 14">
            <a:extLst>
              <a:ext uri="{FF2B5EF4-FFF2-40B4-BE49-F238E27FC236}">
                <a16:creationId xmlns:a16="http://schemas.microsoft.com/office/drawing/2014/main" id="{D6CDFF6F-FE28-DF82-E51D-3FF99D582962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7" name="圆角矩形 1">
            <a:extLst>
              <a:ext uri="{FF2B5EF4-FFF2-40B4-BE49-F238E27FC236}">
                <a16:creationId xmlns:a16="http://schemas.microsoft.com/office/drawing/2014/main" id="{5EC70407-2EE2-DAF6-EC3B-2A53D299841E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AD1EE4-1C5B-C5B1-3190-E63974C88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5260F-1FFA-4B3D-912A-E58EA94F0B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1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9746829" y="0"/>
            <a:ext cx="2445172" cy="547790"/>
          </a:xfrm>
          <a:prstGeom prst="rect">
            <a:avLst/>
          </a:prstGeom>
          <a:solidFill>
            <a:srgbClr val="1C71BE"/>
          </a:solidFill>
          <a:ln>
            <a:solidFill>
              <a:schemeClr val="bg1"/>
            </a:solidFill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441585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8224747" y="0"/>
                </a:moveTo>
                <a:lnTo>
                  <a:pt x="827093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17856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1">
            <a:extLst>
              <a:ext uri="{FF2B5EF4-FFF2-40B4-BE49-F238E27FC236}">
                <a16:creationId xmlns:a16="http://schemas.microsoft.com/office/drawing/2014/main" id="{6BDA8F72-C38D-354B-21C6-53D399E84DBB}"/>
              </a:ext>
            </a:extLst>
          </p:cNvPr>
          <p:cNvSpPr/>
          <p:nvPr userDrawn="1"/>
        </p:nvSpPr>
        <p:spPr>
          <a:xfrm>
            <a:off x="23765" y="57725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6" name="圆角矩形 15">
            <a:extLst>
              <a:ext uri="{FF2B5EF4-FFF2-40B4-BE49-F238E27FC236}">
                <a16:creationId xmlns:a16="http://schemas.microsoft.com/office/drawing/2014/main" id="{7660F7CD-DCB4-178D-D06F-D1A9208AAAF5}"/>
              </a:ext>
            </a:extLst>
          </p:cNvPr>
          <p:cNvSpPr/>
          <p:nvPr userDrawn="1"/>
        </p:nvSpPr>
        <p:spPr>
          <a:xfrm>
            <a:off x="2435797" y="80329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9" name="圆角矩形 16">
            <a:extLst>
              <a:ext uri="{FF2B5EF4-FFF2-40B4-BE49-F238E27FC236}">
                <a16:creationId xmlns:a16="http://schemas.microsoft.com/office/drawing/2014/main" id="{902BFD99-33FB-DA6B-04B8-5560E20A6D7A}"/>
              </a:ext>
            </a:extLst>
          </p:cNvPr>
          <p:cNvSpPr/>
          <p:nvPr userDrawn="1"/>
        </p:nvSpPr>
        <p:spPr>
          <a:xfrm>
            <a:off x="7341278" y="54592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2" name="圆角矩形 14">
            <a:extLst>
              <a:ext uri="{FF2B5EF4-FFF2-40B4-BE49-F238E27FC236}">
                <a16:creationId xmlns:a16="http://schemas.microsoft.com/office/drawing/2014/main" id="{B77004C7-67B8-494C-BBD8-8D9BE28C23CD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7" name="圆角矩形 1">
            <a:extLst>
              <a:ext uri="{FF2B5EF4-FFF2-40B4-BE49-F238E27FC236}">
                <a16:creationId xmlns:a16="http://schemas.microsoft.com/office/drawing/2014/main" id="{0422A86E-9E7C-4BFA-36F3-D564AC4D2172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D56C06-51AE-A26B-7DCF-5885DDA0F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5260F-1FFA-4B3D-912A-E58EA94F0B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031240" y="860425"/>
            <a:ext cx="10129520" cy="5137150"/>
          </a:xfrm>
          <a:prstGeom prst="rect">
            <a:avLst/>
          </a:prstGeom>
          <a:solidFill>
            <a:srgbClr val="157E9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0D1623-9687-0241-568E-4C5A9C93A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5260F-1FFA-4B3D-912A-E58EA94F0B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3" Type="http://schemas.microsoft.com/office/2007/relationships/hdphoto" Target="../media/hdphoto5.wdp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1" Type="http://schemas.openxmlformats.org/officeDocument/2006/relationships/slideLayout" Target="../slideLayouts/slideLayout7.xml"/><Relationship Id="rId11" Type="http://schemas.microsoft.com/office/2007/relationships/hdphoto" Target="../media/hdphoto4.wdp"/><Relationship Id="rId5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847171" y="4441010"/>
            <a:ext cx="10373995" cy="3810"/>
          </a:xfrm>
          <a:prstGeom prst="line">
            <a:avLst/>
          </a:prstGeom>
          <a:ln>
            <a:solidFill>
              <a:srgbClr val="013B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68143" y="5100936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导师：姓名 职称</a:t>
            </a:r>
          </a:p>
        </p:txBody>
      </p:sp>
      <p:sp>
        <p:nvSpPr>
          <p:cNvPr id="20" name="矩形 19"/>
          <p:cNvSpPr/>
          <p:nvPr/>
        </p:nvSpPr>
        <p:spPr>
          <a:xfrm>
            <a:off x="4180761" y="5100936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报告人：姓名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905508" y="2672964"/>
            <a:ext cx="10373995" cy="3810"/>
          </a:xfrm>
          <a:prstGeom prst="line">
            <a:avLst/>
          </a:prstGeom>
          <a:ln>
            <a:solidFill>
              <a:srgbClr val="013B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0C8BEFE7-F266-5403-D82D-7795DFDE9CB2}"/>
              </a:ext>
            </a:extLst>
          </p:cNvPr>
          <p:cNvSpPr/>
          <p:nvPr/>
        </p:nvSpPr>
        <p:spPr>
          <a:xfrm>
            <a:off x="-3493" y="1330378"/>
            <a:ext cx="12192000" cy="1116819"/>
          </a:xfrm>
          <a:prstGeom prst="rect">
            <a:avLst/>
          </a:prstGeom>
          <a:solidFill>
            <a:srgbClr val="1C7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358814" y="2897172"/>
            <a:ext cx="7467381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kumimoji="1" lang="zh-CN" altLang="en-US" sz="4000" b="1" dirty="0">
                <a:solidFill>
                  <a:srgbClr val="013B6D"/>
                </a:solidFill>
                <a:effectLst>
                  <a:glow>
                    <a:schemeClr val="accent5">
                      <a:lumMod val="40000"/>
                      <a:lumOff val="60000"/>
                      <a:alpha val="41000"/>
                    </a:schemeClr>
                  </a:glow>
                  <a:outerShdw blurRad="76200" dist="50800" dir="5400000" sx="101000" sy="101000" algn="ctr" rotWithShape="0">
                    <a:srgbClr val="000000">
                      <a:alpha val="22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在此输入研究课题名称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D3419A-F8E6-006F-59E0-9BE896F41027}"/>
              </a:ext>
            </a:extLst>
          </p:cNvPr>
          <p:cNvSpPr/>
          <p:nvPr/>
        </p:nvSpPr>
        <p:spPr>
          <a:xfrm>
            <a:off x="6586454" y="5100936"/>
            <a:ext cx="4368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专业方向：专业名称 学位类别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E0AAD7-8C98-4F03-7797-ADA7DFF8B804}"/>
              </a:ext>
            </a:extLst>
          </p:cNvPr>
          <p:cNvSpPr/>
          <p:nvPr/>
        </p:nvSpPr>
        <p:spPr>
          <a:xfrm>
            <a:off x="2044842" y="1520918"/>
            <a:ext cx="8334487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kumimoji="1" lang="zh-CN" altLang="en-US" sz="4400" b="1" dirty="0">
                <a:solidFill>
                  <a:schemeClr val="bg1"/>
                </a:solidFill>
                <a:effectLst>
                  <a:glow>
                    <a:schemeClr val="accent5">
                      <a:lumMod val="40000"/>
                      <a:lumOff val="60000"/>
                      <a:alpha val="41000"/>
                    </a:schemeClr>
                  </a:glow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研究生学位论文开题报告</a:t>
            </a:r>
            <a:endParaRPr kumimoji="1" lang="zh-CN" altLang="en-US" sz="4400" b="1" dirty="0">
              <a:solidFill>
                <a:schemeClr val="bg1"/>
              </a:solidFill>
              <a:effectLst>
                <a:glow>
                  <a:schemeClr val="accent5">
                    <a:lumMod val="40000"/>
                    <a:lumOff val="60000"/>
                    <a:alpha val="41000"/>
                  </a:schemeClr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338813-0517-5FE8-8008-5C728CD6CD4F}"/>
              </a:ext>
            </a:extLst>
          </p:cNvPr>
          <p:cNvSpPr/>
          <p:nvPr/>
        </p:nvSpPr>
        <p:spPr>
          <a:xfrm>
            <a:off x="9671073" y="6069301"/>
            <a:ext cx="197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 月 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7F70A3E-6768-EA8A-124C-FA970D4DEA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8" y="252877"/>
            <a:ext cx="851734" cy="85173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8239C57-AB55-2072-BECB-0F9C341812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769" y="205665"/>
            <a:ext cx="3486802" cy="937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6442D5-B1C8-28E0-B089-C7793391A1D9}"/>
              </a:ext>
            </a:extLst>
          </p:cNvPr>
          <p:cNvSpPr/>
          <p:nvPr/>
        </p:nvSpPr>
        <p:spPr>
          <a:xfrm>
            <a:off x="-1" y="528590"/>
            <a:ext cx="12192000" cy="1427208"/>
          </a:xfrm>
          <a:prstGeom prst="rect">
            <a:avLst/>
          </a:prstGeom>
          <a:solidFill>
            <a:srgbClr val="1C7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Freeform 5"/>
          <p:cNvSpPr>
            <a:spLocks noChangeAspect="1"/>
          </p:cNvSpPr>
          <p:nvPr/>
        </p:nvSpPr>
        <p:spPr bwMode="auto">
          <a:xfrm>
            <a:off x="0" y="3861797"/>
            <a:ext cx="12200890" cy="1564640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157E9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sp>
        <p:nvSpPr>
          <p:cNvPr id="44" name="矩形 30"/>
          <p:cNvSpPr txBox="1">
            <a:spLocks noChangeAspect="1" noChangeArrowheads="1"/>
          </p:cNvSpPr>
          <p:nvPr/>
        </p:nvSpPr>
        <p:spPr bwMode="auto">
          <a:xfrm>
            <a:off x="167621" y="3718225"/>
            <a:ext cx="2308769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 研究背景</a:t>
            </a:r>
          </a:p>
        </p:txBody>
      </p:sp>
      <p:sp>
        <p:nvSpPr>
          <p:cNvPr id="45" name="矩形 68"/>
          <p:cNvSpPr txBox="1">
            <a:spLocks noChangeAspect="1" noChangeArrowheads="1"/>
          </p:cNvSpPr>
          <p:nvPr/>
        </p:nvSpPr>
        <p:spPr bwMode="auto">
          <a:xfrm>
            <a:off x="6524824" y="2547748"/>
            <a:ext cx="3302548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 研究方法与技术路线</a:t>
            </a:r>
          </a:p>
        </p:txBody>
      </p:sp>
      <p:sp>
        <p:nvSpPr>
          <p:cNvPr id="46" name="矩形 64"/>
          <p:cNvSpPr txBox="1">
            <a:spLocks noChangeAspect="1" noChangeArrowheads="1"/>
          </p:cNvSpPr>
          <p:nvPr/>
        </p:nvSpPr>
        <p:spPr bwMode="auto">
          <a:xfrm>
            <a:off x="2139315" y="4186917"/>
            <a:ext cx="2988945" cy="4603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 国内外研究现状</a:t>
            </a:r>
            <a:endParaRPr lang="zh-CN" altLang="en-US" sz="24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" name="矩形 66"/>
          <p:cNvSpPr txBox="1">
            <a:spLocks noChangeAspect="1" noChangeArrowheads="1"/>
          </p:cNvSpPr>
          <p:nvPr/>
        </p:nvSpPr>
        <p:spPr bwMode="auto">
          <a:xfrm>
            <a:off x="4452487" y="3489994"/>
            <a:ext cx="314642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 研究目标与内容</a:t>
            </a:r>
          </a:p>
        </p:txBody>
      </p:sp>
      <p:sp>
        <p:nvSpPr>
          <p:cNvPr id="51" name="矩形 68"/>
          <p:cNvSpPr txBox="1">
            <a:spLocks noChangeAspect="1" noChangeArrowheads="1"/>
          </p:cNvSpPr>
          <p:nvPr/>
        </p:nvSpPr>
        <p:spPr bwMode="auto">
          <a:xfrm>
            <a:off x="8852504" y="3222671"/>
            <a:ext cx="3469988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 研究条件与进度计划</a:t>
            </a:r>
          </a:p>
        </p:txBody>
      </p:sp>
      <p:grpSp>
        <p:nvGrpSpPr>
          <p:cNvPr id="73" name="组合 72"/>
          <p:cNvGrpSpPr>
            <a:grpSpLocks noChangeAspect="1"/>
          </p:cNvGrpSpPr>
          <p:nvPr/>
        </p:nvGrpSpPr>
        <p:grpSpPr>
          <a:xfrm>
            <a:off x="10267950" y="3861797"/>
            <a:ext cx="1000760" cy="1002665"/>
            <a:chOff x="3437020" y="5246272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>
            <a:grpSpLocks noChangeAspect="1"/>
          </p:cNvGrpSpPr>
          <p:nvPr/>
        </p:nvGrpSpPr>
        <p:grpSpPr>
          <a:xfrm>
            <a:off x="5605780" y="4146912"/>
            <a:ext cx="1000760" cy="1000760"/>
            <a:chOff x="3437020" y="3157655"/>
            <a:chExt cx="863676" cy="863988"/>
          </a:xfrm>
        </p:grpSpPr>
        <p:sp>
          <p:nvSpPr>
            <p:cNvPr id="12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14" name="Freeform 5"/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6"/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7"/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8"/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7770043" y="3325766"/>
            <a:ext cx="1000760" cy="1002665"/>
            <a:chOff x="3437020" y="4201727"/>
            <a:chExt cx="863676" cy="865576"/>
          </a:xfrm>
        </p:grpSpPr>
        <p:sp>
          <p:nvSpPr>
            <p:cNvPr id="20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21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22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918845" y="4543152"/>
            <a:ext cx="1000760" cy="1002665"/>
            <a:chOff x="3437020" y="1033173"/>
            <a:chExt cx="863676" cy="865577"/>
          </a:xfrm>
        </p:grpSpPr>
        <p:sp>
          <p:nvSpPr>
            <p:cNvPr id="30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013B6D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191510" y="4902562"/>
            <a:ext cx="1000760" cy="1002665"/>
            <a:chOff x="3437020" y="2074814"/>
            <a:chExt cx="863676" cy="865577"/>
          </a:xfrm>
        </p:grpSpPr>
        <p:sp>
          <p:nvSpPr>
            <p:cNvPr id="3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73D037C6-6465-407F-8DBA-3AB406B02D65}"/>
              </a:ext>
            </a:extLst>
          </p:cNvPr>
          <p:cNvSpPr/>
          <p:nvPr/>
        </p:nvSpPr>
        <p:spPr>
          <a:xfrm>
            <a:off x="788217" y="827271"/>
            <a:ext cx="156966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BB6596F-4B53-4327-B07B-C5A917B06BBA}"/>
              </a:ext>
            </a:extLst>
          </p:cNvPr>
          <p:cNvSpPr txBox="1"/>
          <p:nvPr/>
        </p:nvSpPr>
        <p:spPr>
          <a:xfrm>
            <a:off x="2357877" y="1270330"/>
            <a:ext cx="1879041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Times New Roman" panose="02020603050405020304" pitchFamily="18" charset="0"/>
                <a:sym typeface="+mn-ea"/>
              </a:rPr>
              <a:t>CONTENTS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/>
          </p:cNvSpPr>
          <p:nvPr/>
        </p:nvSpPr>
        <p:spPr bwMode="auto">
          <a:xfrm>
            <a:off x="0" y="2680747"/>
            <a:ext cx="12200890" cy="1564640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157E9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sp>
        <p:nvSpPr>
          <p:cNvPr id="44" name="矩形 30"/>
          <p:cNvSpPr txBox="1">
            <a:spLocks noChangeAspect="1" noChangeArrowheads="1"/>
          </p:cNvSpPr>
          <p:nvPr/>
        </p:nvSpPr>
        <p:spPr bwMode="auto">
          <a:xfrm>
            <a:off x="155078" y="1706268"/>
            <a:ext cx="6085036" cy="70788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40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Part 1 研究背景与意义</a:t>
            </a:r>
          </a:p>
        </p:txBody>
      </p:sp>
      <p:sp>
        <p:nvSpPr>
          <p:cNvPr id="51" name="矩形 68"/>
          <p:cNvSpPr txBox="1">
            <a:spLocks noChangeAspect="1" noChangeArrowheads="1"/>
          </p:cNvSpPr>
          <p:nvPr/>
        </p:nvSpPr>
        <p:spPr bwMode="auto">
          <a:xfrm>
            <a:off x="9138350" y="3962869"/>
            <a:ext cx="3413481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5研究条件与进度计划</a:t>
            </a:r>
          </a:p>
        </p:txBody>
      </p:sp>
      <p:grpSp>
        <p:nvGrpSpPr>
          <p:cNvPr id="73" name="组合 72"/>
          <p:cNvGrpSpPr>
            <a:grpSpLocks noChangeAspect="1"/>
          </p:cNvGrpSpPr>
          <p:nvPr/>
        </p:nvGrpSpPr>
        <p:grpSpPr>
          <a:xfrm>
            <a:off x="10267950" y="2680747"/>
            <a:ext cx="1000760" cy="1002665"/>
            <a:chOff x="3437020" y="5246272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>
            <a:grpSpLocks noChangeAspect="1"/>
          </p:cNvGrpSpPr>
          <p:nvPr/>
        </p:nvGrpSpPr>
        <p:grpSpPr>
          <a:xfrm>
            <a:off x="6899879" y="2446676"/>
            <a:ext cx="1000760" cy="1000760"/>
            <a:chOff x="3437020" y="3157655"/>
            <a:chExt cx="863676" cy="863988"/>
          </a:xfrm>
        </p:grpSpPr>
        <p:sp>
          <p:nvSpPr>
            <p:cNvPr id="12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14" name="Freeform 5"/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6"/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7"/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8"/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8679459" y="2136552"/>
            <a:ext cx="1000760" cy="1002665"/>
            <a:chOff x="3437020" y="4201727"/>
            <a:chExt cx="863676" cy="865576"/>
          </a:xfrm>
        </p:grpSpPr>
        <p:sp>
          <p:nvSpPr>
            <p:cNvPr id="20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21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22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1804067" y="3447436"/>
            <a:ext cx="1590062" cy="1593089"/>
            <a:chOff x="3437020" y="1033173"/>
            <a:chExt cx="863676" cy="865577"/>
          </a:xfrm>
        </p:grpSpPr>
        <p:sp>
          <p:nvSpPr>
            <p:cNvPr id="30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5066792" y="3202324"/>
            <a:ext cx="1000760" cy="1002665"/>
            <a:chOff x="3437020" y="2074814"/>
            <a:chExt cx="863676" cy="865577"/>
          </a:xfrm>
        </p:grpSpPr>
        <p:sp>
          <p:nvSpPr>
            <p:cNvPr id="3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chemeClr val="accent1">
                    <a:lumMod val="40000"/>
                    <a:lumOff val="6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61" name="矩形 68">
            <a:extLst>
              <a:ext uri="{FF2B5EF4-FFF2-40B4-BE49-F238E27FC236}">
                <a16:creationId xmlns:a16="http://schemas.microsoft.com/office/drawing/2014/main" id="{32BFD4D9-BF38-45EF-A213-A108F68E782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23499" y="3506804"/>
            <a:ext cx="3521592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400" b="1">
                <a:solidFill>
                  <a:schemeClr val="bg1">
                    <a:lumMod val="6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 研究方法与技术路线</a:t>
            </a:r>
          </a:p>
        </p:txBody>
      </p:sp>
      <p:sp>
        <p:nvSpPr>
          <p:cNvPr id="62" name="矩形 64">
            <a:extLst>
              <a:ext uri="{FF2B5EF4-FFF2-40B4-BE49-F238E27FC236}">
                <a16:creationId xmlns:a16="http://schemas.microsoft.com/office/drawing/2014/main" id="{B7D36E2C-0001-45CD-B2B9-F57B80048D5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24905" y="4333736"/>
            <a:ext cx="298894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400" b="1">
                <a:solidFill>
                  <a:schemeClr val="bg1">
                    <a:lumMod val="6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 国内外研究现状</a:t>
            </a:r>
          </a:p>
        </p:txBody>
      </p:sp>
      <p:sp>
        <p:nvSpPr>
          <p:cNvPr id="63" name="矩形 66">
            <a:extLst>
              <a:ext uri="{FF2B5EF4-FFF2-40B4-BE49-F238E27FC236}">
                <a16:creationId xmlns:a16="http://schemas.microsoft.com/office/drawing/2014/main" id="{9C538180-C0DB-457C-B8AD-1CB64438F9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896159" y="3892897"/>
            <a:ext cx="314642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400" b="1">
                <a:solidFill>
                  <a:schemeClr val="bg1">
                    <a:lumMod val="6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 研究目标与内容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612282" y="512571"/>
            <a:ext cx="1210588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b="1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9" name="形状 18"/>
          <p:cNvSpPr/>
          <p:nvPr/>
        </p:nvSpPr>
        <p:spPr>
          <a:xfrm flipH="1">
            <a:off x="5527667" y="2542188"/>
            <a:ext cx="1415771" cy="1415985"/>
          </a:xfrm>
          <a:prstGeom prst="leftCircularArrow">
            <a:avLst>
              <a:gd name="adj1" fmla="val 8909"/>
              <a:gd name="adj2" fmla="val 1142322"/>
              <a:gd name="adj3" fmla="val 6293598"/>
              <a:gd name="adj4" fmla="val 21479660"/>
              <a:gd name="adj5" fmla="val 12500"/>
            </a:avLst>
          </a:prstGeom>
          <a:solidFill>
            <a:schemeClr val="accent1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0" name="形状 19"/>
          <p:cNvSpPr/>
          <p:nvPr/>
        </p:nvSpPr>
        <p:spPr>
          <a:xfrm>
            <a:off x="4963566" y="3363825"/>
            <a:ext cx="1415771" cy="1415985"/>
          </a:xfrm>
          <a:prstGeom prst="leftCircularArrow">
            <a:avLst>
              <a:gd name="adj1" fmla="val 8909"/>
              <a:gd name="adj2" fmla="val 1142322"/>
              <a:gd name="adj3" fmla="val 6293598"/>
              <a:gd name="adj4" fmla="val 18385882"/>
              <a:gd name="adj5" fmla="val 12500"/>
            </a:avLst>
          </a:prstGeom>
          <a:solidFill>
            <a:schemeClr val="accent5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1" name="空心弧 20"/>
          <p:cNvSpPr/>
          <p:nvPr/>
        </p:nvSpPr>
        <p:spPr>
          <a:xfrm>
            <a:off x="5604081" y="4210530"/>
            <a:ext cx="1216365" cy="1216852"/>
          </a:xfrm>
          <a:prstGeom prst="blockArc">
            <a:avLst>
              <a:gd name="adj1" fmla="val 14095361"/>
              <a:gd name="adj2" fmla="val 10799997"/>
              <a:gd name="adj3" fmla="val 11504"/>
            </a:avLst>
          </a:prstGeom>
          <a:solidFill>
            <a:srgbClr val="08BBC4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780196" y="3044927"/>
            <a:ext cx="87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5D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255429" y="3838870"/>
            <a:ext cx="87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5D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阶段二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749159" y="4632813"/>
            <a:ext cx="90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005D9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阶段三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184524" y="1078166"/>
            <a:ext cx="2336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 spc="300">
                <a:solidFill>
                  <a:srgbClr val="013B6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69761" y="1078166"/>
            <a:ext cx="1731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cxnSp>
        <p:nvCxnSpPr>
          <p:cNvPr id="32" name="直接连接符 31"/>
          <p:cNvCxnSpPr>
            <a:cxnSpLocks/>
          </p:cNvCxnSpPr>
          <p:nvPr/>
        </p:nvCxnSpPr>
        <p:spPr>
          <a:xfrm>
            <a:off x="7335278" y="1555502"/>
            <a:ext cx="1517985" cy="0"/>
          </a:xfrm>
          <a:prstGeom prst="line">
            <a:avLst/>
          </a:prstGeom>
          <a:ln w="3175">
            <a:solidFill>
              <a:srgbClr val="013B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cxnSpLocks/>
          </p:cNvCxnSpPr>
          <p:nvPr/>
        </p:nvCxnSpPr>
        <p:spPr>
          <a:xfrm>
            <a:off x="431552" y="1539831"/>
            <a:ext cx="1391318" cy="0"/>
          </a:xfrm>
          <a:prstGeom prst="line">
            <a:avLst/>
          </a:prstGeom>
          <a:ln w="3175">
            <a:solidFill>
              <a:srgbClr val="013B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95015" y="1687235"/>
            <a:ext cx="4968097" cy="4719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fontAlgn="auto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说明研究领域的发展背景，结合政策、行业变化或实际需求，交代研究问题产生的情境。</a:t>
            </a:r>
            <a:endParaRPr lang="en-US" altLang="zh-CN" sz="1600" b="1" dirty="0">
              <a:solidFill>
                <a:srgbClr val="1C71B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概括研究对象的主要特征与适用范围，说明其与已有研究对象之间的联系和区别。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梳理研究对象的发展过程，指出当前变化及其对研究的启示。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086035" y="1687235"/>
            <a:ext cx="4979585" cy="4719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概述当前实践的主要进展，结合案例或文献说明已有方法的应用情况。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指出实践中仍存在的关键困难，并说明这些困难带来的具体影响。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概括已有研究的解释范围，明确尚待回答的研究问题。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说明本研究拟从何种视角展开，提出与后续研究目标相衔接的问题。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475B856F-AB02-46F6-8C9A-AACD08CCF35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 flipH="1" flipV="1">
            <a:off x="5162805" y="2163132"/>
            <a:ext cx="328253" cy="283067"/>
          </a:xfrm>
          <a:prstGeom prst="triangle">
            <a:avLst>
              <a:gd name="adj" fmla="val 50000"/>
            </a:avLst>
          </a:prstGeom>
          <a:solidFill>
            <a:srgbClr val="005D9D"/>
          </a:solidFill>
          <a:ln>
            <a:noFill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A5C6F2-916A-6374-4339-2AFF87262F3F}"/>
              </a:ext>
            </a:extLst>
          </p:cNvPr>
          <p:cNvSpPr txBox="1"/>
          <p:nvPr/>
        </p:nvSpPr>
        <p:spPr>
          <a:xfrm>
            <a:off x="5487314" y="204305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发展阶段</a:t>
            </a: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66CE9586-745D-3989-BF51-83A5FCE3C7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8900000" flipH="1" flipV="1">
            <a:off x="6715791" y="5410146"/>
            <a:ext cx="328253" cy="283067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7403F8-E7B3-B26D-24D3-BD0F9A823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4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剪去单角 14">
            <a:extLst>
              <a:ext uri="{FF2B5EF4-FFF2-40B4-BE49-F238E27FC236}">
                <a16:creationId xmlns:a16="http://schemas.microsoft.com/office/drawing/2014/main" id="{16166D31-8027-5BF6-1EFE-D5FA0DA67D68}"/>
              </a:ext>
            </a:extLst>
          </p:cNvPr>
          <p:cNvSpPr/>
          <p:nvPr/>
        </p:nvSpPr>
        <p:spPr>
          <a:xfrm>
            <a:off x="7065548" y="1320796"/>
            <a:ext cx="4445732" cy="2428230"/>
          </a:xfrm>
          <a:prstGeom prst="snip1Rect">
            <a:avLst>
              <a:gd name="adj" fmla="val 11133"/>
            </a:avLst>
          </a:prstGeom>
          <a:solidFill>
            <a:schemeClr val="accent1">
              <a:alpha val="29000"/>
            </a:schemeClr>
          </a:solidFill>
          <a:ln>
            <a:solidFill>
              <a:schemeClr val="accent1">
                <a:shade val="15000"/>
                <a:alpha val="4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剪去单角 22">
            <a:extLst>
              <a:ext uri="{FF2B5EF4-FFF2-40B4-BE49-F238E27FC236}">
                <a16:creationId xmlns:a16="http://schemas.microsoft.com/office/drawing/2014/main" id="{4951A526-4E3D-3709-3B2C-57311B4EC43E}"/>
              </a:ext>
            </a:extLst>
          </p:cNvPr>
          <p:cNvSpPr/>
          <p:nvPr/>
        </p:nvSpPr>
        <p:spPr>
          <a:xfrm>
            <a:off x="7065548" y="4038768"/>
            <a:ext cx="4445732" cy="2428230"/>
          </a:xfrm>
          <a:prstGeom prst="snip1Rect">
            <a:avLst>
              <a:gd name="adj" fmla="val 11133"/>
            </a:avLst>
          </a:prstGeom>
          <a:solidFill>
            <a:srgbClr val="1C71BE">
              <a:alpha val="27000"/>
            </a:srgbClr>
          </a:solidFill>
          <a:ln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948509" y="505042"/>
            <a:ext cx="1826141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b="1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现有文献研究现状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6381687" y="1320795"/>
            <a:ext cx="4321" cy="48924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8943" y="1011381"/>
            <a:ext cx="5780257" cy="2950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Aft>
                <a:spcPts val="800"/>
              </a:spcAft>
            </a:pPr>
            <a:r>
              <a:rPr lang="zh-CN" altLang="en-US" sz="20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研究主题的相关研究</a:t>
            </a:r>
          </a:p>
          <a:p>
            <a:pPr indent="457200" fontAlgn="auto">
              <a:lnSpc>
                <a:spcPts val="27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>
              <a:lnSpc>
                <a:spcPts val="27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>
              <a:lnSpc>
                <a:spcPts val="27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>
              <a:lnSpc>
                <a:spcPts val="27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>
              <a:lnSpc>
                <a:spcPts val="27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>
              <a:lnSpc>
                <a:spcPts val="27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>
              <a:lnSpc>
                <a:spcPts val="27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32026" y="1352640"/>
            <a:ext cx="4941051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研究方向一</a:t>
            </a:r>
            <a:endParaRPr lang="en-US" altLang="zh-CN" sz="20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C10AB5-B88F-83E3-7655-FDF5EC41320C}"/>
              </a:ext>
            </a:extLst>
          </p:cNvPr>
          <p:cNvSpPr txBox="1"/>
          <p:nvPr/>
        </p:nvSpPr>
        <p:spPr>
          <a:xfrm>
            <a:off x="123467" y="1379556"/>
            <a:ext cx="6216652" cy="586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基本理论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研究领域：填写主要学科或应用领域。</a:t>
            </a:r>
            <a:endParaRPr lang="en-US" altLang="zh-CN" b="1" dirty="0">
              <a:solidFill>
                <a:srgbClr val="157E9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概念要素：说明核心概念的定义、组成与研究边界。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基本假设：概括该理论的适用条件与前提。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理论发展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拓展领域：填写新的应用情境。</a:t>
            </a:r>
            <a:endParaRPr lang="en-US" altLang="zh-CN" b="1" dirty="0">
              <a:solidFill>
                <a:srgbClr val="1C71B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概念发展：说明概念内涵与研究视角的演变。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研究挑战：归纳已有研究的主要不足及待解决问题。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CA1ED9-4460-68B0-C1FF-28CE7AD179B1}"/>
              </a:ext>
            </a:extLst>
          </p:cNvPr>
          <p:cNvSpPr txBox="1"/>
          <p:nvPr/>
        </p:nvSpPr>
        <p:spPr>
          <a:xfrm>
            <a:off x="7070816" y="1808506"/>
            <a:ext cx="3901979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方向一的研究对象与场景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方向一的主要分析方法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方向一的代表性结论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现有成果与后续研究空间</a:t>
            </a:r>
            <a:endParaRPr lang="en-US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13A022-4165-ECB2-7C0C-4CE15712D4F6}"/>
              </a:ext>
            </a:extLst>
          </p:cNvPr>
          <p:cNvSpPr txBox="1"/>
          <p:nvPr/>
        </p:nvSpPr>
        <p:spPr>
          <a:xfrm>
            <a:off x="7238715" y="4159988"/>
            <a:ext cx="4941051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研究方向二</a:t>
            </a:r>
            <a:endParaRPr lang="en-US" altLang="zh-CN" sz="20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29241C-2165-2483-4850-8D402859F490}"/>
              </a:ext>
            </a:extLst>
          </p:cNvPr>
          <p:cNvSpPr txBox="1"/>
          <p:nvPr/>
        </p:nvSpPr>
        <p:spPr>
          <a:xfrm>
            <a:off x="7073906" y="4580328"/>
            <a:ext cx="4623723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方向二的核心概念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主要变量与相关概念的联系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关键影响因素及理论解释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现有分析方法与研究进展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C4335F4D-6386-1883-075B-A3CD4B989E52}"/>
              </a:ext>
            </a:extLst>
          </p:cNvPr>
          <p:cNvSpPr/>
          <p:nvPr/>
        </p:nvSpPr>
        <p:spPr>
          <a:xfrm rot="16200000" flipV="1">
            <a:off x="3802231" y="3847318"/>
            <a:ext cx="5605495" cy="245180"/>
          </a:xfrm>
          <a:prstGeom prst="triangle">
            <a:avLst>
              <a:gd name="adj" fmla="val 50635"/>
            </a:avLst>
          </a:prstGeom>
          <a:gradFill flip="none" rotWithShape="1">
            <a:gsLst>
              <a:gs pos="54000">
                <a:srgbClr val="5997CF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1C71BE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5A1D43A-49EA-E094-1D12-F2137D93F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5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593298" y="498497"/>
            <a:ext cx="1005403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b="1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7C265D-60A3-07B5-3989-CD0C89B040AE}"/>
              </a:ext>
            </a:extLst>
          </p:cNvPr>
          <p:cNvSpPr txBox="1"/>
          <p:nvPr/>
        </p:nvSpPr>
        <p:spPr>
          <a:xfrm>
            <a:off x="367645" y="889457"/>
            <a:ext cx="11467500" cy="57728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研究目标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✦目标一   界定研究对象与核心概念，明确研究边界及主要特征。概括现状分析需要回答的问题，说明拟形成的基础认识。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✦目标二   识别关键变量并建立分析框架，说明拟检验的关系或机制。结合研究问题选择相应方法，明确预期获得的解释与证据。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✦目标三   综合研究结果提出应用建议，说明成果的适用条件。明确本研究在理论解释或实践改进方面拟达到的目标。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EC4FC8-8D9A-8BF2-9004-7C3779CAD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03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7BC8A89-84DC-C3A7-0CAC-5547DFACCE15}"/>
              </a:ext>
            </a:extLst>
          </p:cNvPr>
          <p:cNvSpPr/>
          <p:nvPr/>
        </p:nvSpPr>
        <p:spPr>
          <a:xfrm>
            <a:off x="762000" y="1840350"/>
            <a:ext cx="10668000" cy="4625339"/>
          </a:xfrm>
          <a:prstGeom prst="roundRect">
            <a:avLst>
              <a:gd name="adj" fmla="val 8615"/>
            </a:avLst>
          </a:prstGeom>
          <a:solidFill>
            <a:srgbClr val="207FD6">
              <a:alpha val="10000"/>
            </a:srgb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0264" y="1138130"/>
            <a:ext cx="11271472" cy="5429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sz="22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●理论关联思路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1DC14A-51D2-C4F2-0AED-2F17253239C8}"/>
              </a:ext>
            </a:extLst>
          </p:cNvPr>
          <p:cNvSpPr/>
          <p:nvPr/>
        </p:nvSpPr>
        <p:spPr>
          <a:xfrm>
            <a:off x="5593298" y="498497"/>
            <a:ext cx="1013419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b="1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7E97C07-F2F3-EB13-3A82-9DE5952DF277}"/>
              </a:ext>
            </a:extLst>
          </p:cNvPr>
          <p:cNvGrpSpPr/>
          <p:nvPr/>
        </p:nvGrpSpPr>
        <p:grpSpPr>
          <a:xfrm>
            <a:off x="1138718" y="1905959"/>
            <a:ext cx="9955203" cy="4408610"/>
            <a:chOff x="1297318" y="2346267"/>
            <a:chExt cx="9955203" cy="440861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9522560-2534-7083-2E1F-E7B927C08E78}"/>
                </a:ext>
              </a:extLst>
            </p:cNvPr>
            <p:cNvSpPr/>
            <p:nvPr/>
          </p:nvSpPr>
          <p:spPr>
            <a:xfrm>
              <a:off x="1481560" y="3570642"/>
              <a:ext cx="1458410" cy="51522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概念内涵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EFD262D-6D05-1446-7D5B-D9A2B1A14D8C}"/>
                </a:ext>
              </a:extLst>
            </p:cNvPr>
            <p:cNvSpPr/>
            <p:nvPr/>
          </p:nvSpPr>
          <p:spPr>
            <a:xfrm>
              <a:off x="5361008" y="3504162"/>
              <a:ext cx="2162536" cy="6481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研究对象与场景分析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D9BD773-5EB8-B3E2-7F9E-68E3C3EBDD82}"/>
                </a:ext>
              </a:extLst>
            </p:cNvPr>
            <p:cNvSpPr/>
            <p:nvPr/>
          </p:nvSpPr>
          <p:spPr>
            <a:xfrm>
              <a:off x="4697225" y="4526844"/>
              <a:ext cx="2162536" cy="6481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关键变量与作用机制分析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8FFB084-FFB2-E695-7C6A-0D0748EF84D1}"/>
                </a:ext>
              </a:extLst>
            </p:cNvPr>
            <p:cNvSpPr/>
            <p:nvPr/>
          </p:nvSpPr>
          <p:spPr>
            <a:xfrm>
              <a:off x="8918293" y="3504162"/>
              <a:ext cx="2162536" cy="6481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研究对象的评价分析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EB1401F-5A7A-784B-FAD8-C619DF0D226D}"/>
                </a:ext>
              </a:extLst>
            </p:cNvPr>
            <p:cNvSpPr/>
            <p:nvPr/>
          </p:nvSpPr>
          <p:spPr>
            <a:xfrm>
              <a:off x="4697225" y="5683172"/>
              <a:ext cx="2162536" cy="361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理论基础一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E57F710-FC59-457E-CB75-E49F390953A2}"/>
                </a:ext>
              </a:extLst>
            </p:cNvPr>
            <p:cNvSpPr/>
            <p:nvPr/>
          </p:nvSpPr>
          <p:spPr>
            <a:xfrm>
              <a:off x="5361008" y="2644243"/>
              <a:ext cx="2162536" cy="361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理论基础二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5968BF-224D-6A8C-A457-686203D60E56}"/>
                </a:ext>
              </a:extLst>
            </p:cNvPr>
            <p:cNvSpPr/>
            <p:nvPr/>
          </p:nvSpPr>
          <p:spPr>
            <a:xfrm>
              <a:off x="8746602" y="5252687"/>
              <a:ext cx="2505919" cy="7923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研究结果</a:t>
              </a:r>
              <a:endParaRPr lang="en-US" altLang="zh-CN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综合分析与应用</a:t>
              </a:r>
            </a:p>
          </p:txBody>
        </p: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FE53CBE1-D355-0C5C-5FED-6F190651D40E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2939970" y="3828253"/>
              <a:ext cx="1757255" cy="1022683"/>
            </a:xfrm>
            <a:prstGeom prst="bentConnector3">
              <a:avLst>
                <a:gd name="adj1" fmla="val 22335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4A06D8EB-D2D1-9C73-FF38-5D03EAA5B2C3}"/>
                </a:ext>
              </a:extLst>
            </p:cNvPr>
            <p:cNvCxnSpPr>
              <a:cxnSpLocks/>
              <a:stCxn id="3" idx="2"/>
              <a:endCxn id="10" idx="2"/>
            </p:cNvCxnSpPr>
            <p:nvPr/>
          </p:nvCxnSpPr>
          <p:spPr>
            <a:xfrm rot="16200000" flipH="1">
              <a:off x="5125566" y="1171062"/>
              <a:ext cx="1959194" cy="7788797"/>
            </a:xfrm>
            <a:prstGeom prst="bentConnector3">
              <a:avLst>
                <a:gd name="adj1" fmla="val 115817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44594F0F-4964-8242-3F87-74F33BEC7723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6859761" y="4850936"/>
              <a:ext cx="1886841" cy="797937"/>
            </a:xfrm>
            <a:prstGeom prst="bentConnector3">
              <a:avLst>
                <a:gd name="adj1" fmla="val 54308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符: 肘形 30">
              <a:extLst>
                <a:ext uri="{FF2B5EF4-FFF2-40B4-BE49-F238E27FC236}">
                  <a16:creationId xmlns:a16="http://schemas.microsoft.com/office/drawing/2014/main" id="{2527EE89-17ED-7AAA-23D2-4478D8227DE0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2939970" y="3828253"/>
              <a:ext cx="2421038" cy="1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AA22090E-3EC0-7051-9E76-829754BB41B3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rot="16200000" flipH="1">
              <a:off x="9449390" y="4702515"/>
              <a:ext cx="1100342" cy="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B8B379FA-72B0-E950-A0F3-8FE698766794}"/>
                </a:ext>
              </a:extLst>
            </p:cNvPr>
            <p:cNvCxnSpPr>
              <a:stCxn id="4" idx="3"/>
              <a:endCxn id="7" idx="1"/>
            </p:cNvCxnSpPr>
            <p:nvPr/>
          </p:nvCxnSpPr>
          <p:spPr>
            <a:xfrm>
              <a:off x="7523544" y="3828254"/>
              <a:ext cx="13947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EB67BE3D-A7E4-798C-E4C5-89D7F77F9918}"/>
                </a:ext>
              </a:extLst>
            </p:cNvPr>
            <p:cNvCxnSpPr>
              <a:cxnSpLocks/>
              <a:stCxn id="9" idx="2"/>
              <a:endCxn id="4" idx="0"/>
            </p:cNvCxnSpPr>
            <p:nvPr/>
          </p:nvCxnSpPr>
          <p:spPr>
            <a:xfrm>
              <a:off x="6442276" y="3006129"/>
              <a:ext cx="0" cy="4980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EE34BD36-1641-F089-6D55-4A4D86716C95}"/>
                </a:ext>
              </a:extLst>
            </p:cNvPr>
            <p:cNvCxnSpPr>
              <a:cxnSpLocks/>
              <a:stCxn id="8" idx="0"/>
              <a:endCxn id="5" idx="2"/>
            </p:cNvCxnSpPr>
            <p:nvPr/>
          </p:nvCxnSpPr>
          <p:spPr>
            <a:xfrm flipV="1">
              <a:off x="5778493" y="5175027"/>
              <a:ext cx="0" cy="5081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73D9F8E-4B77-D48E-FDF3-1EEC4BF7B67C}"/>
                </a:ext>
              </a:extLst>
            </p:cNvPr>
            <p:cNvSpPr txBox="1"/>
            <p:nvPr/>
          </p:nvSpPr>
          <p:spPr>
            <a:xfrm>
              <a:off x="1297318" y="2346267"/>
              <a:ext cx="3901979" cy="11568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核心概念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研究对象与应用场景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研究问题与分析边界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8CE71931-6CC2-E4A8-33BA-6AE72FDE4DA0}"/>
                </a:ext>
              </a:extLst>
            </p:cNvPr>
            <p:cNvSpPr txBox="1"/>
            <p:nvPr/>
          </p:nvSpPr>
          <p:spPr>
            <a:xfrm>
              <a:off x="6462531" y="3080813"/>
              <a:ext cx="14590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辅助要素分析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42D483E-C733-6933-557D-99B52A1EBFB5}"/>
                </a:ext>
              </a:extLst>
            </p:cNvPr>
            <p:cNvSpPr txBox="1"/>
            <p:nvPr/>
          </p:nvSpPr>
          <p:spPr>
            <a:xfrm>
              <a:off x="4272803" y="5249904"/>
              <a:ext cx="14590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提供基础模型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91478B77-1D22-7C71-B03F-D6701135B2E4}"/>
                </a:ext>
              </a:extLst>
            </p:cNvPr>
            <p:cNvSpPr txBox="1"/>
            <p:nvPr/>
          </p:nvSpPr>
          <p:spPr>
            <a:xfrm>
              <a:off x="3373514" y="3910787"/>
              <a:ext cx="65992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指导资料收集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A9520183-736D-2F77-5D73-5FF313CE9057}"/>
                </a:ext>
              </a:extLst>
            </p:cNvPr>
            <p:cNvSpPr txBox="1"/>
            <p:nvPr/>
          </p:nvSpPr>
          <p:spPr>
            <a:xfrm>
              <a:off x="8010990" y="4593328"/>
              <a:ext cx="117658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支撑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变量选取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E8FF55E-961C-7504-B194-FBE1015DDB0A}"/>
                </a:ext>
              </a:extLst>
            </p:cNvPr>
            <p:cNvSpPr txBox="1"/>
            <p:nvPr/>
          </p:nvSpPr>
          <p:spPr>
            <a:xfrm>
              <a:off x="10104114" y="4253777"/>
              <a:ext cx="102393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提供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分析方法依据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76680F57-ECA9-6C61-8C5C-A2D1A5492BA5}"/>
                </a:ext>
              </a:extLst>
            </p:cNvPr>
            <p:cNvSpPr txBox="1"/>
            <p:nvPr/>
          </p:nvSpPr>
          <p:spPr>
            <a:xfrm>
              <a:off x="6830620" y="5055822"/>
              <a:ext cx="115763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zh-CN" altLang="en-US" dirty="0"/>
                <a:t>支撑机制分析</a:t>
              </a:r>
              <a:endParaRPr lang="en-US" altLang="zh-CN" dirty="0"/>
            </a:p>
            <a:p>
              <a:pPr algn="ctr"/>
              <a:r>
                <a:rPr lang="zh-CN" altLang="en-US" dirty="0"/>
                <a:t>模型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9A33D42E-75F1-149E-6834-5987689BCC7F}"/>
                </a:ext>
              </a:extLst>
            </p:cNvPr>
            <p:cNvSpPr txBox="1"/>
            <p:nvPr/>
          </p:nvSpPr>
          <p:spPr>
            <a:xfrm>
              <a:off x="5416682" y="6416323"/>
              <a:ext cx="18458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支撑方案设计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CA51E68D-2246-91F4-6154-8150E29DC07F}"/>
                </a:ext>
              </a:extLst>
            </p:cNvPr>
            <p:cNvSpPr txBox="1"/>
            <p:nvPr/>
          </p:nvSpPr>
          <p:spPr>
            <a:xfrm>
              <a:off x="7532546" y="3888375"/>
              <a:ext cx="14590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支撑评价模型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777ED5-74AC-482E-CD70-A1ADA8F32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7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0375" y="432075"/>
            <a:ext cx="12091604" cy="54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zh-CN" altLang="en-US" sz="22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      研究对象现状分析与关键要素识别</a:t>
            </a:r>
            <a:endParaRPr lang="en-US" altLang="zh-CN" sz="22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2E324-2B19-95C7-91CC-407D8773B470}"/>
              </a:ext>
            </a:extLst>
          </p:cNvPr>
          <p:cNvSpPr txBox="1"/>
          <p:nvPr/>
        </p:nvSpPr>
        <p:spPr>
          <a:xfrm>
            <a:off x="525780" y="1030684"/>
            <a:ext cx="11331683" cy="314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✦说明研究对象及资料范围，列出文献、访谈或案例等资料来源。根据研究问题制定分类依据，整理各类情境的主要特征。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✦结合理论基础建立分析框架，梳理参与主体、关键要素及其相互关系。说明要素识别和分类的具体方法。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✦汇总前期分析结果，界定核心概念与研究边界。形成供后续分析使用的基础材料与变量清单。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3D32A6A-0C9C-A2A3-7DE7-7B87AA209D88}"/>
              </a:ext>
            </a:extLst>
          </p:cNvPr>
          <p:cNvGrpSpPr/>
          <p:nvPr/>
        </p:nvGrpSpPr>
        <p:grpSpPr>
          <a:xfrm>
            <a:off x="1369210" y="4259635"/>
            <a:ext cx="9512150" cy="2406547"/>
            <a:chOff x="1369210" y="4259635"/>
            <a:chExt cx="9512150" cy="2406547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C99D113A-4A3B-C70E-8403-24A833027980}"/>
                </a:ext>
              </a:extLst>
            </p:cNvPr>
            <p:cNvSpPr/>
            <p:nvPr/>
          </p:nvSpPr>
          <p:spPr>
            <a:xfrm>
              <a:off x="4274820" y="4326841"/>
              <a:ext cx="2727960" cy="2339341"/>
            </a:xfrm>
            <a:prstGeom prst="roundRect">
              <a:avLst>
                <a:gd name="adj" fmla="val 9768"/>
              </a:avLst>
            </a:prstGeom>
            <a:pattFill prst="pct20">
              <a:fgClr>
                <a:schemeClr val="tx2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BF2EEB5-C412-AC52-483E-6DC67D8D7BE7}"/>
                </a:ext>
              </a:extLst>
            </p:cNvPr>
            <p:cNvSpPr/>
            <p:nvPr/>
          </p:nvSpPr>
          <p:spPr>
            <a:xfrm>
              <a:off x="4500578" y="4681034"/>
              <a:ext cx="2274508" cy="2273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参与主体特征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04D081B-EC10-7AEE-4C81-AB8AAFE07878}"/>
                </a:ext>
              </a:extLst>
            </p:cNvPr>
            <p:cNvSpPr/>
            <p:nvPr/>
          </p:nvSpPr>
          <p:spPr>
            <a:xfrm>
              <a:off x="4500578" y="5006965"/>
              <a:ext cx="2274508" cy="2273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研究情境条件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54BE26C-44A7-20AC-AADB-101A2CF7DACD}"/>
                </a:ext>
              </a:extLst>
            </p:cNvPr>
            <p:cNvSpPr/>
            <p:nvPr/>
          </p:nvSpPr>
          <p:spPr>
            <a:xfrm>
              <a:off x="4492141" y="5332896"/>
              <a:ext cx="2291382" cy="2273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关键要素属性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169A47B-C807-0305-372E-114F6F4B8FBB}"/>
                </a:ext>
              </a:extLst>
            </p:cNvPr>
            <p:cNvSpPr/>
            <p:nvPr/>
          </p:nvSpPr>
          <p:spPr>
            <a:xfrm>
              <a:off x="4492141" y="5658828"/>
              <a:ext cx="2291382" cy="2273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要素关联方式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717B36C-7047-DC98-D4D0-66E9A7CCCF01}"/>
                </a:ext>
              </a:extLst>
            </p:cNvPr>
            <p:cNvSpPr/>
            <p:nvPr/>
          </p:nvSpPr>
          <p:spPr>
            <a:xfrm>
              <a:off x="4492141" y="5984760"/>
              <a:ext cx="2291382" cy="2273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预期作用结果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EA5EA8C5-BEA5-30A5-0DE9-2DF485D62DBD}"/>
                </a:ext>
              </a:extLst>
            </p:cNvPr>
            <p:cNvSpPr txBox="1"/>
            <p:nvPr/>
          </p:nvSpPr>
          <p:spPr>
            <a:xfrm>
              <a:off x="4718426" y="4259635"/>
              <a:ext cx="1838811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8000" indent="-1080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研究对象要素分析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4EC37D5-5BA4-2B9C-7FF4-E01833D32869}"/>
                </a:ext>
              </a:extLst>
            </p:cNvPr>
            <p:cNvSpPr/>
            <p:nvPr/>
          </p:nvSpPr>
          <p:spPr>
            <a:xfrm>
              <a:off x="4500578" y="6310694"/>
              <a:ext cx="2291382" cy="2273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31B1210E-64C5-9630-978F-55BFABE9F9AC}"/>
                </a:ext>
              </a:extLst>
            </p:cNvPr>
            <p:cNvSpPr/>
            <p:nvPr/>
          </p:nvSpPr>
          <p:spPr>
            <a:xfrm>
              <a:off x="8153400" y="4326841"/>
              <a:ext cx="2727960" cy="2339341"/>
            </a:xfrm>
            <a:prstGeom prst="roundRect">
              <a:avLst>
                <a:gd name="adj" fmla="val 9768"/>
              </a:avLst>
            </a:prstGeom>
            <a:pattFill prst="pct20">
              <a:fgClr>
                <a:schemeClr val="accent5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EFDE5868-F7FA-4731-82C0-EC052CE70080}"/>
                </a:ext>
              </a:extLst>
            </p:cNvPr>
            <p:cNvSpPr/>
            <p:nvPr/>
          </p:nvSpPr>
          <p:spPr>
            <a:xfrm>
              <a:off x="8379158" y="4741993"/>
              <a:ext cx="2274508" cy="3259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建立分析框架</a:t>
              </a: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5B2E2314-FA6C-CAF2-1FC8-EDE238CC76BE}"/>
                </a:ext>
              </a:extLst>
            </p:cNvPr>
            <p:cNvSpPr/>
            <p:nvPr/>
          </p:nvSpPr>
          <p:spPr>
            <a:xfrm>
              <a:off x="8370721" y="5393856"/>
              <a:ext cx="2291382" cy="3259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确定评价指标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450466B5-A593-3B75-9358-4A70293F82D4}"/>
                </a:ext>
              </a:extLst>
            </p:cNvPr>
            <p:cNvSpPr/>
            <p:nvPr/>
          </p:nvSpPr>
          <p:spPr>
            <a:xfrm>
              <a:off x="8370721" y="6045720"/>
              <a:ext cx="2291382" cy="3259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开展综合评价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253C9FC2-0084-4A07-D409-78A0A312D772}"/>
                </a:ext>
              </a:extLst>
            </p:cNvPr>
            <p:cNvSpPr txBox="1"/>
            <p:nvPr/>
          </p:nvSpPr>
          <p:spPr>
            <a:xfrm>
              <a:off x="8812793" y="4264282"/>
              <a:ext cx="1407237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8000" indent="-1080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研究对象评价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箭头: 右 63">
              <a:extLst>
                <a:ext uri="{FF2B5EF4-FFF2-40B4-BE49-F238E27FC236}">
                  <a16:creationId xmlns:a16="http://schemas.microsoft.com/office/drawing/2014/main" id="{2163E35C-BD2C-6A9D-E925-AEB977E7163A}"/>
                </a:ext>
              </a:extLst>
            </p:cNvPr>
            <p:cNvSpPr/>
            <p:nvPr/>
          </p:nvSpPr>
          <p:spPr>
            <a:xfrm>
              <a:off x="7056120" y="5332896"/>
              <a:ext cx="990600" cy="3259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F1483926-8324-0A63-2E02-4E8294478D9D}"/>
                </a:ext>
              </a:extLst>
            </p:cNvPr>
            <p:cNvSpPr txBox="1"/>
            <p:nvPr/>
          </p:nvSpPr>
          <p:spPr>
            <a:xfrm>
              <a:off x="7249009" y="5723150"/>
              <a:ext cx="60482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定量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分析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18F7474-0DDB-C2EE-ED0D-D09E9D2C1FB2}"/>
                </a:ext>
              </a:extLst>
            </p:cNvPr>
            <p:cNvSpPr txBox="1"/>
            <p:nvPr/>
          </p:nvSpPr>
          <p:spPr>
            <a:xfrm>
              <a:off x="7218982" y="4779197"/>
              <a:ext cx="762000" cy="523220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定性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分析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矩形: 对角圆角 66">
              <a:extLst>
                <a:ext uri="{FF2B5EF4-FFF2-40B4-BE49-F238E27FC236}">
                  <a16:creationId xmlns:a16="http://schemas.microsoft.com/office/drawing/2014/main" id="{CA523F44-E1F6-D735-95E0-4DCB3D0B9C9E}"/>
                </a:ext>
              </a:extLst>
            </p:cNvPr>
            <p:cNvSpPr/>
            <p:nvPr/>
          </p:nvSpPr>
          <p:spPr>
            <a:xfrm>
              <a:off x="1369211" y="4483515"/>
              <a:ext cx="1404469" cy="463276"/>
            </a:xfrm>
            <a:prstGeom prst="round2DiagRect">
              <a:avLst>
                <a:gd name="adj1" fmla="val 46273"/>
                <a:gd name="adj2" fmla="val 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文献分析</a:t>
              </a:r>
            </a:p>
          </p:txBody>
        </p:sp>
        <p:sp>
          <p:nvSpPr>
            <p:cNvPr id="70" name="矩形: 对角圆角 69">
              <a:extLst>
                <a:ext uri="{FF2B5EF4-FFF2-40B4-BE49-F238E27FC236}">
                  <a16:creationId xmlns:a16="http://schemas.microsoft.com/office/drawing/2014/main" id="{98DD3D75-19B2-2306-8E0A-63A23F4B1A47}"/>
                </a:ext>
              </a:extLst>
            </p:cNvPr>
            <p:cNvSpPr/>
            <p:nvPr/>
          </p:nvSpPr>
          <p:spPr>
            <a:xfrm>
              <a:off x="1369211" y="5264873"/>
              <a:ext cx="1404469" cy="463276"/>
            </a:xfrm>
            <a:prstGeom prst="round2DiagRect">
              <a:avLst>
                <a:gd name="adj1" fmla="val 43421"/>
                <a:gd name="adj2" fmla="val 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实地调研</a:t>
              </a:r>
            </a:p>
          </p:txBody>
        </p:sp>
        <p:sp>
          <p:nvSpPr>
            <p:cNvPr id="71" name="矩形: 对角圆角 70">
              <a:extLst>
                <a:ext uri="{FF2B5EF4-FFF2-40B4-BE49-F238E27FC236}">
                  <a16:creationId xmlns:a16="http://schemas.microsoft.com/office/drawing/2014/main" id="{D5E72846-3A3F-C414-48B2-005146DC1633}"/>
                </a:ext>
              </a:extLst>
            </p:cNvPr>
            <p:cNvSpPr/>
            <p:nvPr/>
          </p:nvSpPr>
          <p:spPr>
            <a:xfrm>
              <a:off x="1369210" y="6033723"/>
              <a:ext cx="1404469" cy="463276"/>
            </a:xfrm>
            <a:prstGeom prst="round2DiagRect">
              <a:avLst>
                <a:gd name="adj1" fmla="val 46273"/>
                <a:gd name="adj2" fmla="val 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案例分析</a:t>
              </a:r>
            </a:p>
          </p:txBody>
        </p:sp>
        <p:cxnSp>
          <p:nvCxnSpPr>
            <p:cNvPr id="73" name="连接符: 肘形 72">
              <a:extLst>
                <a:ext uri="{FF2B5EF4-FFF2-40B4-BE49-F238E27FC236}">
                  <a16:creationId xmlns:a16="http://schemas.microsoft.com/office/drawing/2014/main" id="{D8395219-FEA7-3EEE-2190-B79EF85B95D3}"/>
                </a:ext>
              </a:extLst>
            </p:cNvPr>
            <p:cNvCxnSpPr>
              <a:stCxn id="67" idx="0"/>
              <a:endCxn id="53" idx="1"/>
            </p:cNvCxnSpPr>
            <p:nvPr/>
          </p:nvCxnSpPr>
          <p:spPr>
            <a:xfrm>
              <a:off x="2773680" y="4715153"/>
              <a:ext cx="1501140" cy="781359"/>
            </a:xfrm>
            <a:prstGeom prst="bentConnector3">
              <a:avLst/>
            </a:prstGeom>
            <a:ln w="28575">
              <a:solidFill>
                <a:srgbClr val="013B6D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连接符: 肘形 73">
              <a:extLst>
                <a:ext uri="{FF2B5EF4-FFF2-40B4-BE49-F238E27FC236}">
                  <a16:creationId xmlns:a16="http://schemas.microsoft.com/office/drawing/2014/main" id="{219DDC78-2705-CCE4-1A89-41DEFC1AB255}"/>
                </a:ext>
              </a:extLst>
            </p:cNvPr>
            <p:cNvCxnSpPr>
              <a:cxnSpLocks/>
              <a:stCxn id="70" idx="0"/>
              <a:endCxn id="53" idx="1"/>
            </p:cNvCxnSpPr>
            <p:nvPr/>
          </p:nvCxnSpPr>
          <p:spPr>
            <a:xfrm>
              <a:off x="2773680" y="5496511"/>
              <a:ext cx="1501140" cy="1"/>
            </a:xfrm>
            <a:prstGeom prst="bentConnector3">
              <a:avLst/>
            </a:prstGeom>
            <a:ln w="28575">
              <a:solidFill>
                <a:srgbClr val="013B6D"/>
              </a:solidFill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86E1CD1F-4FC6-0959-FA29-D337846A287D}"/>
                </a:ext>
              </a:extLst>
            </p:cNvPr>
            <p:cNvCxnSpPr>
              <a:cxnSpLocks/>
              <a:stCxn id="71" idx="0"/>
              <a:endCxn id="53" idx="1"/>
            </p:cNvCxnSpPr>
            <p:nvPr/>
          </p:nvCxnSpPr>
          <p:spPr>
            <a:xfrm flipV="1">
              <a:off x="2773679" y="5496512"/>
              <a:ext cx="1501141" cy="768849"/>
            </a:xfrm>
            <a:prstGeom prst="bentConnector3">
              <a:avLst/>
            </a:prstGeom>
            <a:ln w="28575">
              <a:solidFill>
                <a:srgbClr val="013B6D"/>
              </a:solidFill>
              <a:headEnd type="oval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4B1EFE3-BE19-91F8-755C-8786FD6CEF1B}"/>
              </a:ext>
            </a:extLst>
          </p:cNvPr>
          <p:cNvCxnSpPr>
            <a:stCxn id="57" idx="2"/>
          </p:cNvCxnSpPr>
          <p:nvPr/>
        </p:nvCxnSpPr>
        <p:spPr>
          <a:xfrm flipH="1">
            <a:off x="9516411" y="5067924"/>
            <a:ext cx="1" cy="325932"/>
          </a:xfrm>
          <a:prstGeom prst="straightConnector1">
            <a:avLst/>
          </a:prstGeom>
          <a:ln w="19050">
            <a:solidFill>
              <a:srgbClr val="013B6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62DC0F12-0FAE-54FF-21B2-787B98C541EE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>
            <a:off x="9516412" y="5719787"/>
            <a:ext cx="0" cy="325933"/>
          </a:xfrm>
          <a:prstGeom prst="straightConnector1">
            <a:avLst/>
          </a:prstGeom>
          <a:ln w="19050">
            <a:solidFill>
              <a:srgbClr val="013B6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5D505E-4694-BCD4-B93B-491327F01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5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0375" y="432075"/>
            <a:ext cx="12091604" cy="54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zh-CN" altLang="en-US" sz="22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       关键影响因素与作用机制研究</a:t>
            </a:r>
            <a:endParaRPr lang="en-US" altLang="zh-CN" sz="22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2E324-2B19-95C7-91CC-407D8773B470}"/>
              </a:ext>
            </a:extLst>
          </p:cNvPr>
          <p:cNvSpPr txBox="1"/>
          <p:nvPr/>
        </p:nvSpPr>
        <p:spPr>
          <a:xfrm>
            <a:off x="283957" y="990528"/>
            <a:ext cx="11804918" cy="3988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✦识别关键影响因素。说明理论依据、资料来源和筛选标准，形成与研究问题对应的变量清单。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✦提出假设并设计研究方案。梳理变量之间的关系，明确测量方式、样本来源及数据处理步骤。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sz="1800" b="1" dirty="0">
                <a:solidFill>
                  <a:srgbClr val="1C71B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✦验证假设并解释结果。采用适宜方法检验变量关系，说明主要发现、适用边界及其理论含义。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4035946-56B4-BF7B-2BFC-E1FC8DB34A64}"/>
              </a:ext>
            </a:extLst>
          </p:cNvPr>
          <p:cNvGrpSpPr/>
          <p:nvPr/>
        </p:nvGrpSpPr>
        <p:grpSpPr>
          <a:xfrm>
            <a:off x="461261" y="5007300"/>
            <a:ext cx="11395459" cy="1609790"/>
            <a:chOff x="461261" y="5007300"/>
            <a:chExt cx="11395459" cy="1609790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6AF964E-303B-AFE9-2A68-F57C4B8F2D18}"/>
                </a:ext>
              </a:extLst>
            </p:cNvPr>
            <p:cNvSpPr/>
            <p:nvPr/>
          </p:nvSpPr>
          <p:spPr>
            <a:xfrm>
              <a:off x="7688580" y="6187980"/>
              <a:ext cx="4168140" cy="429110"/>
            </a:xfrm>
            <a:prstGeom prst="roundRect">
              <a:avLst>
                <a:gd name="adj" fmla="val 9768"/>
              </a:avLst>
            </a:prstGeom>
            <a:pattFill prst="pct20">
              <a:fgClr>
                <a:srgbClr val="C00000"/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FA036E6-EDE6-0E6C-9071-1E2AA97093E8}"/>
                </a:ext>
              </a:extLst>
            </p:cNvPr>
            <p:cNvSpPr/>
            <p:nvPr/>
          </p:nvSpPr>
          <p:spPr>
            <a:xfrm>
              <a:off x="4272342" y="5609969"/>
              <a:ext cx="7194250" cy="429110"/>
            </a:xfrm>
            <a:prstGeom prst="roundRect">
              <a:avLst>
                <a:gd name="adj" fmla="val 9768"/>
              </a:avLst>
            </a:prstGeom>
            <a:pattFill prst="pct20">
              <a:fgClr>
                <a:srgbClr val="7030A0"/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2C5096D-B127-938B-6A73-8E113A708C32}"/>
                </a:ext>
              </a:extLst>
            </p:cNvPr>
            <p:cNvSpPr txBox="1"/>
            <p:nvPr/>
          </p:nvSpPr>
          <p:spPr>
            <a:xfrm>
              <a:off x="4210807" y="5619952"/>
              <a:ext cx="1194164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8000" indent="-1080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实证分析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8F30BC7-802B-5173-4F5A-2612C8722E19}"/>
                </a:ext>
              </a:extLst>
            </p:cNvPr>
            <p:cNvSpPr/>
            <p:nvPr/>
          </p:nvSpPr>
          <p:spPr>
            <a:xfrm>
              <a:off x="522796" y="5007300"/>
              <a:ext cx="6568276" cy="429110"/>
            </a:xfrm>
            <a:prstGeom prst="roundRect">
              <a:avLst>
                <a:gd name="adj" fmla="val 9768"/>
              </a:avLst>
            </a:prstGeom>
            <a:pattFill prst="pct20">
              <a:fgClr>
                <a:schemeClr val="tx2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箭头: 五边形 1">
              <a:extLst>
                <a:ext uri="{FF2B5EF4-FFF2-40B4-BE49-F238E27FC236}">
                  <a16:creationId xmlns:a16="http://schemas.microsoft.com/office/drawing/2014/main" id="{88B0BD00-5888-6B6A-9172-7E8BDFD08B1B}"/>
                </a:ext>
              </a:extLst>
            </p:cNvPr>
            <p:cNvSpPr/>
            <p:nvPr/>
          </p:nvSpPr>
          <p:spPr>
            <a:xfrm>
              <a:off x="1483125" y="5100029"/>
              <a:ext cx="2250691" cy="252639"/>
            </a:xfrm>
            <a:prstGeom prst="homePlat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关键影响因素识别</a:t>
              </a:r>
            </a:p>
          </p:txBody>
        </p:sp>
        <p:sp>
          <p:nvSpPr>
            <p:cNvPr id="4" name="箭头: V 形 3">
              <a:extLst>
                <a:ext uri="{FF2B5EF4-FFF2-40B4-BE49-F238E27FC236}">
                  <a16:creationId xmlns:a16="http://schemas.microsoft.com/office/drawing/2014/main" id="{ADB3EE52-5354-632A-E4DD-C848A6A8DC65}"/>
                </a:ext>
              </a:extLst>
            </p:cNvPr>
            <p:cNvSpPr/>
            <p:nvPr/>
          </p:nvSpPr>
          <p:spPr>
            <a:xfrm>
              <a:off x="3709918" y="5100029"/>
              <a:ext cx="1648687" cy="252638"/>
            </a:xfrm>
            <a:prstGeom prst="chevr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提出研究假设</a:t>
              </a:r>
            </a:p>
          </p:txBody>
        </p:sp>
        <p:sp>
          <p:nvSpPr>
            <p:cNvPr id="7" name="箭头: V 形 6">
              <a:extLst>
                <a:ext uri="{FF2B5EF4-FFF2-40B4-BE49-F238E27FC236}">
                  <a16:creationId xmlns:a16="http://schemas.microsoft.com/office/drawing/2014/main" id="{9791718E-C61C-5803-AE21-7A459BB9BF28}"/>
                </a:ext>
              </a:extLst>
            </p:cNvPr>
            <p:cNvSpPr/>
            <p:nvPr/>
          </p:nvSpPr>
          <p:spPr>
            <a:xfrm>
              <a:off x="5328599" y="5100029"/>
              <a:ext cx="1648687" cy="252638"/>
            </a:xfrm>
            <a:prstGeom prst="chevr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建构理论模型</a:t>
              </a:r>
            </a:p>
          </p:txBody>
        </p:sp>
        <p:sp>
          <p:nvSpPr>
            <p:cNvPr id="10" name="矩形: 剪去单角 9">
              <a:extLst>
                <a:ext uri="{FF2B5EF4-FFF2-40B4-BE49-F238E27FC236}">
                  <a16:creationId xmlns:a16="http://schemas.microsoft.com/office/drawing/2014/main" id="{EB3D6A9F-5C4B-494A-0984-2AD1F0A5E27F}"/>
                </a:ext>
              </a:extLst>
            </p:cNvPr>
            <p:cNvSpPr/>
            <p:nvPr/>
          </p:nvSpPr>
          <p:spPr>
            <a:xfrm>
              <a:off x="9671751" y="6293388"/>
              <a:ext cx="1934518" cy="252639"/>
            </a:xfrm>
            <a:prstGeom prst="snip1Rect">
              <a:avLst>
                <a:gd name="adj" fmla="val 3205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结果分析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8F96CDF-D78E-64B6-7F9A-C9273724BC1D}"/>
                </a:ext>
              </a:extLst>
            </p:cNvPr>
            <p:cNvSpPr txBox="1"/>
            <p:nvPr/>
          </p:nvSpPr>
          <p:spPr>
            <a:xfrm>
              <a:off x="461261" y="5017283"/>
              <a:ext cx="1083398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8000" indent="-1080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理论分析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箭头: 五边形 15">
              <a:extLst>
                <a:ext uri="{FF2B5EF4-FFF2-40B4-BE49-F238E27FC236}">
                  <a16:creationId xmlns:a16="http://schemas.microsoft.com/office/drawing/2014/main" id="{8CA00EE8-129D-7B74-748D-3CFA89C97873}"/>
                </a:ext>
              </a:extLst>
            </p:cNvPr>
            <p:cNvSpPr/>
            <p:nvPr/>
          </p:nvSpPr>
          <p:spPr>
            <a:xfrm>
              <a:off x="5313289" y="5705628"/>
              <a:ext cx="1748695" cy="252639"/>
            </a:xfrm>
            <a:prstGeom prst="homePlat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设计量表</a:t>
              </a:r>
            </a:p>
          </p:txBody>
        </p:sp>
        <p:sp>
          <p:nvSpPr>
            <p:cNvPr id="17" name="箭头: V 形 16">
              <a:extLst>
                <a:ext uri="{FF2B5EF4-FFF2-40B4-BE49-F238E27FC236}">
                  <a16:creationId xmlns:a16="http://schemas.microsoft.com/office/drawing/2014/main" id="{5A2D4716-2851-854B-85B2-1AC18A4E55CA}"/>
                </a:ext>
              </a:extLst>
            </p:cNvPr>
            <p:cNvSpPr/>
            <p:nvPr/>
          </p:nvSpPr>
          <p:spPr>
            <a:xfrm>
              <a:off x="7038563" y="5702861"/>
              <a:ext cx="2679531" cy="252638"/>
            </a:xfrm>
            <a:prstGeom prst="chevr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样本采集、处理和检验</a:t>
              </a:r>
            </a:p>
          </p:txBody>
        </p:sp>
        <p:sp>
          <p:nvSpPr>
            <p:cNvPr id="18" name="箭头: V 形 17">
              <a:extLst>
                <a:ext uri="{FF2B5EF4-FFF2-40B4-BE49-F238E27FC236}">
                  <a16:creationId xmlns:a16="http://schemas.microsoft.com/office/drawing/2014/main" id="{B183B68E-D416-7EA7-5917-3A74D4DEBC7D}"/>
                </a:ext>
              </a:extLst>
            </p:cNvPr>
            <p:cNvSpPr/>
            <p:nvPr/>
          </p:nvSpPr>
          <p:spPr>
            <a:xfrm>
              <a:off x="9702999" y="5705628"/>
              <a:ext cx="1648687" cy="252638"/>
            </a:xfrm>
            <a:prstGeom prst="chevr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验证假设</a:t>
              </a:r>
            </a:p>
          </p:txBody>
        </p:sp>
        <p:sp>
          <p:nvSpPr>
            <p:cNvPr id="19" name="箭头: 燕尾形 18">
              <a:extLst>
                <a:ext uri="{FF2B5EF4-FFF2-40B4-BE49-F238E27FC236}">
                  <a16:creationId xmlns:a16="http://schemas.microsoft.com/office/drawing/2014/main" id="{B390AA79-FA01-D5A6-038A-1319613C31B5}"/>
                </a:ext>
              </a:extLst>
            </p:cNvPr>
            <p:cNvSpPr/>
            <p:nvPr/>
          </p:nvSpPr>
          <p:spPr>
            <a:xfrm rot="5400000">
              <a:off x="6026623" y="5391575"/>
              <a:ext cx="252638" cy="293710"/>
            </a:xfrm>
            <a:prstGeom prst="notch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燕尾形 19">
              <a:extLst>
                <a:ext uri="{FF2B5EF4-FFF2-40B4-BE49-F238E27FC236}">
                  <a16:creationId xmlns:a16="http://schemas.microsoft.com/office/drawing/2014/main" id="{6B2B7058-76FD-1ADB-2DD4-9680410431FE}"/>
                </a:ext>
              </a:extLst>
            </p:cNvPr>
            <p:cNvSpPr/>
            <p:nvPr/>
          </p:nvSpPr>
          <p:spPr>
            <a:xfrm rot="5400000">
              <a:off x="10401023" y="5987883"/>
              <a:ext cx="252638" cy="293710"/>
            </a:xfrm>
            <a:prstGeom prst="notch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1B27EE5-C0BD-87EF-61A0-5810E7406258}"/>
                </a:ext>
              </a:extLst>
            </p:cNvPr>
            <p:cNvSpPr txBox="1"/>
            <p:nvPr/>
          </p:nvSpPr>
          <p:spPr>
            <a:xfrm>
              <a:off x="7688580" y="6187980"/>
              <a:ext cx="217170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8000" indent="-1080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作用关系和结果解释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B3AD01-7C21-3414-4387-B67884F3D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531729"/>
            <a:ext cx="2743200" cy="365125"/>
          </a:xfrm>
        </p:spPr>
        <p:txBody>
          <a:bodyPr/>
          <a:lstStyle/>
          <a:p>
            <a:r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729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0375" y="432075"/>
            <a:ext cx="12091604" cy="54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zh-CN" altLang="en-US" sz="22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研究内容三      模型构建与方案检验</a:t>
            </a:r>
            <a:endParaRPr lang="en-US" altLang="zh-CN" sz="22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2E324-2B19-95C7-91CC-407D8773B470}"/>
              </a:ext>
            </a:extLst>
          </p:cNvPr>
          <p:cNvSpPr txBox="1"/>
          <p:nvPr/>
        </p:nvSpPr>
        <p:spPr>
          <a:xfrm>
            <a:off x="295322" y="972416"/>
            <a:ext cx="7419340" cy="565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✦结合前期分析确定模型的目标与边界，说明核心变量的含义及取值依据。给出模型构建所依赖的理论或经验条件。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✦整理样本资料并确定模型参数，说明数据处理与参数估计过程。明确需要比较的情境或方案。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✦开展模型求解与结果分析，说明评价指标和检验方法。根据结果调整参数或方案，归纳研究发现并提出应用建议。</a:t>
            </a:r>
            <a:endParaRPr lang="zh-CN" altLang="en-US" sz="1800" b="1" dirty="0">
              <a:solidFill>
                <a:srgbClr val="1C71B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CD15A825-4758-6C5F-23C6-B5AF7ABBB161}"/>
              </a:ext>
            </a:extLst>
          </p:cNvPr>
          <p:cNvGrpSpPr/>
          <p:nvPr/>
        </p:nvGrpSpPr>
        <p:grpSpPr>
          <a:xfrm>
            <a:off x="7421871" y="1258667"/>
            <a:ext cx="4757429" cy="4997915"/>
            <a:chOff x="7421871" y="1258667"/>
            <a:chExt cx="4757429" cy="4997915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E1C9B738-214F-FFCF-4998-1D552F72EED4}"/>
                </a:ext>
              </a:extLst>
            </p:cNvPr>
            <p:cNvSpPr/>
            <p:nvPr/>
          </p:nvSpPr>
          <p:spPr>
            <a:xfrm>
              <a:off x="7822280" y="3613262"/>
              <a:ext cx="4231174" cy="1873138"/>
            </a:xfrm>
            <a:prstGeom prst="roundRect">
              <a:avLst>
                <a:gd name="adj" fmla="val 9768"/>
              </a:avLst>
            </a:prstGeom>
            <a:pattFill prst="pct20">
              <a:fgClr>
                <a:schemeClr val="accent3"/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64CDD818-6A47-1AAB-B139-84EE0830630A}"/>
                </a:ext>
              </a:extLst>
            </p:cNvPr>
            <p:cNvSpPr/>
            <p:nvPr/>
          </p:nvSpPr>
          <p:spPr>
            <a:xfrm>
              <a:off x="7822280" y="1295994"/>
              <a:ext cx="4231174" cy="2181116"/>
            </a:xfrm>
            <a:prstGeom prst="roundRect">
              <a:avLst>
                <a:gd name="adj" fmla="val 9768"/>
              </a:avLst>
            </a:prstGeom>
            <a:pattFill prst="pct20">
              <a:fgClr>
                <a:schemeClr val="tx2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5E0DDF2-4AD9-76DA-F94A-07B1ED70842D}"/>
                </a:ext>
              </a:extLst>
            </p:cNvPr>
            <p:cNvSpPr/>
            <p:nvPr/>
          </p:nvSpPr>
          <p:spPr>
            <a:xfrm>
              <a:off x="10498831" y="2298066"/>
              <a:ext cx="1058926" cy="3233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目标函数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59B05F8-FE35-8729-220F-45DC73501EBC}"/>
                </a:ext>
              </a:extLst>
            </p:cNvPr>
            <p:cNvSpPr/>
            <p:nvPr/>
          </p:nvSpPr>
          <p:spPr>
            <a:xfrm>
              <a:off x="8275625" y="2306789"/>
              <a:ext cx="1058926" cy="3233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变量集合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C2DCE71-DAAA-CCDE-1601-C095B21B40A8}"/>
                </a:ext>
              </a:extLst>
            </p:cNvPr>
            <p:cNvSpPr/>
            <p:nvPr/>
          </p:nvSpPr>
          <p:spPr>
            <a:xfrm>
              <a:off x="7900739" y="2814663"/>
              <a:ext cx="1405054" cy="3233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变量关系矩阵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8716BC6-070D-1FC3-F070-057D15895FBF}"/>
                </a:ext>
              </a:extLst>
            </p:cNvPr>
            <p:cNvSpPr/>
            <p:nvPr/>
          </p:nvSpPr>
          <p:spPr>
            <a:xfrm>
              <a:off x="8713537" y="1729686"/>
              <a:ext cx="2448660" cy="3806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研究情境及方案组合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9B06F4E-E910-4A0F-79B3-10044088F037}"/>
                </a:ext>
              </a:extLst>
            </p:cNvPr>
            <p:cNvSpPr/>
            <p:nvPr/>
          </p:nvSpPr>
          <p:spPr>
            <a:xfrm>
              <a:off x="8970608" y="3818583"/>
              <a:ext cx="1934518" cy="5403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选择分析方法并求解模型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7A587D-35A1-36AD-46BC-FD824D009C78}"/>
                </a:ext>
              </a:extLst>
            </p:cNvPr>
            <p:cNvSpPr/>
            <p:nvPr/>
          </p:nvSpPr>
          <p:spPr>
            <a:xfrm>
              <a:off x="8970608" y="4767412"/>
              <a:ext cx="1934518" cy="5403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设计比较方案并开展检验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8977067-1D06-11ED-4B74-2267A349B8B4}"/>
                </a:ext>
              </a:extLst>
            </p:cNvPr>
            <p:cNvSpPr/>
            <p:nvPr/>
          </p:nvSpPr>
          <p:spPr>
            <a:xfrm>
              <a:off x="8798258" y="5716241"/>
              <a:ext cx="2279218" cy="5403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归纳研究发现与应用建议</a:t>
              </a:r>
            </a:p>
          </p:txBody>
        </p: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E583FDEC-9F7E-361F-80F1-960CEC46B683}"/>
                </a:ext>
              </a:extLst>
            </p:cNvPr>
            <p:cNvCxnSpPr>
              <a:cxnSpLocks/>
              <a:stCxn id="4" idx="3"/>
              <a:endCxn id="8" idx="0"/>
            </p:cNvCxnSpPr>
            <p:nvPr/>
          </p:nvCxnSpPr>
          <p:spPr>
            <a:xfrm>
              <a:off x="9334551" y="2468482"/>
              <a:ext cx="603316" cy="135010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肘形 13">
              <a:extLst>
                <a:ext uri="{FF2B5EF4-FFF2-40B4-BE49-F238E27FC236}">
                  <a16:creationId xmlns:a16="http://schemas.microsoft.com/office/drawing/2014/main" id="{5F443B90-7744-95C8-98CD-D5F38418BC5A}"/>
                </a:ext>
              </a:extLst>
            </p:cNvPr>
            <p:cNvCxnSpPr>
              <a:cxnSpLocks/>
              <a:stCxn id="2" idx="1"/>
              <a:endCxn id="8" idx="0"/>
            </p:cNvCxnSpPr>
            <p:nvPr/>
          </p:nvCxnSpPr>
          <p:spPr>
            <a:xfrm rot="10800000" flipV="1">
              <a:off x="9937867" y="2459759"/>
              <a:ext cx="560964" cy="135882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C39A695D-22F3-0FF9-1BC9-5D50993A9E53}"/>
                </a:ext>
              </a:extLst>
            </p:cNvPr>
            <p:cNvCxnSpPr>
              <a:cxnSpLocks/>
              <a:stCxn id="5" idx="3"/>
              <a:endCxn id="8" idx="0"/>
            </p:cNvCxnSpPr>
            <p:nvPr/>
          </p:nvCxnSpPr>
          <p:spPr>
            <a:xfrm>
              <a:off x="9305793" y="2976356"/>
              <a:ext cx="632074" cy="84222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721DA1CA-F981-C63E-EC45-E45C291E6767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9937867" y="2110371"/>
              <a:ext cx="0" cy="17082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FBF478F-BD91-A061-7360-AC148A72A82D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9937867" y="4358924"/>
              <a:ext cx="0" cy="4084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F8910A0-0F0B-CE4F-3B1C-61BB92045C1D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9937867" y="5307753"/>
              <a:ext cx="0" cy="4084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连接符: 肘形 41">
              <a:extLst>
                <a:ext uri="{FF2B5EF4-FFF2-40B4-BE49-F238E27FC236}">
                  <a16:creationId xmlns:a16="http://schemas.microsoft.com/office/drawing/2014/main" id="{AB0371AA-2EFA-88B6-BE59-9E68A4809936}"/>
                </a:ext>
              </a:extLst>
            </p:cNvPr>
            <p:cNvCxnSpPr>
              <a:cxnSpLocks/>
              <a:stCxn id="9" idx="3"/>
              <a:endCxn id="8" idx="3"/>
            </p:cNvCxnSpPr>
            <p:nvPr/>
          </p:nvCxnSpPr>
          <p:spPr>
            <a:xfrm flipV="1">
              <a:off x="10905126" y="4088754"/>
              <a:ext cx="12700" cy="948829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B36A3217-9AC2-AACB-E6F0-54CC3AEB5A92}"/>
                </a:ext>
              </a:extLst>
            </p:cNvPr>
            <p:cNvSpPr txBox="1"/>
            <p:nvPr/>
          </p:nvSpPr>
          <p:spPr>
            <a:xfrm>
              <a:off x="10850494" y="4142802"/>
              <a:ext cx="1328806" cy="688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调整方案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调整参数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F54F17B-877F-8BED-1EF7-1541BC3D7C10}"/>
                </a:ext>
              </a:extLst>
            </p:cNvPr>
            <p:cNvSpPr txBox="1"/>
            <p:nvPr/>
          </p:nvSpPr>
          <p:spPr>
            <a:xfrm>
              <a:off x="7595858" y="1258667"/>
              <a:ext cx="2777501" cy="418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研究模型构建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563CBEF3-CF5F-A3B9-57D5-FABFAEA83F99}"/>
                </a:ext>
              </a:extLst>
            </p:cNvPr>
            <p:cNvSpPr/>
            <p:nvPr/>
          </p:nvSpPr>
          <p:spPr>
            <a:xfrm>
              <a:off x="10543176" y="2809146"/>
              <a:ext cx="1405054" cy="3233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模型参数</a:t>
              </a:r>
            </a:p>
          </p:txBody>
        </p:sp>
        <p:cxnSp>
          <p:nvCxnSpPr>
            <p:cNvPr id="70" name="连接符: 肘形 69">
              <a:extLst>
                <a:ext uri="{FF2B5EF4-FFF2-40B4-BE49-F238E27FC236}">
                  <a16:creationId xmlns:a16="http://schemas.microsoft.com/office/drawing/2014/main" id="{2191F7DC-F034-47A2-F96D-2AE55B7C6850}"/>
                </a:ext>
              </a:extLst>
            </p:cNvPr>
            <p:cNvCxnSpPr>
              <a:cxnSpLocks/>
              <a:stCxn id="60" idx="1"/>
              <a:endCxn id="8" idx="0"/>
            </p:cNvCxnSpPr>
            <p:nvPr/>
          </p:nvCxnSpPr>
          <p:spPr>
            <a:xfrm rot="10800000" flipV="1">
              <a:off x="9937868" y="2970839"/>
              <a:ext cx="605309" cy="84774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D0901DBF-AC97-1FA9-335C-AFB602062C20}"/>
                </a:ext>
              </a:extLst>
            </p:cNvPr>
            <p:cNvSpPr txBox="1"/>
            <p:nvPr/>
          </p:nvSpPr>
          <p:spPr>
            <a:xfrm>
              <a:off x="7421871" y="3613262"/>
              <a:ext cx="1644508" cy="418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40000" indent="-1080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模型检验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634476CF-D74D-B505-BF88-148FF689B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69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">
            <a:extLst>
              <a:ext uri="{FF2B5EF4-FFF2-40B4-BE49-F238E27FC236}">
                <a16:creationId xmlns:a16="http://schemas.microsoft.com/office/drawing/2014/main" id="{B1FEEED2-7133-8037-08C3-BE81E67FA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1E383B4F-E18E-ACFC-A8D6-13DD23A40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879" y="-889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1149337-AD1D-7E89-9FCE-FD75F1D58B81}"/>
              </a:ext>
            </a:extLst>
          </p:cNvPr>
          <p:cNvSpPr txBox="1"/>
          <p:nvPr/>
        </p:nvSpPr>
        <p:spPr>
          <a:xfrm>
            <a:off x="218590" y="2557363"/>
            <a:ext cx="164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 spc="300">
                <a:solidFill>
                  <a:srgbClr val="013B6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>
                <a:effectLst>
                  <a:outerShdw blurRad="50800" dist="50800" dir="5400000" sx="101000" sy="101000" algn="ctr" rotWithShape="0">
                    <a:srgbClr val="000000">
                      <a:alpha val="2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拟采用</a:t>
            </a:r>
            <a:endParaRPr lang="en-US" altLang="zh-CN" dirty="0">
              <a:effectLst>
                <a:outerShdw blurRad="50800" dist="50800" dir="5400000" sx="101000" sy="101000" algn="ctr" rotWithShape="0">
                  <a:srgbClr val="000000">
                    <a:alpha val="2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effectLst>
                  <a:outerShdw blurRad="50800" dist="50800" dir="5400000" sx="101000" sy="101000" algn="ctr" rotWithShape="0">
                    <a:srgbClr val="000000">
                      <a:alpha val="2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089EA9A-D4F3-917A-D0B7-DF53156D9032}"/>
                  </a:ext>
                </a:extLst>
              </p:cNvPr>
              <p:cNvSpPr txBox="1"/>
              <p:nvPr/>
            </p:nvSpPr>
            <p:spPr>
              <a:xfrm>
                <a:off x="184092" y="3600228"/>
                <a:ext cx="6685279" cy="34765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文献分析法：说明检索范围、关键词与筛选标准，梳理与研究问题相关的理论和证据。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实地调研法：说明调研对象、资料获取方式和整理方法，为研究分析提供依据。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l">
                  <a:lnSpc>
                    <a:spcPct val="250000"/>
                  </a:lnSpc>
                  <a:buClrTx/>
                  <a:buSzTx/>
                  <a:buNone/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分析方法一：说明输入资料、分析步骤与对应的研究内容。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None/>
                </a:pPr>
                <a:r>
                  <a:rPr lang="zh-CN" altLang="en-US" sz="1600" b="1" dirty="0">
                    <a:solidFill>
                      <a:srgbClr val="157E9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分析方法二：说明指标选取、计算过程和结果解释方式。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综合分析法：汇总各模块发现。</a:t>
                </a:r>
                <a:endPara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zh-CN" altLang="en-US" sz="1400" kern="100" dirty="0">
                    <a:solidFill>
                      <a:srgbClr val="1C71B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对应研究内容三。</a:t>
                </a:r>
                <a:endParaRPr lang="zh-CN" altLang="zh-CN" sz="1400" kern="100" dirty="0">
                  <a:solidFill>
                    <a:srgbClr val="1C71BE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>
                  <a:lnSpc>
                    <a:spcPts val="2800"/>
                  </a:lnSpc>
                  <a:buClrTx/>
                  <a:buSzTx/>
                  <a:buNone/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089EA9A-D4F3-917A-D0B7-DF53156D9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92" y="3600228"/>
                <a:ext cx="6685279" cy="3476529"/>
              </a:xfrm>
              <a:prstGeom prst="rect">
                <a:avLst/>
              </a:prstGeom>
              <a:blipFill>
                <a:blip r:embed="rId3"/>
                <a:stretch>
                  <a:fillRect l="-456" t="-526" r="-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9F6D147E-4419-4F25-84A5-E4D00E2BC0A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043272" y="498800"/>
            <a:ext cx="17923194" cy="45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E314536-CAE9-ED19-86B6-6CD707EEE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插入问题提出示意图">
            <a:extLst>
              <a:ext uri="{FF2B5EF4-FFF2-40B4-BE49-F238E27FC236}">
                <a16:creationId xmlns:a16="http://schemas.microsoft.com/office/drawing/2014/main" id="{EC23D39C-293D-ED00-2C73-1597F862865A}"/>
              </a:ext>
            </a:extLst>
          </p:cNvPr>
          <p:cNvSpPr/>
          <p:nvPr/>
        </p:nvSpPr>
        <p:spPr>
          <a:xfrm>
            <a:off x="218590" y="1477346"/>
            <a:ext cx="3042476" cy="707054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插入问题提出示意图</a:t>
            </a:r>
          </a:p>
        </p:txBody>
      </p:sp>
      <p:sp>
        <p:nvSpPr>
          <p:cNvPr id="20" name="插入研究思路图">
            <a:extLst>
              <a:ext uri="{FF2B5EF4-FFF2-40B4-BE49-F238E27FC236}">
                <a16:creationId xmlns:a16="http://schemas.microsoft.com/office/drawing/2014/main" id="{088A83E2-4CC5-C581-1B5B-9276D2FCF914}"/>
              </a:ext>
            </a:extLst>
          </p:cNvPr>
          <p:cNvSpPr/>
          <p:nvPr/>
        </p:nvSpPr>
        <p:spPr>
          <a:xfrm>
            <a:off x="3450230" y="1477346"/>
            <a:ext cx="3153469" cy="1452036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插入研究思路图</a:t>
            </a:r>
          </a:p>
        </p:txBody>
      </p:sp>
      <p:sp>
        <p:nvSpPr>
          <p:cNvPr id="22" name="插入研究内容一框架图">
            <a:extLst>
              <a:ext uri="{FF2B5EF4-FFF2-40B4-BE49-F238E27FC236}">
                <a16:creationId xmlns:a16="http://schemas.microsoft.com/office/drawing/2014/main" id="{53D781F2-4059-AD55-E472-2D4230BCE559}"/>
              </a:ext>
            </a:extLst>
          </p:cNvPr>
          <p:cNvSpPr/>
          <p:nvPr/>
        </p:nvSpPr>
        <p:spPr>
          <a:xfrm>
            <a:off x="7685247" y="1125574"/>
            <a:ext cx="4329587" cy="1722687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插入研究内容一框架图</a:t>
            </a:r>
          </a:p>
        </p:txBody>
      </p:sp>
      <p:sp>
        <p:nvSpPr>
          <p:cNvPr id="24" name="插入研究内容二框架图">
            <a:extLst>
              <a:ext uri="{FF2B5EF4-FFF2-40B4-BE49-F238E27FC236}">
                <a16:creationId xmlns:a16="http://schemas.microsoft.com/office/drawing/2014/main" id="{BD4662C4-C00D-12D2-6222-CAED2B4870FE}"/>
              </a:ext>
            </a:extLst>
          </p:cNvPr>
          <p:cNvSpPr/>
          <p:nvPr/>
        </p:nvSpPr>
        <p:spPr>
          <a:xfrm>
            <a:off x="7678321" y="2964305"/>
            <a:ext cx="4329587" cy="1628351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插入研究内容二框架图</a:t>
            </a:r>
          </a:p>
        </p:txBody>
      </p:sp>
      <p:sp>
        <p:nvSpPr>
          <p:cNvPr id="26" name="插入研究内容三框架图">
            <a:extLst>
              <a:ext uri="{FF2B5EF4-FFF2-40B4-BE49-F238E27FC236}">
                <a16:creationId xmlns:a16="http://schemas.microsoft.com/office/drawing/2014/main" id="{4E0FF13C-3A67-6584-52F8-B8AAA2109493}"/>
              </a:ext>
            </a:extLst>
          </p:cNvPr>
          <p:cNvSpPr/>
          <p:nvPr/>
        </p:nvSpPr>
        <p:spPr>
          <a:xfrm>
            <a:off x="7668439" y="4689322"/>
            <a:ext cx="4329587" cy="1858488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插入研究内容三框架图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31DDE0D-9082-79A8-7934-20FB6990D33A}"/>
              </a:ext>
            </a:extLst>
          </p:cNvPr>
          <p:cNvSpPr txBox="1"/>
          <p:nvPr/>
        </p:nvSpPr>
        <p:spPr>
          <a:xfrm>
            <a:off x="1237127" y="901879"/>
            <a:ext cx="10054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提出问题</a:t>
            </a:r>
            <a:endParaRPr lang="zh-CN" altLang="en-US" sz="16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486F27-57EF-0B49-A97E-92E2AC79A865}"/>
              </a:ext>
            </a:extLst>
          </p:cNvPr>
          <p:cNvSpPr txBox="1"/>
          <p:nvPr/>
        </p:nvSpPr>
        <p:spPr>
          <a:xfrm>
            <a:off x="4019618" y="905298"/>
            <a:ext cx="20146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概念界定与思路梳理</a:t>
            </a:r>
            <a:endParaRPr lang="zh-CN" altLang="en-US" sz="16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CBDFCA4-8CA3-CD83-680A-F9E323B96DBC}"/>
              </a:ext>
            </a:extLst>
          </p:cNvPr>
          <p:cNvSpPr txBox="1"/>
          <p:nvPr/>
        </p:nvSpPr>
        <p:spPr>
          <a:xfrm>
            <a:off x="7059458" y="1009465"/>
            <a:ext cx="695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研究内容一：现状与要素分析</a:t>
            </a:r>
            <a:endParaRPr lang="zh-CN" altLang="en-US" sz="15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A80DC8-A2A6-FFDF-49DE-DD99609E4758}"/>
              </a:ext>
            </a:extLst>
          </p:cNvPr>
          <p:cNvSpPr txBox="1"/>
          <p:nvPr/>
        </p:nvSpPr>
        <p:spPr>
          <a:xfrm>
            <a:off x="7059458" y="3165103"/>
            <a:ext cx="69570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研究内容二：机制分析</a:t>
            </a:r>
            <a:endParaRPr lang="zh-CN" altLang="en-US" sz="15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F9357B8-F1B3-CB97-96E3-B4180341DB6B}"/>
              </a:ext>
            </a:extLst>
          </p:cNvPr>
          <p:cNvSpPr txBox="1"/>
          <p:nvPr/>
        </p:nvSpPr>
        <p:spPr>
          <a:xfrm>
            <a:off x="7059458" y="4846274"/>
            <a:ext cx="6957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研究内容三：方案检验</a:t>
            </a:r>
            <a:endParaRPr lang="zh-CN" altLang="en-US" sz="15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箭头: 圆角右 34">
            <a:extLst>
              <a:ext uri="{FF2B5EF4-FFF2-40B4-BE49-F238E27FC236}">
                <a16:creationId xmlns:a16="http://schemas.microsoft.com/office/drawing/2014/main" id="{22B1AC7C-E7F6-DD7F-065B-D6B682355D87}"/>
              </a:ext>
            </a:extLst>
          </p:cNvPr>
          <p:cNvSpPr/>
          <p:nvPr/>
        </p:nvSpPr>
        <p:spPr>
          <a:xfrm rot="5400000">
            <a:off x="914290" y="433122"/>
            <a:ext cx="5230878" cy="7059458"/>
          </a:xfrm>
          <a:prstGeom prst="bentArrow">
            <a:avLst>
              <a:gd name="adj1" fmla="val 1378"/>
              <a:gd name="adj2" fmla="val 2161"/>
              <a:gd name="adj3" fmla="val 15808"/>
              <a:gd name="adj4" fmla="val 4959"/>
            </a:avLst>
          </a:prstGeom>
          <a:gradFill>
            <a:gsLst>
              <a:gs pos="82000">
                <a:srgbClr val="1C71B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2">
                  <a:lumMod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3E01737-FF1C-6739-CE9F-4BE5669AD0CA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1739828" y="1240433"/>
            <a:ext cx="1" cy="154605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29E512B-8E55-9BCD-42B9-1BB721A4A2AA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026965" y="1243852"/>
            <a:ext cx="0" cy="151186"/>
          </a:xfrm>
          <a:prstGeom prst="straightConnector1">
            <a:avLst/>
          </a:prstGeom>
          <a:ln>
            <a:solidFill>
              <a:srgbClr val="013B6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CD71A66-211A-7AEC-11FE-16940F202DA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6918325" y="1978961"/>
            <a:ext cx="14113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CF64266-CE19-DB2D-E3D9-11B34888C77F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6918325" y="3788351"/>
            <a:ext cx="14113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C809ECE-3390-09D0-F56F-1308D99FB5BA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6945630" y="5584938"/>
            <a:ext cx="1138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5BA88FE-2543-EDC8-6362-48685FE00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59981" y="6492875"/>
            <a:ext cx="2743200" cy="365125"/>
          </a:xfrm>
        </p:spPr>
        <p:txBody>
          <a:bodyPr/>
          <a:lstStyle/>
          <a:p>
            <a:r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7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0119000" y="580200"/>
            <a:ext cx="1843774" cy="33855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zh-CN" altLang="en-US" sz="1600" b="1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相关研究工作积累</a:t>
            </a:r>
          </a:p>
        </p:txBody>
      </p:sp>
      <p:sp>
        <p:nvSpPr>
          <p:cNvPr id="6" name="矩形: 剪去单角 5">
            <a:extLst>
              <a:ext uri="{FF2B5EF4-FFF2-40B4-BE49-F238E27FC236}">
                <a16:creationId xmlns:a16="http://schemas.microsoft.com/office/drawing/2014/main" id="{5DF0563B-436C-DEDB-FA9B-E5EFE0C36763}"/>
              </a:ext>
            </a:extLst>
          </p:cNvPr>
          <p:cNvSpPr/>
          <p:nvPr/>
        </p:nvSpPr>
        <p:spPr>
          <a:xfrm>
            <a:off x="815219" y="1077728"/>
            <a:ext cx="10553204" cy="1237210"/>
          </a:xfrm>
          <a:prstGeom prst="snip1Rect">
            <a:avLst>
              <a:gd name="adj" fmla="val 16062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16200000" scaled="1"/>
            <a:tileRect/>
          </a:gradFill>
          <a:ln>
            <a:solidFill>
              <a:schemeClr val="accent1">
                <a:shade val="15000"/>
                <a:alpha val="4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剪去单角 7">
            <a:extLst>
              <a:ext uri="{FF2B5EF4-FFF2-40B4-BE49-F238E27FC236}">
                <a16:creationId xmlns:a16="http://schemas.microsoft.com/office/drawing/2014/main" id="{E5D38CD7-A47F-616E-F9D6-08BF5D65C863}"/>
              </a:ext>
            </a:extLst>
          </p:cNvPr>
          <p:cNvSpPr/>
          <p:nvPr/>
        </p:nvSpPr>
        <p:spPr>
          <a:xfrm>
            <a:off x="815219" y="2429877"/>
            <a:ext cx="10553204" cy="2113186"/>
          </a:xfrm>
          <a:prstGeom prst="snip1Rect">
            <a:avLst>
              <a:gd name="adj" fmla="val 9703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07FD6">
                  <a:alpha val="26000"/>
                </a:srgbClr>
              </a:gs>
            </a:gsLst>
            <a:lin ang="16200000" scaled="1"/>
          </a:gradFill>
          <a:ln>
            <a:solidFill>
              <a:schemeClr val="accent1">
                <a:shade val="15000"/>
                <a:alpha val="5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4006DA-79F6-176C-B307-C8DAFF3CA60A}"/>
              </a:ext>
            </a:extLst>
          </p:cNvPr>
          <p:cNvSpPr txBox="1"/>
          <p:nvPr/>
        </p:nvSpPr>
        <p:spPr>
          <a:xfrm>
            <a:off x="981697" y="1074846"/>
            <a:ext cx="4941051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文献分析</a:t>
            </a:r>
            <a:endParaRPr lang="en-US" altLang="zh-CN" sz="20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366EE3-D350-3C16-8ED5-0901262D8C89}"/>
              </a:ext>
            </a:extLst>
          </p:cNvPr>
          <p:cNvSpPr txBox="1"/>
          <p:nvPr/>
        </p:nvSpPr>
        <p:spPr>
          <a:xfrm>
            <a:off x="823577" y="1390743"/>
            <a:ext cx="10386726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填写前期阅读的文献范围与主要认识。说明已有文献整理工作如何支持本研究的问题提出与理论分析。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1323310-6A2D-AE41-7CED-B09E6AB2FE87}"/>
              </a:ext>
            </a:extLst>
          </p:cNvPr>
          <p:cNvSpPr txBox="1"/>
          <p:nvPr/>
        </p:nvSpPr>
        <p:spPr>
          <a:xfrm>
            <a:off x="988387" y="2551097"/>
            <a:ext cx="310905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相关课题参与情况</a:t>
            </a:r>
            <a:endParaRPr lang="en-US" altLang="zh-CN" sz="20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839917C-F15F-C2B7-09FA-66555C125497}"/>
              </a:ext>
            </a:extLst>
          </p:cNvPr>
          <p:cNvSpPr txBox="1"/>
          <p:nvPr/>
        </p:nvSpPr>
        <p:spPr>
          <a:xfrm>
            <a:off x="823577" y="2880898"/>
            <a:ext cx="10427015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 algn="just">
              <a:buFont typeface="Wingdings" panose="05000000000000000000" pitchFamily="2" charset="2"/>
              <a:buChar char="ü"/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zh-CN" sz="1600" dirty="0"/>
              <a:t>填写参与的相关课题、承担的任务及已完成工作。说明其中的方法或经验与本研究的联系。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填写另一项相关研究经历及形成的成果。说明可用于后续研究的资料、方法或协作条件。</a:t>
            </a:r>
            <a:endParaRPr lang="en-US" altLang="zh-CN" sz="1600" dirty="0"/>
          </a:p>
        </p:txBody>
      </p:sp>
      <p:sp>
        <p:nvSpPr>
          <p:cNvPr id="21" name="矩形: 剪去单角 20">
            <a:extLst>
              <a:ext uri="{FF2B5EF4-FFF2-40B4-BE49-F238E27FC236}">
                <a16:creationId xmlns:a16="http://schemas.microsoft.com/office/drawing/2014/main" id="{DC9B323F-2635-4B20-629A-63BD0B3EBFE1}"/>
              </a:ext>
            </a:extLst>
          </p:cNvPr>
          <p:cNvSpPr/>
          <p:nvPr/>
        </p:nvSpPr>
        <p:spPr>
          <a:xfrm>
            <a:off x="815219" y="4658002"/>
            <a:ext cx="10553204" cy="1754373"/>
          </a:xfrm>
          <a:prstGeom prst="snip1Rect">
            <a:avLst>
              <a:gd name="adj" fmla="val 9703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60000"/>
                </a:schemeClr>
              </a:gs>
              <a:gs pos="100000">
                <a:srgbClr val="157E9F">
                  <a:alpha val="32000"/>
                </a:srgbClr>
              </a:gs>
            </a:gsLst>
            <a:lin ang="16200000" scaled="1"/>
          </a:gradFill>
          <a:ln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FD93A66-23E8-EAEB-2925-371D054ED77D}"/>
              </a:ext>
            </a:extLst>
          </p:cNvPr>
          <p:cNvSpPr txBox="1"/>
          <p:nvPr/>
        </p:nvSpPr>
        <p:spPr>
          <a:xfrm>
            <a:off x="988387" y="4779222"/>
            <a:ext cx="310905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案例资料积累</a:t>
            </a:r>
            <a:endParaRPr lang="en-US" altLang="zh-CN" sz="20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E8E4F-B0C3-5C6A-F280-35CC49C3DB28}"/>
              </a:ext>
            </a:extLst>
          </p:cNvPr>
          <p:cNvSpPr txBox="1"/>
          <p:nvPr/>
        </p:nvSpPr>
        <p:spPr>
          <a:xfrm>
            <a:off x="823577" y="5109023"/>
            <a:ext cx="10427015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 algn="just">
              <a:buFont typeface="Wingdings" panose="05000000000000000000" pitchFamily="2" charset="2"/>
              <a:buChar char="ü"/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b="1" dirty="0"/>
              <a:t>填写已开展的调研、案例收集或资料整理工作，说明已有资料的类型与范围。说明这些材料对后续分析的支持作用。</a:t>
            </a:r>
            <a:endParaRPr lang="en-US" altLang="zh-CN" sz="16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02107B-A330-1046-A994-25636F582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12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0454666" y="568456"/>
            <a:ext cx="1005403" cy="33855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zh-CN" altLang="en-US" sz="1600" b="1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</a:t>
            </a:r>
          </a:p>
        </p:txBody>
      </p:sp>
      <p:sp>
        <p:nvSpPr>
          <p:cNvPr id="6" name="矩形: 剪去单角 5">
            <a:extLst>
              <a:ext uri="{FF2B5EF4-FFF2-40B4-BE49-F238E27FC236}">
                <a16:creationId xmlns:a16="http://schemas.microsoft.com/office/drawing/2014/main" id="{5DF0563B-436C-DEDB-FA9B-E5EFE0C36763}"/>
              </a:ext>
            </a:extLst>
          </p:cNvPr>
          <p:cNvSpPr/>
          <p:nvPr/>
        </p:nvSpPr>
        <p:spPr>
          <a:xfrm>
            <a:off x="815219" y="1706451"/>
            <a:ext cx="10553204" cy="1557610"/>
          </a:xfrm>
          <a:prstGeom prst="snip1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53000"/>
                </a:schemeClr>
              </a:gs>
              <a:gs pos="100000">
                <a:srgbClr val="C00000">
                  <a:alpha val="12000"/>
                  <a:lumMod val="73000"/>
                  <a:lumOff val="27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  <a:alpha val="4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4006DA-79F6-176C-B307-C8DAFF3CA60A}"/>
              </a:ext>
            </a:extLst>
          </p:cNvPr>
          <p:cNvSpPr txBox="1"/>
          <p:nvPr/>
        </p:nvSpPr>
        <p:spPr>
          <a:xfrm>
            <a:off x="716187" y="1156620"/>
            <a:ext cx="4941051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  <a:buClrTx/>
              <a:buSzTx/>
              <a:buFontTx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尚缺少研究条件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366EE3-D350-3C16-8ED5-0901262D8C89}"/>
              </a:ext>
            </a:extLst>
          </p:cNvPr>
          <p:cNvSpPr txBox="1"/>
          <p:nvPr/>
        </p:nvSpPr>
        <p:spPr>
          <a:xfrm>
            <a:off x="823577" y="1622238"/>
            <a:ext cx="10386726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defRPr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zh-CN" dirty="0"/>
              <a:t>待补充的调研样本或案例资料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zh-CN" dirty="0"/>
              <a:t>待完善的概念界定与要素梳理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zh-CN" dirty="0"/>
              <a:t>待明确的测量指标与分析方法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zh-CN" dirty="0"/>
              <a:t>待熟悉的研究工具及模型实现方法</a:t>
            </a:r>
            <a:endParaRPr lang="en-US" altLang="zh-CN" dirty="0"/>
          </a:p>
        </p:txBody>
      </p:sp>
      <p:sp>
        <p:nvSpPr>
          <p:cNvPr id="2" name="矩形: 剪去单角 1">
            <a:extLst>
              <a:ext uri="{FF2B5EF4-FFF2-40B4-BE49-F238E27FC236}">
                <a16:creationId xmlns:a16="http://schemas.microsoft.com/office/drawing/2014/main" id="{57C1E140-0E56-2C14-4027-FB87E4E77FC7}"/>
              </a:ext>
            </a:extLst>
          </p:cNvPr>
          <p:cNvSpPr/>
          <p:nvPr/>
        </p:nvSpPr>
        <p:spPr>
          <a:xfrm>
            <a:off x="823577" y="3863653"/>
            <a:ext cx="10553204" cy="2611488"/>
          </a:xfrm>
          <a:prstGeom prst="snip1Rect">
            <a:avLst>
              <a:gd name="adj" fmla="val 17608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53000"/>
                </a:schemeClr>
              </a:gs>
              <a:gs pos="100000">
                <a:schemeClr val="accent5">
                  <a:alpha val="66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  <a:alpha val="4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DC1B0B-8C19-CFFA-175C-CFD035FB7FED}"/>
              </a:ext>
            </a:extLst>
          </p:cNvPr>
          <p:cNvSpPr txBox="1"/>
          <p:nvPr/>
        </p:nvSpPr>
        <p:spPr>
          <a:xfrm>
            <a:off x="716188" y="3397693"/>
            <a:ext cx="4941051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  <a:buClrTx/>
              <a:buSzTx/>
              <a:buFontTx/>
            </a:pPr>
            <a:r>
              <a:rPr lang="zh-CN" altLang="en-US" sz="22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拟解决途径</a:t>
            </a:r>
            <a:endParaRPr lang="en-US" altLang="zh-CN" sz="2200" b="1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657445-977F-7A86-D99E-05D6F6688454}"/>
              </a:ext>
            </a:extLst>
          </p:cNvPr>
          <p:cNvSpPr txBox="1"/>
          <p:nvPr/>
        </p:nvSpPr>
        <p:spPr>
          <a:xfrm>
            <a:off x="815219" y="4024693"/>
            <a:ext cx="10127844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defRPr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填写拟开展的调研计划，明确研究对象、实施阶段与资料获取方式。说明如何补充现有样本或案例。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通过文献学习与资料整理，完善概念、变量和指标的界定。说明整理结果如何用于后续研究。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通过课程学习、方法练习或团队协作，掌握所需分析工具。明确计划完成的训练与验证工作。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718A58-3D15-E0EF-58E5-508433044A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0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EF99E3A-6A84-0930-818E-8E1F28006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446500"/>
              </p:ext>
            </p:extLst>
          </p:nvPr>
        </p:nvGraphicFramePr>
        <p:xfrm>
          <a:off x="358219" y="589420"/>
          <a:ext cx="11406433" cy="594321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4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46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时间区间</a:t>
                      </a:r>
                    </a:p>
                  </a:txBody>
                  <a:tcPr>
                    <a:solidFill>
                      <a:srgbClr val="1C71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主要任务</a:t>
                      </a:r>
                    </a:p>
                  </a:txBody>
                  <a:tcPr>
                    <a:solidFill>
                      <a:srgbClr val="1C71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96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第1—3个月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准备阶段：梳理文献与相关理论，明确研究问题，完善研究方案。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5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第4—6个月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设计阶段：确定变量与指标，设计调研方案，开展预调研。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34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第7—9个月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采集阶段：开展正式调研，整理样本资料，完成数据清洗。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5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第10—11个月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分析阶段：构建研究模型，开展数据分析。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796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第12—13个月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检验阶段：验证主要结果，补充必要分析。</a:t>
                      </a: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写作阶段：形成论文初稿与阶段报告。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第14—17个月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修改阶段：完善论文与图表。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第18—19个月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提交评审论文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第20—21个月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答辩阶段：汇报与答辩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F445EC-58F8-321A-2E6B-870DFF0B0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94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295BE01-F6F9-3BB2-5820-0CF8A3E0E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390545"/>
            <a:ext cx="12192000" cy="739902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9E98FC2-3E94-42D8-9FAC-D765204EB1DA}"/>
              </a:ext>
            </a:extLst>
          </p:cNvPr>
          <p:cNvSpPr/>
          <p:nvPr/>
        </p:nvSpPr>
        <p:spPr>
          <a:xfrm>
            <a:off x="-17844" y="-53087"/>
            <a:ext cx="12209844" cy="6909884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87F6778-D788-49F7-AECD-C67205E9FC5B}"/>
              </a:ext>
            </a:extLst>
          </p:cNvPr>
          <p:cNvSpPr/>
          <p:nvPr/>
        </p:nvSpPr>
        <p:spPr>
          <a:xfrm>
            <a:off x="4407131" y="2942159"/>
            <a:ext cx="63722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4800" b="1" dirty="0">
                <a:solidFill>
                  <a:srgbClr val="051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927EDE-6965-4798-9623-E3B44A6C998D}"/>
              </a:ext>
            </a:extLst>
          </p:cNvPr>
          <p:cNvSpPr/>
          <p:nvPr/>
        </p:nvSpPr>
        <p:spPr>
          <a:xfrm>
            <a:off x="4646145" y="4220859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51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指导老师：姓名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B982EE-19AC-4C00-A05B-0B4EF1A9ECD1}"/>
              </a:ext>
            </a:extLst>
          </p:cNvPr>
          <p:cNvSpPr/>
          <p:nvPr/>
        </p:nvSpPr>
        <p:spPr>
          <a:xfrm>
            <a:off x="7982971" y="4221009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51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汇报人：姓名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913B991-2B2C-4B4E-8D3C-79BB7569D113}"/>
              </a:ext>
            </a:extLst>
          </p:cNvPr>
          <p:cNvCxnSpPr/>
          <p:nvPr/>
        </p:nvCxnSpPr>
        <p:spPr>
          <a:xfrm flipV="1">
            <a:off x="4512310" y="2617470"/>
            <a:ext cx="6094095" cy="4445"/>
          </a:xfrm>
          <a:prstGeom prst="line">
            <a:avLst/>
          </a:prstGeom>
          <a:ln>
            <a:solidFill>
              <a:srgbClr val="0A19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iṩļídê">
            <a:extLst>
              <a:ext uri="{FF2B5EF4-FFF2-40B4-BE49-F238E27FC236}">
                <a16:creationId xmlns:a16="http://schemas.microsoft.com/office/drawing/2014/main" id="{111F9355-3435-4245-B72B-6897271B8066}"/>
              </a:ext>
            </a:extLst>
          </p:cNvPr>
          <p:cNvGrpSpPr/>
          <p:nvPr/>
        </p:nvGrpSpPr>
        <p:grpSpPr>
          <a:xfrm>
            <a:off x="1147827" y="1988567"/>
            <a:ext cx="2880000" cy="2880000"/>
            <a:chOff x="1914526" y="2486026"/>
            <a:chExt cx="1882775" cy="1882775"/>
          </a:xfrm>
          <a:solidFill>
            <a:srgbClr val="051F4E"/>
          </a:solidFill>
        </p:grpSpPr>
        <p:sp>
          <p:nvSpPr>
            <p:cNvPr id="35" name="îśľîḋê">
              <a:extLst>
                <a:ext uri="{FF2B5EF4-FFF2-40B4-BE49-F238E27FC236}">
                  <a16:creationId xmlns:a16="http://schemas.microsoft.com/office/drawing/2014/main" id="{6BC44719-395A-4CE5-AD1E-38D98602F434}"/>
                </a:ext>
              </a:extLst>
            </p:cNvPr>
            <p:cNvSpPr/>
            <p:nvPr/>
          </p:nvSpPr>
          <p:spPr bwMode="auto">
            <a:xfrm>
              <a:off x="2457451" y="3409951"/>
              <a:ext cx="795338" cy="371475"/>
            </a:xfrm>
            <a:custGeom>
              <a:avLst/>
              <a:gdLst>
                <a:gd name="T0" fmla="*/ 294 w 501"/>
                <a:gd name="T1" fmla="*/ 65 h 234"/>
                <a:gd name="T2" fmla="*/ 213 w 501"/>
                <a:gd name="T3" fmla="*/ 129 h 234"/>
                <a:gd name="T4" fmla="*/ 224 w 501"/>
                <a:gd name="T5" fmla="*/ 52 h 234"/>
                <a:gd name="T6" fmla="*/ 203 w 501"/>
                <a:gd name="T7" fmla="*/ 53 h 234"/>
                <a:gd name="T8" fmla="*/ 177 w 501"/>
                <a:gd name="T9" fmla="*/ 30 h 234"/>
                <a:gd name="T10" fmla="*/ 204 w 501"/>
                <a:gd name="T11" fmla="*/ 20 h 234"/>
                <a:gd name="T12" fmla="*/ 180 w 501"/>
                <a:gd name="T13" fmla="*/ 16 h 234"/>
                <a:gd name="T14" fmla="*/ 162 w 501"/>
                <a:gd name="T15" fmla="*/ 54 h 234"/>
                <a:gd name="T16" fmla="*/ 162 w 501"/>
                <a:gd name="T17" fmla="*/ 45 h 234"/>
                <a:gd name="T18" fmla="*/ 175 w 501"/>
                <a:gd name="T19" fmla="*/ 76 h 234"/>
                <a:gd name="T20" fmla="*/ 134 w 501"/>
                <a:gd name="T21" fmla="*/ 128 h 234"/>
                <a:gd name="T22" fmla="*/ 97 w 501"/>
                <a:gd name="T23" fmla="*/ 50 h 234"/>
                <a:gd name="T24" fmla="*/ 30 w 501"/>
                <a:gd name="T25" fmla="*/ 79 h 234"/>
                <a:gd name="T26" fmla="*/ 42 w 501"/>
                <a:gd name="T27" fmla="*/ 39 h 234"/>
                <a:gd name="T28" fmla="*/ 50 w 501"/>
                <a:gd name="T29" fmla="*/ 59 h 234"/>
                <a:gd name="T30" fmla="*/ 34 w 501"/>
                <a:gd name="T31" fmla="*/ 50 h 234"/>
                <a:gd name="T32" fmla="*/ 86 w 501"/>
                <a:gd name="T33" fmla="*/ 69 h 234"/>
                <a:gd name="T34" fmla="*/ 96 w 501"/>
                <a:gd name="T35" fmla="*/ 71 h 234"/>
                <a:gd name="T36" fmla="*/ 166 w 501"/>
                <a:gd name="T37" fmla="*/ 126 h 234"/>
                <a:gd name="T38" fmla="*/ 112 w 501"/>
                <a:gd name="T39" fmla="*/ 25 h 234"/>
                <a:gd name="T40" fmla="*/ 118 w 501"/>
                <a:gd name="T41" fmla="*/ 48 h 234"/>
                <a:gd name="T42" fmla="*/ 106 w 501"/>
                <a:gd name="T43" fmla="*/ 30 h 234"/>
                <a:gd name="T44" fmla="*/ 138 w 501"/>
                <a:gd name="T45" fmla="*/ 57 h 234"/>
                <a:gd name="T46" fmla="*/ 96 w 501"/>
                <a:gd name="T47" fmla="*/ 94 h 234"/>
                <a:gd name="T48" fmla="*/ 96 w 501"/>
                <a:gd name="T49" fmla="*/ 122 h 234"/>
                <a:gd name="T50" fmla="*/ 59 w 501"/>
                <a:gd name="T51" fmla="*/ 69 h 234"/>
                <a:gd name="T52" fmla="*/ 59 w 501"/>
                <a:gd name="T53" fmla="*/ 82 h 234"/>
                <a:gd name="T54" fmla="*/ 13 w 501"/>
                <a:gd name="T55" fmla="*/ 66 h 234"/>
                <a:gd name="T56" fmla="*/ 28 w 501"/>
                <a:gd name="T57" fmla="*/ 83 h 234"/>
                <a:gd name="T58" fmla="*/ 19 w 501"/>
                <a:gd name="T59" fmla="*/ 176 h 234"/>
                <a:gd name="T60" fmla="*/ 5 w 501"/>
                <a:gd name="T61" fmla="*/ 221 h 234"/>
                <a:gd name="T62" fmla="*/ 288 w 501"/>
                <a:gd name="T63" fmla="*/ 127 h 234"/>
                <a:gd name="T64" fmla="*/ 277 w 501"/>
                <a:gd name="T65" fmla="*/ 54 h 234"/>
                <a:gd name="T66" fmla="*/ 322 w 501"/>
                <a:gd name="T67" fmla="*/ 233 h 234"/>
                <a:gd name="T68" fmla="*/ 326 w 501"/>
                <a:gd name="T69" fmla="*/ 30 h 234"/>
                <a:gd name="T70" fmla="*/ 298 w 501"/>
                <a:gd name="T71" fmla="*/ 17 h 234"/>
                <a:gd name="T72" fmla="*/ 323 w 501"/>
                <a:gd name="T73" fmla="*/ 18 h 234"/>
                <a:gd name="T74" fmla="*/ 338 w 501"/>
                <a:gd name="T75" fmla="*/ 58 h 234"/>
                <a:gd name="T76" fmla="*/ 339 w 501"/>
                <a:gd name="T77" fmla="*/ 43 h 234"/>
                <a:gd name="T78" fmla="*/ 375 w 501"/>
                <a:gd name="T79" fmla="*/ 83 h 234"/>
                <a:gd name="T80" fmla="*/ 364 w 501"/>
                <a:gd name="T81" fmla="*/ 126 h 234"/>
                <a:gd name="T82" fmla="*/ 377 w 501"/>
                <a:gd name="T83" fmla="*/ 50 h 234"/>
                <a:gd name="T84" fmla="*/ 377 w 501"/>
                <a:gd name="T85" fmla="*/ 50 h 234"/>
                <a:gd name="T86" fmla="*/ 447 w 501"/>
                <a:gd name="T87" fmla="*/ 63 h 234"/>
                <a:gd name="T88" fmla="*/ 452 w 501"/>
                <a:gd name="T89" fmla="*/ 58 h 234"/>
                <a:gd name="T90" fmla="*/ 469 w 501"/>
                <a:gd name="T91" fmla="*/ 52 h 234"/>
                <a:gd name="T92" fmla="*/ 414 w 501"/>
                <a:gd name="T93" fmla="*/ 73 h 234"/>
                <a:gd name="T94" fmla="*/ 407 w 501"/>
                <a:gd name="T95" fmla="*/ 71 h 234"/>
                <a:gd name="T96" fmla="*/ 338 w 501"/>
                <a:gd name="T97" fmla="*/ 124 h 234"/>
                <a:gd name="T98" fmla="*/ 390 w 501"/>
                <a:gd name="T99" fmla="*/ 24 h 234"/>
                <a:gd name="T100" fmla="*/ 382 w 501"/>
                <a:gd name="T101" fmla="*/ 48 h 234"/>
                <a:gd name="T102" fmla="*/ 397 w 501"/>
                <a:gd name="T103" fmla="*/ 34 h 234"/>
                <a:gd name="T104" fmla="*/ 362 w 501"/>
                <a:gd name="T105" fmla="*/ 58 h 234"/>
                <a:gd name="T106" fmla="*/ 447 w 501"/>
                <a:gd name="T107" fmla="*/ 110 h 234"/>
                <a:gd name="T108" fmla="*/ 405 w 501"/>
                <a:gd name="T109" fmla="*/ 122 h 234"/>
                <a:gd name="T110" fmla="*/ 443 w 501"/>
                <a:gd name="T111" fmla="*/ 69 h 234"/>
                <a:gd name="T112" fmla="*/ 442 w 501"/>
                <a:gd name="T113" fmla="*/ 82 h 234"/>
                <a:gd name="T114" fmla="*/ 488 w 501"/>
                <a:gd name="T115" fmla="*/ 66 h 234"/>
                <a:gd name="T116" fmla="*/ 473 w 501"/>
                <a:gd name="T117" fmla="*/ 83 h 234"/>
                <a:gd name="T118" fmla="*/ 483 w 501"/>
                <a:gd name="T119" fmla="*/ 176 h 234"/>
                <a:gd name="T120" fmla="*/ 496 w 501"/>
                <a:gd name="T121" fmla="*/ 2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1" h="234">
                  <a:moveTo>
                    <a:pt x="250" y="76"/>
                  </a:moveTo>
                  <a:lnTo>
                    <a:pt x="294" y="76"/>
                  </a:lnTo>
                  <a:lnTo>
                    <a:pt x="294" y="103"/>
                  </a:lnTo>
                  <a:lnTo>
                    <a:pt x="250" y="103"/>
                  </a:lnTo>
                  <a:lnTo>
                    <a:pt x="207" y="103"/>
                  </a:lnTo>
                  <a:lnTo>
                    <a:pt x="207" y="76"/>
                  </a:lnTo>
                  <a:lnTo>
                    <a:pt x="250" y="76"/>
                  </a:lnTo>
                  <a:lnTo>
                    <a:pt x="250" y="76"/>
                  </a:lnTo>
                  <a:close/>
                  <a:moveTo>
                    <a:pt x="250" y="107"/>
                  </a:moveTo>
                  <a:lnTo>
                    <a:pt x="250" y="107"/>
                  </a:lnTo>
                  <a:lnTo>
                    <a:pt x="294" y="107"/>
                  </a:lnTo>
                  <a:lnTo>
                    <a:pt x="294" y="116"/>
                  </a:lnTo>
                  <a:lnTo>
                    <a:pt x="252" y="116"/>
                  </a:lnTo>
                  <a:lnTo>
                    <a:pt x="249" y="116"/>
                  </a:lnTo>
                  <a:lnTo>
                    <a:pt x="207" y="116"/>
                  </a:lnTo>
                  <a:lnTo>
                    <a:pt x="207" y="107"/>
                  </a:lnTo>
                  <a:lnTo>
                    <a:pt x="250" y="107"/>
                  </a:lnTo>
                  <a:lnTo>
                    <a:pt x="250" y="107"/>
                  </a:lnTo>
                  <a:close/>
                  <a:moveTo>
                    <a:pt x="247" y="65"/>
                  </a:moveTo>
                  <a:lnTo>
                    <a:pt x="254" y="65"/>
                  </a:lnTo>
                  <a:lnTo>
                    <a:pt x="294" y="65"/>
                  </a:lnTo>
                  <a:lnTo>
                    <a:pt x="294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07" y="74"/>
                  </a:lnTo>
                  <a:lnTo>
                    <a:pt x="207" y="65"/>
                  </a:lnTo>
                  <a:lnTo>
                    <a:pt x="247" y="65"/>
                  </a:lnTo>
                  <a:lnTo>
                    <a:pt x="247" y="65"/>
                  </a:lnTo>
                  <a:close/>
                  <a:moveTo>
                    <a:pt x="225" y="118"/>
                  </a:moveTo>
                  <a:lnTo>
                    <a:pt x="224" y="118"/>
                  </a:lnTo>
                  <a:lnTo>
                    <a:pt x="222" y="121"/>
                  </a:lnTo>
                  <a:lnTo>
                    <a:pt x="221" y="122"/>
                  </a:lnTo>
                  <a:lnTo>
                    <a:pt x="220" y="124"/>
                  </a:lnTo>
                  <a:lnTo>
                    <a:pt x="218" y="125"/>
                  </a:lnTo>
                  <a:lnTo>
                    <a:pt x="217" y="126"/>
                  </a:lnTo>
                  <a:lnTo>
                    <a:pt x="214" y="126"/>
                  </a:lnTo>
                  <a:lnTo>
                    <a:pt x="214" y="126"/>
                  </a:lnTo>
                  <a:lnTo>
                    <a:pt x="214" y="127"/>
                  </a:lnTo>
                  <a:lnTo>
                    <a:pt x="214" y="128"/>
                  </a:lnTo>
                  <a:lnTo>
                    <a:pt x="213" y="129"/>
                  </a:lnTo>
                  <a:lnTo>
                    <a:pt x="213" y="130"/>
                  </a:lnTo>
                  <a:lnTo>
                    <a:pt x="212" y="131"/>
                  </a:lnTo>
                  <a:lnTo>
                    <a:pt x="211" y="132"/>
                  </a:lnTo>
                  <a:lnTo>
                    <a:pt x="209" y="133"/>
                  </a:lnTo>
                  <a:lnTo>
                    <a:pt x="208" y="133"/>
                  </a:lnTo>
                  <a:lnTo>
                    <a:pt x="208" y="118"/>
                  </a:lnTo>
                  <a:lnTo>
                    <a:pt x="225" y="118"/>
                  </a:lnTo>
                  <a:lnTo>
                    <a:pt x="225" y="118"/>
                  </a:lnTo>
                  <a:close/>
                  <a:moveTo>
                    <a:pt x="207" y="62"/>
                  </a:moveTo>
                  <a:lnTo>
                    <a:pt x="209" y="62"/>
                  </a:lnTo>
                  <a:lnTo>
                    <a:pt x="212" y="62"/>
                  </a:lnTo>
                  <a:lnTo>
                    <a:pt x="216" y="62"/>
                  </a:lnTo>
                  <a:lnTo>
                    <a:pt x="219" y="61"/>
                  </a:lnTo>
                  <a:lnTo>
                    <a:pt x="221" y="59"/>
                  </a:lnTo>
                  <a:lnTo>
                    <a:pt x="222" y="58"/>
                  </a:lnTo>
                  <a:lnTo>
                    <a:pt x="222" y="58"/>
                  </a:lnTo>
                  <a:lnTo>
                    <a:pt x="223" y="56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24" y="53"/>
                  </a:lnTo>
                  <a:lnTo>
                    <a:pt x="224" y="52"/>
                  </a:lnTo>
                  <a:lnTo>
                    <a:pt x="222" y="49"/>
                  </a:lnTo>
                  <a:lnTo>
                    <a:pt x="220" y="46"/>
                  </a:lnTo>
                  <a:lnTo>
                    <a:pt x="218" y="45"/>
                  </a:lnTo>
                  <a:lnTo>
                    <a:pt x="217" y="45"/>
                  </a:lnTo>
                  <a:lnTo>
                    <a:pt x="215" y="45"/>
                  </a:lnTo>
                  <a:lnTo>
                    <a:pt x="214" y="46"/>
                  </a:lnTo>
                  <a:lnTo>
                    <a:pt x="211" y="49"/>
                  </a:lnTo>
                  <a:lnTo>
                    <a:pt x="209" y="52"/>
                  </a:lnTo>
                  <a:lnTo>
                    <a:pt x="208" y="53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62"/>
                  </a:lnTo>
                  <a:lnTo>
                    <a:pt x="207" y="62"/>
                  </a:lnTo>
                  <a:close/>
                  <a:moveTo>
                    <a:pt x="203" y="53"/>
                  </a:moveTo>
                  <a:lnTo>
                    <a:pt x="179" y="53"/>
                  </a:lnTo>
                  <a:lnTo>
                    <a:pt x="179" y="233"/>
                  </a:lnTo>
                  <a:lnTo>
                    <a:pt x="203" y="233"/>
                  </a:lnTo>
                  <a:lnTo>
                    <a:pt x="203" y="53"/>
                  </a:lnTo>
                  <a:lnTo>
                    <a:pt x="203" y="53"/>
                  </a:lnTo>
                  <a:close/>
                  <a:moveTo>
                    <a:pt x="206" y="30"/>
                  </a:moveTo>
                  <a:lnTo>
                    <a:pt x="206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48"/>
                  </a:lnTo>
                  <a:lnTo>
                    <a:pt x="207" y="49"/>
                  </a:lnTo>
                  <a:lnTo>
                    <a:pt x="207" y="50"/>
                  </a:lnTo>
                  <a:lnTo>
                    <a:pt x="206" y="50"/>
                  </a:lnTo>
                  <a:lnTo>
                    <a:pt x="206" y="50"/>
                  </a:lnTo>
                  <a:lnTo>
                    <a:pt x="177" y="50"/>
                  </a:lnTo>
                  <a:lnTo>
                    <a:pt x="176" y="50"/>
                  </a:lnTo>
                  <a:lnTo>
                    <a:pt x="175" y="50"/>
                  </a:lnTo>
                  <a:lnTo>
                    <a:pt x="175" y="49"/>
                  </a:lnTo>
                  <a:lnTo>
                    <a:pt x="175" y="48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6" y="30"/>
                  </a:lnTo>
                  <a:lnTo>
                    <a:pt x="177" y="30"/>
                  </a:lnTo>
                  <a:lnTo>
                    <a:pt x="206" y="30"/>
                  </a:lnTo>
                  <a:lnTo>
                    <a:pt x="206" y="30"/>
                  </a:lnTo>
                  <a:close/>
                  <a:moveTo>
                    <a:pt x="190" y="0"/>
                  </a:moveTo>
                  <a:lnTo>
                    <a:pt x="191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3" y="1"/>
                  </a:lnTo>
                  <a:lnTo>
                    <a:pt x="194" y="1"/>
                  </a:lnTo>
                  <a:lnTo>
                    <a:pt x="195" y="2"/>
                  </a:lnTo>
                  <a:lnTo>
                    <a:pt x="196" y="3"/>
                  </a:lnTo>
                  <a:lnTo>
                    <a:pt x="198" y="5"/>
                  </a:lnTo>
                  <a:lnTo>
                    <a:pt x="198" y="7"/>
                  </a:lnTo>
                  <a:lnTo>
                    <a:pt x="199" y="11"/>
                  </a:lnTo>
                  <a:lnTo>
                    <a:pt x="199" y="13"/>
                  </a:lnTo>
                  <a:lnTo>
                    <a:pt x="201" y="14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3" y="17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3" y="22"/>
                  </a:lnTo>
                  <a:lnTo>
                    <a:pt x="202" y="22"/>
                  </a:lnTo>
                  <a:lnTo>
                    <a:pt x="202" y="25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7"/>
                  </a:lnTo>
                  <a:lnTo>
                    <a:pt x="201" y="27"/>
                  </a:lnTo>
                  <a:lnTo>
                    <a:pt x="191" y="27"/>
                  </a:lnTo>
                  <a:lnTo>
                    <a:pt x="182" y="27"/>
                  </a:lnTo>
                  <a:lnTo>
                    <a:pt x="181" y="27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5"/>
                  </a:lnTo>
                  <a:lnTo>
                    <a:pt x="180" y="22"/>
                  </a:lnTo>
                  <a:lnTo>
                    <a:pt x="179" y="22"/>
                  </a:lnTo>
                  <a:lnTo>
                    <a:pt x="178" y="20"/>
                  </a:lnTo>
                  <a:lnTo>
                    <a:pt x="178" y="18"/>
                  </a:lnTo>
                  <a:lnTo>
                    <a:pt x="179" y="17"/>
                  </a:lnTo>
                  <a:lnTo>
                    <a:pt x="180" y="16"/>
                  </a:lnTo>
                  <a:lnTo>
                    <a:pt x="181" y="14"/>
                  </a:lnTo>
                  <a:lnTo>
                    <a:pt x="182" y="14"/>
                  </a:lnTo>
                  <a:lnTo>
                    <a:pt x="183" y="13"/>
                  </a:lnTo>
                  <a:lnTo>
                    <a:pt x="183" y="11"/>
                  </a:lnTo>
                  <a:lnTo>
                    <a:pt x="184" y="7"/>
                  </a:lnTo>
                  <a:lnTo>
                    <a:pt x="186" y="5"/>
                  </a:lnTo>
                  <a:lnTo>
                    <a:pt x="186" y="3"/>
                  </a:lnTo>
                  <a:lnTo>
                    <a:pt x="187" y="2"/>
                  </a:lnTo>
                  <a:lnTo>
                    <a:pt x="188" y="1"/>
                  </a:lnTo>
                  <a:lnTo>
                    <a:pt x="190" y="1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174" y="52"/>
                  </a:moveTo>
                  <a:lnTo>
                    <a:pt x="174" y="62"/>
                  </a:lnTo>
                  <a:lnTo>
                    <a:pt x="168" y="62"/>
                  </a:lnTo>
                  <a:lnTo>
                    <a:pt x="166" y="62"/>
                  </a:lnTo>
                  <a:lnTo>
                    <a:pt x="166" y="61"/>
                  </a:lnTo>
                  <a:lnTo>
                    <a:pt x="164" y="59"/>
                  </a:lnTo>
                  <a:lnTo>
                    <a:pt x="163" y="58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1" y="53"/>
                  </a:lnTo>
                  <a:lnTo>
                    <a:pt x="159" y="51"/>
                  </a:lnTo>
                  <a:lnTo>
                    <a:pt x="158" y="50"/>
                  </a:lnTo>
                  <a:lnTo>
                    <a:pt x="156" y="47"/>
                  </a:lnTo>
                  <a:lnTo>
                    <a:pt x="156" y="46"/>
                  </a:lnTo>
                  <a:lnTo>
                    <a:pt x="156" y="46"/>
                  </a:lnTo>
                  <a:lnTo>
                    <a:pt x="156" y="45"/>
                  </a:lnTo>
                  <a:lnTo>
                    <a:pt x="157" y="44"/>
                  </a:lnTo>
                  <a:lnTo>
                    <a:pt x="158" y="42"/>
                  </a:lnTo>
                  <a:lnTo>
                    <a:pt x="159" y="42"/>
                  </a:lnTo>
                  <a:lnTo>
                    <a:pt x="160" y="42"/>
                  </a:lnTo>
                  <a:lnTo>
                    <a:pt x="161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6"/>
                  </a:lnTo>
                  <a:lnTo>
                    <a:pt x="163" y="46"/>
                  </a:lnTo>
                  <a:lnTo>
                    <a:pt x="164" y="46"/>
                  </a:lnTo>
                  <a:lnTo>
                    <a:pt x="166" y="47"/>
                  </a:lnTo>
                  <a:lnTo>
                    <a:pt x="169" y="48"/>
                  </a:lnTo>
                  <a:lnTo>
                    <a:pt x="170" y="50"/>
                  </a:lnTo>
                  <a:lnTo>
                    <a:pt x="171" y="51"/>
                  </a:lnTo>
                  <a:lnTo>
                    <a:pt x="173" y="52"/>
                  </a:lnTo>
                  <a:lnTo>
                    <a:pt x="174" y="52"/>
                  </a:lnTo>
                  <a:lnTo>
                    <a:pt x="174" y="52"/>
                  </a:lnTo>
                  <a:close/>
                  <a:moveTo>
                    <a:pt x="175" y="65"/>
                  </a:moveTo>
                  <a:lnTo>
                    <a:pt x="168" y="65"/>
                  </a:lnTo>
                  <a:lnTo>
                    <a:pt x="168" y="74"/>
                  </a:lnTo>
                  <a:lnTo>
                    <a:pt x="175" y="74"/>
                  </a:lnTo>
                  <a:lnTo>
                    <a:pt x="175" y="65"/>
                  </a:lnTo>
                  <a:lnTo>
                    <a:pt x="175" y="65"/>
                  </a:lnTo>
                  <a:close/>
                  <a:moveTo>
                    <a:pt x="175" y="76"/>
                  </a:moveTo>
                  <a:lnTo>
                    <a:pt x="126" y="76"/>
                  </a:lnTo>
                  <a:lnTo>
                    <a:pt x="126" y="83"/>
                  </a:lnTo>
                  <a:lnTo>
                    <a:pt x="175" y="83"/>
                  </a:lnTo>
                  <a:lnTo>
                    <a:pt x="175" y="76"/>
                  </a:lnTo>
                  <a:lnTo>
                    <a:pt x="175" y="76"/>
                  </a:lnTo>
                  <a:close/>
                  <a:moveTo>
                    <a:pt x="175" y="86"/>
                  </a:moveTo>
                  <a:lnTo>
                    <a:pt x="126" y="86"/>
                  </a:lnTo>
                  <a:lnTo>
                    <a:pt x="126" y="107"/>
                  </a:lnTo>
                  <a:lnTo>
                    <a:pt x="175" y="107"/>
                  </a:lnTo>
                  <a:lnTo>
                    <a:pt x="175" y="86"/>
                  </a:lnTo>
                  <a:lnTo>
                    <a:pt x="175" y="86"/>
                  </a:lnTo>
                  <a:close/>
                  <a:moveTo>
                    <a:pt x="175" y="110"/>
                  </a:moveTo>
                  <a:lnTo>
                    <a:pt x="126" y="110"/>
                  </a:lnTo>
                  <a:lnTo>
                    <a:pt x="126" y="117"/>
                  </a:lnTo>
                  <a:lnTo>
                    <a:pt x="175" y="117"/>
                  </a:lnTo>
                  <a:lnTo>
                    <a:pt x="175" y="110"/>
                  </a:lnTo>
                  <a:lnTo>
                    <a:pt x="175" y="110"/>
                  </a:lnTo>
                  <a:close/>
                  <a:moveTo>
                    <a:pt x="140" y="121"/>
                  </a:moveTo>
                  <a:lnTo>
                    <a:pt x="141" y="121"/>
                  </a:lnTo>
                  <a:lnTo>
                    <a:pt x="140" y="122"/>
                  </a:lnTo>
                  <a:lnTo>
                    <a:pt x="139" y="122"/>
                  </a:lnTo>
                  <a:lnTo>
                    <a:pt x="138" y="124"/>
                  </a:lnTo>
                  <a:lnTo>
                    <a:pt x="137" y="126"/>
                  </a:lnTo>
                  <a:lnTo>
                    <a:pt x="135" y="126"/>
                  </a:lnTo>
                  <a:lnTo>
                    <a:pt x="134" y="128"/>
                  </a:lnTo>
                  <a:lnTo>
                    <a:pt x="132" y="128"/>
                  </a:lnTo>
                  <a:lnTo>
                    <a:pt x="130" y="129"/>
                  </a:lnTo>
                  <a:lnTo>
                    <a:pt x="130" y="130"/>
                  </a:lnTo>
                  <a:lnTo>
                    <a:pt x="129" y="132"/>
                  </a:lnTo>
                  <a:lnTo>
                    <a:pt x="128" y="134"/>
                  </a:lnTo>
                  <a:lnTo>
                    <a:pt x="127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21"/>
                  </a:lnTo>
                  <a:lnTo>
                    <a:pt x="140" y="121"/>
                  </a:lnTo>
                  <a:lnTo>
                    <a:pt x="140" y="121"/>
                  </a:lnTo>
                  <a:close/>
                  <a:moveTo>
                    <a:pt x="122" y="73"/>
                  </a:moveTo>
                  <a:lnTo>
                    <a:pt x="100" y="73"/>
                  </a:lnTo>
                  <a:lnTo>
                    <a:pt x="100" y="233"/>
                  </a:lnTo>
                  <a:lnTo>
                    <a:pt x="122" y="233"/>
                  </a:lnTo>
                  <a:lnTo>
                    <a:pt x="122" y="73"/>
                  </a:lnTo>
                  <a:lnTo>
                    <a:pt x="122" y="73"/>
                  </a:lnTo>
                  <a:close/>
                  <a:moveTo>
                    <a:pt x="124" y="50"/>
                  </a:moveTo>
                  <a:lnTo>
                    <a:pt x="98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6" y="51"/>
                  </a:lnTo>
                  <a:lnTo>
                    <a:pt x="96" y="51"/>
                  </a:lnTo>
                  <a:lnTo>
                    <a:pt x="96" y="67"/>
                  </a:lnTo>
                  <a:lnTo>
                    <a:pt x="96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8" y="69"/>
                  </a:lnTo>
                  <a:lnTo>
                    <a:pt x="124" y="69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7"/>
                  </a:lnTo>
                  <a:lnTo>
                    <a:pt x="125" y="51"/>
                  </a:lnTo>
                  <a:lnTo>
                    <a:pt x="125" y="51"/>
                  </a:lnTo>
                  <a:lnTo>
                    <a:pt x="125" y="50"/>
                  </a:lnTo>
                  <a:lnTo>
                    <a:pt x="125" y="50"/>
                  </a:lnTo>
                  <a:lnTo>
                    <a:pt x="124" y="50"/>
                  </a:lnTo>
                  <a:lnTo>
                    <a:pt x="124" y="50"/>
                  </a:lnTo>
                  <a:close/>
                  <a:moveTo>
                    <a:pt x="52" y="79"/>
                  </a:moveTo>
                  <a:lnTo>
                    <a:pt x="30" y="79"/>
                  </a:lnTo>
                  <a:lnTo>
                    <a:pt x="30" y="232"/>
                  </a:lnTo>
                  <a:lnTo>
                    <a:pt x="51" y="232"/>
                  </a:lnTo>
                  <a:lnTo>
                    <a:pt x="51" y="88"/>
                  </a:lnTo>
                  <a:lnTo>
                    <a:pt x="52" y="88"/>
                  </a:lnTo>
                  <a:lnTo>
                    <a:pt x="52" y="79"/>
                  </a:lnTo>
                  <a:lnTo>
                    <a:pt x="52" y="79"/>
                  </a:lnTo>
                  <a:close/>
                  <a:moveTo>
                    <a:pt x="54" y="63"/>
                  </a:moveTo>
                  <a:lnTo>
                    <a:pt x="30" y="63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76"/>
                  </a:lnTo>
                  <a:lnTo>
                    <a:pt x="29" y="77"/>
                  </a:lnTo>
                  <a:lnTo>
                    <a:pt x="30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3"/>
                  </a:lnTo>
                  <a:close/>
                  <a:moveTo>
                    <a:pt x="42" y="39"/>
                  </a:moveTo>
                  <a:lnTo>
                    <a:pt x="42" y="39"/>
                  </a:lnTo>
                  <a:lnTo>
                    <a:pt x="43" y="39"/>
                  </a:lnTo>
                  <a:lnTo>
                    <a:pt x="45" y="40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47" y="45"/>
                  </a:lnTo>
                  <a:lnTo>
                    <a:pt x="48" y="47"/>
                  </a:lnTo>
                  <a:lnTo>
                    <a:pt x="49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1" y="53"/>
                  </a:lnTo>
                  <a:lnTo>
                    <a:pt x="51" y="54"/>
                  </a:lnTo>
                  <a:lnTo>
                    <a:pt x="51" y="55"/>
                  </a:lnTo>
                  <a:lnTo>
                    <a:pt x="50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34" y="61"/>
                  </a:lnTo>
                  <a:lnTo>
                    <a:pt x="34" y="61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4" y="56"/>
                  </a:lnTo>
                  <a:lnTo>
                    <a:pt x="33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9" y="40"/>
                  </a:lnTo>
                  <a:lnTo>
                    <a:pt x="40" y="39"/>
                  </a:lnTo>
                  <a:lnTo>
                    <a:pt x="41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close/>
                  <a:moveTo>
                    <a:pt x="96" y="74"/>
                  </a:moveTo>
                  <a:lnTo>
                    <a:pt x="92" y="74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9" y="74"/>
                  </a:lnTo>
                  <a:lnTo>
                    <a:pt x="88" y="73"/>
                  </a:lnTo>
                  <a:lnTo>
                    <a:pt x="86" y="71"/>
                  </a:lnTo>
                  <a:lnTo>
                    <a:pt x="86" y="69"/>
                  </a:lnTo>
                  <a:lnTo>
                    <a:pt x="83" y="65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2" y="59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86" y="57"/>
                  </a:lnTo>
                  <a:lnTo>
                    <a:pt x="87" y="57"/>
                  </a:lnTo>
                  <a:lnTo>
                    <a:pt x="86" y="58"/>
                  </a:lnTo>
                  <a:lnTo>
                    <a:pt x="86" y="59"/>
                  </a:lnTo>
                  <a:lnTo>
                    <a:pt x="90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5" y="70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6" y="71"/>
                  </a:lnTo>
                  <a:lnTo>
                    <a:pt x="96" y="74"/>
                  </a:lnTo>
                  <a:lnTo>
                    <a:pt x="96" y="74"/>
                  </a:lnTo>
                  <a:close/>
                  <a:moveTo>
                    <a:pt x="96" y="76"/>
                  </a:moveTo>
                  <a:lnTo>
                    <a:pt x="91" y="76"/>
                  </a:lnTo>
                  <a:lnTo>
                    <a:pt x="91" y="83"/>
                  </a:lnTo>
                  <a:lnTo>
                    <a:pt x="96" y="83"/>
                  </a:lnTo>
                  <a:lnTo>
                    <a:pt x="96" y="76"/>
                  </a:lnTo>
                  <a:lnTo>
                    <a:pt x="96" y="76"/>
                  </a:lnTo>
                  <a:close/>
                  <a:moveTo>
                    <a:pt x="96" y="84"/>
                  </a:moveTo>
                  <a:lnTo>
                    <a:pt x="54" y="84"/>
                  </a:lnTo>
                  <a:lnTo>
                    <a:pt x="54" y="92"/>
                  </a:lnTo>
                  <a:lnTo>
                    <a:pt x="96" y="92"/>
                  </a:lnTo>
                  <a:lnTo>
                    <a:pt x="96" y="84"/>
                  </a:lnTo>
                  <a:lnTo>
                    <a:pt x="96" y="84"/>
                  </a:lnTo>
                  <a:close/>
                  <a:moveTo>
                    <a:pt x="162" y="121"/>
                  </a:moveTo>
                  <a:lnTo>
                    <a:pt x="161" y="121"/>
                  </a:lnTo>
                  <a:lnTo>
                    <a:pt x="162" y="122"/>
                  </a:lnTo>
                  <a:lnTo>
                    <a:pt x="162" y="122"/>
                  </a:lnTo>
                  <a:lnTo>
                    <a:pt x="163" y="124"/>
                  </a:lnTo>
                  <a:lnTo>
                    <a:pt x="164" y="126"/>
                  </a:lnTo>
                  <a:lnTo>
                    <a:pt x="166" y="126"/>
                  </a:lnTo>
                  <a:lnTo>
                    <a:pt x="167" y="128"/>
                  </a:lnTo>
                  <a:lnTo>
                    <a:pt x="169" y="128"/>
                  </a:lnTo>
                  <a:lnTo>
                    <a:pt x="170" y="129"/>
                  </a:lnTo>
                  <a:lnTo>
                    <a:pt x="171" y="130"/>
                  </a:lnTo>
                  <a:lnTo>
                    <a:pt x="172" y="132"/>
                  </a:lnTo>
                  <a:lnTo>
                    <a:pt x="173" y="134"/>
                  </a:lnTo>
                  <a:lnTo>
                    <a:pt x="174" y="134"/>
                  </a:lnTo>
                  <a:lnTo>
                    <a:pt x="174" y="134"/>
                  </a:lnTo>
                  <a:lnTo>
                    <a:pt x="175" y="134"/>
                  </a:lnTo>
                  <a:lnTo>
                    <a:pt x="175" y="134"/>
                  </a:lnTo>
                  <a:lnTo>
                    <a:pt x="175" y="121"/>
                  </a:lnTo>
                  <a:lnTo>
                    <a:pt x="162" y="121"/>
                  </a:lnTo>
                  <a:lnTo>
                    <a:pt x="162" y="121"/>
                  </a:lnTo>
                  <a:close/>
                  <a:moveTo>
                    <a:pt x="110" y="25"/>
                  </a:moveTo>
                  <a:lnTo>
                    <a:pt x="110" y="25"/>
                  </a:lnTo>
                  <a:lnTo>
                    <a:pt x="110" y="25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4" y="26"/>
                  </a:lnTo>
                  <a:lnTo>
                    <a:pt x="115" y="27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4"/>
                  </a:lnTo>
                  <a:lnTo>
                    <a:pt x="118" y="35"/>
                  </a:lnTo>
                  <a:lnTo>
                    <a:pt x="118" y="36"/>
                  </a:lnTo>
                  <a:lnTo>
                    <a:pt x="119" y="37"/>
                  </a:lnTo>
                  <a:lnTo>
                    <a:pt x="121" y="38"/>
                  </a:lnTo>
                  <a:lnTo>
                    <a:pt x="121" y="4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2" y="44"/>
                  </a:lnTo>
                  <a:lnTo>
                    <a:pt x="121" y="45"/>
                  </a:lnTo>
                  <a:lnTo>
                    <a:pt x="120" y="46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19" y="48"/>
                  </a:lnTo>
                  <a:lnTo>
                    <a:pt x="119" y="48"/>
                  </a:lnTo>
                  <a:lnTo>
                    <a:pt x="118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10" y="48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1" y="46"/>
                  </a:lnTo>
                  <a:lnTo>
                    <a:pt x="100" y="44"/>
                  </a:lnTo>
                  <a:lnTo>
                    <a:pt x="99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1" y="38"/>
                  </a:lnTo>
                  <a:lnTo>
                    <a:pt x="102" y="38"/>
                  </a:lnTo>
                  <a:lnTo>
                    <a:pt x="103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5" y="31"/>
                  </a:lnTo>
                  <a:lnTo>
                    <a:pt x="106" y="30"/>
                  </a:lnTo>
                  <a:lnTo>
                    <a:pt x="106" y="27"/>
                  </a:lnTo>
                  <a:lnTo>
                    <a:pt x="107" y="26"/>
                  </a:lnTo>
                  <a:lnTo>
                    <a:pt x="108" y="26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0" y="25"/>
                  </a:lnTo>
                  <a:close/>
                  <a:moveTo>
                    <a:pt x="126" y="74"/>
                  </a:moveTo>
                  <a:lnTo>
                    <a:pt x="130" y="74"/>
                  </a:lnTo>
                  <a:lnTo>
                    <a:pt x="131" y="74"/>
                  </a:lnTo>
                  <a:lnTo>
                    <a:pt x="132" y="74"/>
                  </a:lnTo>
                  <a:lnTo>
                    <a:pt x="134" y="74"/>
                  </a:lnTo>
                  <a:lnTo>
                    <a:pt x="134" y="73"/>
                  </a:lnTo>
                  <a:lnTo>
                    <a:pt x="135" y="71"/>
                  </a:lnTo>
                  <a:lnTo>
                    <a:pt x="136" y="69"/>
                  </a:lnTo>
                  <a:lnTo>
                    <a:pt x="138" y="65"/>
                  </a:lnTo>
                  <a:lnTo>
                    <a:pt x="141" y="61"/>
                  </a:lnTo>
                  <a:lnTo>
                    <a:pt x="141" y="59"/>
                  </a:lnTo>
                  <a:lnTo>
                    <a:pt x="140" y="59"/>
                  </a:lnTo>
                  <a:lnTo>
                    <a:pt x="139" y="58"/>
                  </a:lnTo>
                  <a:lnTo>
                    <a:pt x="139" y="58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6" y="56"/>
                  </a:lnTo>
                  <a:lnTo>
                    <a:pt x="136" y="56"/>
                  </a:lnTo>
                  <a:lnTo>
                    <a:pt x="135" y="57"/>
                  </a:lnTo>
                  <a:lnTo>
                    <a:pt x="135" y="57"/>
                  </a:lnTo>
                  <a:lnTo>
                    <a:pt x="135" y="58"/>
                  </a:lnTo>
                  <a:lnTo>
                    <a:pt x="136" y="59"/>
                  </a:lnTo>
                  <a:lnTo>
                    <a:pt x="132" y="62"/>
                  </a:lnTo>
                  <a:lnTo>
                    <a:pt x="128" y="65"/>
                  </a:lnTo>
                  <a:lnTo>
                    <a:pt x="127" y="67"/>
                  </a:lnTo>
                  <a:lnTo>
                    <a:pt x="127" y="70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4"/>
                  </a:lnTo>
                  <a:close/>
                  <a:moveTo>
                    <a:pt x="96" y="94"/>
                  </a:moveTo>
                  <a:lnTo>
                    <a:pt x="54" y="94"/>
                  </a:lnTo>
                  <a:lnTo>
                    <a:pt x="54" y="110"/>
                  </a:lnTo>
                  <a:lnTo>
                    <a:pt x="96" y="110"/>
                  </a:lnTo>
                  <a:lnTo>
                    <a:pt x="96" y="94"/>
                  </a:lnTo>
                  <a:lnTo>
                    <a:pt x="96" y="94"/>
                  </a:lnTo>
                  <a:close/>
                  <a:moveTo>
                    <a:pt x="96" y="113"/>
                  </a:moveTo>
                  <a:lnTo>
                    <a:pt x="54" y="113"/>
                  </a:lnTo>
                  <a:lnTo>
                    <a:pt x="54" y="120"/>
                  </a:lnTo>
                  <a:lnTo>
                    <a:pt x="96" y="120"/>
                  </a:lnTo>
                  <a:lnTo>
                    <a:pt x="96" y="113"/>
                  </a:lnTo>
                  <a:lnTo>
                    <a:pt x="96" y="113"/>
                  </a:lnTo>
                  <a:close/>
                  <a:moveTo>
                    <a:pt x="96" y="134"/>
                  </a:moveTo>
                  <a:lnTo>
                    <a:pt x="94" y="133"/>
                  </a:lnTo>
                  <a:lnTo>
                    <a:pt x="93" y="131"/>
                  </a:lnTo>
                  <a:lnTo>
                    <a:pt x="90" y="130"/>
                  </a:lnTo>
                  <a:lnTo>
                    <a:pt x="87" y="128"/>
                  </a:lnTo>
                  <a:lnTo>
                    <a:pt x="86" y="126"/>
                  </a:lnTo>
                  <a:lnTo>
                    <a:pt x="85" y="126"/>
                  </a:lnTo>
                  <a:lnTo>
                    <a:pt x="84" y="124"/>
                  </a:lnTo>
                  <a:lnTo>
                    <a:pt x="83" y="123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96" y="122"/>
                  </a:lnTo>
                  <a:lnTo>
                    <a:pt x="96" y="134"/>
                  </a:lnTo>
                  <a:lnTo>
                    <a:pt x="96" y="134"/>
                  </a:lnTo>
                  <a:close/>
                  <a:moveTo>
                    <a:pt x="55" y="134"/>
                  </a:moveTo>
                  <a:lnTo>
                    <a:pt x="56" y="134"/>
                  </a:lnTo>
                  <a:lnTo>
                    <a:pt x="58" y="131"/>
                  </a:lnTo>
                  <a:lnTo>
                    <a:pt x="61" y="130"/>
                  </a:lnTo>
                  <a:lnTo>
                    <a:pt x="63" y="128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7" y="124"/>
                  </a:lnTo>
                  <a:lnTo>
                    <a:pt x="67" y="123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55" y="122"/>
                  </a:lnTo>
                  <a:lnTo>
                    <a:pt x="55" y="134"/>
                  </a:lnTo>
                  <a:lnTo>
                    <a:pt x="55" y="134"/>
                  </a:lnTo>
                  <a:close/>
                  <a:moveTo>
                    <a:pt x="54" y="79"/>
                  </a:moveTo>
                  <a:lnTo>
                    <a:pt x="57" y="79"/>
                  </a:lnTo>
                  <a:lnTo>
                    <a:pt x="57" y="70"/>
                  </a:lnTo>
                  <a:lnTo>
                    <a:pt x="58" y="69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1"/>
                  </a:lnTo>
                  <a:lnTo>
                    <a:pt x="63" y="72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5" y="74"/>
                  </a:lnTo>
                  <a:lnTo>
                    <a:pt x="66" y="74"/>
                  </a:lnTo>
                  <a:lnTo>
                    <a:pt x="66" y="75"/>
                  </a:lnTo>
                  <a:lnTo>
                    <a:pt x="66" y="76"/>
                  </a:lnTo>
                  <a:lnTo>
                    <a:pt x="66" y="77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5" y="79"/>
                  </a:lnTo>
                  <a:lnTo>
                    <a:pt x="63" y="81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9" y="82"/>
                  </a:lnTo>
                  <a:lnTo>
                    <a:pt x="56" y="82"/>
                  </a:lnTo>
                  <a:lnTo>
                    <a:pt x="54" y="82"/>
                  </a:lnTo>
                  <a:lnTo>
                    <a:pt x="54" y="79"/>
                  </a:lnTo>
                  <a:lnTo>
                    <a:pt x="54" y="79"/>
                  </a:lnTo>
                  <a:close/>
                  <a:moveTo>
                    <a:pt x="28" y="83"/>
                  </a:moveTo>
                  <a:lnTo>
                    <a:pt x="24" y="83"/>
                  </a:lnTo>
                  <a:lnTo>
                    <a:pt x="22" y="83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19" y="82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7" y="75"/>
                  </a:lnTo>
                  <a:lnTo>
                    <a:pt x="16" y="74"/>
                  </a:lnTo>
                  <a:lnTo>
                    <a:pt x="15" y="73"/>
                  </a:lnTo>
                  <a:lnTo>
                    <a:pt x="15" y="72"/>
                  </a:lnTo>
                  <a:lnTo>
                    <a:pt x="14" y="71"/>
                  </a:lnTo>
                  <a:lnTo>
                    <a:pt x="14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6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6" y="64"/>
                  </a:lnTo>
                  <a:lnTo>
                    <a:pt x="17" y="65"/>
                  </a:lnTo>
                  <a:lnTo>
                    <a:pt x="17" y="65"/>
                  </a:lnTo>
                  <a:lnTo>
                    <a:pt x="17" y="66"/>
                  </a:lnTo>
                  <a:lnTo>
                    <a:pt x="17" y="67"/>
                  </a:lnTo>
                  <a:lnTo>
                    <a:pt x="19" y="68"/>
                  </a:lnTo>
                  <a:lnTo>
                    <a:pt x="22" y="70"/>
                  </a:lnTo>
                  <a:lnTo>
                    <a:pt x="22" y="70"/>
                  </a:lnTo>
                  <a:lnTo>
                    <a:pt x="24" y="71"/>
                  </a:lnTo>
                  <a:lnTo>
                    <a:pt x="25" y="72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8" y="79"/>
                  </a:lnTo>
                  <a:lnTo>
                    <a:pt x="28" y="83"/>
                  </a:lnTo>
                  <a:lnTo>
                    <a:pt x="28" y="83"/>
                  </a:lnTo>
                  <a:close/>
                  <a:moveTo>
                    <a:pt x="27" y="113"/>
                  </a:moveTo>
                  <a:lnTo>
                    <a:pt x="22" y="113"/>
                  </a:lnTo>
                  <a:lnTo>
                    <a:pt x="22" y="120"/>
                  </a:lnTo>
                  <a:lnTo>
                    <a:pt x="27" y="120"/>
                  </a:lnTo>
                  <a:lnTo>
                    <a:pt x="27" y="113"/>
                  </a:lnTo>
                  <a:lnTo>
                    <a:pt x="27" y="113"/>
                  </a:lnTo>
                  <a:close/>
                  <a:moveTo>
                    <a:pt x="28" y="84"/>
                  </a:moveTo>
                  <a:lnTo>
                    <a:pt x="22" y="84"/>
                  </a:lnTo>
                  <a:lnTo>
                    <a:pt x="22" y="92"/>
                  </a:lnTo>
                  <a:lnTo>
                    <a:pt x="28" y="92"/>
                  </a:lnTo>
                  <a:lnTo>
                    <a:pt x="28" y="84"/>
                  </a:lnTo>
                  <a:lnTo>
                    <a:pt x="28" y="84"/>
                  </a:lnTo>
                  <a:close/>
                  <a:moveTo>
                    <a:pt x="26" y="166"/>
                  </a:moveTo>
                  <a:lnTo>
                    <a:pt x="26" y="166"/>
                  </a:lnTo>
                  <a:lnTo>
                    <a:pt x="24" y="167"/>
                  </a:lnTo>
                  <a:lnTo>
                    <a:pt x="22" y="169"/>
                  </a:lnTo>
                  <a:lnTo>
                    <a:pt x="22" y="170"/>
                  </a:lnTo>
                  <a:lnTo>
                    <a:pt x="21" y="171"/>
                  </a:lnTo>
                  <a:lnTo>
                    <a:pt x="20" y="172"/>
                  </a:lnTo>
                  <a:lnTo>
                    <a:pt x="19" y="176"/>
                  </a:lnTo>
                  <a:lnTo>
                    <a:pt x="19" y="178"/>
                  </a:lnTo>
                  <a:lnTo>
                    <a:pt x="17" y="179"/>
                  </a:lnTo>
                  <a:lnTo>
                    <a:pt x="15" y="180"/>
                  </a:lnTo>
                  <a:lnTo>
                    <a:pt x="14" y="182"/>
                  </a:lnTo>
                  <a:lnTo>
                    <a:pt x="12" y="183"/>
                  </a:lnTo>
                  <a:lnTo>
                    <a:pt x="11" y="186"/>
                  </a:lnTo>
                  <a:lnTo>
                    <a:pt x="10" y="188"/>
                  </a:lnTo>
                  <a:lnTo>
                    <a:pt x="10" y="190"/>
                  </a:lnTo>
                  <a:lnTo>
                    <a:pt x="10" y="193"/>
                  </a:lnTo>
                  <a:lnTo>
                    <a:pt x="10" y="198"/>
                  </a:lnTo>
                  <a:lnTo>
                    <a:pt x="11" y="200"/>
                  </a:lnTo>
                  <a:lnTo>
                    <a:pt x="10" y="202"/>
                  </a:lnTo>
                  <a:lnTo>
                    <a:pt x="8" y="203"/>
                  </a:lnTo>
                  <a:lnTo>
                    <a:pt x="6" y="206"/>
                  </a:lnTo>
                  <a:lnTo>
                    <a:pt x="5" y="209"/>
                  </a:lnTo>
                  <a:lnTo>
                    <a:pt x="4" y="210"/>
                  </a:lnTo>
                  <a:lnTo>
                    <a:pt x="4" y="212"/>
                  </a:lnTo>
                  <a:lnTo>
                    <a:pt x="4" y="214"/>
                  </a:lnTo>
                  <a:lnTo>
                    <a:pt x="4" y="217"/>
                  </a:lnTo>
                  <a:lnTo>
                    <a:pt x="4" y="219"/>
                  </a:lnTo>
                  <a:lnTo>
                    <a:pt x="5" y="221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26" y="222"/>
                  </a:lnTo>
                  <a:lnTo>
                    <a:pt x="26" y="166"/>
                  </a:lnTo>
                  <a:lnTo>
                    <a:pt x="26" y="166"/>
                  </a:lnTo>
                  <a:close/>
                  <a:moveTo>
                    <a:pt x="27" y="226"/>
                  </a:moveTo>
                  <a:lnTo>
                    <a:pt x="0" y="226"/>
                  </a:lnTo>
                  <a:lnTo>
                    <a:pt x="0" y="234"/>
                  </a:lnTo>
                  <a:lnTo>
                    <a:pt x="27" y="234"/>
                  </a:lnTo>
                  <a:lnTo>
                    <a:pt x="27" y="226"/>
                  </a:lnTo>
                  <a:lnTo>
                    <a:pt x="27" y="226"/>
                  </a:lnTo>
                  <a:close/>
                  <a:moveTo>
                    <a:pt x="277" y="118"/>
                  </a:moveTo>
                  <a:lnTo>
                    <a:pt x="277" y="118"/>
                  </a:lnTo>
                  <a:lnTo>
                    <a:pt x="279" y="121"/>
                  </a:lnTo>
                  <a:lnTo>
                    <a:pt x="280" y="122"/>
                  </a:lnTo>
                  <a:lnTo>
                    <a:pt x="281" y="124"/>
                  </a:lnTo>
                  <a:lnTo>
                    <a:pt x="283" y="125"/>
                  </a:lnTo>
                  <a:lnTo>
                    <a:pt x="284" y="126"/>
                  </a:lnTo>
                  <a:lnTo>
                    <a:pt x="287" y="126"/>
                  </a:lnTo>
                  <a:lnTo>
                    <a:pt x="287" y="126"/>
                  </a:lnTo>
                  <a:lnTo>
                    <a:pt x="288" y="127"/>
                  </a:lnTo>
                  <a:lnTo>
                    <a:pt x="288" y="128"/>
                  </a:lnTo>
                  <a:lnTo>
                    <a:pt x="288" y="129"/>
                  </a:lnTo>
                  <a:lnTo>
                    <a:pt x="288" y="130"/>
                  </a:lnTo>
                  <a:lnTo>
                    <a:pt x="289" y="131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3" y="133"/>
                  </a:lnTo>
                  <a:lnTo>
                    <a:pt x="293" y="118"/>
                  </a:lnTo>
                  <a:lnTo>
                    <a:pt x="277" y="118"/>
                  </a:lnTo>
                  <a:lnTo>
                    <a:pt x="277" y="118"/>
                  </a:lnTo>
                  <a:close/>
                  <a:moveTo>
                    <a:pt x="294" y="62"/>
                  </a:moveTo>
                  <a:lnTo>
                    <a:pt x="292" y="62"/>
                  </a:lnTo>
                  <a:lnTo>
                    <a:pt x="289" y="62"/>
                  </a:lnTo>
                  <a:lnTo>
                    <a:pt x="285" y="62"/>
                  </a:lnTo>
                  <a:lnTo>
                    <a:pt x="282" y="61"/>
                  </a:lnTo>
                  <a:lnTo>
                    <a:pt x="280" y="59"/>
                  </a:lnTo>
                  <a:lnTo>
                    <a:pt x="279" y="58"/>
                  </a:lnTo>
                  <a:lnTo>
                    <a:pt x="279" y="58"/>
                  </a:lnTo>
                  <a:lnTo>
                    <a:pt x="278" y="56"/>
                  </a:lnTo>
                  <a:lnTo>
                    <a:pt x="277" y="54"/>
                  </a:lnTo>
                  <a:lnTo>
                    <a:pt x="277" y="54"/>
                  </a:lnTo>
                  <a:lnTo>
                    <a:pt x="277" y="53"/>
                  </a:lnTo>
                  <a:lnTo>
                    <a:pt x="277" y="52"/>
                  </a:lnTo>
                  <a:lnTo>
                    <a:pt x="279" y="49"/>
                  </a:lnTo>
                  <a:lnTo>
                    <a:pt x="281" y="46"/>
                  </a:lnTo>
                  <a:lnTo>
                    <a:pt x="283" y="45"/>
                  </a:lnTo>
                  <a:lnTo>
                    <a:pt x="284" y="45"/>
                  </a:lnTo>
                  <a:lnTo>
                    <a:pt x="286" y="45"/>
                  </a:lnTo>
                  <a:lnTo>
                    <a:pt x="287" y="46"/>
                  </a:lnTo>
                  <a:lnTo>
                    <a:pt x="290" y="49"/>
                  </a:lnTo>
                  <a:lnTo>
                    <a:pt x="292" y="52"/>
                  </a:lnTo>
                  <a:lnTo>
                    <a:pt x="294" y="53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62"/>
                  </a:lnTo>
                  <a:lnTo>
                    <a:pt x="294" y="62"/>
                  </a:lnTo>
                  <a:close/>
                  <a:moveTo>
                    <a:pt x="298" y="53"/>
                  </a:moveTo>
                  <a:lnTo>
                    <a:pt x="322" y="53"/>
                  </a:lnTo>
                  <a:lnTo>
                    <a:pt x="322" y="233"/>
                  </a:lnTo>
                  <a:lnTo>
                    <a:pt x="298" y="233"/>
                  </a:lnTo>
                  <a:lnTo>
                    <a:pt x="298" y="53"/>
                  </a:lnTo>
                  <a:lnTo>
                    <a:pt x="298" y="53"/>
                  </a:lnTo>
                  <a:close/>
                  <a:moveTo>
                    <a:pt x="295" y="30"/>
                  </a:moveTo>
                  <a:lnTo>
                    <a:pt x="295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48"/>
                  </a:lnTo>
                  <a:lnTo>
                    <a:pt x="294" y="49"/>
                  </a:lnTo>
                  <a:lnTo>
                    <a:pt x="294" y="50"/>
                  </a:lnTo>
                  <a:lnTo>
                    <a:pt x="295" y="50"/>
                  </a:lnTo>
                  <a:lnTo>
                    <a:pt x="295" y="50"/>
                  </a:lnTo>
                  <a:lnTo>
                    <a:pt x="325" y="50"/>
                  </a:lnTo>
                  <a:lnTo>
                    <a:pt x="325" y="50"/>
                  </a:lnTo>
                  <a:lnTo>
                    <a:pt x="326" y="50"/>
                  </a:lnTo>
                  <a:lnTo>
                    <a:pt x="326" y="49"/>
                  </a:lnTo>
                  <a:lnTo>
                    <a:pt x="326" y="48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295" y="30"/>
                  </a:lnTo>
                  <a:lnTo>
                    <a:pt x="295" y="30"/>
                  </a:lnTo>
                  <a:close/>
                  <a:moveTo>
                    <a:pt x="31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308" y="1"/>
                  </a:lnTo>
                  <a:lnTo>
                    <a:pt x="307" y="1"/>
                  </a:lnTo>
                  <a:lnTo>
                    <a:pt x="306" y="2"/>
                  </a:lnTo>
                  <a:lnTo>
                    <a:pt x="305" y="3"/>
                  </a:lnTo>
                  <a:lnTo>
                    <a:pt x="303" y="5"/>
                  </a:lnTo>
                  <a:lnTo>
                    <a:pt x="303" y="7"/>
                  </a:lnTo>
                  <a:lnTo>
                    <a:pt x="302" y="11"/>
                  </a:lnTo>
                  <a:lnTo>
                    <a:pt x="302" y="13"/>
                  </a:lnTo>
                  <a:lnTo>
                    <a:pt x="300" y="14"/>
                  </a:lnTo>
                  <a:lnTo>
                    <a:pt x="299" y="14"/>
                  </a:lnTo>
                  <a:lnTo>
                    <a:pt x="299" y="16"/>
                  </a:lnTo>
                  <a:lnTo>
                    <a:pt x="298" y="17"/>
                  </a:lnTo>
                  <a:lnTo>
                    <a:pt x="297" y="18"/>
                  </a:lnTo>
                  <a:lnTo>
                    <a:pt x="297" y="20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5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10" y="27"/>
                  </a:lnTo>
                  <a:lnTo>
                    <a:pt x="319" y="27"/>
                  </a:lnTo>
                  <a:lnTo>
                    <a:pt x="320" y="27"/>
                  </a:lnTo>
                  <a:lnTo>
                    <a:pt x="320" y="26"/>
                  </a:lnTo>
                  <a:lnTo>
                    <a:pt x="321" y="26"/>
                  </a:lnTo>
                  <a:lnTo>
                    <a:pt x="321" y="26"/>
                  </a:lnTo>
                  <a:lnTo>
                    <a:pt x="321" y="25"/>
                  </a:lnTo>
                  <a:lnTo>
                    <a:pt x="321" y="22"/>
                  </a:lnTo>
                  <a:lnTo>
                    <a:pt x="322" y="22"/>
                  </a:lnTo>
                  <a:lnTo>
                    <a:pt x="323" y="20"/>
                  </a:lnTo>
                  <a:lnTo>
                    <a:pt x="323" y="18"/>
                  </a:lnTo>
                  <a:lnTo>
                    <a:pt x="322" y="17"/>
                  </a:lnTo>
                  <a:lnTo>
                    <a:pt x="321" y="16"/>
                  </a:lnTo>
                  <a:lnTo>
                    <a:pt x="320" y="14"/>
                  </a:lnTo>
                  <a:lnTo>
                    <a:pt x="319" y="14"/>
                  </a:lnTo>
                  <a:lnTo>
                    <a:pt x="318" y="13"/>
                  </a:lnTo>
                  <a:lnTo>
                    <a:pt x="318" y="11"/>
                  </a:lnTo>
                  <a:lnTo>
                    <a:pt x="317" y="7"/>
                  </a:lnTo>
                  <a:lnTo>
                    <a:pt x="316" y="5"/>
                  </a:lnTo>
                  <a:lnTo>
                    <a:pt x="315" y="3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12" y="1"/>
                  </a:lnTo>
                  <a:lnTo>
                    <a:pt x="311" y="0"/>
                  </a:lnTo>
                  <a:lnTo>
                    <a:pt x="311" y="0"/>
                  </a:lnTo>
                  <a:close/>
                  <a:moveTo>
                    <a:pt x="327" y="52"/>
                  </a:moveTo>
                  <a:lnTo>
                    <a:pt x="327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1"/>
                  </a:lnTo>
                  <a:lnTo>
                    <a:pt x="337" y="59"/>
                  </a:lnTo>
                  <a:lnTo>
                    <a:pt x="338" y="58"/>
                  </a:lnTo>
                  <a:lnTo>
                    <a:pt x="339" y="55"/>
                  </a:lnTo>
                  <a:lnTo>
                    <a:pt x="339" y="54"/>
                  </a:lnTo>
                  <a:lnTo>
                    <a:pt x="340" y="53"/>
                  </a:lnTo>
                  <a:lnTo>
                    <a:pt x="342" y="51"/>
                  </a:lnTo>
                  <a:lnTo>
                    <a:pt x="343" y="50"/>
                  </a:lnTo>
                  <a:lnTo>
                    <a:pt x="345" y="47"/>
                  </a:lnTo>
                  <a:lnTo>
                    <a:pt x="345" y="46"/>
                  </a:lnTo>
                  <a:lnTo>
                    <a:pt x="345" y="46"/>
                  </a:lnTo>
                  <a:lnTo>
                    <a:pt x="345" y="45"/>
                  </a:lnTo>
                  <a:lnTo>
                    <a:pt x="344" y="44"/>
                  </a:lnTo>
                  <a:lnTo>
                    <a:pt x="343" y="42"/>
                  </a:lnTo>
                  <a:lnTo>
                    <a:pt x="342" y="42"/>
                  </a:lnTo>
                  <a:lnTo>
                    <a:pt x="341" y="42"/>
                  </a:lnTo>
                  <a:lnTo>
                    <a:pt x="340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3"/>
                  </a:lnTo>
                  <a:lnTo>
                    <a:pt x="340" y="44"/>
                  </a:lnTo>
                  <a:lnTo>
                    <a:pt x="339" y="45"/>
                  </a:lnTo>
                  <a:lnTo>
                    <a:pt x="339" y="46"/>
                  </a:lnTo>
                  <a:lnTo>
                    <a:pt x="338" y="46"/>
                  </a:lnTo>
                  <a:lnTo>
                    <a:pt x="337" y="46"/>
                  </a:lnTo>
                  <a:lnTo>
                    <a:pt x="335" y="47"/>
                  </a:lnTo>
                  <a:lnTo>
                    <a:pt x="332" y="48"/>
                  </a:lnTo>
                  <a:lnTo>
                    <a:pt x="331" y="50"/>
                  </a:lnTo>
                  <a:lnTo>
                    <a:pt x="330" y="51"/>
                  </a:lnTo>
                  <a:lnTo>
                    <a:pt x="328" y="52"/>
                  </a:lnTo>
                  <a:lnTo>
                    <a:pt x="327" y="52"/>
                  </a:lnTo>
                  <a:lnTo>
                    <a:pt x="327" y="52"/>
                  </a:lnTo>
                  <a:close/>
                  <a:moveTo>
                    <a:pt x="326" y="65"/>
                  </a:moveTo>
                  <a:lnTo>
                    <a:pt x="333" y="65"/>
                  </a:lnTo>
                  <a:lnTo>
                    <a:pt x="333" y="74"/>
                  </a:lnTo>
                  <a:lnTo>
                    <a:pt x="326" y="74"/>
                  </a:lnTo>
                  <a:lnTo>
                    <a:pt x="326" y="65"/>
                  </a:lnTo>
                  <a:lnTo>
                    <a:pt x="326" y="65"/>
                  </a:lnTo>
                  <a:close/>
                  <a:moveTo>
                    <a:pt x="326" y="76"/>
                  </a:moveTo>
                  <a:lnTo>
                    <a:pt x="375" y="76"/>
                  </a:lnTo>
                  <a:lnTo>
                    <a:pt x="375" y="83"/>
                  </a:lnTo>
                  <a:lnTo>
                    <a:pt x="326" y="83"/>
                  </a:lnTo>
                  <a:lnTo>
                    <a:pt x="326" y="76"/>
                  </a:lnTo>
                  <a:lnTo>
                    <a:pt x="326" y="76"/>
                  </a:lnTo>
                  <a:close/>
                  <a:moveTo>
                    <a:pt x="326" y="86"/>
                  </a:moveTo>
                  <a:lnTo>
                    <a:pt x="375" y="86"/>
                  </a:lnTo>
                  <a:lnTo>
                    <a:pt x="375" y="107"/>
                  </a:lnTo>
                  <a:lnTo>
                    <a:pt x="326" y="107"/>
                  </a:lnTo>
                  <a:lnTo>
                    <a:pt x="326" y="86"/>
                  </a:lnTo>
                  <a:lnTo>
                    <a:pt x="326" y="86"/>
                  </a:lnTo>
                  <a:close/>
                  <a:moveTo>
                    <a:pt x="326" y="110"/>
                  </a:moveTo>
                  <a:lnTo>
                    <a:pt x="375" y="110"/>
                  </a:lnTo>
                  <a:lnTo>
                    <a:pt x="375" y="117"/>
                  </a:lnTo>
                  <a:lnTo>
                    <a:pt x="326" y="117"/>
                  </a:lnTo>
                  <a:lnTo>
                    <a:pt x="326" y="110"/>
                  </a:lnTo>
                  <a:lnTo>
                    <a:pt x="326" y="110"/>
                  </a:lnTo>
                  <a:close/>
                  <a:moveTo>
                    <a:pt x="361" y="121"/>
                  </a:moveTo>
                  <a:lnTo>
                    <a:pt x="361" y="121"/>
                  </a:lnTo>
                  <a:lnTo>
                    <a:pt x="361" y="122"/>
                  </a:lnTo>
                  <a:lnTo>
                    <a:pt x="362" y="122"/>
                  </a:lnTo>
                  <a:lnTo>
                    <a:pt x="363" y="124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8"/>
                  </a:lnTo>
                  <a:lnTo>
                    <a:pt x="369" y="128"/>
                  </a:lnTo>
                  <a:lnTo>
                    <a:pt x="371" y="129"/>
                  </a:lnTo>
                  <a:lnTo>
                    <a:pt x="371" y="130"/>
                  </a:lnTo>
                  <a:lnTo>
                    <a:pt x="372" y="132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21"/>
                  </a:lnTo>
                  <a:lnTo>
                    <a:pt x="361" y="121"/>
                  </a:lnTo>
                  <a:lnTo>
                    <a:pt x="361" y="121"/>
                  </a:lnTo>
                  <a:close/>
                  <a:moveTo>
                    <a:pt x="379" y="73"/>
                  </a:moveTo>
                  <a:lnTo>
                    <a:pt x="401" y="73"/>
                  </a:lnTo>
                  <a:lnTo>
                    <a:pt x="401" y="233"/>
                  </a:lnTo>
                  <a:lnTo>
                    <a:pt x="379" y="233"/>
                  </a:lnTo>
                  <a:lnTo>
                    <a:pt x="379" y="73"/>
                  </a:lnTo>
                  <a:lnTo>
                    <a:pt x="379" y="73"/>
                  </a:lnTo>
                  <a:close/>
                  <a:moveTo>
                    <a:pt x="377" y="50"/>
                  </a:moveTo>
                  <a:lnTo>
                    <a:pt x="404" y="50"/>
                  </a:lnTo>
                  <a:lnTo>
                    <a:pt x="404" y="50"/>
                  </a:lnTo>
                  <a:lnTo>
                    <a:pt x="404" y="50"/>
                  </a:lnTo>
                  <a:lnTo>
                    <a:pt x="405" y="51"/>
                  </a:lnTo>
                  <a:lnTo>
                    <a:pt x="405" y="51"/>
                  </a:lnTo>
                  <a:lnTo>
                    <a:pt x="405" y="67"/>
                  </a:lnTo>
                  <a:lnTo>
                    <a:pt x="405" y="68"/>
                  </a:lnTo>
                  <a:lnTo>
                    <a:pt x="404" y="68"/>
                  </a:lnTo>
                  <a:lnTo>
                    <a:pt x="404" y="68"/>
                  </a:lnTo>
                  <a:lnTo>
                    <a:pt x="404" y="69"/>
                  </a:lnTo>
                  <a:lnTo>
                    <a:pt x="377" y="69"/>
                  </a:lnTo>
                  <a:lnTo>
                    <a:pt x="377" y="68"/>
                  </a:lnTo>
                  <a:lnTo>
                    <a:pt x="376" y="68"/>
                  </a:lnTo>
                  <a:lnTo>
                    <a:pt x="376" y="68"/>
                  </a:lnTo>
                  <a:lnTo>
                    <a:pt x="376" y="67"/>
                  </a:lnTo>
                  <a:lnTo>
                    <a:pt x="376" y="51"/>
                  </a:lnTo>
                  <a:lnTo>
                    <a:pt x="376" y="51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7" y="50"/>
                  </a:lnTo>
                  <a:lnTo>
                    <a:pt x="377" y="50"/>
                  </a:lnTo>
                  <a:close/>
                  <a:moveTo>
                    <a:pt x="449" y="79"/>
                  </a:moveTo>
                  <a:lnTo>
                    <a:pt x="471" y="79"/>
                  </a:lnTo>
                  <a:lnTo>
                    <a:pt x="471" y="232"/>
                  </a:lnTo>
                  <a:lnTo>
                    <a:pt x="450" y="232"/>
                  </a:lnTo>
                  <a:lnTo>
                    <a:pt x="450" y="88"/>
                  </a:lnTo>
                  <a:lnTo>
                    <a:pt x="449" y="88"/>
                  </a:lnTo>
                  <a:lnTo>
                    <a:pt x="449" y="79"/>
                  </a:lnTo>
                  <a:lnTo>
                    <a:pt x="449" y="79"/>
                  </a:lnTo>
                  <a:close/>
                  <a:moveTo>
                    <a:pt x="447" y="63"/>
                  </a:moveTo>
                  <a:lnTo>
                    <a:pt x="471" y="63"/>
                  </a:lnTo>
                  <a:lnTo>
                    <a:pt x="472" y="63"/>
                  </a:lnTo>
                  <a:lnTo>
                    <a:pt x="473" y="64"/>
                  </a:lnTo>
                  <a:lnTo>
                    <a:pt x="473" y="76"/>
                  </a:lnTo>
                  <a:lnTo>
                    <a:pt x="472" y="77"/>
                  </a:lnTo>
                  <a:lnTo>
                    <a:pt x="471" y="78"/>
                  </a:lnTo>
                  <a:lnTo>
                    <a:pt x="447" y="78"/>
                  </a:lnTo>
                  <a:lnTo>
                    <a:pt x="447" y="77"/>
                  </a:lnTo>
                  <a:lnTo>
                    <a:pt x="447" y="76"/>
                  </a:lnTo>
                  <a:lnTo>
                    <a:pt x="447" y="64"/>
                  </a:lnTo>
                  <a:lnTo>
                    <a:pt x="447" y="63"/>
                  </a:lnTo>
                  <a:lnTo>
                    <a:pt x="447" y="63"/>
                  </a:lnTo>
                  <a:lnTo>
                    <a:pt x="447" y="63"/>
                  </a:lnTo>
                  <a:close/>
                  <a:moveTo>
                    <a:pt x="459" y="39"/>
                  </a:moveTo>
                  <a:lnTo>
                    <a:pt x="459" y="39"/>
                  </a:lnTo>
                  <a:lnTo>
                    <a:pt x="458" y="39"/>
                  </a:lnTo>
                  <a:lnTo>
                    <a:pt x="456" y="40"/>
                  </a:lnTo>
                  <a:lnTo>
                    <a:pt x="455" y="42"/>
                  </a:lnTo>
                  <a:lnTo>
                    <a:pt x="455" y="42"/>
                  </a:lnTo>
                  <a:lnTo>
                    <a:pt x="454" y="45"/>
                  </a:lnTo>
                  <a:lnTo>
                    <a:pt x="453" y="47"/>
                  </a:lnTo>
                  <a:lnTo>
                    <a:pt x="453" y="49"/>
                  </a:lnTo>
                  <a:lnTo>
                    <a:pt x="451" y="50"/>
                  </a:lnTo>
                  <a:lnTo>
                    <a:pt x="451" y="50"/>
                  </a:lnTo>
                  <a:lnTo>
                    <a:pt x="451" y="51"/>
                  </a:lnTo>
                  <a:lnTo>
                    <a:pt x="450" y="52"/>
                  </a:lnTo>
                  <a:lnTo>
                    <a:pt x="450" y="53"/>
                  </a:lnTo>
                  <a:lnTo>
                    <a:pt x="450" y="54"/>
                  </a:lnTo>
                  <a:lnTo>
                    <a:pt x="450" y="55"/>
                  </a:lnTo>
                  <a:lnTo>
                    <a:pt x="451" y="56"/>
                  </a:lnTo>
                  <a:lnTo>
                    <a:pt x="451" y="57"/>
                  </a:lnTo>
                  <a:lnTo>
                    <a:pt x="451" y="58"/>
                  </a:lnTo>
                  <a:lnTo>
                    <a:pt x="452" y="58"/>
                  </a:lnTo>
                  <a:lnTo>
                    <a:pt x="451" y="58"/>
                  </a:lnTo>
                  <a:lnTo>
                    <a:pt x="451" y="59"/>
                  </a:lnTo>
                  <a:lnTo>
                    <a:pt x="451" y="59"/>
                  </a:lnTo>
                  <a:lnTo>
                    <a:pt x="451" y="61"/>
                  </a:lnTo>
                  <a:lnTo>
                    <a:pt x="451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67" y="61"/>
                  </a:lnTo>
                  <a:lnTo>
                    <a:pt x="467" y="61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7"/>
                  </a:lnTo>
                  <a:lnTo>
                    <a:pt x="467" y="56"/>
                  </a:lnTo>
                  <a:lnTo>
                    <a:pt x="469" y="55"/>
                  </a:lnTo>
                  <a:lnTo>
                    <a:pt x="469" y="54"/>
                  </a:lnTo>
                  <a:lnTo>
                    <a:pt x="469" y="53"/>
                  </a:lnTo>
                  <a:lnTo>
                    <a:pt x="469" y="52"/>
                  </a:lnTo>
                  <a:lnTo>
                    <a:pt x="468" y="51"/>
                  </a:lnTo>
                  <a:lnTo>
                    <a:pt x="467" y="50"/>
                  </a:lnTo>
                  <a:lnTo>
                    <a:pt x="467" y="50"/>
                  </a:lnTo>
                  <a:lnTo>
                    <a:pt x="466" y="49"/>
                  </a:lnTo>
                  <a:lnTo>
                    <a:pt x="466" y="47"/>
                  </a:lnTo>
                  <a:lnTo>
                    <a:pt x="465" y="45"/>
                  </a:lnTo>
                  <a:lnTo>
                    <a:pt x="464" y="42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9"/>
                  </a:lnTo>
                  <a:lnTo>
                    <a:pt x="460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close/>
                  <a:moveTo>
                    <a:pt x="405" y="74"/>
                  </a:moveTo>
                  <a:lnTo>
                    <a:pt x="409" y="74"/>
                  </a:lnTo>
                  <a:lnTo>
                    <a:pt x="411" y="74"/>
                  </a:lnTo>
                  <a:lnTo>
                    <a:pt x="411" y="74"/>
                  </a:lnTo>
                  <a:lnTo>
                    <a:pt x="412" y="74"/>
                  </a:lnTo>
                  <a:lnTo>
                    <a:pt x="414" y="73"/>
                  </a:lnTo>
                  <a:lnTo>
                    <a:pt x="415" y="71"/>
                  </a:lnTo>
                  <a:lnTo>
                    <a:pt x="415" y="69"/>
                  </a:lnTo>
                  <a:lnTo>
                    <a:pt x="418" y="65"/>
                  </a:lnTo>
                  <a:lnTo>
                    <a:pt x="420" y="61"/>
                  </a:lnTo>
                  <a:lnTo>
                    <a:pt x="420" y="59"/>
                  </a:lnTo>
                  <a:lnTo>
                    <a:pt x="419" y="59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8" y="57"/>
                  </a:lnTo>
                  <a:lnTo>
                    <a:pt x="417" y="57"/>
                  </a:lnTo>
                  <a:lnTo>
                    <a:pt x="415" y="56"/>
                  </a:lnTo>
                  <a:lnTo>
                    <a:pt x="415" y="56"/>
                  </a:lnTo>
                  <a:lnTo>
                    <a:pt x="415" y="57"/>
                  </a:lnTo>
                  <a:lnTo>
                    <a:pt x="414" y="57"/>
                  </a:lnTo>
                  <a:lnTo>
                    <a:pt x="415" y="58"/>
                  </a:lnTo>
                  <a:lnTo>
                    <a:pt x="415" y="59"/>
                  </a:lnTo>
                  <a:lnTo>
                    <a:pt x="411" y="62"/>
                  </a:lnTo>
                  <a:lnTo>
                    <a:pt x="407" y="65"/>
                  </a:lnTo>
                  <a:lnTo>
                    <a:pt x="407" y="67"/>
                  </a:lnTo>
                  <a:lnTo>
                    <a:pt x="407" y="70"/>
                  </a:lnTo>
                  <a:lnTo>
                    <a:pt x="407" y="71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5" y="74"/>
                  </a:lnTo>
                  <a:lnTo>
                    <a:pt x="405" y="74"/>
                  </a:lnTo>
                  <a:close/>
                  <a:moveTo>
                    <a:pt x="405" y="76"/>
                  </a:moveTo>
                  <a:lnTo>
                    <a:pt x="410" y="76"/>
                  </a:lnTo>
                  <a:lnTo>
                    <a:pt x="410" y="83"/>
                  </a:lnTo>
                  <a:lnTo>
                    <a:pt x="405" y="83"/>
                  </a:lnTo>
                  <a:lnTo>
                    <a:pt x="405" y="76"/>
                  </a:lnTo>
                  <a:lnTo>
                    <a:pt x="405" y="76"/>
                  </a:lnTo>
                  <a:close/>
                  <a:moveTo>
                    <a:pt x="405" y="84"/>
                  </a:moveTo>
                  <a:lnTo>
                    <a:pt x="447" y="84"/>
                  </a:lnTo>
                  <a:lnTo>
                    <a:pt x="447" y="92"/>
                  </a:lnTo>
                  <a:lnTo>
                    <a:pt x="405" y="92"/>
                  </a:lnTo>
                  <a:lnTo>
                    <a:pt x="405" y="84"/>
                  </a:lnTo>
                  <a:lnTo>
                    <a:pt x="405" y="84"/>
                  </a:lnTo>
                  <a:close/>
                  <a:moveTo>
                    <a:pt x="339" y="121"/>
                  </a:moveTo>
                  <a:lnTo>
                    <a:pt x="340" y="121"/>
                  </a:lnTo>
                  <a:lnTo>
                    <a:pt x="340" y="122"/>
                  </a:lnTo>
                  <a:lnTo>
                    <a:pt x="339" y="122"/>
                  </a:lnTo>
                  <a:lnTo>
                    <a:pt x="338" y="124"/>
                  </a:lnTo>
                  <a:lnTo>
                    <a:pt x="337" y="126"/>
                  </a:lnTo>
                  <a:lnTo>
                    <a:pt x="335" y="126"/>
                  </a:lnTo>
                  <a:lnTo>
                    <a:pt x="334" y="128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30" y="130"/>
                  </a:lnTo>
                  <a:lnTo>
                    <a:pt x="329" y="132"/>
                  </a:lnTo>
                  <a:lnTo>
                    <a:pt x="328" y="134"/>
                  </a:lnTo>
                  <a:lnTo>
                    <a:pt x="327" y="134"/>
                  </a:lnTo>
                  <a:lnTo>
                    <a:pt x="327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21"/>
                  </a:lnTo>
                  <a:lnTo>
                    <a:pt x="339" y="121"/>
                  </a:lnTo>
                  <a:lnTo>
                    <a:pt x="339" y="121"/>
                  </a:lnTo>
                  <a:close/>
                  <a:moveTo>
                    <a:pt x="391" y="25"/>
                  </a:moveTo>
                  <a:lnTo>
                    <a:pt x="391" y="25"/>
                  </a:lnTo>
                  <a:lnTo>
                    <a:pt x="391" y="25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89" y="25"/>
                  </a:lnTo>
                  <a:lnTo>
                    <a:pt x="388" y="25"/>
                  </a:lnTo>
                  <a:lnTo>
                    <a:pt x="387" y="26"/>
                  </a:lnTo>
                  <a:lnTo>
                    <a:pt x="387" y="27"/>
                  </a:lnTo>
                  <a:lnTo>
                    <a:pt x="385" y="29"/>
                  </a:lnTo>
                  <a:lnTo>
                    <a:pt x="384" y="31"/>
                  </a:lnTo>
                  <a:lnTo>
                    <a:pt x="384" y="34"/>
                  </a:lnTo>
                  <a:lnTo>
                    <a:pt x="384" y="35"/>
                  </a:lnTo>
                  <a:lnTo>
                    <a:pt x="383" y="36"/>
                  </a:lnTo>
                  <a:lnTo>
                    <a:pt x="382" y="37"/>
                  </a:lnTo>
                  <a:lnTo>
                    <a:pt x="380" y="38"/>
                  </a:lnTo>
                  <a:lnTo>
                    <a:pt x="380" y="40"/>
                  </a:lnTo>
                  <a:lnTo>
                    <a:pt x="379" y="42"/>
                  </a:lnTo>
                  <a:lnTo>
                    <a:pt x="379" y="42"/>
                  </a:lnTo>
                  <a:lnTo>
                    <a:pt x="379" y="44"/>
                  </a:lnTo>
                  <a:lnTo>
                    <a:pt x="380" y="45"/>
                  </a:lnTo>
                  <a:lnTo>
                    <a:pt x="381" y="46"/>
                  </a:lnTo>
                  <a:lnTo>
                    <a:pt x="381" y="47"/>
                  </a:lnTo>
                  <a:lnTo>
                    <a:pt x="382" y="47"/>
                  </a:lnTo>
                  <a:lnTo>
                    <a:pt x="382" y="48"/>
                  </a:lnTo>
                  <a:lnTo>
                    <a:pt x="382" y="48"/>
                  </a:lnTo>
                  <a:lnTo>
                    <a:pt x="383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1" y="48"/>
                  </a:lnTo>
                  <a:lnTo>
                    <a:pt x="398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7"/>
                  </a:lnTo>
                  <a:lnTo>
                    <a:pt x="399" y="46"/>
                  </a:lnTo>
                  <a:lnTo>
                    <a:pt x="401" y="46"/>
                  </a:lnTo>
                  <a:lnTo>
                    <a:pt x="401" y="44"/>
                  </a:lnTo>
                  <a:lnTo>
                    <a:pt x="402" y="43"/>
                  </a:lnTo>
                  <a:lnTo>
                    <a:pt x="401" y="42"/>
                  </a:lnTo>
                  <a:lnTo>
                    <a:pt x="401" y="40"/>
                  </a:lnTo>
                  <a:lnTo>
                    <a:pt x="400" y="38"/>
                  </a:lnTo>
                  <a:lnTo>
                    <a:pt x="399" y="38"/>
                  </a:lnTo>
                  <a:lnTo>
                    <a:pt x="398" y="37"/>
                  </a:lnTo>
                  <a:lnTo>
                    <a:pt x="397" y="35"/>
                  </a:lnTo>
                  <a:lnTo>
                    <a:pt x="397" y="34"/>
                  </a:lnTo>
                  <a:lnTo>
                    <a:pt x="396" y="31"/>
                  </a:lnTo>
                  <a:lnTo>
                    <a:pt x="395" y="30"/>
                  </a:lnTo>
                  <a:lnTo>
                    <a:pt x="395" y="27"/>
                  </a:lnTo>
                  <a:lnTo>
                    <a:pt x="394" y="26"/>
                  </a:lnTo>
                  <a:lnTo>
                    <a:pt x="393" y="26"/>
                  </a:lnTo>
                  <a:lnTo>
                    <a:pt x="392" y="25"/>
                  </a:lnTo>
                  <a:lnTo>
                    <a:pt x="391" y="25"/>
                  </a:lnTo>
                  <a:lnTo>
                    <a:pt x="391" y="25"/>
                  </a:lnTo>
                  <a:close/>
                  <a:moveTo>
                    <a:pt x="375" y="74"/>
                  </a:moveTo>
                  <a:lnTo>
                    <a:pt x="371" y="74"/>
                  </a:lnTo>
                  <a:lnTo>
                    <a:pt x="370" y="74"/>
                  </a:lnTo>
                  <a:lnTo>
                    <a:pt x="369" y="74"/>
                  </a:lnTo>
                  <a:lnTo>
                    <a:pt x="368" y="74"/>
                  </a:lnTo>
                  <a:lnTo>
                    <a:pt x="367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3" y="65"/>
                  </a:lnTo>
                  <a:lnTo>
                    <a:pt x="360" y="61"/>
                  </a:lnTo>
                  <a:lnTo>
                    <a:pt x="360" y="59"/>
                  </a:lnTo>
                  <a:lnTo>
                    <a:pt x="361" y="59"/>
                  </a:lnTo>
                  <a:lnTo>
                    <a:pt x="362" y="58"/>
                  </a:lnTo>
                  <a:lnTo>
                    <a:pt x="362" y="58"/>
                  </a:lnTo>
                  <a:lnTo>
                    <a:pt x="363" y="57"/>
                  </a:lnTo>
                  <a:lnTo>
                    <a:pt x="364" y="57"/>
                  </a:lnTo>
                  <a:lnTo>
                    <a:pt x="365" y="56"/>
                  </a:lnTo>
                  <a:lnTo>
                    <a:pt x="366" y="56"/>
                  </a:lnTo>
                  <a:lnTo>
                    <a:pt x="366" y="57"/>
                  </a:lnTo>
                  <a:lnTo>
                    <a:pt x="366" y="57"/>
                  </a:lnTo>
                  <a:lnTo>
                    <a:pt x="366" y="58"/>
                  </a:lnTo>
                  <a:lnTo>
                    <a:pt x="366" y="59"/>
                  </a:lnTo>
                  <a:lnTo>
                    <a:pt x="369" y="62"/>
                  </a:lnTo>
                  <a:lnTo>
                    <a:pt x="373" y="65"/>
                  </a:lnTo>
                  <a:lnTo>
                    <a:pt x="374" y="67"/>
                  </a:lnTo>
                  <a:lnTo>
                    <a:pt x="374" y="70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4"/>
                  </a:lnTo>
                  <a:lnTo>
                    <a:pt x="375" y="74"/>
                  </a:lnTo>
                  <a:close/>
                  <a:moveTo>
                    <a:pt x="405" y="94"/>
                  </a:moveTo>
                  <a:lnTo>
                    <a:pt x="447" y="94"/>
                  </a:lnTo>
                  <a:lnTo>
                    <a:pt x="447" y="110"/>
                  </a:lnTo>
                  <a:lnTo>
                    <a:pt x="405" y="110"/>
                  </a:lnTo>
                  <a:lnTo>
                    <a:pt x="405" y="94"/>
                  </a:lnTo>
                  <a:lnTo>
                    <a:pt x="405" y="94"/>
                  </a:lnTo>
                  <a:close/>
                  <a:moveTo>
                    <a:pt x="405" y="113"/>
                  </a:moveTo>
                  <a:lnTo>
                    <a:pt x="447" y="113"/>
                  </a:lnTo>
                  <a:lnTo>
                    <a:pt x="447" y="120"/>
                  </a:lnTo>
                  <a:lnTo>
                    <a:pt x="405" y="120"/>
                  </a:lnTo>
                  <a:lnTo>
                    <a:pt x="405" y="113"/>
                  </a:lnTo>
                  <a:lnTo>
                    <a:pt x="405" y="113"/>
                  </a:lnTo>
                  <a:close/>
                  <a:moveTo>
                    <a:pt x="405" y="134"/>
                  </a:moveTo>
                  <a:lnTo>
                    <a:pt x="407" y="133"/>
                  </a:lnTo>
                  <a:lnTo>
                    <a:pt x="409" y="131"/>
                  </a:lnTo>
                  <a:lnTo>
                    <a:pt x="411" y="130"/>
                  </a:lnTo>
                  <a:lnTo>
                    <a:pt x="414" y="128"/>
                  </a:lnTo>
                  <a:lnTo>
                    <a:pt x="415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18" y="123"/>
                  </a:lnTo>
                  <a:lnTo>
                    <a:pt x="419" y="122"/>
                  </a:lnTo>
                  <a:lnTo>
                    <a:pt x="419" y="122"/>
                  </a:lnTo>
                  <a:lnTo>
                    <a:pt x="405" y="122"/>
                  </a:lnTo>
                  <a:lnTo>
                    <a:pt x="405" y="134"/>
                  </a:lnTo>
                  <a:lnTo>
                    <a:pt x="405" y="134"/>
                  </a:lnTo>
                  <a:close/>
                  <a:moveTo>
                    <a:pt x="446" y="134"/>
                  </a:moveTo>
                  <a:lnTo>
                    <a:pt x="445" y="134"/>
                  </a:lnTo>
                  <a:lnTo>
                    <a:pt x="443" y="131"/>
                  </a:lnTo>
                  <a:lnTo>
                    <a:pt x="440" y="130"/>
                  </a:lnTo>
                  <a:lnTo>
                    <a:pt x="438" y="128"/>
                  </a:lnTo>
                  <a:lnTo>
                    <a:pt x="436" y="126"/>
                  </a:lnTo>
                  <a:lnTo>
                    <a:pt x="435" y="126"/>
                  </a:lnTo>
                  <a:lnTo>
                    <a:pt x="435" y="124"/>
                  </a:lnTo>
                  <a:lnTo>
                    <a:pt x="434" y="123"/>
                  </a:lnTo>
                  <a:lnTo>
                    <a:pt x="433" y="122"/>
                  </a:lnTo>
                  <a:lnTo>
                    <a:pt x="433" y="122"/>
                  </a:lnTo>
                  <a:lnTo>
                    <a:pt x="447" y="122"/>
                  </a:lnTo>
                  <a:lnTo>
                    <a:pt x="446" y="134"/>
                  </a:lnTo>
                  <a:lnTo>
                    <a:pt x="446" y="134"/>
                  </a:lnTo>
                  <a:close/>
                  <a:moveTo>
                    <a:pt x="447" y="79"/>
                  </a:moveTo>
                  <a:lnTo>
                    <a:pt x="444" y="79"/>
                  </a:lnTo>
                  <a:lnTo>
                    <a:pt x="444" y="70"/>
                  </a:lnTo>
                  <a:lnTo>
                    <a:pt x="443" y="69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40" y="69"/>
                  </a:lnTo>
                  <a:lnTo>
                    <a:pt x="439" y="70"/>
                  </a:lnTo>
                  <a:lnTo>
                    <a:pt x="438" y="70"/>
                  </a:lnTo>
                  <a:lnTo>
                    <a:pt x="438" y="71"/>
                  </a:lnTo>
                  <a:lnTo>
                    <a:pt x="438" y="72"/>
                  </a:lnTo>
                  <a:lnTo>
                    <a:pt x="438" y="73"/>
                  </a:lnTo>
                  <a:lnTo>
                    <a:pt x="438" y="73"/>
                  </a:lnTo>
                  <a:lnTo>
                    <a:pt x="436" y="74"/>
                  </a:lnTo>
                  <a:lnTo>
                    <a:pt x="435" y="74"/>
                  </a:lnTo>
                  <a:lnTo>
                    <a:pt x="435" y="75"/>
                  </a:lnTo>
                  <a:lnTo>
                    <a:pt x="435" y="76"/>
                  </a:lnTo>
                  <a:lnTo>
                    <a:pt x="435" y="77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6" y="79"/>
                  </a:lnTo>
                  <a:lnTo>
                    <a:pt x="438" y="81"/>
                  </a:lnTo>
                  <a:lnTo>
                    <a:pt x="439" y="82"/>
                  </a:lnTo>
                  <a:lnTo>
                    <a:pt x="441" y="82"/>
                  </a:lnTo>
                  <a:lnTo>
                    <a:pt x="442" y="82"/>
                  </a:lnTo>
                  <a:lnTo>
                    <a:pt x="445" y="82"/>
                  </a:lnTo>
                  <a:lnTo>
                    <a:pt x="447" y="82"/>
                  </a:lnTo>
                  <a:lnTo>
                    <a:pt x="447" y="79"/>
                  </a:lnTo>
                  <a:lnTo>
                    <a:pt x="447" y="79"/>
                  </a:lnTo>
                  <a:close/>
                  <a:moveTo>
                    <a:pt x="473" y="83"/>
                  </a:moveTo>
                  <a:lnTo>
                    <a:pt x="478" y="83"/>
                  </a:lnTo>
                  <a:lnTo>
                    <a:pt x="479" y="83"/>
                  </a:lnTo>
                  <a:lnTo>
                    <a:pt x="480" y="82"/>
                  </a:lnTo>
                  <a:lnTo>
                    <a:pt x="481" y="82"/>
                  </a:lnTo>
                  <a:lnTo>
                    <a:pt x="482" y="82"/>
                  </a:lnTo>
                  <a:lnTo>
                    <a:pt x="483" y="79"/>
                  </a:lnTo>
                  <a:lnTo>
                    <a:pt x="483" y="77"/>
                  </a:lnTo>
                  <a:lnTo>
                    <a:pt x="484" y="75"/>
                  </a:lnTo>
                  <a:lnTo>
                    <a:pt x="485" y="74"/>
                  </a:lnTo>
                  <a:lnTo>
                    <a:pt x="486" y="73"/>
                  </a:lnTo>
                  <a:lnTo>
                    <a:pt x="487" y="72"/>
                  </a:lnTo>
                  <a:lnTo>
                    <a:pt x="487" y="71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68"/>
                  </a:lnTo>
                  <a:lnTo>
                    <a:pt x="488" y="66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6" y="64"/>
                  </a:lnTo>
                  <a:lnTo>
                    <a:pt x="485" y="64"/>
                  </a:lnTo>
                  <a:lnTo>
                    <a:pt x="484" y="65"/>
                  </a:lnTo>
                  <a:lnTo>
                    <a:pt x="484" y="65"/>
                  </a:lnTo>
                  <a:lnTo>
                    <a:pt x="484" y="66"/>
                  </a:lnTo>
                  <a:lnTo>
                    <a:pt x="484" y="67"/>
                  </a:lnTo>
                  <a:lnTo>
                    <a:pt x="483" y="68"/>
                  </a:lnTo>
                  <a:lnTo>
                    <a:pt x="480" y="70"/>
                  </a:lnTo>
                  <a:lnTo>
                    <a:pt x="479" y="70"/>
                  </a:lnTo>
                  <a:lnTo>
                    <a:pt x="477" y="71"/>
                  </a:lnTo>
                  <a:lnTo>
                    <a:pt x="476" y="72"/>
                  </a:lnTo>
                  <a:lnTo>
                    <a:pt x="475" y="74"/>
                  </a:lnTo>
                  <a:lnTo>
                    <a:pt x="475" y="76"/>
                  </a:lnTo>
                  <a:lnTo>
                    <a:pt x="475" y="78"/>
                  </a:lnTo>
                  <a:lnTo>
                    <a:pt x="475" y="79"/>
                  </a:lnTo>
                  <a:lnTo>
                    <a:pt x="475" y="79"/>
                  </a:lnTo>
                  <a:lnTo>
                    <a:pt x="473" y="79"/>
                  </a:lnTo>
                  <a:lnTo>
                    <a:pt x="473" y="83"/>
                  </a:lnTo>
                  <a:lnTo>
                    <a:pt x="473" y="83"/>
                  </a:lnTo>
                  <a:close/>
                  <a:moveTo>
                    <a:pt x="474" y="113"/>
                  </a:moveTo>
                  <a:lnTo>
                    <a:pt x="479" y="113"/>
                  </a:lnTo>
                  <a:lnTo>
                    <a:pt x="479" y="120"/>
                  </a:lnTo>
                  <a:lnTo>
                    <a:pt x="474" y="120"/>
                  </a:lnTo>
                  <a:lnTo>
                    <a:pt x="474" y="113"/>
                  </a:lnTo>
                  <a:lnTo>
                    <a:pt x="474" y="113"/>
                  </a:lnTo>
                  <a:close/>
                  <a:moveTo>
                    <a:pt x="473" y="84"/>
                  </a:moveTo>
                  <a:lnTo>
                    <a:pt x="479" y="84"/>
                  </a:lnTo>
                  <a:lnTo>
                    <a:pt x="479" y="92"/>
                  </a:lnTo>
                  <a:lnTo>
                    <a:pt x="473" y="92"/>
                  </a:lnTo>
                  <a:lnTo>
                    <a:pt x="473" y="84"/>
                  </a:lnTo>
                  <a:lnTo>
                    <a:pt x="473" y="84"/>
                  </a:lnTo>
                  <a:close/>
                  <a:moveTo>
                    <a:pt x="475" y="166"/>
                  </a:moveTo>
                  <a:lnTo>
                    <a:pt x="475" y="166"/>
                  </a:lnTo>
                  <a:lnTo>
                    <a:pt x="477" y="167"/>
                  </a:lnTo>
                  <a:lnTo>
                    <a:pt x="479" y="169"/>
                  </a:lnTo>
                  <a:lnTo>
                    <a:pt x="479" y="170"/>
                  </a:lnTo>
                  <a:lnTo>
                    <a:pt x="480" y="171"/>
                  </a:lnTo>
                  <a:lnTo>
                    <a:pt x="481" y="172"/>
                  </a:lnTo>
                  <a:lnTo>
                    <a:pt x="483" y="176"/>
                  </a:lnTo>
                  <a:lnTo>
                    <a:pt x="483" y="178"/>
                  </a:lnTo>
                  <a:lnTo>
                    <a:pt x="484" y="179"/>
                  </a:lnTo>
                  <a:lnTo>
                    <a:pt x="486" y="180"/>
                  </a:lnTo>
                  <a:lnTo>
                    <a:pt x="487" y="182"/>
                  </a:lnTo>
                  <a:lnTo>
                    <a:pt x="489" y="183"/>
                  </a:lnTo>
                  <a:lnTo>
                    <a:pt x="490" y="186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1" y="193"/>
                  </a:lnTo>
                  <a:lnTo>
                    <a:pt x="491" y="198"/>
                  </a:lnTo>
                  <a:lnTo>
                    <a:pt x="490" y="200"/>
                  </a:lnTo>
                  <a:lnTo>
                    <a:pt x="491" y="202"/>
                  </a:lnTo>
                  <a:lnTo>
                    <a:pt x="493" y="203"/>
                  </a:lnTo>
                  <a:lnTo>
                    <a:pt x="495" y="206"/>
                  </a:lnTo>
                  <a:lnTo>
                    <a:pt x="497" y="209"/>
                  </a:lnTo>
                  <a:lnTo>
                    <a:pt x="497" y="210"/>
                  </a:lnTo>
                  <a:lnTo>
                    <a:pt x="497" y="212"/>
                  </a:lnTo>
                  <a:lnTo>
                    <a:pt x="497" y="214"/>
                  </a:lnTo>
                  <a:lnTo>
                    <a:pt x="497" y="217"/>
                  </a:lnTo>
                  <a:lnTo>
                    <a:pt x="497" y="219"/>
                  </a:lnTo>
                  <a:lnTo>
                    <a:pt x="496" y="221"/>
                  </a:lnTo>
                  <a:lnTo>
                    <a:pt x="496" y="222"/>
                  </a:lnTo>
                  <a:lnTo>
                    <a:pt x="495" y="222"/>
                  </a:lnTo>
                  <a:lnTo>
                    <a:pt x="475" y="222"/>
                  </a:lnTo>
                  <a:lnTo>
                    <a:pt x="475" y="166"/>
                  </a:lnTo>
                  <a:lnTo>
                    <a:pt x="475" y="166"/>
                  </a:lnTo>
                  <a:close/>
                  <a:moveTo>
                    <a:pt x="474" y="226"/>
                  </a:moveTo>
                  <a:lnTo>
                    <a:pt x="501" y="226"/>
                  </a:lnTo>
                  <a:lnTo>
                    <a:pt x="501" y="234"/>
                  </a:lnTo>
                  <a:lnTo>
                    <a:pt x="474" y="234"/>
                  </a:lnTo>
                  <a:lnTo>
                    <a:pt x="474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6" name="îṣḻïḋé">
              <a:extLst>
                <a:ext uri="{FF2B5EF4-FFF2-40B4-BE49-F238E27FC236}">
                  <a16:creationId xmlns:a16="http://schemas.microsoft.com/office/drawing/2014/main" id="{4F4A3626-9736-4E71-97D7-15AEC1B6DCF2}"/>
                </a:ext>
              </a:extLst>
            </p:cNvPr>
            <p:cNvSpPr/>
            <p:nvPr/>
          </p:nvSpPr>
          <p:spPr bwMode="auto">
            <a:xfrm>
              <a:off x="1914526" y="2486026"/>
              <a:ext cx="1882775" cy="1882775"/>
            </a:xfrm>
            <a:custGeom>
              <a:avLst/>
              <a:gdLst>
                <a:gd name="T0" fmla="*/ 784 w 1186"/>
                <a:gd name="T1" fmla="*/ 31 h 1186"/>
                <a:gd name="T2" fmla="*/ 982 w 1186"/>
                <a:gd name="T3" fmla="*/ 145 h 1186"/>
                <a:gd name="T4" fmla="*/ 1122 w 1186"/>
                <a:gd name="T5" fmla="*/ 323 h 1186"/>
                <a:gd name="T6" fmla="*/ 1184 w 1186"/>
                <a:gd name="T7" fmla="*/ 548 h 1186"/>
                <a:gd name="T8" fmla="*/ 1171 w 1186"/>
                <a:gd name="T9" fmla="*/ 727 h 1186"/>
                <a:gd name="T10" fmla="*/ 1077 w 1186"/>
                <a:gd name="T11" fmla="*/ 936 h 1186"/>
                <a:gd name="T12" fmla="*/ 913 w 1186"/>
                <a:gd name="T13" fmla="*/ 1093 h 1186"/>
                <a:gd name="T14" fmla="*/ 698 w 1186"/>
                <a:gd name="T15" fmla="*/ 1177 h 1186"/>
                <a:gd name="T16" fmla="*/ 518 w 1186"/>
                <a:gd name="T17" fmla="*/ 1181 h 1186"/>
                <a:gd name="T18" fmla="*/ 298 w 1186"/>
                <a:gd name="T19" fmla="*/ 1108 h 1186"/>
                <a:gd name="T20" fmla="*/ 127 w 1186"/>
                <a:gd name="T21" fmla="*/ 960 h 1186"/>
                <a:gd name="T22" fmla="*/ 23 w 1186"/>
                <a:gd name="T23" fmla="*/ 756 h 1186"/>
                <a:gd name="T24" fmla="*/ 1 w 1186"/>
                <a:gd name="T25" fmla="*/ 578 h 1186"/>
                <a:gd name="T26" fmla="*/ 53 w 1186"/>
                <a:gd name="T27" fmla="*/ 349 h 1186"/>
                <a:gd name="T28" fmla="*/ 184 w 1186"/>
                <a:gd name="T29" fmla="*/ 164 h 1186"/>
                <a:gd name="T30" fmla="*/ 376 w 1186"/>
                <a:gd name="T31" fmla="*/ 42 h 1186"/>
                <a:gd name="T32" fmla="*/ 593 w 1186"/>
                <a:gd name="T33" fmla="*/ 0 h 1186"/>
                <a:gd name="T34" fmla="*/ 491 w 1186"/>
                <a:gd name="T35" fmla="*/ 233 h 1186"/>
                <a:gd name="T36" fmla="*/ 362 w 1186"/>
                <a:gd name="T37" fmla="*/ 299 h 1186"/>
                <a:gd name="T38" fmla="*/ 268 w 1186"/>
                <a:gd name="T39" fmla="*/ 407 h 1186"/>
                <a:gd name="T40" fmla="*/ 222 w 1186"/>
                <a:gd name="T41" fmla="*/ 546 h 1186"/>
                <a:gd name="T42" fmla="*/ 224 w 1186"/>
                <a:gd name="T43" fmla="*/ 660 h 1186"/>
                <a:gd name="T44" fmla="*/ 278 w 1186"/>
                <a:gd name="T45" fmla="*/ 795 h 1186"/>
                <a:gd name="T46" fmla="*/ 392 w 1186"/>
                <a:gd name="T47" fmla="*/ 908 h 1186"/>
                <a:gd name="T48" fmla="*/ 431 w 1186"/>
                <a:gd name="T49" fmla="*/ 916 h 1186"/>
                <a:gd name="T50" fmla="*/ 304 w 1186"/>
                <a:gd name="T51" fmla="*/ 809 h 1186"/>
                <a:gd name="T52" fmla="*/ 244 w 1186"/>
                <a:gd name="T53" fmla="*/ 684 h 1186"/>
                <a:gd name="T54" fmla="*/ 232 w 1186"/>
                <a:gd name="T55" fmla="*/ 575 h 1186"/>
                <a:gd name="T56" fmla="*/ 268 w 1186"/>
                <a:gd name="T57" fmla="*/ 437 h 1186"/>
                <a:gd name="T58" fmla="*/ 351 w 1186"/>
                <a:gd name="T59" fmla="*/ 326 h 1186"/>
                <a:gd name="T60" fmla="*/ 469 w 1186"/>
                <a:gd name="T61" fmla="*/ 254 h 1186"/>
                <a:gd name="T62" fmla="*/ 593 w 1186"/>
                <a:gd name="T63" fmla="*/ 232 h 1186"/>
                <a:gd name="T64" fmla="*/ 717 w 1186"/>
                <a:gd name="T65" fmla="*/ 254 h 1186"/>
                <a:gd name="T66" fmla="*/ 836 w 1186"/>
                <a:gd name="T67" fmla="*/ 326 h 1186"/>
                <a:gd name="T68" fmla="*/ 919 w 1186"/>
                <a:gd name="T69" fmla="*/ 437 h 1186"/>
                <a:gd name="T70" fmla="*/ 954 w 1186"/>
                <a:gd name="T71" fmla="*/ 575 h 1186"/>
                <a:gd name="T72" fmla="*/ 943 w 1186"/>
                <a:gd name="T73" fmla="*/ 684 h 1186"/>
                <a:gd name="T74" fmla="*/ 883 w 1186"/>
                <a:gd name="T75" fmla="*/ 809 h 1186"/>
                <a:gd name="T76" fmla="*/ 756 w 1186"/>
                <a:gd name="T77" fmla="*/ 916 h 1186"/>
                <a:gd name="T78" fmla="*/ 795 w 1186"/>
                <a:gd name="T79" fmla="*/ 909 h 1186"/>
                <a:gd name="T80" fmla="*/ 909 w 1186"/>
                <a:gd name="T81" fmla="*/ 795 h 1186"/>
                <a:gd name="T82" fmla="*/ 961 w 1186"/>
                <a:gd name="T83" fmla="*/ 660 h 1186"/>
                <a:gd name="T84" fmla="*/ 965 w 1186"/>
                <a:gd name="T85" fmla="*/ 546 h 1186"/>
                <a:gd name="T86" fmla="*/ 918 w 1186"/>
                <a:gd name="T87" fmla="*/ 407 h 1186"/>
                <a:gd name="T88" fmla="*/ 825 w 1186"/>
                <a:gd name="T89" fmla="*/ 299 h 1186"/>
                <a:gd name="T90" fmla="*/ 696 w 1186"/>
                <a:gd name="T91" fmla="*/ 233 h 1186"/>
                <a:gd name="T92" fmla="*/ 593 w 1186"/>
                <a:gd name="T93" fmla="*/ 14 h 1186"/>
                <a:gd name="T94" fmla="*/ 408 w 1186"/>
                <a:gd name="T95" fmla="*/ 44 h 1186"/>
                <a:gd name="T96" fmla="*/ 214 w 1186"/>
                <a:gd name="T97" fmla="*/ 155 h 1186"/>
                <a:gd name="T98" fmla="*/ 77 w 1186"/>
                <a:gd name="T99" fmla="*/ 330 h 1186"/>
                <a:gd name="T100" fmla="*/ 15 w 1186"/>
                <a:gd name="T101" fmla="*/ 548 h 1186"/>
                <a:gd name="T102" fmla="*/ 28 w 1186"/>
                <a:gd name="T103" fmla="*/ 724 h 1186"/>
                <a:gd name="T104" fmla="*/ 120 w 1186"/>
                <a:gd name="T105" fmla="*/ 928 h 1186"/>
                <a:gd name="T106" fmla="*/ 281 w 1186"/>
                <a:gd name="T107" fmla="*/ 1081 h 1186"/>
                <a:gd name="T108" fmla="*/ 491 w 1186"/>
                <a:gd name="T109" fmla="*/ 1164 h 1186"/>
                <a:gd name="T110" fmla="*/ 667 w 1186"/>
                <a:gd name="T111" fmla="*/ 1169 h 1186"/>
                <a:gd name="T112" fmla="*/ 882 w 1186"/>
                <a:gd name="T113" fmla="*/ 1096 h 1186"/>
                <a:gd name="T114" fmla="*/ 1050 w 1186"/>
                <a:gd name="T115" fmla="*/ 951 h 1186"/>
                <a:gd name="T116" fmla="*/ 1151 w 1186"/>
                <a:gd name="T117" fmla="*/ 752 h 1186"/>
                <a:gd name="T118" fmla="*/ 1173 w 1186"/>
                <a:gd name="T119" fmla="*/ 578 h 1186"/>
                <a:gd name="T120" fmla="*/ 1122 w 1186"/>
                <a:gd name="T121" fmla="*/ 355 h 1186"/>
                <a:gd name="T122" fmla="*/ 994 w 1186"/>
                <a:gd name="T123" fmla="*/ 174 h 1186"/>
                <a:gd name="T124" fmla="*/ 806 w 1186"/>
                <a:gd name="T125" fmla="*/ 54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6" h="1186">
                  <a:moveTo>
                    <a:pt x="593" y="0"/>
                  </a:moveTo>
                  <a:lnTo>
                    <a:pt x="593" y="0"/>
                  </a:lnTo>
                  <a:lnTo>
                    <a:pt x="593" y="0"/>
                  </a:lnTo>
                  <a:lnTo>
                    <a:pt x="609" y="1"/>
                  </a:lnTo>
                  <a:lnTo>
                    <a:pt x="624" y="1"/>
                  </a:lnTo>
                  <a:lnTo>
                    <a:pt x="639" y="2"/>
                  </a:lnTo>
                  <a:lnTo>
                    <a:pt x="654" y="3"/>
                  </a:lnTo>
                  <a:lnTo>
                    <a:pt x="669" y="5"/>
                  </a:lnTo>
                  <a:lnTo>
                    <a:pt x="684" y="7"/>
                  </a:lnTo>
                  <a:lnTo>
                    <a:pt x="698" y="10"/>
                  </a:lnTo>
                  <a:lnTo>
                    <a:pt x="713" y="13"/>
                  </a:lnTo>
                  <a:lnTo>
                    <a:pt x="727" y="15"/>
                  </a:lnTo>
                  <a:lnTo>
                    <a:pt x="741" y="19"/>
                  </a:lnTo>
                  <a:lnTo>
                    <a:pt x="756" y="23"/>
                  </a:lnTo>
                  <a:lnTo>
                    <a:pt x="769" y="27"/>
                  </a:lnTo>
                  <a:lnTo>
                    <a:pt x="784" y="31"/>
                  </a:lnTo>
                  <a:lnTo>
                    <a:pt x="797" y="36"/>
                  </a:lnTo>
                  <a:lnTo>
                    <a:pt x="811" y="42"/>
                  </a:lnTo>
                  <a:lnTo>
                    <a:pt x="825" y="47"/>
                  </a:lnTo>
                  <a:lnTo>
                    <a:pt x="837" y="53"/>
                  </a:lnTo>
                  <a:lnTo>
                    <a:pt x="850" y="59"/>
                  </a:lnTo>
                  <a:lnTo>
                    <a:pt x="863" y="65"/>
                  </a:lnTo>
                  <a:lnTo>
                    <a:pt x="876" y="72"/>
                  </a:lnTo>
                  <a:lnTo>
                    <a:pt x="889" y="79"/>
                  </a:lnTo>
                  <a:lnTo>
                    <a:pt x="901" y="87"/>
                  </a:lnTo>
                  <a:lnTo>
                    <a:pt x="913" y="94"/>
                  </a:lnTo>
                  <a:lnTo>
                    <a:pt x="925" y="102"/>
                  </a:lnTo>
                  <a:lnTo>
                    <a:pt x="937" y="110"/>
                  </a:lnTo>
                  <a:lnTo>
                    <a:pt x="948" y="119"/>
                  </a:lnTo>
                  <a:lnTo>
                    <a:pt x="959" y="127"/>
                  </a:lnTo>
                  <a:lnTo>
                    <a:pt x="970" y="135"/>
                  </a:lnTo>
                  <a:lnTo>
                    <a:pt x="982" y="145"/>
                  </a:lnTo>
                  <a:lnTo>
                    <a:pt x="992" y="155"/>
                  </a:lnTo>
                  <a:lnTo>
                    <a:pt x="1002" y="164"/>
                  </a:lnTo>
                  <a:lnTo>
                    <a:pt x="1013" y="174"/>
                  </a:lnTo>
                  <a:lnTo>
                    <a:pt x="1022" y="184"/>
                  </a:lnTo>
                  <a:lnTo>
                    <a:pt x="1032" y="195"/>
                  </a:lnTo>
                  <a:lnTo>
                    <a:pt x="1042" y="206"/>
                  </a:lnTo>
                  <a:lnTo>
                    <a:pt x="1050" y="216"/>
                  </a:lnTo>
                  <a:lnTo>
                    <a:pt x="1060" y="227"/>
                  </a:lnTo>
                  <a:lnTo>
                    <a:pt x="1069" y="239"/>
                  </a:lnTo>
                  <a:lnTo>
                    <a:pt x="1077" y="250"/>
                  </a:lnTo>
                  <a:lnTo>
                    <a:pt x="1085" y="262"/>
                  </a:lnTo>
                  <a:lnTo>
                    <a:pt x="1093" y="274"/>
                  </a:lnTo>
                  <a:lnTo>
                    <a:pt x="1101" y="286"/>
                  </a:lnTo>
                  <a:lnTo>
                    <a:pt x="1108" y="298"/>
                  </a:lnTo>
                  <a:lnTo>
                    <a:pt x="1114" y="311"/>
                  </a:lnTo>
                  <a:lnTo>
                    <a:pt x="1122" y="323"/>
                  </a:lnTo>
                  <a:lnTo>
                    <a:pt x="1128" y="336"/>
                  </a:lnTo>
                  <a:lnTo>
                    <a:pt x="1134" y="349"/>
                  </a:lnTo>
                  <a:lnTo>
                    <a:pt x="1140" y="363"/>
                  </a:lnTo>
                  <a:lnTo>
                    <a:pt x="1146" y="376"/>
                  </a:lnTo>
                  <a:lnTo>
                    <a:pt x="1150" y="389"/>
                  </a:lnTo>
                  <a:lnTo>
                    <a:pt x="1155" y="403"/>
                  </a:lnTo>
                  <a:lnTo>
                    <a:pt x="1160" y="417"/>
                  </a:lnTo>
                  <a:lnTo>
                    <a:pt x="1164" y="431"/>
                  </a:lnTo>
                  <a:lnTo>
                    <a:pt x="1167" y="445"/>
                  </a:lnTo>
                  <a:lnTo>
                    <a:pt x="1171" y="460"/>
                  </a:lnTo>
                  <a:lnTo>
                    <a:pt x="1174" y="474"/>
                  </a:lnTo>
                  <a:lnTo>
                    <a:pt x="1177" y="488"/>
                  </a:lnTo>
                  <a:lnTo>
                    <a:pt x="1179" y="503"/>
                  </a:lnTo>
                  <a:lnTo>
                    <a:pt x="1182" y="518"/>
                  </a:lnTo>
                  <a:lnTo>
                    <a:pt x="1183" y="532"/>
                  </a:lnTo>
                  <a:lnTo>
                    <a:pt x="1184" y="548"/>
                  </a:lnTo>
                  <a:lnTo>
                    <a:pt x="1186" y="563"/>
                  </a:lnTo>
                  <a:lnTo>
                    <a:pt x="1186" y="578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608"/>
                  </a:lnTo>
                  <a:lnTo>
                    <a:pt x="1186" y="624"/>
                  </a:lnTo>
                  <a:lnTo>
                    <a:pt x="1184" y="639"/>
                  </a:lnTo>
                  <a:lnTo>
                    <a:pt x="1183" y="654"/>
                  </a:lnTo>
                  <a:lnTo>
                    <a:pt x="1182" y="669"/>
                  </a:lnTo>
                  <a:lnTo>
                    <a:pt x="1179" y="684"/>
                  </a:lnTo>
                  <a:lnTo>
                    <a:pt x="1177" y="698"/>
                  </a:lnTo>
                  <a:lnTo>
                    <a:pt x="1174" y="713"/>
                  </a:lnTo>
                  <a:lnTo>
                    <a:pt x="1171" y="727"/>
                  </a:lnTo>
                  <a:lnTo>
                    <a:pt x="1167" y="741"/>
                  </a:lnTo>
                  <a:lnTo>
                    <a:pt x="1164" y="756"/>
                  </a:lnTo>
                  <a:lnTo>
                    <a:pt x="1160" y="769"/>
                  </a:lnTo>
                  <a:lnTo>
                    <a:pt x="1155" y="784"/>
                  </a:lnTo>
                  <a:lnTo>
                    <a:pt x="1150" y="797"/>
                  </a:lnTo>
                  <a:lnTo>
                    <a:pt x="1146" y="811"/>
                  </a:lnTo>
                  <a:lnTo>
                    <a:pt x="1140" y="824"/>
                  </a:lnTo>
                  <a:lnTo>
                    <a:pt x="1134" y="837"/>
                  </a:lnTo>
                  <a:lnTo>
                    <a:pt x="1128" y="851"/>
                  </a:lnTo>
                  <a:lnTo>
                    <a:pt x="1122" y="864"/>
                  </a:lnTo>
                  <a:lnTo>
                    <a:pt x="1114" y="876"/>
                  </a:lnTo>
                  <a:lnTo>
                    <a:pt x="1108" y="888"/>
                  </a:lnTo>
                  <a:lnTo>
                    <a:pt x="1101" y="900"/>
                  </a:lnTo>
                  <a:lnTo>
                    <a:pt x="1093" y="912"/>
                  </a:lnTo>
                  <a:lnTo>
                    <a:pt x="1085" y="924"/>
                  </a:lnTo>
                  <a:lnTo>
                    <a:pt x="1077" y="936"/>
                  </a:lnTo>
                  <a:lnTo>
                    <a:pt x="1069" y="948"/>
                  </a:lnTo>
                  <a:lnTo>
                    <a:pt x="1060" y="960"/>
                  </a:lnTo>
                  <a:lnTo>
                    <a:pt x="1050" y="970"/>
                  </a:lnTo>
                  <a:lnTo>
                    <a:pt x="1042" y="981"/>
                  </a:lnTo>
                  <a:lnTo>
                    <a:pt x="1032" y="992"/>
                  </a:lnTo>
                  <a:lnTo>
                    <a:pt x="1022" y="1002"/>
                  </a:lnTo>
                  <a:lnTo>
                    <a:pt x="1013" y="1012"/>
                  </a:lnTo>
                  <a:lnTo>
                    <a:pt x="1002" y="1022"/>
                  </a:lnTo>
                  <a:lnTo>
                    <a:pt x="992" y="1032"/>
                  </a:lnTo>
                  <a:lnTo>
                    <a:pt x="982" y="1041"/>
                  </a:lnTo>
                  <a:lnTo>
                    <a:pt x="970" y="1051"/>
                  </a:lnTo>
                  <a:lnTo>
                    <a:pt x="959" y="1060"/>
                  </a:lnTo>
                  <a:lnTo>
                    <a:pt x="948" y="1069"/>
                  </a:lnTo>
                  <a:lnTo>
                    <a:pt x="937" y="1077"/>
                  </a:lnTo>
                  <a:lnTo>
                    <a:pt x="925" y="1085"/>
                  </a:lnTo>
                  <a:lnTo>
                    <a:pt x="913" y="1093"/>
                  </a:lnTo>
                  <a:lnTo>
                    <a:pt x="901" y="1101"/>
                  </a:lnTo>
                  <a:lnTo>
                    <a:pt x="889" y="1108"/>
                  </a:lnTo>
                  <a:lnTo>
                    <a:pt x="876" y="1114"/>
                  </a:lnTo>
                  <a:lnTo>
                    <a:pt x="863" y="1121"/>
                  </a:lnTo>
                  <a:lnTo>
                    <a:pt x="850" y="1128"/>
                  </a:lnTo>
                  <a:lnTo>
                    <a:pt x="837" y="1134"/>
                  </a:lnTo>
                  <a:lnTo>
                    <a:pt x="825" y="1140"/>
                  </a:lnTo>
                  <a:lnTo>
                    <a:pt x="811" y="1145"/>
                  </a:lnTo>
                  <a:lnTo>
                    <a:pt x="797" y="1150"/>
                  </a:lnTo>
                  <a:lnTo>
                    <a:pt x="784" y="1155"/>
                  </a:lnTo>
                  <a:lnTo>
                    <a:pt x="769" y="1160"/>
                  </a:lnTo>
                  <a:lnTo>
                    <a:pt x="756" y="1164"/>
                  </a:lnTo>
                  <a:lnTo>
                    <a:pt x="741" y="1168"/>
                  </a:lnTo>
                  <a:lnTo>
                    <a:pt x="727" y="1171"/>
                  </a:lnTo>
                  <a:lnTo>
                    <a:pt x="713" y="1174"/>
                  </a:lnTo>
                  <a:lnTo>
                    <a:pt x="698" y="1177"/>
                  </a:lnTo>
                  <a:lnTo>
                    <a:pt x="684" y="1179"/>
                  </a:lnTo>
                  <a:lnTo>
                    <a:pt x="669" y="1181"/>
                  </a:lnTo>
                  <a:lnTo>
                    <a:pt x="654" y="1183"/>
                  </a:lnTo>
                  <a:lnTo>
                    <a:pt x="639" y="1185"/>
                  </a:lnTo>
                  <a:lnTo>
                    <a:pt x="624" y="1185"/>
                  </a:lnTo>
                  <a:lnTo>
                    <a:pt x="609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78" y="1186"/>
                  </a:lnTo>
                  <a:lnTo>
                    <a:pt x="563" y="1185"/>
                  </a:lnTo>
                  <a:lnTo>
                    <a:pt x="548" y="1185"/>
                  </a:lnTo>
                  <a:lnTo>
                    <a:pt x="532" y="1183"/>
                  </a:lnTo>
                  <a:lnTo>
                    <a:pt x="518" y="1181"/>
                  </a:lnTo>
                  <a:lnTo>
                    <a:pt x="503" y="1179"/>
                  </a:lnTo>
                  <a:lnTo>
                    <a:pt x="488" y="1177"/>
                  </a:lnTo>
                  <a:lnTo>
                    <a:pt x="474" y="1174"/>
                  </a:lnTo>
                  <a:lnTo>
                    <a:pt x="460" y="1171"/>
                  </a:lnTo>
                  <a:lnTo>
                    <a:pt x="445" y="1168"/>
                  </a:lnTo>
                  <a:lnTo>
                    <a:pt x="431" y="1164"/>
                  </a:lnTo>
                  <a:lnTo>
                    <a:pt x="417" y="1160"/>
                  </a:lnTo>
                  <a:lnTo>
                    <a:pt x="404" y="1155"/>
                  </a:lnTo>
                  <a:lnTo>
                    <a:pt x="389" y="1150"/>
                  </a:lnTo>
                  <a:lnTo>
                    <a:pt x="376" y="1145"/>
                  </a:lnTo>
                  <a:lnTo>
                    <a:pt x="363" y="1140"/>
                  </a:lnTo>
                  <a:lnTo>
                    <a:pt x="349" y="1134"/>
                  </a:lnTo>
                  <a:lnTo>
                    <a:pt x="336" y="1128"/>
                  </a:lnTo>
                  <a:lnTo>
                    <a:pt x="324" y="1121"/>
                  </a:lnTo>
                  <a:lnTo>
                    <a:pt x="311" y="1114"/>
                  </a:lnTo>
                  <a:lnTo>
                    <a:pt x="298" y="1108"/>
                  </a:lnTo>
                  <a:lnTo>
                    <a:pt x="286" y="1101"/>
                  </a:lnTo>
                  <a:lnTo>
                    <a:pt x="274" y="1093"/>
                  </a:lnTo>
                  <a:lnTo>
                    <a:pt x="262" y="1085"/>
                  </a:lnTo>
                  <a:lnTo>
                    <a:pt x="250" y="1077"/>
                  </a:lnTo>
                  <a:lnTo>
                    <a:pt x="239" y="1069"/>
                  </a:lnTo>
                  <a:lnTo>
                    <a:pt x="227" y="1060"/>
                  </a:lnTo>
                  <a:lnTo>
                    <a:pt x="216" y="1051"/>
                  </a:lnTo>
                  <a:lnTo>
                    <a:pt x="205" y="1041"/>
                  </a:lnTo>
                  <a:lnTo>
                    <a:pt x="195" y="1032"/>
                  </a:lnTo>
                  <a:lnTo>
                    <a:pt x="184" y="1022"/>
                  </a:lnTo>
                  <a:lnTo>
                    <a:pt x="174" y="1012"/>
                  </a:lnTo>
                  <a:lnTo>
                    <a:pt x="164" y="1002"/>
                  </a:lnTo>
                  <a:lnTo>
                    <a:pt x="155" y="992"/>
                  </a:lnTo>
                  <a:lnTo>
                    <a:pt x="145" y="981"/>
                  </a:lnTo>
                  <a:lnTo>
                    <a:pt x="135" y="970"/>
                  </a:lnTo>
                  <a:lnTo>
                    <a:pt x="127" y="960"/>
                  </a:lnTo>
                  <a:lnTo>
                    <a:pt x="118" y="948"/>
                  </a:lnTo>
                  <a:lnTo>
                    <a:pt x="110" y="936"/>
                  </a:lnTo>
                  <a:lnTo>
                    <a:pt x="102" y="924"/>
                  </a:lnTo>
                  <a:lnTo>
                    <a:pt x="94" y="912"/>
                  </a:lnTo>
                  <a:lnTo>
                    <a:pt x="87" y="900"/>
                  </a:lnTo>
                  <a:lnTo>
                    <a:pt x="79" y="888"/>
                  </a:lnTo>
                  <a:lnTo>
                    <a:pt x="71" y="876"/>
                  </a:lnTo>
                  <a:lnTo>
                    <a:pt x="65" y="864"/>
                  </a:lnTo>
                  <a:lnTo>
                    <a:pt x="59" y="851"/>
                  </a:lnTo>
                  <a:lnTo>
                    <a:pt x="53" y="837"/>
                  </a:lnTo>
                  <a:lnTo>
                    <a:pt x="47" y="824"/>
                  </a:lnTo>
                  <a:lnTo>
                    <a:pt x="42" y="811"/>
                  </a:lnTo>
                  <a:lnTo>
                    <a:pt x="36" y="797"/>
                  </a:lnTo>
                  <a:lnTo>
                    <a:pt x="31" y="784"/>
                  </a:lnTo>
                  <a:lnTo>
                    <a:pt x="27" y="769"/>
                  </a:lnTo>
                  <a:lnTo>
                    <a:pt x="23" y="756"/>
                  </a:lnTo>
                  <a:lnTo>
                    <a:pt x="19" y="741"/>
                  </a:lnTo>
                  <a:lnTo>
                    <a:pt x="15" y="727"/>
                  </a:lnTo>
                  <a:lnTo>
                    <a:pt x="12" y="713"/>
                  </a:lnTo>
                  <a:lnTo>
                    <a:pt x="10" y="698"/>
                  </a:lnTo>
                  <a:lnTo>
                    <a:pt x="7" y="684"/>
                  </a:lnTo>
                  <a:lnTo>
                    <a:pt x="5" y="669"/>
                  </a:lnTo>
                  <a:lnTo>
                    <a:pt x="3" y="654"/>
                  </a:lnTo>
                  <a:lnTo>
                    <a:pt x="2" y="639"/>
                  </a:lnTo>
                  <a:lnTo>
                    <a:pt x="1" y="624"/>
                  </a:lnTo>
                  <a:lnTo>
                    <a:pt x="1" y="608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1" y="578"/>
                  </a:lnTo>
                  <a:lnTo>
                    <a:pt x="1" y="563"/>
                  </a:lnTo>
                  <a:lnTo>
                    <a:pt x="2" y="548"/>
                  </a:lnTo>
                  <a:lnTo>
                    <a:pt x="3" y="532"/>
                  </a:lnTo>
                  <a:lnTo>
                    <a:pt x="5" y="518"/>
                  </a:lnTo>
                  <a:lnTo>
                    <a:pt x="7" y="503"/>
                  </a:lnTo>
                  <a:lnTo>
                    <a:pt x="10" y="488"/>
                  </a:lnTo>
                  <a:lnTo>
                    <a:pt x="12" y="474"/>
                  </a:lnTo>
                  <a:lnTo>
                    <a:pt x="15" y="460"/>
                  </a:lnTo>
                  <a:lnTo>
                    <a:pt x="19" y="445"/>
                  </a:lnTo>
                  <a:lnTo>
                    <a:pt x="23" y="431"/>
                  </a:lnTo>
                  <a:lnTo>
                    <a:pt x="27" y="417"/>
                  </a:lnTo>
                  <a:lnTo>
                    <a:pt x="31" y="403"/>
                  </a:lnTo>
                  <a:lnTo>
                    <a:pt x="36" y="389"/>
                  </a:lnTo>
                  <a:lnTo>
                    <a:pt x="42" y="376"/>
                  </a:lnTo>
                  <a:lnTo>
                    <a:pt x="47" y="363"/>
                  </a:lnTo>
                  <a:lnTo>
                    <a:pt x="53" y="349"/>
                  </a:lnTo>
                  <a:lnTo>
                    <a:pt x="59" y="336"/>
                  </a:lnTo>
                  <a:lnTo>
                    <a:pt x="65" y="323"/>
                  </a:lnTo>
                  <a:lnTo>
                    <a:pt x="71" y="311"/>
                  </a:lnTo>
                  <a:lnTo>
                    <a:pt x="79" y="298"/>
                  </a:lnTo>
                  <a:lnTo>
                    <a:pt x="87" y="286"/>
                  </a:lnTo>
                  <a:lnTo>
                    <a:pt x="94" y="274"/>
                  </a:lnTo>
                  <a:lnTo>
                    <a:pt x="102" y="262"/>
                  </a:lnTo>
                  <a:lnTo>
                    <a:pt x="110" y="250"/>
                  </a:lnTo>
                  <a:lnTo>
                    <a:pt x="118" y="239"/>
                  </a:lnTo>
                  <a:lnTo>
                    <a:pt x="127" y="227"/>
                  </a:lnTo>
                  <a:lnTo>
                    <a:pt x="135" y="216"/>
                  </a:lnTo>
                  <a:lnTo>
                    <a:pt x="145" y="206"/>
                  </a:lnTo>
                  <a:lnTo>
                    <a:pt x="155" y="195"/>
                  </a:lnTo>
                  <a:lnTo>
                    <a:pt x="164" y="184"/>
                  </a:lnTo>
                  <a:lnTo>
                    <a:pt x="174" y="174"/>
                  </a:lnTo>
                  <a:lnTo>
                    <a:pt x="184" y="164"/>
                  </a:lnTo>
                  <a:lnTo>
                    <a:pt x="195" y="155"/>
                  </a:lnTo>
                  <a:lnTo>
                    <a:pt x="205" y="145"/>
                  </a:lnTo>
                  <a:lnTo>
                    <a:pt x="216" y="135"/>
                  </a:lnTo>
                  <a:lnTo>
                    <a:pt x="227" y="127"/>
                  </a:lnTo>
                  <a:lnTo>
                    <a:pt x="239" y="119"/>
                  </a:lnTo>
                  <a:lnTo>
                    <a:pt x="250" y="110"/>
                  </a:lnTo>
                  <a:lnTo>
                    <a:pt x="262" y="102"/>
                  </a:lnTo>
                  <a:lnTo>
                    <a:pt x="274" y="94"/>
                  </a:lnTo>
                  <a:lnTo>
                    <a:pt x="286" y="87"/>
                  </a:lnTo>
                  <a:lnTo>
                    <a:pt x="298" y="79"/>
                  </a:lnTo>
                  <a:lnTo>
                    <a:pt x="311" y="72"/>
                  </a:lnTo>
                  <a:lnTo>
                    <a:pt x="324" y="65"/>
                  </a:lnTo>
                  <a:lnTo>
                    <a:pt x="336" y="59"/>
                  </a:lnTo>
                  <a:lnTo>
                    <a:pt x="349" y="53"/>
                  </a:lnTo>
                  <a:lnTo>
                    <a:pt x="363" y="47"/>
                  </a:lnTo>
                  <a:lnTo>
                    <a:pt x="376" y="42"/>
                  </a:lnTo>
                  <a:lnTo>
                    <a:pt x="389" y="36"/>
                  </a:lnTo>
                  <a:lnTo>
                    <a:pt x="404" y="31"/>
                  </a:lnTo>
                  <a:lnTo>
                    <a:pt x="417" y="27"/>
                  </a:lnTo>
                  <a:lnTo>
                    <a:pt x="431" y="23"/>
                  </a:lnTo>
                  <a:lnTo>
                    <a:pt x="445" y="19"/>
                  </a:lnTo>
                  <a:lnTo>
                    <a:pt x="460" y="15"/>
                  </a:lnTo>
                  <a:lnTo>
                    <a:pt x="474" y="13"/>
                  </a:lnTo>
                  <a:lnTo>
                    <a:pt x="488" y="10"/>
                  </a:lnTo>
                  <a:lnTo>
                    <a:pt x="503" y="7"/>
                  </a:lnTo>
                  <a:lnTo>
                    <a:pt x="518" y="5"/>
                  </a:lnTo>
                  <a:lnTo>
                    <a:pt x="532" y="3"/>
                  </a:lnTo>
                  <a:lnTo>
                    <a:pt x="548" y="2"/>
                  </a:lnTo>
                  <a:lnTo>
                    <a:pt x="563" y="1"/>
                  </a:lnTo>
                  <a:lnTo>
                    <a:pt x="578" y="1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close/>
                  <a:moveTo>
                    <a:pt x="593" y="219"/>
                  </a:moveTo>
                  <a:lnTo>
                    <a:pt x="593" y="219"/>
                  </a:lnTo>
                  <a:lnTo>
                    <a:pt x="593" y="219"/>
                  </a:lnTo>
                  <a:lnTo>
                    <a:pt x="584" y="219"/>
                  </a:lnTo>
                  <a:lnTo>
                    <a:pt x="574" y="219"/>
                  </a:lnTo>
                  <a:lnTo>
                    <a:pt x="564" y="220"/>
                  </a:lnTo>
                  <a:lnTo>
                    <a:pt x="555" y="221"/>
                  </a:lnTo>
                  <a:lnTo>
                    <a:pt x="545" y="222"/>
                  </a:lnTo>
                  <a:lnTo>
                    <a:pt x="536" y="223"/>
                  </a:lnTo>
                  <a:lnTo>
                    <a:pt x="527" y="225"/>
                  </a:lnTo>
                  <a:lnTo>
                    <a:pt x="518" y="227"/>
                  </a:lnTo>
                  <a:lnTo>
                    <a:pt x="508" y="228"/>
                  </a:lnTo>
                  <a:lnTo>
                    <a:pt x="500" y="231"/>
                  </a:lnTo>
                  <a:lnTo>
                    <a:pt x="491" y="233"/>
                  </a:lnTo>
                  <a:lnTo>
                    <a:pt x="482" y="235"/>
                  </a:lnTo>
                  <a:lnTo>
                    <a:pt x="473" y="239"/>
                  </a:lnTo>
                  <a:lnTo>
                    <a:pt x="464" y="242"/>
                  </a:lnTo>
                  <a:lnTo>
                    <a:pt x="456" y="245"/>
                  </a:lnTo>
                  <a:lnTo>
                    <a:pt x="448" y="248"/>
                  </a:lnTo>
                  <a:lnTo>
                    <a:pt x="439" y="251"/>
                  </a:lnTo>
                  <a:lnTo>
                    <a:pt x="431" y="255"/>
                  </a:lnTo>
                  <a:lnTo>
                    <a:pt x="423" y="259"/>
                  </a:lnTo>
                  <a:lnTo>
                    <a:pt x="415" y="264"/>
                  </a:lnTo>
                  <a:lnTo>
                    <a:pt x="407" y="268"/>
                  </a:lnTo>
                  <a:lnTo>
                    <a:pt x="399" y="273"/>
                  </a:lnTo>
                  <a:lnTo>
                    <a:pt x="392" y="278"/>
                  </a:lnTo>
                  <a:lnTo>
                    <a:pt x="384" y="283"/>
                  </a:lnTo>
                  <a:lnTo>
                    <a:pt x="376" y="288"/>
                  </a:lnTo>
                  <a:lnTo>
                    <a:pt x="369" y="293"/>
                  </a:lnTo>
                  <a:lnTo>
                    <a:pt x="362" y="299"/>
                  </a:lnTo>
                  <a:lnTo>
                    <a:pt x="356" y="304"/>
                  </a:lnTo>
                  <a:lnTo>
                    <a:pt x="348" y="310"/>
                  </a:lnTo>
                  <a:lnTo>
                    <a:pt x="341" y="316"/>
                  </a:lnTo>
                  <a:lnTo>
                    <a:pt x="335" y="322"/>
                  </a:lnTo>
                  <a:lnTo>
                    <a:pt x="328" y="328"/>
                  </a:lnTo>
                  <a:lnTo>
                    <a:pt x="322" y="335"/>
                  </a:lnTo>
                  <a:lnTo>
                    <a:pt x="316" y="342"/>
                  </a:lnTo>
                  <a:lnTo>
                    <a:pt x="310" y="348"/>
                  </a:lnTo>
                  <a:lnTo>
                    <a:pt x="304" y="355"/>
                  </a:lnTo>
                  <a:lnTo>
                    <a:pt x="299" y="362"/>
                  </a:lnTo>
                  <a:lnTo>
                    <a:pt x="293" y="369"/>
                  </a:lnTo>
                  <a:lnTo>
                    <a:pt x="288" y="376"/>
                  </a:lnTo>
                  <a:lnTo>
                    <a:pt x="283" y="383"/>
                  </a:lnTo>
                  <a:lnTo>
                    <a:pt x="278" y="391"/>
                  </a:lnTo>
                  <a:lnTo>
                    <a:pt x="273" y="399"/>
                  </a:lnTo>
                  <a:lnTo>
                    <a:pt x="268" y="407"/>
                  </a:lnTo>
                  <a:lnTo>
                    <a:pt x="264" y="415"/>
                  </a:lnTo>
                  <a:lnTo>
                    <a:pt x="260" y="423"/>
                  </a:lnTo>
                  <a:lnTo>
                    <a:pt x="256" y="431"/>
                  </a:lnTo>
                  <a:lnTo>
                    <a:pt x="252" y="439"/>
                  </a:lnTo>
                  <a:lnTo>
                    <a:pt x="248" y="448"/>
                  </a:lnTo>
                  <a:lnTo>
                    <a:pt x="245" y="456"/>
                  </a:lnTo>
                  <a:lnTo>
                    <a:pt x="242" y="464"/>
                  </a:lnTo>
                  <a:lnTo>
                    <a:pt x="239" y="473"/>
                  </a:lnTo>
                  <a:lnTo>
                    <a:pt x="236" y="482"/>
                  </a:lnTo>
                  <a:lnTo>
                    <a:pt x="233" y="491"/>
                  </a:lnTo>
                  <a:lnTo>
                    <a:pt x="231" y="500"/>
                  </a:lnTo>
                  <a:lnTo>
                    <a:pt x="228" y="509"/>
                  </a:lnTo>
                  <a:lnTo>
                    <a:pt x="227" y="518"/>
                  </a:lnTo>
                  <a:lnTo>
                    <a:pt x="224" y="527"/>
                  </a:lnTo>
                  <a:lnTo>
                    <a:pt x="223" y="536"/>
                  </a:lnTo>
                  <a:lnTo>
                    <a:pt x="222" y="546"/>
                  </a:lnTo>
                  <a:lnTo>
                    <a:pt x="221" y="555"/>
                  </a:lnTo>
                  <a:lnTo>
                    <a:pt x="220" y="564"/>
                  </a:lnTo>
                  <a:lnTo>
                    <a:pt x="219" y="574"/>
                  </a:lnTo>
                  <a:lnTo>
                    <a:pt x="219" y="584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603"/>
                  </a:lnTo>
                  <a:lnTo>
                    <a:pt x="219" y="612"/>
                  </a:lnTo>
                  <a:lnTo>
                    <a:pt x="220" y="622"/>
                  </a:lnTo>
                  <a:lnTo>
                    <a:pt x="221" y="632"/>
                  </a:lnTo>
                  <a:lnTo>
                    <a:pt x="222" y="641"/>
                  </a:lnTo>
                  <a:lnTo>
                    <a:pt x="223" y="650"/>
                  </a:lnTo>
                  <a:lnTo>
                    <a:pt x="224" y="660"/>
                  </a:lnTo>
                  <a:lnTo>
                    <a:pt x="227" y="669"/>
                  </a:lnTo>
                  <a:lnTo>
                    <a:pt x="228" y="678"/>
                  </a:lnTo>
                  <a:lnTo>
                    <a:pt x="231" y="687"/>
                  </a:lnTo>
                  <a:lnTo>
                    <a:pt x="233" y="696"/>
                  </a:lnTo>
                  <a:lnTo>
                    <a:pt x="236" y="704"/>
                  </a:lnTo>
                  <a:lnTo>
                    <a:pt x="239" y="713"/>
                  </a:lnTo>
                  <a:lnTo>
                    <a:pt x="242" y="722"/>
                  </a:lnTo>
                  <a:lnTo>
                    <a:pt x="245" y="731"/>
                  </a:lnTo>
                  <a:lnTo>
                    <a:pt x="248" y="739"/>
                  </a:lnTo>
                  <a:lnTo>
                    <a:pt x="252" y="748"/>
                  </a:lnTo>
                  <a:lnTo>
                    <a:pt x="256" y="756"/>
                  </a:lnTo>
                  <a:lnTo>
                    <a:pt x="260" y="764"/>
                  </a:lnTo>
                  <a:lnTo>
                    <a:pt x="264" y="772"/>
                  </a:lnTo>
                  <a:lnTo>
                    <a:pt x="268" y="780"/>
                  </a:lnTo>
                  <a:lnTo>
                    <a:pt x="273" y="788"/>
                  </a:lnTo>
                  <a:lnTo>
                    <a:pt x="278" y="795"/>
                  </a:lnTo>
                  <a:lnTo>
                    <a:pt x="283" y="803"/>
                  </a:lnTo>
                  <a:lnTo>
                    <a:pt x="288" y="810"/>
                  </a:lnTo>
                  <a:lnTo>
                    <a:pt x="293" y="817"/>
                  </a:lnTo>
                  <a:lnTo>
                    <a:pt x="299" y="824"/>
                  </a:lnTo>
                  <a:lnTo>
                    <a:pt x="304" y="832"/>
                  </a:lnTo>
                  <a:lnTo>
                    <a:pt x="310" y="838"/>
                  </a:lnTo>
                  <a:lnTo>
                    <a:pt x="316" y="845"/>
                  </a:lnTo>
                  <a:lnTo>
                    <a:pt x="322" y="852"/>
                  </a:lnTo>
                  <a:lnTo>
                    <a:pt x="328" y="858"/>
                  </a:lnTo>
                  <a:lnTo>
                    <a:pt x="337" y="866"/>
                  </a:lnTo>
                  <a:lnTo>
                    <a:pt x="345" y="874"/>
                  </a:lnTo>
                  <a:lnTo>
                    <a:pt x="354" y="881"/>
                  </a:lnTo>
                  <a:lnTo>
                    <a:pt x="363" y="888"/>
                  </a:lnTo>
                  <a:lnTo>
                    <a:pt x="372" y="896"/>
                  </a:lnTo>
                  <a:lnTo>
                    <a:pt x="382" y="903"/>
                  </a:lnTo>
                  <a:lnTo>
                    <a:pt x="392" y="908"/>
                  </a:lnTo>
                  <a:lnTo>
                    <a:pt x="402" y="915"/>
                  </a:lnTo>
                  <a:lnTo>
                    <a:pt x="412" y="921"/>
                  </a:lnTo>
                  <a:lnTo>
                    <a:pt x="422" y="927"/>
                  </a:lnTo>
                  <a:lnTo>
                    <a:pt x="432" y="932"/>
                  </a:lnTo>
                  <a:lnTo>
                    <a:pt x="444" y="936"/>
                  </a:lnTo>
                  <a:lnTo>
                    <a:pt x="454" y="941"/>
                  </a:lnTo>
                  <a:lnTo>
                    <a:pt x="465" y="945"/>
                  </a:lnTo>
                  <a:lnTo>
                    <a:pt x="476" y="949"/>
                  </a:lnTo>
                  <a:lnTo>
                    <a:pt x="488" y="952"/>
                  </a:lnTo>
                  <a:lnTo>
                    <a:pt x="496" y="941"/>
                  </a:lnTo>
                  <a:lnTo>
                    <a:pt x="484" y="938"/>
                  </a:lnTo>
                  <a:lnTo>
                    <a:pt x="473" y="934"/>
                  </a:lnTo>
                  <a:lnTo>
                    <a:pt x="462" y="930"/>
                  </a:lnTo>
                  <a:lnTo>
                    <a:pt x="452" y="925"/>
                  </a:lnTo>
                  <a:lnTo>
                    <a:pt x="440" y="921"/>
                  </a:lnTo>
                  <a:lnTo>
                    <a:pt x="431" y="916"/>
                  </a:lnTo>
                  <a:lnTo>
                    <a:pt x="420" y="910"/>
                  </a:lnTo>
                  <a:lnTo>
                    <a:pt x="410" y="904"/>
                  </a:lnTo>
                  <a:lnTo>
                    <a:pt x="400" y="899"/>
                  </a:lnTo>
                  <a:lnTo>
                    <a:pt x="391" y="892"/>
                  </a:lnTo>
                  <a:lnTo>
                    <a:pt x="381" y="886"/>
                  </a:lnTo>
                  <a:lnTo>
                    <a:pt x="372" y="879"/>
                  </a:lnTo>
                  <a:lnTo>
                    <a:pt x="364" y="872"/>
                  </a:lnTo>
                  <a:lnTo>
                    <a:pt x="355" y="864"/>
                  </a:lnTo>
                  <a:lnTo>
                    <a:pt x="346" y="856"/>
                  </a:lnTo>
                  <a:lnTo>
                    <a:pt x="338" y="848"/>
                  </a:lnTo>
                  <a:lnTo>
                    <a:pt x="332" y="843"/>
                  </a:lnTo>
                  <a:lnTo>
                    <a:pt x="326" y="836"/>
                  </a:lnTo>
                  <a:lnTo>
                    <a:pt x="320" y="830"/>
                  </a:lnTo>
                  <a:lnTo>
                    <a:pt x="315" y="823"/>
                  </a:lnTo>
                  <a:lnTo>
                    <a:pt x="309" y="816"/>
                  </a:lnTo>
                  <a:lnTo>
                    <a:pt x="304" y="809"/>
                  </a:lnTo>
                  <a:lnTo>
                    <a:pt x="299" y="802"/>
                  </a:lnTo>
                  <a:lnTo>
                    <a:pt x="294" y="795"/>
                  </a:lnTo>
                  <a:lnTo>
                    <a:pt x="289" y="788"/>
                  </a:lnTo>
                  <a:lnTo>
                    <a:pt x="284" y="780"/>
                  </a:lnTo>
                  <a:lnTo>
                    <a:pt x="280" y="773"/>
                  </a:lnTo>
                  <a:lnTo>
                    <a:pt x="276" y="765"/>
                  </a:lnTo>
                  <a:lnTo>
                    <a:pt x="272" y="758"/>
                  </a:lnTo>
                  <a:lnTo>
                    <a:pt x="268" y="750"/>
                  </a:lnTo>
                  <a:lnTo>
                    <a:pt x="264" y="742"/>
                  </a:lnTo>
                  <a:lnTo>
                    <a:pt x="260" y="734"/>
                  </a:lnTo>
                  <a:lnTo>
                    <a:pt x="257" y="726"/>
                  </a:lnTo>
                  <a:lnTo>
                    <a:pt x="254" y="717"/>
                  </a:lnTo>
                  <a:lnTo>
                    <a:pt x="252" y="709"/>
                  </a:lnTo>
                  <a:lnTo>
                    <a:pt x="248" y="700"/>
                  </a:lnTo>
                  <a:lnTo>
                    <a:pt x="246" y="692"/>
                  </a:lnTo>
                  <a:lnTo>
                    <a:pt x="244" y="684"/>
                  </a:lnTo>
                  <a:lnTo>
                    <a:pt x="241" y="675"/>
                  </a:lnTo>
                  <a:lnTo>
                    <a:pt x="240" y="666"/>
                  </a:lnTo>
                  <a:lnTo>
                    <a:pt x="238" y="657"/>
                  </a:lnTo>
                  <a:lnTo>
                    <a:pt x="236" y="648"/>
                  </a:lnTo>
                  <a:lnTo>
                    <a:pt x="235" y="640"/>
                  </a:lnTo>
                  <a:lnTo>
                    <a:pt x="234" y="630"/>
                  </a:lnTo>
                  <a:lnTo>
                    <a:pt x="233" y="621"/>
                  </a:lnTo>
                  <a:lnTo>
                    <a:pt x="232" y="612"/>
                  </a:lnTo>
                  <a:lnTo>
                    <a:pt x="232" y="60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84"/>
                  </a:lnTo>
                  <a:lnTo>
                    <a:pt x="232" y="575"/>
                  </a:lnTo>
                  <a:lnTo>
                    <a:pt x="233" y="565"/>
                  </a:lnTo>
                  <a:lnTo>
                    <a:pt x="234" y="556"/>
                  </a:lnTo>
                  <a:lnTo>
                    <a:pt x="235" y="548"/>
                  </a:lnTo>
                  <a:lnTo>
                    <a:pt x="236" y="538"/>
                  </a:lnTo>
                  <a:lnTo>
                    <a:pt x="238" y="529"/>
                  </a:lnTo>
                  <a:lnTo>
                    <a:pt x="240" y="520"/>
                  </a:lnTo>
                  <a:lnTo>
                    <a:pt x="241" y="512"/>
                  </a:lnTo>
                  <a:lnTo>
                    <a:pt x="244" y="503"/>
                  </a:lnTo>
                  <a:lnTo>
                    <a:pt x="246" y="495"/>
                  </a:lnTo>
                  <a:lnTo>
                    <a:pt x="248" y="486"/>
                  </a:lnTo>
                  <a:lnTo>
                    <a:pt x="252" y="478"/>
                  </a:lnTo>
                  <a:lnTo>
                    <a:pt x="254" y="469"/>
                  </a:lnTo>
                  <a:lnTo>
                    <a:pt x="257" y="461"/>
                  </a:lnTo>
                  <a:lnTo>
                    <a:pt x="260" y="452"/>
                  </a:lnTo>
                  <a:lnTo>
                    <a:pt x="264" y="444"/>
                  </a:lnTo>
                  <a:lnTo>
                    <a:pt x="268" y="437"/>
                  </a:lnTo>
                  <a:lnTo>
                    <a:pt x="272" y="429"/>
                  </a:lnTo>
                  <a:lnTo>
                    <a:pt x="276" y="421"/>
                  </a:lnTo>
                  <a:lnTo>
                    <a:pt x="280" y="413"/>
                  </a:lnTo>
                  <a:lnTo>
                    <a:pt x="284" y="406"/>
                  </a:lnTo>
                  <a:lnTo>
                    <a:pt x="289" y="399"/>
                  </a:lnTo>
                  <a:lnTo>
                    <a:pt x="294" y="391"/>
                  </a:lnTo>
                  <a:lnTo>
                    <a:pt x="299" y="384"/>
                  </a:lnTo>
                  <a:lnTo>
                    <a:pt x="304" y="377"/>
                  </a:lnTo>
                  <a:lnTo>
                    <a:pt x="309" y="371"/>
                  </a:lnTo>
                  <a:lnTo>
                    <a:pt x="315" y="363"/>
                  </a:lnTo>
                  <a:lnTo>
                    <a:pt x="320" y="357"/>
                  </a:lnTo>
                  <a:lnTo>
                    <a:pt x="326" y="351"/>
                  </a:lnTo>
                  <a:lnTo>
                    <a:pt x="332" y="344"/>
                  </a:lnTo>
                  <a:lnTo>
                    <a:pt x="338" y="338"/>
                  </a:lnTo>
                  <a:lnTo>
                    <a:pt x="344" y="331"/>
                  </a:lnTo>
                  <a:lnTo>
                    <a:pt x="351" y="326"/>
                  </a:lnTo>
                  <a:lnTo>
                    <a:pt x="357" y="320"/>
                  </a:lnTo>
                  <a:lnTo>
                    <a:pt x="364" y="315"/>
                  </a:lnTo>
                  <a:lnTo>
                    <a:pt x="370" y="309"/>
                  </a:lnTo>
                  <a:lnTo>
                    <a:pt x="377" y="303"/>
                  </a:lnTo>
                  <a:lnTo>
                    <a:pt x="384" y="299"/>
                  </a:lnTo>
                  <a:lnTo>
                    <a:pt x="392" y="294"/>
                  </a:lnTo>
                  <a:lnTo>
                    <a:pt x="399" y="289"/>
                  </a:lnTo>
                  <a:lnTo>
                    <a:pt x="406" y="284"/>
                  </a:lnTo>
                  <a:lnTo>
                    <a:pt x="413" y="280"/>
                  </a:lnTo>
                  <a:lnTo>
                    <a:pt x="421" y="276"/>
                  </a:lnTo>
                  <a:lnTo>
                    <a:pt x="429" y="271"/>
                  </a:lnTo>
                  <a:lnTo>
                    <a:pt x="437" y="267"/>
                  </a:lnTo>
                  <a:lnTo>
                    <a:pt x="444" y="264"/>
                  </a:lnTo>
                  <a:lnTo>
                    <a:pt x="452" y="260"/>
                  </a:lnTo>
                  <a:lnTo>
                    <a:pt x="461" y="257"/>
                  </a:lnTo>
                  <a:lnTo>
                    <a:pt x="469" y="254"/>
                  </a:lnTo>
                  <a:lnTo>
                    <a:pt x="477" y="251"/>
                  </a:lnTo>
                  <a:lnTo>
                    <a:pt x="486" y="248"/>
                  </a:lnTo>
                  <a:lnTo>
                    <a:pt x="494" y="246"/>
                  </a:lnTo>
                  <a:lnTo>
                    <a:pt x="503" y="243"/>
                  </a:lnTo>
                  <a:lnTo>
                    <a:pt x="512" y="241"/>
                  </a:lnTo>
                  <a:lnTo>
                    <a:pt x="520" y="239"/>
                  </a:lnTo>
                  <a:lnTo>
                    <a:pt x="529" y="238"/>
                  </a:lnTo>
                  <a:lnTo>
                    <a:pt x="538" y="236"/>
                  </a:lnTo>
                  <a:lnTo>
                    <a:pt x="548" y="235"/>
                  </a:lnTo>
                  <a:lnTo>
                    <a:pt x="556" y="234"/>
                  </a:lnTo>
                  <a:lnTo>
                    <a:pt x="565" y="233"/>
                  </a:lnTo>
                  <a:lnTo>
                    <a:pt x="575" y="232"/>
                  </a:lnTo>
                  <a:lnTo>
                    <a:pt x="584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603" y="232"/>
                  </a:lnTo>
                  <a:lnTo>
                    <a:pt x="612" y="232"/>
                  </a:lnTo>
                  <a:lnTo>
                    <a:pt x="621" y="233"/>
                  </a:lnTo>
                  <a:lnTo>
                    <a:pt x="630" y="234"/>
                  </a:lnTo>
                  <a:lnTo>
                    <a:pt x="639" y="235"/>
                  </a:lnTo>
                  <a:lnTo>
                    <a:pt x="649" y="236"/>
                  </a:lnTo>
                  <a:lnTo>
                    <a:pt x="657" y="238"/>
                  </a:lnTo>
                  <a:lnTo>
                    <a:pt x="666" y="239"/>
                  </a:lnTo>
                  <a:lnTo>
                    <a:pt x="675" y="241"/>
                  </a:lnTo>
                  <a:lnTo>
                    <a:pt x="684" y="243"/>
                  </a:lnTo>
                  <a:lnTo>
                    <a:pt x="693" y="246"/>
                  </a:lnTo>
                  <a:lnTo>
                    <a:pt x="701" y="248"/>
                  </a:lnTo>
                  <a:lnTo>
                    <a:pt x="709" y="251"/>
                  </a:lnTo>
                  <a:lnTo>
                    <a:pt x="717" y="254"/>
                  </a:lnTo>
                  <a:lnTo>
                    <a:pt x="726" y="257"/>
                  </a:lnTo>
                  <a:lnTo>
                    <a:pt x="733" y="260"/>
                  </a:lnTo>
                  <a:lnTo>
                    <a:pt x="742" y="264"/>
                  </a:lnTo>
                  <a:lnTo>
                    <a:pt x="750" y="267"/>
                  </a:lnTo>
                  <a:lnTo>
                    <a:pt x="757" y="271"/>
                  </a:lnTo>
                  <a:lnTo>
                    <a:pt x="765" y="276"/>
                  </a:lnTo>
                  <a:lnTo>
                    <a:pt x="773" y="280"/>
                  </a:lnTo>
                  <a:lnTo>
                    <a:pt x="781" y="284"/>
                  </a:lnTo>
                  <a:lnTo>
                    <a:pt x="788" y="289"/>
                  </a:lnTo>
                  <a:lnTo>
                    <a:pt x="795" y="294"/>
                  </a:lnTo>
                  <a:lnTo>
                    <a:pt x="802" y="299"/>
                  </a:lnTo>
                  <a:lnTo>
                    <a:pt x="809" y="303"/>
                  </a:lnTo>
                  <a:lnTo>
                    <a:pt x="817" y="309"/>
                  </a:lnTo>
                  <a:lnTo>
                    <a:pt x="823" y="315"/>
                  </a:lnTo>
                  <a:lnTo>
                    <a:pt x="829" y="320"/>
                  </a:lnTo>
                  <a:lnTo>
                    <a:pt x="836" y="326"/>
                  </a:lnTo>
                  <a:lnTo>
                    <a:pt x="842" y="331"/>
                  </a:lnTo>
                  <a:lnTo>
                    <a:pt x="849" y="338"/>
                  </a:lnTo>
                  <a:lnTo>
                    <a:pt x="855" y="344"/>
                  </a:lnTo>
                  <a:lnTo>
                    <a:pt x="861" y="351"/>
                  </a:lnTo>
                  <a:lnTo>
                    <a:pt x="866" y="357"/>
                  </a:lnTo>
                  <a:lnTo>
                    <a:pt x="872" y="363"/>
                  </a:lnTo>
                  <a:lnTo>
                    <a:pt x="877" y="371"/>
                  </a:lnTo>
                  <a:lnTo>
                    <a:pt x="883" y="377"/>
                  </a:lnTo>
                  <a:lnTo>
                    <a:pt x="888" y="384"/>
                  </a:lnTo>
                  <a:lnTo>
                    <a:pt x="893" y="391"/>
                  </a:lnTo>
                  <a:lnTo>
                    <a:pt x="897" y="399"/>
                  </a:lnTo>
                  <a:lnTo>
                    <a:pt x="902" y="406"/>
                  </a:lnTo>
                  <a:lnTo>
                    <a:pt x="906" y="413"/>
                  </a:lnTo>
                  <a:lnTo>
                    <a:pt x="911" y="421"/>
                  </a:lnTo>
                  <a:lnTo>
                    <a:pt x="915" y="429"/>
                  </a:lnTo>
                  <a:lnTo>
                    <a:pt x="919" y="437"/>
                  </a:lnTo>
                  <a:lnTo>
                    <a:pt x="923" y="444"/>
                  </a:lnTo>
                  <a:lnTo>
                    <a:pt x="926" y="452"/>
                  </a:lnTo>
                  <a:lnTo>
                    <a:pt x="929" y="461"/>
                  </a:lnTo>
                  <a:lnTo>
                    <a:pt x="933" y="469"/>
                  </a:lnTo>
                  <a:lnTo>
                    <a:pt x="936" y="478"/>
                  </a:lnTo>
                  <a:lnTo>
                    <a:pt x="938" y="486"/>
                  </a:lnTo>
                  <a:lnTo>
                    <a:pt x="941" y="495"/>
                  </a:lnTo>
                  <a:lnTo>
                    <a:pt x="943" y="503"/>
                  </a:lnTo>
                  <a:lnTo>
                    <a:pt x="945" y="512"/>
                  </a:lnTo>
                  <a:lnTo>
                    <a:pt x="947" y="520"/>
                  </a:lnTo>
                  <a:lnTo>
                    <a:pt x="949" y="529"/>
                  </a:lnTo>
                  <a:lnTo>
                    <a:pt x="950" y="538"/>
                  </a:lnTo>
                  <a:lnTo>
                    <a:pt x="952" y="548"/>
                  </a:lnTo>
                  <a:lnTo>
                    <a:pt x="953" y="556"/>
                  </a:lnTo>
                  <a:lnTo>
                    <a:pt x="953" y="565"/>
                  </a:lnTo>
                  <a:lnTo>
                    <a:pt x="954" y="575"/>
                  </a:lnTo>
                  <a:lnTo>
                    <a:pt x="954" y="584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603"/>
                  </a:lnTo>
                  <a:lnTo>
                    <a:pt x="954" y="612"/>
                  </a:lnTo>
                  <a:lnTo>
                    <a:pt x="953" y="621"/>
                  </a:lnTo>
                  <a:lnTo>
                    <a:pt x="953" y="630"/>
                  </a:lnTo>
                  <a:lnTo>
                    <a:pt x="952" y="640"/>
                  </a:lnTo>
                  <a:lnTo>
                    <a:pt x="950" y="648"/>
                  </a:lnTo>
                  <a:lnTo>
                    <a:pt x="949" y="657"/>
                  </a:lnTo>
                  <a:lnTo>
                    <a:pt x="947" y="666"/>
                  </a:lnTo>
                  <a:lnTo>
                    <a:pt x="945" y="675"/>
                  </a:lnTo>
                  <a:lnTo>
                    <a:pt x="943" y="684"/>
                  </a:lnTo>
                  <a:lnTo>
                    <a:pt x="941" y="692"/>
                  </a:lnTo>
                  <a:lnTo>
                    <a:pt x="938" y="700"/>
                  </a:lnTo>
                  <a:lnTo>
                    <a:pt x="936" y="709"/>
                  </a:lnTo>
                  <a:lnTo>
                    <a:pt x="933" y="717"/>
                  </a:lnTo>
                  <a:lnTo>
                    <a:pt x="929" y="726"/>
                  </a:lnTo>
                  <a:lnTo>
                    <a:pt x="926" y="734"/>
                  </a:lnTo>
                  <a:lnTo>
                    <a:pt x="923" y="742"/>
                  </a:lnTo>
                  <a:lnTo>
                    <a:pt x="919" y="750"/>
                  </a:lnTo>
                  <a:lnTo>
                    <a:pt x="915" y="758"/>
                  </a:lnTo>
                  <a:lnTo>
                    <a:pt x="911" y="765"/>
                  </a:lnTo>
                  <a:lnTo>
                    <a:pt x="906" y="773"/>
                  </a:lnTo>
                  <a:lnTo>
                    <a:pt x="902" y="780"/>
                  </a:lnTo>
                  <a:lnTo>
                    <a:pt x="897" y="788"/>
                  </a:lnTo>
                  <a:lnTo>
                    <a:pt x="893" y="795"/>
                  </a:lnTo>
                  <a:lnTo>
                    <a:pt x="888" y="802"/>
                  </a:lnTo>
                  <a:lnTo>
                    <a:pt x="883" y="809"/>
                  </a:lnTo>
                  <a:lnTo>
                    <a:pt x="877" y="816"/>
                  </a:lnTo>
                  <a:lnTo>
                    <a:pt x="872" y="823"/>
                  </a:lnTo>
                  <a:lnTo>
                    <a:pt x="866" y="830"/>
                  </a:lnTo>
                  <a:lnTo>
                    <a:pt x="861" y="836"/>
                  </a:lnTo>
                  <a:lnTo>
                    <a:pt x="855" y="843"/>
                  </a:lnTo>
                  <a:lnTo>
                    <a:pt x="849" y="848"/>
                  </a:lnTo>
                  <a:lnTo>
                    <a:pt x="841" y="856"/>
                  </a:lnTo>
                  <a:lnTo>
                    <a:pt x="832" y="864"/>
                  </a:lnTo>
                  <a:lnTo>
                    <a:pt x="823" y="872"/>
                  </a:lnTo>
                  <a:lnTo>
                    <a:pt x="814" y="879"/>
                  </a:lnTo>
                  <a:lnTo>
                    <a:pt x="805" y="886"/>
                  </a:lnTo>
                  <a:lnTo>
                    <a:pt x="796" y="892"/>
                  </a:lnTo>
                  <a:lnTo>
                    <a:pt x="786" y="899"/>
                  </a:lnTo>
                  <a:lnTo>
                    <a:pt x="777" y="904"/>
                  </a:lnTo>
                  <a:lnTo>
                    <a:pt x="766" y="910"/>
                  </a:lnTo>
                  <a:lnTo>
                    <a:pt x="756" y="916"/>
                  </a:lnTo>
                  <a:lnTo>
                    <a:pt x="745" y="921"/>
                  </a:lnTo>
                  <a:lnTo>
                    <a:pt x="735" y="925"/>
                  </a:lnTo>
                  <a:lnTo>
                    <a:pt x="725" y="930"/>
                  </a:lnTo>
                  <a:lnTo>
                    <a:pt x="713" y="934"/>
                  </a:lnTo>
                  <a:lnTo>
                    <a:pt x="702" y="938"/>
                  </a:lnTo>
                  <a:lnTo>
                    <a:pt x="691" y="941"/>
                  </a:lnTo>
                  <a:lnTo>
                    <a:pt x="699" y="952"/>
                  </a:lnTo>
                  <a:lnTo>
                    <a:pt x="710" y="949"/>
                  </a:lnTo>
                  <a:lnTo>
                    <a:pt x="721" y="945"/>
                  </a:lnTo>
                  <a:lnTo>
                    <a:pt x="733" y="941"/>
                  </a:lnTo>
                  <a:lnTo>
                    <a:pt x="743" y="936"/>
                  </a:lnTo>
                  <a:lnTo>
                    <a:pt x="754" y="932"/>
                  </a:lnTo>
                  <a:lnTo>
                    <a:pt x="765" y="927"/>
                  </a:lnTo>
                  <a:lnTo>
                    <a:pt x="775" y="921"/>
                  </a:lnTo>
                  <a:lnTo>
                    <a:pt x="785" y="915"/>
                  </a:lnTo>
                  <a:lnTo>
                    <a:pt x="795" y="909"/>
                  </a:lnTo>
                  <a:lnTo>
                    <a:pt x="805" y="903"/>
                  </a:lnTo>
                  <a:lnTo>
                    <a:pt x="814" y="896"/>
                  </a:lnTo>
                  <a:lnTo>
                    <a:pt x="823" y="888"/>
                  </a:lnTo>
                  <a:lnTo>
                    <a:pt x="833" y="881"/>
                  </a:lnTo>
                  <a:lnTo>
                    <a:pt x="841" y="874"/>
                  </a:lnTo>
                  <a:lnTo>
                    <a:pt x="850" y="866"/>
                  </a:lnTo>
                  <a:lnTo>
                    <a:pt x="858" y="858"/>
                  </a:lnTo>
                  <a:lnTo>
                    <a:pt x="865" y="852"/>
                  </a:lnTo>
                  <a:lnTo>
                    <a:pt x="871" y="845"/>
                  </a:lnTo>
                  <a:lnTo>
                    <a:pt x="877" y="838"/>
                  </a:lnTo>
                  <a:lnTo>
                    <a:pt x="882" y="832"/>
                  </a:lnTo>
                  <a:lnTo>
                    <a:pt x="888" y="824"/>
                  </a:lnTo>
                  <a:lnTo>
                    <a:pt x="893" y="817"/>
                  </a:lnTo>
                  <a:lnTo>
                    <a:pt x="898" y="810"/>
                  </a:lnTo>
                  <a:lnTo>
                    <a:pt x="904" y="803"/>
                  </a:lnTo>
                  <a:lnTo>
                    <a:pt x="909" y="795"/>
                  </a:lnTo>
                  <a:lnTo>
                    <a:pt x="913" y="788"/>
                  </a:lnTo>
                  <a:lnTo>
                    <a:pt x="918" y="780"/>
                  </a:lnTo>
                  <a:lnTo>
                    <a:pt x="923" y="772"/>
                  </a:lnTo>
                  <a:lnTo>
                    <a:pt x="927" y="764"/>
                  </a:lnTo>
                  <a:lnTo>
                    <a:pt x="931" y="756"/>
                  </a:lnTo>
                  <a:lnTo>
                    <a:pt x="935" y="748"/>
                  </a:lnTo>
                  <a:lnTo>
                    <a:pt x="938" y="739"/>
                  </a:lnTo>
                  <a:lnTo>
                    <a:pt x="941" y="731"/>
                  </a:lnTo>
                  <a:lnTo>
                    <a:pt x="945" y="722"/>
                  </a:lnTo>
                  <a:lnTo>
                    <a:pt x="948" y="713"/>
                  </a:lnTo>
                  <a:lnTo>
                    <a:pt x="951" y="704"/>
                  </a:lnTo>
                  <a:lnTo>
                    <a:pt x="953" y="696"/>
                  </a:lnTo>
                  <a:lnTo>
                    <a:pt x="956" y="687"/>
                  </a:lnTo>
                  <a:lnTo>
                    <a:pt x="958" y="678"/>
                  </a:lnTo>
                  <a:lnTo>
                    <a:pt x="960" y="669"/>
                  </a:lnTo>
                  <a:lnTo>
                    <a:pt x="961" y="660"/>
                  </a:lnTo>
                  <a:lnTo>
                    <a:pt x="964" y="650"/>
                  </a:lnTo>
                  <a:lnTo>
                    <a:pt x="965" y="641"/>
                  </a:lnTo>
                  <a:lnTo>
                    <a:pt x="965" y="632"/>
                  </a:lnTo>
                  <a:lnTo>
                    <a:pt x="967" y="622"/>
                  </a:lnTo>
                  <a:lnTo>
                    <a:pt x="967" y="612"/>
                  </a:lnTo>
                  <a:lnTo>
                    <a:pt x="968" y="60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84"/>
                  </a:lnTo>
                  <a:lnTo>
                    <a:pt x="967" y="574"/>
                  </a:lnTo>
                  <a:lnTo>
                    <a:pt x="967" y="564"/>
                  </a:lnTo>
                  <a:lnTo>
                    <a:pt x="965" y="555"/>
                  </a:lnTo>
                  <a:lnTo>
                    <a:pt x="965" y="546"/>
                  </a:lnTo>
                  <a:lnTo>
                    <a:pt x="964" y="536"/>
                  </a:lnTo>
                  <a:lnTo>
                    <a:pt x="961" y="527"/>
                  </a:lnTo>
                  <a:lnTo>
                    <a:pt x="960" y="518"/>
                  </a:lnTo>
                  <a:lnTo>
                    <a:pt x="958" y="509"/>
                  </a:lnTo>
                  <a:lnTo>
                    <a:pt x="956" y="500"/>
                  </a:lnTo>
                  <a:lnTo>
                    <a:pt x="953" y="491"/>
                  </a:lnTo>
                  <a:lnTo>
                    <a:pt x="951" y="482"/>
                  </a:lnTo>
                  <a:lnTo>
                    <a:pt x="948" y="473"/>
                  </a:lnTo>
                  <a:lnTo>
                    <a:pt x="945" y="464"/>
                  </a:lnTo>
                  <a:lnTo>
                    <a:pt x="941" y="456"/>
                  </a:lnTo>
                  <a:lnTo>
                    <a:pt x="938" y="448"/>
                  </a:lnTo>
                  <a:lnTo>
                    <a:pt x="935" y="439"/>
                  </a:lnTo>
                  <a:lnTo>
                    <a:pt x="931" y="431"/>
                  </a:lnTo>
                  <a:lnTo>
                    <a:pt x="927" y="423"/>
                  </a:lnTo>
                  <a:lnTo>
                    <a:pt x="923" y="415"/>
                  </a:lnTo>
                  <a:lnTo>
                    <a:pt x="918" y="407"/>
                  </a:lnTo>
                  <a:lnTo>
                    <a:pt x="913" y="399"/>
                  </a:lnTo>
                  <a:lnTo>
                    <a:pt x="909" y="391"/>
                  </a:lnTo>
                  <a:lnTo>
                    <a:pt x="904" y="383"/>
                  </a:lnTo>
                  <a:lnTo>
                    <a:pt x="898" y="376"/>
                  </a:lnTo>
                  <a:lnTo>
                    <a:pt x="893" y="369"/>
                  </a:lnTo>
                  <a:lnTo>
                    <a:pt x="888" y="362"/>
                  </a:lnTo>
                  <a:lnTo>
                    <a:pt x="882" y="355"/>
                  </a:lnTo>
                  <a:lnTo>
                    <a:pt x="877" y="348"/>
                  </a:lnTo>
                  <a:lnTo>
                    <a:pt x="871" y="342"/>
                  </a:lnTo>
                  <a:lnTo>
                    <a:pt x="865" y="335"/>
                  </a:lnTo>
                  <a:lnTo>
                    <a:pt x="858" y="328"/>
                  </a:lnTo>
                  <a:lnTo>
                    <a:pt x="852" y="322"/>
                  </a:lnTo>
                  <a:lnTo>
                    <a:pt x="845" y="316"/>
                  </a:lnTo>
                  <a:lnTo>
                    <a:pt x="838" y="310"/>
                  </a:lnTo>
                  <a:lnTo>
                    <a:pt x="832" y="304"/>
                  </a:lnTo>
                  <a:lnTo>
                    <a:pt x="825" y="299"/>
                  </a:lnTo>
                  <a:lnTo>
                    <a:pt x="817" y="293"/>
                  </a:lnTo>
                  <a:lnTo>
                    <a:pt x="810" y="288"/>
                  </a:lnTo>
                  <a:lnTo>
                    <a:pt x="803" y="283"/>
                  </a:lnTo>
                  <a:lnTo>
                    <a:pt x="795" y="278"/>
                  </a:lnTo>
                  <a:lnTo>
                    <a:pt x="787" y="273"/>
                  </a:lnTo>
                  <a:lnTo>
                    <a:pt x="780" y="268"/>
                  </a:lnTo>
                  <a:lnTo>
                    <a:pt x="772" y="264"/>
                  </a:lnTo>
                  <a:lnTo>
                    <a:pt x="764" y="259"/>
                  </a:lnTo>
                  <a:lnTo>
                    <a:pt x="756" y="255"/>
                  </a:lnTo>
                  <a:lnTo>
                    <a:pt x="748" y="251"/>
                  </a:lnTo>
                  <a:lnTo>
                    <a:pt x="739" y="248"/>
                  </a:lnTo>
                  <a:lnTo>
                    <a:pt x="731" y="245"/>
                  </a:lnTo>
                  <a:lnTo>
                    <a:pt x="722" y="242"/>
                  </a:lnTo>
                  <a:lnTo>
                    <a:pt x="713" y="239"/>
                  </a:lnTo>
                  <a:lnTo>
                    <a:pt x="705" y="235"/>
                  </a:lnTo>
                  <a:lnTo>
                    <a:pt x="696" y="233"/>
                  </a:lnTo>
                  <a:lnTo>
                    <a:pt x="687" y="231"/>
                  </a:lnTo>
                  <a:lnTo>
                    <a:pt x="678" y="228"/>
                  </a:lnTo>
                  <a:lnTo>
                    <a:pt x="669" y="227"/>
                  </a:lnTo>
                  <a:lnTo>
                    <a:pt x="660" y="225"/>
                  </a:lnTo>
                  <a:lnTo>
                    <a:pt x="650" y="223"/>
                  </a:lnTo>
                  <a:lnTo>
                    <a:pt x="641" y="222"/>
                  </a:lnTo>
                  <a:lnTo>
                    <a:pt x="632" y="221"/>
                  </a:lnTo>
                  <a:lnTo>
                    <a:pt x="622" y="220"/>
                  </a:lnTo>
                  <a:lnTo>
                    <a:pt x="613" y="219"/>
                  </a:lnTo>
                  <a:lnTo>
                    <a:pt x="60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close/>
                  <a:moveTo>
                    <a:pt x="593" y="14"/>
                  </a:move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78" y="14"/>
                  </a:lnTo>
                  <a:lnTo>
                    <a:pt x="564" y="15"/>
                  </a:lnTo>
                  <a:lnTo>
                    <a:pt x="548" y="15"/>
                  </a:lnTo>
                  <a:lnTo>
                    <a:pt x="534" y="16"/>
                  </a:lnTo>
                  <a:lnTo>
                    <a:pt x="520" y="19"/>
                  </a:lnTo>
                  <a:lnTo>
                    <a:pt x="505" y="20"/>
                  </a:lnTo>
                  <a:lnTo>
                    <a:pt x="491" y="23"/>
                  </a:lnTo>
                  <a:lnTo>
                    <a:pt x="476" y="26"/>
                  </a:lnTo>
                  <a:lnTo>
                    <a:pt x="463" y="28"/>
                  </a:lnTo>
                  <a:lnTo>
                    <a:pt x="448" y="32"/>
                  </a:lnTo>
                  <a:lnTo>
                    <a:pt x="435" y="35"/>
                  </a:lnTo>
                  <a:lnTo>
                    <a:pt x="421" y="40"/>
                  </a:lnTo>
                  <a:lnTo>
                    <a:pt x="408" y="44"/>
                  </a:lnTo>
                  <a:lnTo>
                    <a:pt x="394" y="49"/>
                  </a:lnTo>
                  <a:lnTo>
                    <a:pt x="381" y="54"/>
                  </a:lnTo>
                  <a:lnTo>
                    <a:pt x="368" y="59"/>
                  </a:lnTo>
                  <a:lnTo>
                    <a:pt x="355" y="65"/>
                  </a:lnTo>
                  <a:lnTo>
                    <a:pt x="342" y="71"/>
                  </a:lnTo>
                  <a:lnTo>
                    <a:pt x="329" y="77"/>
                  </a:lnTo>
                  <a:lnTo>
                    <a:pt x="317" y="83"/>
                  </a:lnTo>
                  <a:lnTo>
                    <a:pt x="305" y="91"/>
                  </a:lnTo>
                  <a:lnTo>
                    <a:pt x="292" y="98"/>
                  </a:lnTo>
                  <a:lnTo>
                    <a:pt x="281" y="105"/>
                  </a:lnTo>
                  <a:lnTo>
                    <a:pt x="269" y="113"/>
                  </a:lnTo>
                  <a:lnTo>
                    <a:pt x="258" y="120"/>
                  </a:lnTo>
                  <a:lnTo>
                    <a:pt x="247" y="129"/>
                  </a:lnTo>
                  <a:lnTo>
                    <a:pt x="236" y="137"/>
                  </a:lnTo>
                  <a:lnTo>
                    <a:pt x="224" y="146"/>
                  </a:lnTo>
                  <a:lnTo>
                    <a:pt x="214" y="155"/>
                  </a:lnTo>
                  <a:lnTo>
                    <a:pt x="203" y="164"/>
                  </a:lnTo>
                  <a:lnTo>
                    <a:pt x="193" y="174"/>
                  </a:lnTo>
                  <a:lnTo>
                    <a:pt x="183" y="183"/>
                  </a:lnTo>
                  <a:lnTo>
                    <a:pt x="174" y="194"/>
                  </a:lnTo>
                  <a:lnTo>
                    <a:pt x="164" y="203"/>
                  </a:lnTo>
                  <a:lnTo>
                    <a:pt x="155" y="214"/>
                  </a:lnTo>
                  <a:lnTo>
                    <a:pt x="146" y="224"/>
                  </a:lnTo>
                  <a:lnTo>
                    <a:pt x="137" y="235"/>
                  </a:lnTo>
                  <a:lnTo>
                    <a:pt x="129" y="247"/>
                  </a:lnTo>
                  <a:lnTo>
                    <a:pt x="120" y="258"/>
                  </a:lnTo>
                  <a:lnTo>
                    <a:pt x="112" y="269"/>
                  </a:lnTo>
                  <a:lnTo>
                    <a:pt x="105" y="281"/>
                  </a:lnTo>
                  <a:lnTo>
                    <a:pt x="98" y="292"/>
                  </a:lnTo>
                  <a:lnTo>
                    <a:pt x="91" y="305"/>
                  </a:lnTo>
                  <a:lnTo>
                    <a:pt x="83" y="317"/>
                  </a:lnTo>
                  <a:lnTo>
                    <a:pt x="77" y="330"/>
                  </a:lnTo>
                  <a:lnTo>
                    <a:pt x="71" y="342"/>
                  </a:lnTo>
                  <a:lnTo>
                    <a:pt x="65" y="355"/>
                  </a:lnTo>
                  <a:lnTo>
                    <a:pt x="59" y="367"/>
                  </a:lnTo>
                  <a:lnTo>
                    <a:pt x="54" y="381"/>
                  </a:lnTo>
                  <a:lnTo>
                    <a:pt x="49" y="394"/>
                  </a:lnTo>
                  <a:lnTo>
                    <a:pt x="44" y="408"/>
                  </a:lnTo>
                  <a:lnTo>
                    <a:pt x="39" y="421"/>
                  </a:lnTo>
                  <a:lnTo>
                    <a:pt x="35" y="435"/>
                  </a:lnTo>
                  <a:lnTo>
                    <a:pt x="32" y="448"/>
                  </a:lnTo>
                  <a:lnTo>
                    <a:pt x="28" y="463"/>
                  </a:lnTo>
                  <a:lnTo>
                    <a:pt x="25" y="476"/>
                  </a:lnTo>
                  <a:lnTo>
                    <a:pt x="23" y="491"/>
                  </a:lnTo>
                  <a:lnTo>
                    <a:pt x="20" y="505"/>
                  </a:lnTo>
                  <a:lnTo>
                    <a:pt x="18" y="520"/>
                  </a:lnTo>
                  <a:lnTo>
                    <a:pt x="16" y="534"/>
                  </a:lnTo>
                  <a:lnTo>
                    <a:pt x="15" y="548"/>
                  </a:lnTo>
                  <a:lnTo>
                    <a:pt x="15" y="564"/>
                  </a:lnTo>
                  <a:lnTo>
                    <a:pt x="14" y="578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608"/>
                  </a:lnTo>
                  <a:lnTo>
                    <a:pt x="15" y="623"/>
                  </a:lnTo>
                  <a:lnTo>
                    <a:pt x="15" y="638"/>
                  </a:lnTo>
                  <a:lnTo>
                    <a:pt x="16" y="652"/>
                  </a:lnTo>
                  <a:lnTo>
                    <a:pt x="18" y="667"/>
                  </a:lnTo>
                  <a:lnTo>
                    <a:pt x="20" y="682"/>
                  </a:lnTo>
                  <a:lnTo>
                    <a:pt x="23" y="696"/>
                  </a:lnTo>
                  <a:lnTo>
                    <a:pt x="25" y="710"/>
                  </a:lnTo>
                  <a:lnTo>
                    <a:pt x="28" y="724"/>
                  </a:lnTo>
                  <a:lnTo>
                    <a:pt x="32" y="738"/>
                  </a:lnTo>
                  <a:lnTo>
                    <a:pt x="35" y="752"/>
                  </a:lnTo>
                  <a:lnTo>
                    <a:pt x="40" y="765"/>
                  </a:lnTo>
                  <a:lnTo>
                    <a:pt x="44" y="779"/>
                  </a:lnTo>
                  <a:lnTo>
                    <a:pt x="49" y="792"/>
                  </a:lnTo>
                  <a:lnTo>
                    <a:pt x="54" y="806"/>
                  </a:lnTo>
                  <a:lnTo>
                    <a:pt x="59" y="819"/>
                  </a:lnTo>
                  <a:lnTo>
                    <a:pt x="65" y="832"/>
                  </a:lnTo>
                  <a:lnTo>
                    <a:pt x="71" y="844"/>
                  </a:lnTo>
                  <a:lnTo>
                    <a:pt x="77" y="857"/>
                  </a:lnTo>
                  <a:lnTo>
                    <a:pt x="83" y="869"/>
                  </a:lnTo>
                  <a:lnTo>
                    <a:pt x="91" y="882"/>
                  </a:lnTo>
                  <a:lnTo>
                    <a:pt x="98" y="894"/>
                  </a:lnTo>
                  <a:lnTo>
                    <a:pt x="105" y="906"/>
                  </a:lnTo>
                  <a:lnTo>
                    <a:pt x="112" y="917"/>
                  </a:lnTo>
                  <a:lnTo>
                    <a:pt x="120" y="928"/>
                  </a:lnTo>
                  <a:lnTo>
                    <a:pt x="129" y="940"/>
                  </a:lnTo>
                  <a:lnTo>
                    <a:pt x="137" y="951"/>
                  </a:lnTo>
                  <a:lnTo>
                    <a:pt x="146" y="962"/>
                  </a:lnTo>
                  <a:lnTo>
                    <a:pt x="155" y="972"/>
                  </a:lnTo>
                  <a:lnTo>
                    <a:pt x="164" y="983"/>
                  </a:lnTo>
                  <a:lnTo>
                    <a:pt x="174" y="993"/>
                  </a:lnTo>
                  <a:lnTo>
                    <a:pt x="183" y="1003"/>
                  </a:lnTo>
                  <a:lnTo>
                    <a:pt x="193" y="1012"/>
                  </a:lnTo>
                  <a:lnTo>
                    <a:pt x="203" y="1022"/>
                  </a:lnTo>
                  <a:lnTo>
                    <a:pt x="214" y="1032"/>
                  </a:lnTo>
                  <a:lnTo>
                    <a:pt x="224" y="1040"/>
                  </a:lnTo>
                  <a:lnTo>
                    <a:pt x="236" y="1049"/>
                  </a:lnTo>
                  <a:lnTo>
                    <a:pt x="247" y="1058"/>
                  </a:lnTo>
                  <a:lnTo>
                    <a:pt x="258" y="1066"/>
                  </a:lnTo>
                  <a:lnTo>
                    <a:pt x="269" y="1074"/>
                  </a:lnTo>
                  <a:lnTo>
                    <a:pt x="281" y="1081"/>
                  </a:lnTo>
                  <a:lnTo>
                    <a:pt x="292" y="1089"/>
                  </a:lnTo>
                  <a:lnTo>
                    <a:pt x="305" y="1096"/>
                  </a:lnTo>
                  <a:lnTo>
                    <a:pt x="317" y="1103"/>
                  </a:lnTo>
                  <a:lnTo>
                    <a:pt x="329" y="1109"/>
                  </a:lnTo>
                  <a:lnTo>
                    <a:pt x="342" y="1116"/>
                  </a:lnTo>
                  <a:lnTo>
                    <a:pt x="355" y="1121"/>
                  </a:lnTo>
                  <a:lnTo>
                    <a:pt x="368" y="1127"/>
                  </a:lnTo>
                  <a:lnTo>
                    <a:pt x="381" y="1133"/>
                  </a:lnTo>
                  <a:lnTo>
                    <a:pt x="394" y="1138"/>
                  </a:lnTo>
                  <a:lnTo>
                    <a:pt x="408" y="1142"/>
                  </a:lnTo>
                  <a:lnTo>
                    <a:pt x="421" y="1147"/>
                  </a:lnTo>
                  <a:lnTo>
                    <a:pt x="435" y="1151"/>
                  </a:lnTo>
                  <a:lnTo>
                    <a:pt x="448" y="1155"/>
                  </a:lnTo>
                  <a:lnTo>
                    <a:pt x="463" y="1158"/>
                  </a:lnTo>
                  <a:lnTo>
                    <a:pt x="476" y="1161"/>
                  </a:lnTo>
                  <a:lnTo>
                    <a:pt x="491" y="1164"/>
                  </a:lnTo>
                  <a:lnTo>
                    <a:pt x="505" y="1166"/>
                  </a:lnTo>
                  <a:lnTo>
                    <a:pt x="520" y="1169"/>
                  </a:lnTo>
                  <a:lnTo>
                    <a:pt x="534" y="1170"/>
                  </a:lnTo>
                  <a:lnTo>
                    <a:pt x="548" y="1171"/>
                  </a:lnTo>
                  <a:lnTo>
                    <a:pt x="564" y="1172"/>
                  </a:lnTo>
                  <a:lnTo>
                    <a:pt x="578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609" y="1173"/>
                  </a:lnTo>
                  <a:lnTo>
                    <a:pt x="623" y="1172"/>
                  </a:lnTo>
                  <a:lnTo>
                    <a:pt x="638" y="1171"/>
                  </a:lnTo>
                  <a:lnTo>
                    <a:pt x="653" y="1170"/>
                  </a:lnTo>
                  <a:lnTo>
                    <a:pt x="667" y="1169"/>
                  </a:lnTo>
                  <a:lnTo>
                    <a:pt x="681" y="1166"/>
                  </a:lnTo>
                  <a:lnTo>
                    <a:pt x="696" y="1164"/>
                  </a:lnTo>
                  <a:lnTo>
                    <a:pt x="710" y="1161"/>
                  </a:lnTo>
                  <a:lnTo>
                    <a:pt x="725" y="1158"/>
                  </a:lnTo>
                  <a:lnTo>
                    <a:pt x="738" y="1155"/>
                  </a:lnTo>
                  <a:lnTo>
                    <a:pt x="752" y="1151"/>
                  </a:lnTo>
                  <a:lnTo>
                    <a:pt x="765" y="1147"/>
                  </a:lnTo>
                  <a:lnTo>
                    <a:pt x="779" y="1142"/>
                  </a:lnTo>
                  <a:lnTo>
                    <a:pt x="793" y="1138"/>
                  </a:lnTo>
                  <a:lnTo>
                    <a:pt x="806" y="1133"/>
                  </a:lnTo>
                  <a:lnTo>
                    <a:pt x="819" y="1127"/>
                  </a:lnTo>
                  <a:lnTo>
                    <a:pt x="832" y="1121"/>
                  </a:lnTo>
                  <a:lnTo>
                    <a:pt x="845" y="1116"/>
                  </a:lnTo>
                  <a:lnTo>
                    <a:pt x="857" y="1109"/>
                  </a:lnTo>
                  <a:lnTo>
                    <a:pt x="869" y="1103"/>
                  </a:lnTo>
                  <a:lnTo>
                    <a:pt x="882" y="1096"/>
                  </a:lnTo>
                  <a:lnTo>
                    <a:pt x="893" y="1089"/>
                  </a:lnTo>
                  <a:lnTo>
                    <a:pt x="905" y="1081"/>
                  </a:lnTo>
                  <a:lnTo>
                    <a:pt x="917" y="1074"/>
                  </a:lnTo>
                  <a:lnTo>
                    <a:pt x="929" y="1066"/>
                  </a:lnTo>
                  <a:lnTo>
                    <a:pt x="940" y="1058"/>
                  </a:lnTo>
                  <a:lnTo>
                    <a:pt x="951" y="1049"/>
                  </a:lnTo>
                  <a:lnTo>
                    <a:pt x="961" y="1040"/>
                  </a:lnTo>
                  <a:lnTo>
                    <a:pt x="973" y="1032"/>
                  </a:lnTo>
                  <a:lnTo>
                    <a:pt x="983" y="1022"/>
                  </a:lnTo>
                  <a:lnTo>
                    <a:pt x="994" y="1012"/>
                  </a:lnTo>
                  <a:lnTo>
                    <a:pt x="1003" y="1003"/>
                  </a:lnTo>
                  <a:lnTo>
                    <a:pt x="1013" y="993"/>
                  </a:lnTo>
                  <a:lnTo>
                    <a:pt x="1022" y="983"/>
                  </a:lnTo>
                  <a:lnTo>
                    <a:pt x="1032" y="972"/>
                  </a:lnTo>
                  <a:lnTo>
                    <a:pt x="1041" y="962"/>
                  </a:lnTo>
                  <a:lnTo>
                    <a:pt x="1050" y="951"/>
                  </a:lnTo>
                  <a:lnTo>
                    <a:pt x="1058" y="940"/>
                  </a:lnTo>
                  <a:lnTo>
                    <a:pt x="1066" y="928"/>
                  </a:lnTo>
                  <a:lnTo>
                    <a:pt x="1074" y="917"/>
                  </a:lnTo>
                  <a:lnTo>
                    <a:pt x="1082" y="906"/>
                  </a:lnTo>
                  <a:lnTo>
                    <a:pt x="1089" y="894"/>
                  </a:lnTo>
                  <a:lnTo>
                    <a:pt x="1096" y="882"/>
                  </a:lnTo>
                  <a:lnTo>
                    <a:pt x="1103" y="869"/>
                  </a:lnTo>
                  <a:lnTo>
                    <a:pt x="1110" y="857"/>
                  </a:lnTo>
                  <a:lnTo>
                    <a:pt x="1116" y="844"/>
                  </a:lnTo>
                  <a:lnTo>
                    <a:pt x="1122" y="832"/>
                  </a:lnTo>
                  <a:lnTo>
                    <a:pt x="1127" y="819"/>
                  </a:lnTo>
                  <a:lnTo>
                    <a:pt x="1133" y="806"/>
                  </a:lnTo>
                  <a:lnTo>
                    <a:pt x="1138" y="792"/>
                  </a:lnTo>
                  <a:lnTo>
                    <a:pt x="1142" y="779"/>
                  </a:lnTo>
                  <a:lnTo>
                    <a:pt x="1147" y="765"/>
                  </a:lnTo>
                  <a:lnTo>
                    <a:pt x="1151" y="752"/>
                  </a:lnTo>
                  <a:lnTo>
                    <a:pt x="1154" y="738"/>
                  </a:lnTo>
                  <a:lnTo>
                    <a:pt x="1158" y="724"/>
                  </a:lnTo>
                  <a:lnTo>
                    <a:pt x="1162" y="710"/>
                  </a:lnTo>
                  <a:lnTo>
                    <a:pt x="1164" y="696"/>
                  </a:lnTo>
                  <a:lnTo>
                    <a:pt x="1166" y="682"/>
                  </a:lnTo>
                  <a:lnTo>
                    <a:pt x="1168" y="667"/>
                  </a:lnTo>
                  <a:lnTo>
                    <a:pt x="1170" y="652"/>
                  </a:lnTo>
                  <a:lnTo>
                    <a:pt x="1171" y="638"/>
                  </a:lnTo>
                  <a:lnTo>
                    <a:pt x="1172" y="623"/>
                  </a:lnTo>
                  <a:lnTo>
                    <a:pt x="1173" y="608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78"/>
                  </a:lnTo>
                  <a:lnTo>
                    <a:pt x="1172" y="564"/>
                  </a:lnTo>
                  <a:lnTo>
                    <a:pt x="1171" y="548"/>
                  </a:lnTo>
                  <a:lnTo>
                    <a:pt x="1170" y="534"/>
                  </a:lnTo>
                  <a:lnTo>
                    <a:pt x="1168" y="520"/>
                  </a:lnTo>
                  <a:lnTo>
                    <a:pt x="1166" y="505"/>
                  </a:lnTo>
                  <a:lnTo>
                    <a:pt x="1164" y="491"/>
                  </a:lnTo>
                  <a:lnTo>
                    <a:pt x="1162" y="476"/>
                  </a:lnTo>
                  <a:lnTo>
                    <a:pt x="1158" y="463"/>
                  </a:lnTo>
                  <a:lnTo>
                    <a:pt x="1154" y="448"/>
                  </a:lnTo>
                  <a:lnTo>
                    <a:pt x="1151" y="435"/>
                  </a:lnTo>
                  <a:lnTo>
                    <a:pt x="1147" y="421"/>
                  </a:lnTo>
                  <a:lnTo>
                    <a:pt x="1142" y="408"/>
                  </a:lnTo>
                  <a:lnTo>
                    <a:pt x="1138" y="394"/>
                  </a:lnTo>
                  <a:lnTo>
                    <a:pt x="1133" y="381"/>
                  </a:lnTo>
                  <a:lnTo>
                    <a:pt x="1127" y="367"/>
                  </a:lnTo>
                  <a:lnTo>
                    <a:pt x="1122" y="355"/>
                  </a:lnTo>
                  <a:lnTo>
                    <a:pt x="1116" y="342"/>
                  </a:lnTo>
                  <a:lnTo>
                    <a:pt x="1110" y="330"/>
                  </a:lnTo>
                  <a:lnTo>
                    <a:pt x="1103" y="317"/>
                  </a:lnTo>
                  <a:lnTo>
                    <a:pt x="1096" y="305"/>
                  </a:lnTo>
                  <a:lnTo>
                    <a:pt x="1089" y="292"/>
                  </a:lnTo>
                  <a:lnTo>
                    <a:pt x="1082" y="281"/>
                  </a:lnTo>
                  <a:lnTo>
                    <a:pt x="1074" y="269"/>
                  </a:lnTo>
                  <a:lnTo>
                    <a:pt x="1066" y="258"/>
                  </a:lnTo>
                  <a:lnTo>
                    <a:pt x="1058" y="247"/>
                  </a:lnTo>
                  <a:lnTo>
                    <a:pt x="1050" y="235"/>
                  </a:lnTo>
                  <a:lnTo>
                    <a:pt x="1041" y="224"/>
                  </a:lnTo>
                  <a:lnTo>
                    <a:pt x="1032" y="214"/>
                  </a:lnTo>
                  <a:lnTo>
                    <a:pt x="1022" y="203"/>
                  </a:lnTo>
                  <a:lnTo>
                    <a:pt x="1013" y="194"/>
                  </a:lnTo>
                  <a:lnTo>
                    <a:pt x="1003" y="183"/>
                  </a:lnTo>
                  <a:lnTo>
                    <a:pt x="994" y="174"/>
                  </a:lnTo>
                  <a:lnTo>
                    <a:pt x="983" y="164"/>
                  </a:lnTo>
                  <a:lnTo>
                    <a:pt x="973" y="155"/>
                  </a:lnTo>
                  <a:lnTo>
                    <a:pt x="961" y="146"/>
                  </a:lnTo>
                  <a:lnTo>
                    <a:pt x="951" y="137"/>
                  </a:lnTo>
                  <a:lnTo>
                    <a:pt x="940" y="129"/>
                  </a:lnTo>
                  <a:lnTo>
                    <a:pt x="929" y="120"/>
                  </a:lnTo>
                  <a:lnTo>
                    <a:pt x="917" y="113"/>
                  </a:lnTo>
                  <a:lnTo>
                    <a:pt x="905" y="105"/>
                  </a:lnTo>
                  <a:lnTo>
                    <a:pt x="893" y="98"/>
                  </a:lnTo>
                  <a:lnTo>
                    <a:pt x="882" y="91"/>
                  </a:lnTo>
                  <a:lnTo>
                    <a:pt x="869" y="83"/>
                  </a:lnTo>
                  <a:lnTo>
                    <a:pt x="857" y="77"/>
                  </a:lnTo>
                  <a:lnTo>
                    <a:pt x="845" y="71"/>
                  </a:lnTo>
                  <a:lnTo>
                    <a:pt x="832" y="65"/>
                  </a:lnTo>
                  <a:lnTo>
                    <a:pt x="819" y="59"/>
                  </a:lnTo>
                  <a:lnTo>
                    <a:pt x="806" y="54"/>
                  </a:lnTo>
                  <a:lnTo>
                    <a:pt x="793" y="49"/>
                  </a:lnTo>
                  <a:lnTo>
                    <a:pt x="779" y="44"/>
                  </a:lnTo>
                  <a:lnTo>
                    <a:pt x="765" y="40"/>
                  </a:lnTo>
                  <a:lnTo>
                    <a:pt x="752" y="35"/>
                  </a:lnTo>
                  <a:lnTo>
                    <a:pt x="738" y="32"/>
                  </a:lnTo>
                  <a:lnTo>
                    <a:pt x="725" y="28"/>
                  </a:lnTo>
                  <a:lnTo>
                    <a:pt x="710" y="26"/>
                  </a:lnTo>
                  <a:lnTo>
                    <a:pt x="696" y="23"/>
                  </a:lnTo>
                  <a:lnTo>
                    <a:pt x="681" y="20"/>
                  </a:lnTo>
                  <a:lnTo>
                    <a:pt x="667" y="19"/>
                  </a:lnTo>
                  <a:lnTo>
                    <a:pt x="653" y="16"/>
                  </a:lnTo>
                  <a:lnTo>
                    <a:pt x="638" y="15"/>
                  </a:lnTo>
                  <a:lnTo>
                    <a:pt x="623" y="15"/>
                  </a:lnTo>
                  <a:lnTo>
                    <a:pt x="609" y="14"/>
                  </a:lnTo>
                  <a:lnTo>
                    <a:pt x="59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7" name="îṥľîḋè">
              <a:extLst>
                <a:ext uri="{FF2B5EF4-FFF2-40B4-BE49-F238E27FC236}">
                  <a16:creationId xmlns:a16="http://schemas.microsoft.com/office/drawing/2014/main" id="{1636D42F-0057-4E43-A44E-058DDAA329F0}"/>
                </a:ext>
              </a:extLst>
            </p:cNvPr>
            <p:cNvSpPr/>
            <p:nvPr/>
          </p:nvSpPr>
          <p:spPr bwMode="auto">
            <a:xfrm>
              <a:off x="2636838" y="3000376"/>
              <a:ext cx="433388" cy="309563"/>
            </a:xfrm>
            <a:custGeom>
              <a:avLst/>
              <a:gdLst>
                <a:gd name="T0" fmla="*/ 121 w 273"/>
                <a:gd name="T1" fmla="*/ 190 h 195"/>
                <a:gd name="T2" fmla="*/ 157 w 273"/>
                <a:gd name="T3" fmla="*/ 186 h 195"/>
                <a:gd name="T4" fmla="*/ 184 w 273"/>
                <a:gd name="T5" fmla="*/ 151 h 195"/>
                <a:gd name="T6" fmla="*/ 206 w 273"/>
                <a:gd name="T7" fmla="*/ 133 h 195"/>
                <a:gd name="T8" fmla="*/ 247 w 273"/>
                <a:gd name="T9" fmla="*/ 119 h 195"/>
                <a:gd name="T10" fmla="*/ 273 w 273"/>
                <a:gd name="T11" fmla="*/ 102 h 195"/>
                <a:gd name="T12" fmla="*/ 245 w 273"/>
                <a:gd name="T13" fmla="*/ 71 h 195"/>
                <a:gd name="T14" fmla="*/ 216 w 273"/>
                <a:gd name="T15" fmla="*/ 35 h 195"/>
                <a:gd name="T16" fmla="*/ 207 w 273"/>
                <a:gd name="T17" fmla="*/ 1 h 195"/>
                <a:gd name="T18" fmla="*/ 172 w 273"/>
                <a:gd name="T19" fmla="*/ 9 h 195"/>
                <a:gd name="T20" fmla="*/ 129 w 273"/>
                <a:gd name="T21" fmla="*/ 24 h 195"/>
                <a:gd name="T22" fmla="*/ 76 w 273"/>
                <a:gd name="T23" fmla="*/ 2 h 195"/>
                <a:gd name="T24" fmla="*/ 62 w 273"/>
                <a:gd name="T25" fmla="*/ 6 h 195"/>
                <a:gd name="T26" fmla="*/ 49 w 273"/>
                <a:gd name="T27" fmla="*/ 57 h 195"/>
                <a:gd name="T28" fmla="*/ 15 w 273"/>
                <a:gd name="T29" fmla="*/ 89 h 195"/>
                <a:gd name="T30" fmla="*/ 1 w 273"/>
                <a:gd name="T31" fmla="*/ 108 h 195"/>
                <a:gd name="T32" fmla="*/ 46 w 273"/>
                <a:gd name="T33" fmla="*/ 132 h 195"/>
                <a:gd name="T34" fmla="*/ 76 w 273"/>
                <a:gd name="T35" fmla="*/ 132 h 195"/>
                <a:gd name="T36" fmla="*/ 130 w 273"/>
                <a:gd name="T37" fmla="*/ 100 h 195"/>
                <a:gd name="T38" fmla="*/ 110 w 273"/>
                <a:gd name="T39" fmla="*/ 80 h 195"/>
                <a:gd name="T40" fmla="*/ 105 w 273"/>
                <a:gd name="T41" fmla="*/ 85 h 195"/>
                <a:gd name="T42" fmla="*/ 69 w 273"/>
                <a:gd name="T43" fmla="*/ 56 h 195"/>
                <a:gd name="T44" fmla="*/ 73 w 273"/>
                <a:gd name="T45" fmla="*/ 13 h 195"/>
                <a:gd name="T46" fmla="*/ 119 w 273"/>
                <a:gd name="T47" fmla="*/ 31 h 195"/>
                <a:gd name="T48" fmla="*/ 154 w 273"/>
                <a:gd name="T49" fmla="*/ 31 h 195"/>
                <a:gd name="T50" fmla="*/ 199 w 273"/>
                <a:gd name="T51" fmla="*/ 13 h 195"/>
                <a:gd name="T52" fmla="*/ 205 w 273"/>
                <a:gd name="T53" fmla="*/ 56 h 195"/>
                <a:gd name="T54" fmla="*/ 168 w 273"/>
                <a:gd name="T55" fmla="*/ 85 h 195"/>
                <a:gd name="T56" fmla="*/ 163 w 273"/>
                <a:gd name="T57" fmla="*/ 80 h 195"/>
                <a:gd name="T58" fmla="*/ 142 w 273"/>
                <a:gd name="T59" fmla="*/ 100 h 195"/>
                <a:gd name="T60" fmla="*/ 145 w 273"/>
                <a:gd name="T61" fmla="*/ 54 h 195"/>
                <a:gd name="T62" fmla="*/ 130 w 273"/>
                <a:gd name="T63" fmla="*/ 61 h 195"/>
                <a:gd name="T64" fmla="*/ 137 w 273"/>
                <a:gd name="T65" fmla="*/ 45 h 195"/>
                <a:gd name="T66" fmla="*/ 113 w 273"/>
                <a:gd name="T67" fmla="*/ 164 h 195"/>
                <a:gd name="T68" fmla="*/ 141 w 273"/>
                <a:gd name="T69" fmla="*/ 173 h 195"/>
                <a:gd name="T70" fmla="*/ 151 w 273"/>
                <a:gd name="T71" fmla="*/ 177 h 195"/>
                <a:gd name="T72" fmla="*/ 121 w 273"/>
                <a:gd name="T73" fmla="*/ 150 h 195"/>
                <a:gd name="T74" fmla="*/ 89 w 273"/>
                <a:gd name="T75" fmla="*/ 134 h 195"/>
                <a:gd name="T76" fmla="*/ 95 w 273"/>
                <a:gd name="T77" fmla="*/ 108 h 195"/>
                <a:gd name="T78" fmla="*/ 133 w 273"/>
                <a:gd name="T79" fmla="*/ 115 h 195"/>
                <a:gd name="T80" fmla="*/ 157 w 273"/>
                <a:gd name="T81" fmla="*/ 105 h 195"/>
                <a:gd name="T82" fmla="*/ 183 w 273"/>
                <a:gd name="T83" fmla="*/ 114 h 195"/>
                <a:gd name="T84" fmla="*/ 177 w 273"/>
                <a:gd name="T85" fmla="*/ 142 h 195"/>
                <a:gd name="T86" fmla="*/ 137 w 273"/>
                <a:gd name="T87" fmla="*/ 164 h 195"/>
                <a:gd name="T88" fmla="*/ 178 w 273"/>
                <a:gd name="T89" fmla="*/ 63 h 195"/>
                <a:gd name="T90" fmla="*/ 161 w 273"/>
                <a:gd name="T91" fmla="*/ 63 h 195"/>
                <a:gd name="T92" fmla="*/ 175 w 273"/>
                <a:gd name="T93" fmla="*/ 96 h 195"/>
                <a:gd name="T94" fmla="*/ 202 w 273"/>
                <a:gd name="T95" fmla="*/ 68 h 195"/>
                <a:gd name="T96" fmla="*/ 236 w 273"/>
                <a:gd name="T97" fmla="*/ 76 h 195"/>
                <a:gd name="T98" fmla="*/ 246 w 273"/>
                <a:gd name="T99" fmla="*/ 107 h 195"/>
                <a:gd name="T100" fmla="*/ 201 w 273"/>
                <a:gd name="T101" fmla="*/ 120 h 195"/>
                <a:gd name="T102" fmla="*/ 178 w 273"/>
                <a:gd name="T103" fmla="*/ 96 h 195"/>
                <a:gd name="T104" fmla="*/ 113 w 273"/>
                <a:gd name="T105" fmla="*/ 62 h 195"/>
                <a:gd name="T106" fmla="*/ 97 w 273"/>
                <a:gd name="T107" fmla="*/ 65 h 195"/>
                <a:gd name="T108" fmla="*/ 104 w 273"/>
                <a:gd name="T109" fmla="*/ 51 h 195"/>
                <a:gd name="T110" fmla="*/ 75 w 273"/>
                <a:gd name="T111" fmla="*/ 120 h 195"/>
                <a:gd name="T112" fmla="*/ 34 w 273"/>
                <a:gd name="T113" fmla="*/ 110 h 195"/>
                <a:gd name="T114" fmla="*/ 34 w 273"/>
                <a:gd name="T115" fmla="*/ 80 h 195"/>
                <a:gd name="T116" fmla="*/ 65 w 273"/>
                <a:gd name="T117" fmla="*/ 67 h 195"/>
                <a:gd name="T118" fmla="*/ 96 w 273"/>
                <a:gd name="T119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3" h="195">
                  <a:moveTo>
                    <a:pt x="97" y="154"/>
                  </a:moveTo>
                  <a:lnTo>
                    <a:pt x="98" y="158"/>
                  </a:lnTo>
                  <a:lnTo>
                    <a:pt x="100" y="162"/>
                  </a:lnTo>
                  <a:lnTo>
                    <a:pt x="101" y="166"/>
                  </a:lnTo>
                  <a:lnTo>
                    <a:pt x="103" y="170"/>
                  </a:lnTo>
                  <a:lnTo>
                    <a:pt x="105" y="174"/>
                  </a:lnTo>
                  <a:lnTo>
                    <a:pt x="108" y="177"/>
                  </a:lnTo>
                  <a:lnTo>
                    <a:pt x="111" y="181"/>
                  </a:lnTo>
                  <a:lnTo>
                    <a:pt x="113" y="184"/>
                  </a:lnTo>
                  <a:lnTo>
                    <a:pt x="116" y="186"/>
                  </a:lnTo>
                  <a:lnTo>
                    <a:pt x="119" y="188"/>
                  </a:lnTo>
                  <a:lnTo>
                    <a:pt x="121" y="190"/>
                  </a:lnTo>
                  <a:lnTo>
                    <a:pt x="124" y="191"/>
                  </a:lnTo>
                  <a:lnTo>
                    <a:pt x="126" y="192"/>
                  </a:lnTo>
                  <a:lnTo>
                    <a:pt x="130" y="193"/>
                  </a:lnTo>
                  <a:lnTo>
                    <a:pt x="133" y="194"/>
                  </a:lnTo>
                  <a:lnTo>
                    <a:pt x="137" y="195"/>
                  </a:lnTo>
                  <a:lnTo>
                    <a:pt x="140" y="194"/>
                  </a:lnTo>
                  <a:lnTo>
                    <a:pt x="143" y="193"/>
                  </a:lnTo>
                  <a:lnTo>
                    <a:pt x="146" y="192"/>
                  </a:lnTo>
                  <a:lnTo>
                    <a:pt x="149" y="191"/>
                  </a:lnTo>
                  <a:lnTo>
                    <a:pt x="152" y="190"/>
                  </a:lnTo>
                  <a:lnTo>
                    <a:pt x="154" y="188"/>
                  </a:lnTo>
                  <a:lnTo>
                    <a:pt x="157" y="186"/>
                  </a:lnTo>
                  <a:lnTo>
                    <a:pt x="159" y="184"/>
                  </a:lnTo>
                  <a:lnTo>
                    <a:pt x="162" y="181"/>
                  </a:lnTo>
                  <a:lnTo>
                    <a:pt x="165" y="177"/>
                  </a:lnTo>
                  <a:lnTo>
                    <a:pt x="167" y="174"/>
                  </a:lnTo>
                  <a:lnTo>
                    <a:pt x="170" y="170"/>
                  </a:lnTo>
                  <a:lnTo>
                    <a:pt x="171" y="166"/>
                  </a:lnTo>
                  <a:lnTo>
                    <a:pt x="174" y="162"/>
                  </a:lnTo>
                  <a:lnTo>
                    <a:pt x="175" y="158"/>
                  </a:lnTo>
                  <a:lnTo>
                    <a:pt x="177" y="154"/>
                  </a:lnTo>
                  <a:lnTo>
                    <a:pt x="177" y="154"/>
                  </a:lnTo>
                  <a:lnTo>
                    <a:pt x="180" y="152"/>
                  </a:lnTo>
                  <a:lnTo>
                    <a:pt x="184" y="151"/>
                  </a:lnTo>
                  <a:lnTo>
                    <a:pt x="186" y="149"/>
                  </a:lnTo>
                  <a:lnTo>
                    <a:pt x="190" y="147"/>
                  </a:lnTo>
                  <a:lnTo>
                    <a:pt x="192" y="144"/>
                  </a:lnTo>
                  <a:lnTo>
                    <a:pt x="194" y="140"/>
                  </a:lnTo>
                  <a:lnTo>
                    <a:pt x="196" y="136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8" y="131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202" y="132"/>
                  </a:lnTo>
                  <a:lnTo>
                    <a:pt x="206" y="133"/>
                  </a:lnTo>
                  <a:lnTo>
                    <a:pt x="210" y="134"/>
                  </a:lnTo>
                  <a:lnTo>
                    <a:pt x="215" y="134"/>
                  </a:lnTo>
                  <a:lnTo>
                    <a:pt x="219" y="133"/>
                  </a:lnTo>
                  <a:lnTo>
                    <a:pt x="222" y="132"/>
                  </a:lnTo>
                  <a:lnTo>
                    <a:pt x="225" y="132"/>
                  </a:lnTo>
                  <a:lnTo>
                    <a:pt x="227" y="132"/>
                  </a:lnTo>
                  <a:lnTo>
                    <a:pt x="229" y="131"/>
                  </a:lnTo>
                  <a:lnTo>
                    <a:pt x="231" y="129"/>
                  </a:lnTo>
                  <a:lnTo>
                    <a:pt x="233" y="128"/>
                  </a:lnTo>
                  <a:lnTo>
                    <a:pt x="237" y="124"/>
                  </a:lnTo>
                  <a:lnTo>
                    <a:pt x="242" y="121"/>
                  </a:lnTo>
                  <a:lnTo>
                    <a:pt x="247" y="119"/>
                  </a:lnTo>
                  <a:lnTo>
                    <a:pt x="254" y="116"/>
                  </a:lnTo>
                  <a:lnTo>
                    <a:pt x="260" y="113"/>
                  </a:lnTo>
                  <a:lnTo>
                    <a:pt x="266" y="111"/>
                  </a:lnTo>
                  <a:lnTo>
                    <a:pt x="268" y="110"/>
                  </a:lnTo>
                  <a:lnTo>
                    <a:pt x="270" y="109"/>
                  </a:lnTo>
                  <a:lnTo>
                    <a:pt x="271" y="108"/>
                  </a:lnTo>
                  <a:lnTo>
                    <a:pt x="272" y="107"/>
                  </a:lnTo>
                  <a:lnTo>
                    <a:pt x="273" y="106"/>
                  </a:lnTo>
                  <a:lnTo>
                    <a:pt x="273" y="105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2"/>
                  </a:lnTo>
                  <a:lnTo>
                    <a:pt x="272" y="101"/>
                  </a:lnTo>
                  <a:lnTo>
                    <a:pt x="271" y="100"/>
                  </a:lnTo>
                  <a:lnTo>
                    <a:pt x="270" y="99"/>
                  </a:lnTo>
                  <a:lnTo>
                    <a:pt x="266" y="96"/>
                  </a:lnTo>
                  <a:lnTo>
                    <a:pt x="261" y="91"/>
                  </a:lnTo>
                  <a:lnTo>
                    <a:pt x="258" y="89"/>
                  </a:lnTo>
                  <a:lnTo>
                    <a:pt x="255" y="86"/>
                  </a:lnTo>
                  <a:lnTo>
                    <a:pt x="253" y="83"/>
                  </a:lnTo>
                  <a:lnTo>
                    <a:pt x="251" y="79"/>
                  </a:lnTo>
                  <a:lnTo>
                    <a:pt x="249" y="76"/>
                  </a:lnTo>
                  <a:lnTo>
                    <a:pt x="247" y="74"/>
                  </a:lnTo>
                  <a:lnTo>
                    <a:pt x="245" y="71"/>
                  </a:lnTo>
                  <a:lnTo>
                    <a:pt x="242" y="67"/>
                  </a:lnTo>
                  <a:lnTo>
                    <a:pt x="238" y="65"/>
                  </a:lnTo>
                  <a:lnTo>
                    <a:pt x="234" y="62"/>
                  </a:lnTo>
                  <a:lnTo>
                    <a:pt x="230" y="59"/>
                  </a:lnTo>
                  <a:lnTo>
                    <a:pt x="227" y="58"/>
                  </a:lnTo>
                  <a:lnTo>
                    <a:pt x="224" y="57"/>
                  </a:lnTo>
                  <a:lnTo>
                    <a:pt x="220" y="56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19" y="46"/>
                  </a:lnTo>
                  <a:lnTo>
                    <a:pt x="219" y="43"/>
                  </a:lnTo>
                  <a:lnTo>
                    <a:pt x="216" y="35"/>
                  </a:lnTo>
                  <a:lnTo>
                    <a:pt x="214" y="27"/>
                  </a:lnTo>
                  <a:lnTo>
                    <a:pt x="212" y="23"/>
                  </a:lnTo>
                  <a:lnTo>
                    <a:pt x="211" y="19"/>
                  </a:lnTo>
                  <a:lnTo>
                    <a:pt x="210" y="13"/>
                  </a:lnTo>
                  <a:lnTo>
                    <a:pt x="210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10" y="2"/>
                  </a:lnTo>
                  <a:lnTo>
                    <a:pt x="209" y="2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1" y="0"/>
                  </a:lnTo>
                  <a:lnTo>
                    <a:pt x="200" y="1"/>
                  </a:lnTo>
                  <a:lnTo>
                    <a:pt x="197" y="2"/>
                  </a:lnTo>
                  <a:lnTo>
                    <a:pt x="194" y="3"/>
                  </a:lnTo>
                  <a:lnTo>
                    <a:pt x="190" y="5"/>
                  </a:lnTo>
                  <a:lnTo>
                    <a:pt x="186" y="6"/>
                  </a:lnTo>
                  <a:lnTo>
                    <a:pt x="182" y="7"/>
                  </a:lnTo>
                  <a:lnTo>
                    <a:pt x="177" y="7"/>
                  </a:lnTo>
                  <a:lnTo>
                    <a:pt x="172" y="9"/>
                  </a:lnTo>
                  <a:lnTo>
                    <a:pt x="169" y="11"/>
                  </a:lnTo>
                  <a:lnTo>
                    <a:pt x="164" y="12"/>
                  </a:lnTo>
                  <a:lnTo>
                    <a:pt x="160" y="15"/>
                  </a:lnTo>
                  <a:lnTo>
                    <a:pt x="156" y="17"/>
                  </a:lnTo>
                  <a:lnTo>
                    <a:pt x="152" y="19"/>
                  </a:lnTo>
                  <a:lnTo>
                    <a:pt x="145" y="24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6" y="30"/>
                  </a:lnTo>
                  <a:lnTo>
                    <a:pt x="136" y="30"/>
                  </a:lnTo>
                  <a:lnTo>
                    <a:pt x="129" y="24"/>
                  </a:lnTo>
                  <a:lnTo>
                    <a:pt x="121" y="19"/>
                  </a:lnTo>
                  <a:lnTo>
                    <a:pt x="117" y="17"/>
                  </a:lnTo>
                  <a:lnTo>
                    <a:pt x="113" y="15"/>
                  </a:lnTo>
                  <a:lnTo>
                    <a:pt x="109" y="12"/>
                  </a:lnTo>
                  <a:lnTo>
                    <a:pt x="105" y="11"/>
                  </a:lnTo>
                  <a:lnTo>
                    <a:pt x="101" y="9"/>
                  </a:lnTo>
                  <a:lnTo>
                    <a:pt x="96" y="7"/>
                  </a:lnTo>
                  <a:lnTo>
                    <a:pt x="91" y="7"/>
                  </a:lnTo>
                  <a:lnTo>
                    <a:pt x="87" y="6"/>
                  </a:lnTo>
                  <a:lnTo>
                    <a:pt x="83" y="5"/>
                  </a:lnTo>
                  <a:lnTo>
                    <a:pt x="80" y="3"/>
                  </a:lnTo>
                  <a:lnTo>
                    <a:pt x="76" y="2"/>
                  </a:lnTo>
                  <a:lnTo>
                    <a:pt x="73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6" y="1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3" y="4"/>
                  </a:lnTo>
                  <a:lnTo>
                    <a:pt x="62" y="6"/>
                  </a:lnTo>
                  <a:lnTo>
                    <a:pt x="63" y="8"/>
                  </a:lnTo>
                  <a:lnTo>
                    <a:pt x="62" y="13"/>
                  </a:lnTo>
                  <a:lnTo>
                    <a:pt x="61" y="19"/>
                  </a:lnTo>
                  <a:lnTo>
                    <a:pt x="61" y="23"/>
                  </a:lnTo>
                  <a:lnTo>
                    <a:pt x="60" y="27"/>
                  </a:lnTo>
                  <a:lnTo>
                    <a:pt x="57" y="35"/>
                  </a:lnTo>
                  <a:lnTo>
                    <a:pt x="54" y="43"/>
                  </a:lnTo>
                  <a:lnTo>
                    <a:pt x="53" y="46"/>
                  </a:lnTo>
                  <a:lnTo>
                    <a:pt x="53" y="50"/>
                  </a:lnTo>
                  <a:lnTo>
                    <a:pt x="53" y="54"/>
                  </a:lnTo>
                  <a:lnTo>
                    <a:pt x="53" y="56"/>
                  </a:lnTo>
                  <a:lnTo>
                    <a:pt x="49" y="57"/>
                  </a:lnTo>
                  <a:lnTo>
                    <a:pt x="46" y="58"/>
                  </a:lnTo>
                  <a:lnTo>
                    <a:pt x="43" y="59"/>
                  </a:lnTo>
                  <a:lnTo>
                    <a:pt x="39" y="62"/>
                  </a:lnTo>
                  <a:lnTo>
                    <a:pt x="34" y="65"/>
                  </a:lnTo>
                  <a:lnTo>
                    <a:pt x="31" y="67"/>
                  </a:lnTo>
                  <a:lnTo>
                    <a:pt x="29" y="71"/>
                  </a:lnTo>
                  <a:lnTo>
                    <a:pt x="26" y="74"/>
                  </a:lnTo>
                  <a:lnTo>
                    <a:pt x="24" y="76"/>
                  </a:lnTo>
                  <a:lnTo>
                    <a:pt x="22" y="79"/>
                  </a:lnTo>
                  <a:lnTo>
                    <a:pt x="20" y="83"/>
                  </a:lnTo>
                  <a:lnTo>
                    <a:pt x="17" y="86"/>
                  </a:lnTo>
                  <a:lnTo>
                    <a:pt x="15" y="89"/>
                  </a:lnTo>
                  <a:lnTo>
                    <a:pt x="13" y="91"/>
                  </a:lnTo>
                  <a:lnTo>
                    <a:pt x="7" y="96"/>
                  </a:lnTo>
                  <a:lnTo>
                    <a:pt x="3" y="99"/>
                  </a:lnTo>
                  <a:lnTo>
                    <a:pt x="1" y="100"/>
                  </a:lnTo>
                  <a:lnTo>
                    <a:pt x="1" y="101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5" y="110"/>
                  </a:lnTo>
                  <a:lnTo>
                    <a:pt x="7" y="111"/>
                  </a:lnTo>
                  <a:lnTo>
                    <a:pt x="13" y="113"/>
                  </a:lnTo>
                  <a:lnTo>
                    <a:pt x="20" y="116"/>
                  </a:lnTo>
                  <a:lnTo>
                    <a:pt x="26" y="119"/>
                  </a:lnTo>
                  <a:lnTo>
                    <a:pt x="31" y="121"/>
                  </a:lnTo>
                  <a:lnTo>
                    <a:pt x="36" y="124"/>
                  </a:lnTo>
                  <a:lnTo>
                    <a:pt x="40" y="128"/>
                  </a:lnTo>
                  <a:lnTo>
                    <a:pt x="42" y="129"/>
                  </a:lnTo>
                  <a:lnTo>
                    <a:pt x="44" y="131"/>
                  </a:lnTo>
                  <a:lnTo>
                    <a:pt x="46" y="132"/>
                  </a:lnTo>
                  <a:lnTo>
                    <a:pt x="48" y="132"/>
                  </a:lnTo>
                  <a:lnTo>
                    <a:pt x="50" y="132"/>
                  </a:lnTo>
                  <a:lnTo>
                    <a:pt x="54" y="133"/>
                  </a:lnTo>
                  <a:lnTo>
                    <a:pt x="58" y="134"/>
                  </a:lnTo>
                  <a:lnTo>
                    <a:pt x="62" y="134"/>
                  </a:lnTo>
                  <a:lnTo>
                    <a:pt x="67" y="133"/>
                  </a:lnTo>
                  <a:lnTo>
                    <a:pt x="72" y="132"/>
                  </a:lnTo>
                  <a:lnTo>
                    <a:pt x="74" y="132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7" y="136"/>
                  </a:lnTo>
                  <a:lnTo>
                    <a:pt x="79" y="140"/>
                  </a:lnTo>
                  <a:lnTo>
                    <a:pt x="81" y="144"/>
                  </a:lnTo>
                  <a:lnTo>
                    <a:pt x="84" y="147"/>
                  </a:lnTo>
                  <a:lnTo>
                    <a:pt x="86" y="149"/>
                  </a:lnTo>
                  <a:lnTo>
                    <a:pt x="89" y="151"/>
                  </a:lnTo>
                  <a:lnTo>
                    <a:pt x="93" y="152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7" y="154"/>
                  </a:lnTo>
                  <a:close/>
                  <a:moveTo>
                    <a:pt x="130" y="71"/>
                  </a:moveTo>
                  <a:lnTo>
                    <a:pt x="130" y="100"/>
                  </a:lnTo>
                  <a:lnTo>
                    <a:pt x="130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7" y="91"/>
                  </a:lnTo>
                  <a:lnTo>
                    <a:pt x="125" y="86"/>
                  </a:lnTo>
                  <a:lnTo>
                    <a:pt x="123" y="80"/>
                  </a:lnTo>
                  <a:lnTo>
                    <a:pt x="120" y="76"/>
                  </a:lnTo>
                  <a:lnTo>
                    <a:pt x="117" y="72"/>
                  </a:lnTo>
                  <a:lnTo>
                    <a:pt x="117" y="71"/>
                  </a:lnTo>
                  <a:lnTo>
                    <a:pt x="108" y="78"/>
                  </a:lnTo>
                  <a:lnTo>
                    <a:pt x="110" y="80"/>
                  </a:lnTo>
                  <a:lnTo>
                    <a:pt x="112" y="84"/>
                  </a:lnTo>
                  <a:lnTo>
                    <a:pt x="114" y="88"/>
                  </a:lnTo>
                  <a:lnTo>
                    <a:pt x="116" y="92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5" y="94"/>
                  </a:lnTo>
                  <a:lnTo>
                    <a:pt x="113" y="93"/>
                  </a:lnTo>
                  <a:lnTo>
                    <a:pt x="110" y="93"/>
                  </a:lnTo>
                  <a:lnTo>
                    <a:pt x="108" y="93"/>
                  </a:lnTo>
                  <a:lnTo>
                    <a:pt x="107" y="91"/>
                  </a:lnTo>
                  <a:lnTo>
                    <a:pt x="106" y="88"/>
                  </a:lnTo>
                  <a:lnTo>
                    <a:pt x="105" y="85"/>
                  </a:lnTo>
                  <a:lnTo>
                    <a:pt x="102" y="80"/>
                  </a:lnTo>
                  <a:lnTo>
                    <a:pt x="101" y="78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4" y="69"/>
                  </a:lnTo>
                  <a:lnTo>
                    <a:pt x="92" y="67"/>
                  </a:lnTo>
                  <a:lnTo>
                    <a:pt x="89" y="64"/>
                  </a:lnTo>
                  <a:lnTo>
                    <a:pt x="85" y="62"/>
                  </a:lnTo>
                  <a:lnTo>
                    <a:pt x="81" y="59"/>
                  </a:lnTo>
                  <a:lnTo>
                    <a:pt x="77" y="58"/>
                  </a:lnTo>
                  <a:lnTo>
                    <a:pt x="73" y="57"/>
                  </a:lnTo>
                  <a:lnTo>
                    <a:pt x="69" y="56"/>
                  </a:lnTo>
                  <a:lnTo>
                    <a:pt x="65" y="56"/>
                  </a:lnTo>
                  <a:lnTo>
                    <a:pt x="65" y="55"/>
                  </a:lnTo>
                  <a:lnTo>
                    <a:pt x="65" y="50"/>
                  </a:lnTo>
                  <a:lnTo>
                    <a:pt x="65" y="45"/>
                  </a:lnTo>
                  <a:lnTo>
                    <a:pt x="67" y="41"/>
                  </a:lnTo>
                  <a:lnTo>
                    <a:pt x="69" y="35"/>
                  </a:lnTo>
                  <a:lnTo>
                    <a:pt x="69" y="32"/>
                  </a:lnTo>
                  <a:lnTo>
                    <a:pt x="71" y="29"/>
                  </a:lnTo>
                  <a:lnTo>
                    <a:pt x="72" y="26"/>
                  </a:lnTo>
                  <a:lnTo>
                    <a:pt x="72" y="23"/>
                  </a:lnTo>
                  <a:lnTo>
                    <a:pt x="73" y="17"/>
                  </a:lnTo>
                  <a:lnTo>
                    <a:pt x="73" y="13"/>
                  </a:lnTo>
                  <a:lnTo>
                    <a:pt x="74" y="13"/>
                  </a:lnTo>
                  <a:lnTo>
                    <a:pt x="77" y="15"/>
                  </a:lnTo>
                  <a:lnTo>
                    <a:pt x="81" y="16"/>
                  </a:lnTo>
                  <a:lnTo>
                    <a:pt x="87" y="17"/>
                  </a:lnTo>
                  <a:lnTo>
                    <a:pt x="95" y="19"/>
                  </a:lnTo>
                  <a:lnTo>
                    <a:pt x="101" y="20"/>
                  </a:lnTo>
                  <a:lnTo>
                    <a:pt x="104" y="22"/>
                  </a:lnTo>
                  <a:lnTo>
                    <a:pt x="106" y="23"/>
                  </a:lnTo>
                  <a:lnTo>
                    <a:pt x="108" y="24"/>
                  </a:lnTo>
                  <a:lnTo>
                    <a:pt x="110" y="25"/>
                  </a:lnTo>
                  <a:lnTo>
                    <a:pt x="115" y="28"/>
                  </a:lnTo>
                  <a:lnTo>
                    <a:pt x="119" y="31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29" y="39"/>
                  </a:lnTo>
                  <a:lnTo>
                    <a:pt x="132" y="40"/>
                  </a:lnTo>
                  <a:lnTo>
                    <a:pt x="134" y="41"/>
                  </a:lnTo>
                  <a:lnTo>
                    <a:pt x="137" y="42"/>
                  </a:lnTo>
                  <a:lnTo>
                    <a:pt x="139" y="41"/>
                  </a:lnTo>
                  <a:lnTo>
                    <a:pt x="141" y="40"/>
                  </a:lnTo>
                  <a:lnTo>
                    <a:pt x="143" y="39"/>
                  </a:lnTo>
                  <a:lnTo>
                    <a:pt x="145" y="38"/>
                  </a:lnTo>
                  <a:lnTo>
                    <a:pt x="150" y="35"/>
                  </a:lnTo>
                  <a:lnTo>
                    <a:pt x="154" y="31"/>
                  </a:lnTo>
                  <a:lnTo>
                    <a:pt x="158" y="28"/>
                  </a:lnTo>
                  <a:lnTo>
                    <a:pt x="162" y="25"/>
                  </a:lnTo>
                  <a:lnTo>
                    <a:pt x="165" y="24"/>
                  </a:lnTo>
                  <a:lnTo>
                    <a:pt x="167" y="23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8" y="19"/>
                  </a:lnTo>
                  <a:lnTo>
                    <a:pt x="186" y="17"/>
                  </a:lnTo>
                  <a:lnTo>
                    <a:pt x="192" y="16"/>
                  </a:lnTo>
                  <a:lnTo>
                    <a:pt x="196" y="15"/>
                  </a:lnTo>
                  <a:lnTo>
                    <a:pt x="199" y="13"/>
                  </a:lnTo>
                  <a:lnTo>
                    <a:pt x="199" y="13"/>
                  </a:lnTo>
                  <a:lnTo>
                    <a:pt x="200" y="17"/>
                  </a:lnTo>
                  <a:lnTo>
                    <a:pt x="201" y="23"/>
                  </a:lnTo>
                  <a:lnTo>
                    <a:pt x="202" y="26"/>
                  </a:lnTo>
                  <a:lnTo>
                    <a:pt x="202" y="29"/>
                  </a:lnTo>
                  <a:lnTo>
                    <a:pt x="203" y="32"/>
                  </a:lnTo>
                  <a:lnTo>
                    <a:pt x="205" y="35"/>
                  </a:lnTo>
                  <a:lnTo>
                    <a:pt x="206" y="41"/>
                  </a:lnTo>
                  <a:lnTo>
                    <a:pt x="208" y="45"/>
                  </a:lnTo>
                  <a:lnTo>
                    <a:pt x="208" y="50"/>
                  </a:lnTo>
                  <a:lnTo>
                    <a:pt x="208" y="55"/>
                  </a:lnTo>
                  <a:lnTo>
                    <a:pt x="208" y="56"/>
                  </a:lnTo>
                  <a:lnTo>
                    <a:pt x="205" y="56"/>
                  </a:lnTo>
                  <a:lnTo>
                    <a:pt x="200" y="57"/>
                  </a:lnTo>
                  <a:lnTo>
                    <a:pt x="196" y="58"/>
                  </a:lnTo>
                  <a:lnTo>
                    <a:pt x="192" y="59"/>
                  </a:lnTo>
                  <a:lnTo>
                    <a:pt x="188" y="62"/>
                  </a:lnTo>
                  <a:lnTo>
                    <a:pt x="184" y="64"/>
                  </a:lnTo>
                  <a:lnTo>
                    <a:pt x="181" y="67"/>
                  </a:lnTo>
                  <a:lnTo>
                    <a:pt x="178" y="69"/>
                  </a:lnTo>
                  <a:lnTo>
                    <a:pt x="176" y="71"/>
                  </a:lnTo>
                  <a:lnTo>
                    <a:pt x="174" y="75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1"/>
                  </a:lnTo>
                  <a:lnTo>
                    <a:pt x="166" y="93"/>
                  </a:lnTo>
                  <a:lnTo>
                    <a:pt x="163" y="93"/>
                  </a:lnTo>
                  <a:lnTo>
                    <a:pt x="161" y="93"/>
                  </a:lnTo>
                  <a:lnTo>
                    <a:pt x="158" y="94"/>
                  </a:lnTo>
                  <a:lnTo>
                    <a:pt x="156" y="95"/>
                  </a:lnTo>
                  <a:lnTo>
                    <a:pt x="156" y="93"/>
                  </a:lnTo>
                  <a:lnTo>
                    <a:pt x="157" y="92"/>
                  </a:lnTo>
                  <a:lnTo>
                    <a:pt x="158" y="88"/>
                  </a:lnTo>
                  <a:lnTo>
                    <a:pt x="161" y="84"/>
                  </a:lnTo>
                  <a:lnTo>
                    <a:pt x="163" y="80"/>
                  </a:lnTo>
                  <a:lnTo>
                    <a:pt x="165" y="78"/>
                  </a:lnTo>
                  <a:lnTo>
                    <a:pt x="156" y="71"/>
                  </a:lnTo>
                  <a:lnTo>
                    <a:pt x="155" y="72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47" y="86"/>
                  </a:lnTo>
                  <a:lnTo>
                    <a:pt x="145" y="91"/>
                  </a:lnTo>
                  <a:lnTo>
                    <a:pt x="145" y="95"/>
                  </a:lnTo>
                  <a:lnTo>
                    <a:pt x="144" y="97"/>
                  </a:lnTo>
                  <a:lnTo>
                    <a:pt x="144" y="100"/>
                  </a:lnTo>
                  <a:lnTo>
                    <a:pt x="143" y="100"/>
                  </a:lnTo>
                  <a:lnTo>
                    <a:pt x="142" y="100"/>
                  </a:lnTo>
                  <a:lnTo>
                    <a:pt x="142" y="71"/>
                  </a:lnTo>
                  <a:lnTo>
                    <a:pt x="130" y="71"/>
                  </a:lnTo>
                  <a:lnTo>
                    <a:pt x="130" y="71"/>
                  </a:lnTo>
                  <a:close/>
                  <a:moveTo>
                    <a:pt x="137" y="45"/>
                  </a:moveTo>
                  <a:lnTo>
                    <a:pt x="138" y="45"/>
                  </a:lnTo>
                  <a:lnTo>
                    <a:pt x="140" y="46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4" y="49"/>
                  </a:lnTo>
                  <a:lnTo>
                    <a:pt x="145" y="51"/>
                  </a:lnTo>
                  <a:lnTo>
                    <a:pt x="145" y="52"/>
                  </a:lnTo>
                  <a:lnTo>
                    <a:pt x="145" y="54"/>
                  </a:lnTo>
                  <a:lnTo>
                    <a:pt x="145" y="56"/>
                  </a:lnTo>
                  <a:lnTo>
                    <a:pt x="145" y="58"/>
                  </a:lnTo>
                  <a:lnTo>
                    <a:pt x="144" y="59"/>
                  </a:lnTo>
                  <a:lnTo>
                    <a:pt x="143" y="61"/>
                  </a:lnTo>
                  <a:lnTo>
                    <a:pt x="141" y="62"/>
                  </a:lnTo>
                  <a:lnTo>
                    <a:pt x="140" y="63"/>
                  </a:lnTo>
                  <a:lnTo>
                    <a:pt x="138" y="63"/>
                  </a:lnTo>
                  <a:lnTo>
                    <a:pt x="137" y="63"/>
                  </a:lnTo>
                  <a:lnTo>
                    <a:pt x="134" y="63"/>
                  </a:lnTo>
                  <a:lnTo>
                    <a:pt x="133" y="63"/>
                  </a:lnTo>
                  <a:lnTo>
                    <a:pt x="131" y="62"/>
                  </a:lnTo>
                  <a:lnTo>
                    <a:pt x="130" y="61"/>
                  </a:lnTo>
                  <a:lnTo>
                    <a:pt x="129" y="59"/>
                  </a:lnTo>
                  <a:lnTo>
                    <a:pt x="128" y="58"/>
                  </a:lnTo>
                  <a:lnTo>
                    <a:pt x="127" y="56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8" y="51"/>
                  </a:lnTo>
                  <a:lnTo>
                    <a:pt x="129" y="49"/>
                  </a:lnTo>
                  <a:lnTo>
                    <a:pt x="130" y="47"/>
                  </a:lnTo>
                  <a:lnTo>
                    <a:pt x="131" y="47"/>
                  </a:lnTo>
                  <a:lnTo>
                    <a:pt x="133" y="46"/>
                  </a:lnTo>
                  <a:lnTo>
                    <a:pt x="134" y="45"/>
                  </a:lnTo>
                  <a:lnTo>
                    <a:pt x="137" y="45"/>
                  </a:lnTo>
                  <a:lnTo>
                    <a:pt x="137" y="45"/>
                  </a:lnTo>
                  <a:close/>
                  <a:moveTo>
                    <a:pt x="137" y="184"/>
                  </a:moveTo>
                  <a:lnTo>
                    <a:pt x="134" y="184"/>
                  </a:lnTo>
                  <a:lnTo>
                    <a:pt x="133" y="184"/>
                  </a:lnTo>
                  <a:lnTo>
                    <a:pt x="130" y="183"/>
                  </a:lnTo>
                  <a:lnTo>
                    <a:pt x="129" y="182"/>
                  </a:lnTo>
                  <a:lnTo>
                    <a:pt x="125" y="180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6" y="171"/>
                  </a:lnTo>
                  <a:lnTo>
                    <a:pt x="114" y="167"/>
                  </a:lnTo>
                  <a:lnTo>
                    <a:pt x="113" y="164"/>
                  </a:lnTo>
                  <a:lnTo>
                    <a:pt x="110" y="160"/>
                  </a:lnTo>
                  <a:lnTo>
                    <a:pt x="109" y="156"/>
                  </a:lnTo>
                  <a:lnTo>
                    <a:pt x="113" y="157"/>
                  </a:lnTo>
                  <a:lnTo>
                    <a:pt x="115" y="159"/>
                  </a:lnTo>
                  <a:lnTo>
                    <a:pt x="118" y="160"/>
                  </a:lnTo>
                  <a:lnTo>
                    <a:pt x="121" y="164"/>
                  </a:lnTo>
                  <a:lnTo>
                    <a:pt x="128" y="169"/>
                  </a:lnTo>
                  <a:lnTo>
                    <a:pt x="132" y="173"/>
                  </a:lnTo>
                  <a:lnTo>
                    <a:pt x="134" y="176"/>
                  </a:lnTo>
                  <a:lnTo>
                    <a:pt x="137" y="177"/>
                  </a:lnTo>
                  <a:lnTo>
                    <a:pt x="138" y="176"/>
                  </a:lnTo>
                  <a:lnTo>
                    <a:pt x="141" y="173"/>
                  </a:lnTo>
                  <a:lnTo>
                    <a:pt x="145" y="169"/>
                  </a:lnTo>
                  <a:lnTo>
                    <a:pt x="151" y="164"/>
                  </a:lnTo>
                  <a:lnTo>
                    <a:pt x="154" y="160"/>
                  </a:lnTo>
                  <a:lnTo>
                    <a:pt x="158" y="159"/>
                  </a:lnTo>
                  <a:lnTo>
                    <a:pt x="160" y="157"/>
                  </a:lnTo>
                  <a:lnTo>
                    <a:pt x="163" y="156"/>
                  </a:lnTo>
                  <a:lnTo>
                    <a:pt x="162" y="160"/>
                  </a:lnTo>
                  <a:lnTo>
                    <a:pt x="161" y="164"/>
                  </a:lnTo>
                  <a:lnTo>
                    <a:pt x="159" y="167"/>
                  </a:lnTo>
                  <a:lnTo>
                    <a:pt x="157" y="171"/>
                  </a:lnTo>
                  <a:lnTo>
                    <a:pt x="154" y="174"/>
                  </a:lnTo>
                  <a:lnTo>
                    <a:pt x="151" y="177"/>
                  </a:lnTo>
                  <a:lnTo>
                    <a:pt x="148" y="180"/>
                  </a:lnTo>
                  <a:lnTo>
                    <a:pt x="144" y="182"/>
                  </a:lnTo>
                  <a:lnTo>
                    <a:pt x="142" y="183"/>
                  </a:lnTo>
                  <a:lnTo>
                    <a:pt x="141" y="184"/>
                  </a:lnTo>
                  <a:lnTo>
                    <a:pt x="138" y="184"/>
                  </a:lnTo>
                  <a:lnTo>
                    <a:pt x="137" y="184"/>
                  </a:lnTo>
                  <a:lnTo>
                    <a:pt x="137" y="184"/>
                  </a:lnTo>
                  <a:close/>
                  <a:moveTo>
                    <a:pt x="137" y="164"/>
                  </a:moveTo>
                  <a:lnTo>
                    <a:pt x="134" y="161"/>
                  </a:lnTo>
                  <a:lnTo>
                    <a:pt x="130" y="157"/>
                  </a:lnTo>
                  <a:lnTo>
                    <a:pt x="125" y="153"/>
                  </a:lnTo>
                  <a:lnTo>
                    <a:pt x="121" y="150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4" y="147"/>
                  </a:lnTo>
                  <a:lnTo>
                    <a:pt x="112" y="146"/>
                  </a:lnTo>
                  <a:lnTo>
                    <a:pt x="105" y="144"/>
                  </a:lnTo>
                  <a:lnTo>
                    <a:pt x="100" y="143"/>
                  </a:lnTo>
                  <a:lnTo>
                    <a:pt x="97" y="143"/>
                  </a:lnTo>
                  <a:lnTo>
                    <a:pt x="96" y="142"/>
                  </a:lnTo>
                  <a:lnTo>
                    <a:pt x="95" y="141"/>
                  </a:lnTo>
                  <a:lnTo>
                    <a:pt x="93" y="140"/>
                  </a:lnTo>
                  <a:lnTo>
                    <a:pt x="91" y="137"/>
                  </a:lnTo>
                  <a:lnTo>
                    <a:pt x="89" y="134"/>
                  </a:lnTo>
                  <a:lnTo>
                    <a:pt x="87" y="132"/>
                  </a:lnTo>
                  <a:lnTo>
                    <a:pt x="86" y="128"/>
                  </a:lnTo>
                  <a:lnTo>
                    <a:pt x="85" y="125"/>
                  </a:lnTo>
                  <a:lnTo>
                    <a:pt x="86" y="123"/>
                  </a:lnTo>
                  <a:lnTo>
                    <a:pt x="87" y="120"/>
                  </a:lnTo>
                  <a:lnTo>
                    <a:pt x="88" y="118"/>
                  </a:lnTo>
                  <a:lnTo>
                    <a:pt x="89" y="116"/>
                  </a:lnTo>
                  <a:lnTo>
                    <a:pt x="89" y="114"/>
                  </a:lnTo>
                  <a:lnTo>
                    <a:pt x="91" y="112"/>
                  </a:lnTo>
                  <a:lnTo>
                    <a:pt x="93" y="111"/>
                  </a:lnTo>
                  <a:lnTo>
                    <a:pt x="93" y="109"/>
                  </a:lnTo>
                  <a:lnTo>
                    <a:pt x="95" y="108"/>
                  </a:lnTo>
                  <a:lnTo>
                    <a:pt x="97" y="108"/>
                  </a:lnTo>
                  <a:lnTo>
                    <a:pt x="99" y="106"/>
                  </a:lnTo>
                  <a:lnTo>
                    <a:pt x="101" y="106"/>
                  </a:lnTo>
                  <a:lnTo>
                    <a:pt x="102" y="105"/>
                  </a:lnTo>
                  <a:lnTo>
                    <a:pt x="106" y="104"/>
                  </a:lnTo>
                  <a:lnTo>
                    <a:pt x="109" y="104"/>
                  </a:lnTo>
                  <a:lnTo>
                    <a:pt x="113" y="104"/>
                  </a:lnTo>
                  <a:lnTo>
                    <a:pt x="116" y="105"/>
                  </a:lnTo>
                  <a:lnTo>
                    <a:pt x="119" y="107"/>
                  </a:lnTo>
                  <a:lnTo>
                    <a:pt x="122" y="108"/>
                  </a:lnTo>
                  <a:lnTo>
                    <a:pt x="129" y="112"/>
                  </a:lnTo>
                  <a:lnTo>
                    <a:pt x="133" y="115"/>
                  </a:lnTo>
                  <a:lnTo>
                    <a:pt x="134" y="116"/>
                  </a:lnTo>
                  <a:lnTo>
                    <a:pt x="135" y="116"/>
                  </a:lnTo>
                  <a:lnTo>
                    <a:pt x="136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9" y="116"/>
                  </a:lnTo>
                  <a:lnTo>
                    <a:pt x="140" y="115"/>
                  </a:lnTo>
                  <a:lnTo>
                    <a:pt x="145" y="112"/>
                  </a:lnTo>
                  <a:lnTo>
                    <a:pt x="150" y="108"/>
                  </a:lnTo>
                  <a:lnTo>
                    <a:pt x="154" y="107"/>
                  </a:lnTo>
                  <a:lnTo>
                    <a:pt x="157" y="105"/>
                  </a:lnTo>
                  <a:lnTo>
                    <a:pt x="160" y="104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71" y="105"/>
                  </a:lnTo>
                  <a:lnTo>
                    <a:pt x="173" y="106"/>
                  </a:lnTo>
                  <a:lnTo>
                    <a:pt x="174" y="106"/>
                  </a:lnTo>
                  <a:lnTo>
                    <a:pt x="176" y="108"/>
                  </a:lnTo>
                  <a:lnTo>
                    <a:pt x="178" y="108"/>
                  </a:lnTo>
                  <a:lnTo>
                    <a:pt x="179" y="109"/>
                  </a:lnTo>
                  <a:lnTo>
                    <a:pt x="181" y="111"/>
                  </a:lnTo>
                  <a:lnTo>
                    <a:pt x="182" y="112"/>
                  </a:lnTo>
                  <a:lnTo>
                    <a:pt x="183" y="114"/>
                  </a:lnTo>
                  <a:lnTo>
                    <a:pt x="184" y="116"/>
                  </a:lnTo>
                  <a:lnTo>
                    <a:pt x="186" y="118"/>
                  </a:lnTo>
                  <a:lnTo>
                    <a:pt x="186" y="120"/>
                  </a:lnTo>
                  <a:lnTo>
                    <a:pt x="187" y="123"/>
                  </a:lnTo>
                  <a:lnTo>
                    <a:pt x="187" y="125"/>
                  </a:lnTo>
                  <a:lnTo>
                    <a:pt x="186" y="128"/>
                  </a:lnTo>
                  <a:lnTo>
                    <a:pt x="186" y="132"/>
                  </a:lnTo>
                  <a:lnTo>
                    <a:pt x="184" y="134"/>
                  </a:lnTo>
                  <a:lnTo>
                    <a:pt x="182" y="137"/>
                  </a:lnTo>
                  <a:lnTo>
                    <a:pt x="180" y="140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5" y="143"/>
                  </a:lnTo>
                  <a:lnTo>
                    <a:pt x="174" y="143"/>
                  </a:lnTo>
                  <a:lnTo>
                    <a:pt x="167" y="144"/>
                  </a:lnTo>
                  <a:lnTo>
                    <a:pt x="162" y="146"/>
                  </a:lnTo>
                  <a:lnTo>
                    <a:pt x="158" y="147"/>
                  </a:lnTo>
                  <a:lnTo>
                    <a:pt x="156" y="148"/>
                  </a:lnTo>
                  <a:lnTo>
                    <a:pt x="154" y="148"/>
                  </a:lnTo>
                  <a:lnTo>
                    <a:pt x="152" y="150"/>
                  </a:lnTo>
                  <a:lnTo>
                    <a:pt x="147" y="153"/>
                  </a:lnTo>
                  <a:lnTo>
                    <a:pt x="143" y="157"/>
                  </a:lnTo>
                  <a:lnTo>
                    <a:pt x="139" y="161"/>
                  </a:lnTo>
                  <a:lnTo>
                    <a:pt x="137" y="164"/>
                  </a:lnTo>
                  <a:lnTo>
                    <a:pt x="137" y="164"/>
                  </a:lnTo>
                  <a:close/>
                  <a:moveTo>
                    <a:pt x="170" y="51"/>
                  </a:moveTo>
                  <a:lnTo>
                    <a:pt x="171" y="51"/>
                  </a:lnTo>
                  <a:lnTo>
                    <a:pt x="173" y="51"/>
                  </a:lnTo>
                  <a:lnTo>
                    <a:pt x="174" y="52"/>
                  </a:lnTo>
                  <a:lnTo>
                    <a:pt x="175" y="53"/>
                  </a:lnTo>
                  <a:lnTo>
                    <a:pt x="177" y="55"/>
                  </a:lnTo>
                  <a:lnTo>
                    <a:pt x="178" y="56"/>
                  </a:lnTo>
                  <a:lnTo>
                    <a:pt x="178" y="58"/>
                  </a:lnTo>
                  <a:lnTo>
                    <a:pt x="178" y="59"/>
                  </a:lnTo>
                  <a:lnTo>
                    <a:pt x="178" y="62"/>
                  </a:lnTo>
                  <a:lnTo>
                    <a:pt x="178" y="63"/>
                  </a:lnTo>
                  <a:lnTo>
                    <a:pt x="177" y="65"/>
                  </a:lnTo>
                  <a:lnTo>
                    <a:pt x="175" y="67"/>
                  </a:lnTo>
                  <a:lnTo>
                    <a:pt x="174" y="67"/>
                  </a:lnTo>
                  <a:lnTo>
                    <a:pt x="173" y="68"/>
                  </a:lnTo>
                  <a:lnTo>
                    <a:pt x="171" y="69"/>
                  </a:lnTo>
                  <a:lnTo>
                    <a:pt x="170" y="69"/>
                  </a:lnTo>
                  <a:lnTo>
                    <a:pt x="167" y="69"/>
                  </a:lnTo>
                  <a:lnTo>
                    <a:pt x="166" y="68"/>
                  </a:lnTo>
                  <a:lnTo>
                    <a:pt x="164" y="67"/>
                  </a:lnTo>
                  <a:lnTo>
                    <a:pt x="162" y="67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0" y="62"/>
                  </a:lnTo>
                  <a:lnTo>
                    <a:pt x="160" y="59"/>
                  </a:lnTo>
                  <a:lnTo>
                    <a:pt x="160" y="58"/>
                  </a:lnTo>
                  <a:lnTo>
                    <a:pt x="161" y="56"/>
                  </a:lnTo>
                  <a:lnTo>
                    <a:pt x="162" y="55"/>
                  </a:lnTo>
                  <a:lnTo>
                    <a:pt x="162" y="53"/>
                  </a:lnTo>
                  <a:lnTo>
                    <a:pt x="164" y="52"/>
                  </a:lnTo>
                  <a:lnTo>
                    <a:pt x="166" y="51"/>
                  </a:lnTo>
                  <a:lnTo>
                    <a:pt x="167" y="51"/>
                  </a:lnTo>
                  <a:lnTo>
                    <a:pt x="170" y="51"/>
                  </a:lnTo>
                  <a:lnTo>
                    <a:pt x="170" y="51"/>
                  </a:lnTo>
                  <a:close/>
                  <a:moveTo>
                    <a:pt x="175" y="96"/>
                  </a:moveTo>
                  <a:lnTo>
                    <a:pt x="177" y="95"/>
                  </a:lnTo>
                  <a:lnTo>
                    <a:pt x="177" y="93"/>
                  </a:lnTo>
                  <a:lnTo>
                    <a:pt x="179" y="88"/>
                  </a:lnTo>
                  <a:lnTo>
                    <a:pt x="181" y="84"/>
                  </a:lnTo>
                  <a:lnTo>
                    <a:pt x="183" y="81"/>
                  </a:lnTo>
                  <a:lnTo>
                    <a:pt x="186" y="78"/>
                  </a:lnTo>
                  <a:lnTo>
                    <a:pt x="188" y="76"/>
                  </a:lnTo>
                  <a:lnTo>
                    <a:pt x="190" y="74"/>
                  </a:lnTo>
                  <a:lnTo>
                    <a:pt x="194" y="72"/>
                  </a:lnTo>
                  <a:lnTo>
                    <a:pt x="196" y="71"/>
                  </a:lnTo>
                  <a:lnTo>
                    <a:pt x="198" y="69"/>
                  </a:lnTo>
                  <a:lnTo>
                    <a:pt x="202" y="68"/>
                  </a:lnTo>
                  <a:lnTo>
                    <a:pt x="205" y="67"/>
                  </a:lnTo>
                  <a:lnTo>
                    <a:pt x="209" y="67"/>
                  </a:lnTo>
                  <a:lnTo>
                    <a:pt x="213" y="67"/>
                  </a:lnTo>
                  <a:lnTo>
                    <a:pt x="217" y="67"/>
                  </a:lnTo>
                  <a:lnTo>
                    <a:pt x="221" y="67"/>
                  </a:lnTo>
                  <a:lnTo>
                    <a:pt x="223" y="68"/>
                  </a:lnTo>
                  <a:lnTo>
                    <a:pt x="226" y="69"/>
                  </a:lnTo>
                  <a:lnTo>
                    <a:pt x="229" y="71"/>
                  </a:lnTo>
                  <a:lnTo>
                    <a:pt x="230" y="72"/>
                  </a:lnTo>
                  <a:lnTo>
                    <a:pt x="232" y="73"/>
                  </a:lnTo>
                  <a:lnTo>
                    <a:pt x="234" y="75"/>
                  </a:lnTo>
                  <a:lnTo>
                    <a:pt x="236" y="76"/>
                  </a:lnTo>
                  <a:lnTo>
                    <a:pt x="238" y="79"/>
                  </a:lnTo>
                  <a:lnTo>
                    <a:pt x="238" y="80"/>
                  </a:lnTo>
                  <a:lnTo>
                    <a:pt x="240" y="82"/>
                  </a:lnTo>
                  <a:lnTo>
                    <a:pt x="242" y="86"/>
                  </a:lnTo>
                  <a:lnTo>
                    <a:pt x="244" y="89"/>
                  </a:lnTo>
                  <a:lnTo>
                    <a:pt x="247" y="93"/>
                  </a:lnTo>
                  <a:lnTo>
                    <a:pt x="251" y="98"/>
                  </a:lnTo>
                  <a:lnTo>
                    <a:pt x="254" y="101"/>
                  </a:lnTo>
                  <a:lnTo>
                    <a:pt x="256" y="102"/>
                  </a:lnTo>
                  <a:lnTo>
                    <a:pt x="254" y="103"/>
                  </a:lnTo>
                  <a:lnTo>
                    <a:pt x="249" y="105"/>
                  </a:lnTo>
                  <a:lnTo>
                    <a:pt x="246" y="107"/>
                  </a:lnTo>
                  <a:lnTo>
                    <a:pt x="242" y="108"/>
                  </a:lnTo>
                  <a:lnTo>
                    <a:pt x="238" y="110"/>
                  </a:lnTo>
                  <a:lnTo>
                    <a:pt x="236" y="112"/>
                  </a:lnTo>
                  <a:lnTo>
                    <a:pt x="230" y="116"/>
                  </a:lnTo>
                  <a:lnTo>
                    <a:pt x="224" y="120"/>
                  </a:lnTo>
                  <a:lnTo>
                    <a:pt x="222" y="120"/>
                  </a:lnTo>
                  <a:lnTo>
                    <a:pt x="218" y="121"/>
                  </a:lnTo>
                  <a:lnTo>
                    <a:pt x="215" y="122"/>
                  </a:lnTo>
                  <a:lnTo>
                    <a:pt x="211" y="122"/>
                  </a:lnTo>
                  <a:lnTo>
                    <a:pt x="207" y="121"/>
                  </a:lnTo>
                  <a:lnTo>
                    <a:pt x="204" y="120"/>
                  </a:lnTo>
                  <a:lnTo>
                    <a:pt x="201" y="120"/>
                  </a:lnTo>
                  <a:lnTo>
                    <a:pt x="198" y="120"/>
                  </a:lnTo>
                  <a:lnTo>
                    <a:pt x="198" y="120"/>
                  </a:lnTo>
                  <a:lnTo>
                    <a:pt x="197" y="119"/>
                  </a:lnTo>
                  <a:lnTo>
                    <a:pt x="195" y="115"/>
                  </a:lnTo>
                  <a:lnTo>
                    <a:pt x="194" y="112"/>
                  </a:lnTo>
                  <a:lnTo>
                    <a:pt x="191" y="108"/>
                  </a:lnTo>
                  <a:lnTo>
                    <a:pt x="190" y="106"/>
                  </a:lnTo>
                  <a:lnTo>
                    <a:pt x="186" y="104"/>
                  </a:lnTo>
                  <a:lnTo>
                    <a:pt x="184" y="100"/>
                  </a:lnTo>
                  <a:lnTo>
                    <a:pt x="182" y="99"/>
                  </a:lnTo>
                  <a:lnTo>
                    <a:pt x="180" y="98"/>
                  </a:lnTo>
                  <a:lnTo>
                    <a:pt x="178" y="96"/>
                  </a:lnTo>
                  <a:lnTo>
                    <a:pt x="175" y="96"/>
                  </a:lnTo>
                  <a:lnTo>
                    <a:pt x="175" y="96"/>
                  </a:lnTo>
                  <a:close/>
                  <a:moveTo>
                    <a:pt x="104" y="51"/>
                  </a:moveTo>
                  <a:lnTo>
                    <a:pt x="106" y="51"/>
                  </a:lnTo>
                  <a:lnTo>
                    <a:pt x="108" y="51"/>
                  </a:lnTo>
                  <a:lnTo>
                    <a:pt x="109" y="52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9"/>
                  </a:lnTo>
                  <a:lnTo>
                    <a:pt x="113" y="62"/>
                  </a:lnTo>
                  <a:lnTo>
                    <a:pt x="113" y="63"/>
                  </a:lnTo>
                  <a:lnTo>
                    <a:pt x="112" y="65"/>
                  </a:lnTo>
                  <a:lnTo>
                    <a:pt x="110" y="67"/>
                  </a:lnTo>
                  <a:lnTo>
                    <a:pt x="109" y="67"/>
                  </a:lnTo>
                  <a:lnTo>
                    <a:pt x="108" y="68"/>
                  </a:lnTo>
                  <a:lnTo>
                    <a:pt x="106" y="69"/>
                  </a:lnTo>
                  <a:lnTo>
                    <a:pt x="104" y="69"/>
                  </a:lnTo>
                  <a:lnTo>
                    <a:pt x="102" y="69"/>
                  </a:lnTo>
                  <a:lnTo>
                    <a:pt x="101" y="68"/>
                  </a:lnTo>
                  <a:lnTo>
                    <a:pt x="99" y="67"/>
                  </a:lnTo>
                  <a:lnTo>
                    <a:pt x="97" y="67"/>
                  </a:lnTo>
                  <a:lnTo>
                    <a:pt x="97" y="65"/>
                  </a:lnTo>
                  <a:lnTo>
                    <a:pt x="95" y="63"/>
                  </a:lnTo>
                  <a:lnTo>
                    <a:pt x="95" y="62"/>
                  </a:lnTo>
                  <a:lnTo>
                    <a:pt x="95" y="59"/>
                  </a:lnTo>
                  <a:lnTo>
                    <a:pt x="95" y="58"/>
                  </a:lnTo>
                  <a:lnTo>
                    <a:pt x="95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9" y="52"/>
                  </a:lnTo>
                  <a:lnTo>
                    <a:pt x="101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close/>
                  <a:moveTo>
                    <a:pt x="97" y="96"/>
                  </a:moveTo>
                  <a:lnTo>
                    <a:pt x="95" y="96"/>
                  </a:lnTo>
                  <a:lnTo>
                    <a:pt x="93" y="98"/>
                  </a:lnTo>
                  <a:lnTo>
                    <a:pt x="91" y="99"/>
                  </a:lnTo>
                  <a:lnTo>
                    <a:pt x="89" y="100"/>
                  </a:lnTo>
                  <a:lnTo>
                    <a:pt x="86" y="104"/>
                  </a:lnTo>
                  <a:lnTo>
                    <a:pt x="84" y="106"/>
                  </a:lnTo>
                  <a:lnTo>
                    <a:pt x="81" y="108"/>
                  </a:lnTo>
                  <a:lnTo>
                    <a:pt x="80" y="112"/>
                  </a:lnTo>
                  <a:lnTo>
                    <a:pt x="77" y="115"/>
                  </a:lnTo>
                  <a:lnTo>
                    <a:pt x="77" y="119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3" y="120"/>
                  </a:lnTo>
                  <a:lnTo>
                    <a:pt x="69" y="120"/>
                  </a:lnTo>
                  <a:lnTo>
                    <a:pt x="65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4" y="121"/>
                  </a:lnTo>
                  <a:lnTo>
                    <a:pt x="51" y="120"/>
                  </a:lnTo>
                  <a:lnTo>
                    <a:pt x="49" y="120"/>
                  </a:lnTo>
                  <a:lnTo>
                    <a:pt x="43" y="116"/>
                  </a:lnTo>
                  <a:lnTo>
                    <a:pt x="37" y="112"/>
                  </a:lnTo>
                  <a:lnTo>
                    <a:pt x="34" y="110"/>
                  </a:lnTo>
                  <a:lnTo>
                    <a:pt x="31" y="108"/>
                  </a:lnTo>
                  <a:lnTo>
                    <a:pt x="28" y="107"/>
                  </a:lnTo>
                  <a:lnTo>
                    <a:pt x="25" y="105"/>
                  </a:lnTo>
                  <a:lnTo>
                    <a:pt x="19" y="103"/>
                  </a:lnTo>
                  <a:lnTo>
                    <a:pt x="17" y="102"/>
                  </a:lnTo>
                  <a:lnTo>
                    <a:pt x="18" y="101"/>
                  </a:lnTo>
                  <a:lnTo>
                    <a:pt x="21" y="98"/>
                  </a:lnTo>
                  <a:lnTo>
                    <a:pt x="25" y="93"/>
                  </a:lnTo>
                  <a:lnTo>
                    <a:pt x="29" y="89"/>
                  </a:lnTo>
                  <a:lnTo>
                    <a:pt x="31" y="86"/>
                  </a:lnTo>
                  <a:lnTo>
                    <a:pt x="33" y="82"/>
                  </a:lnTo>
                  <a:lnTo>
                    <a:pt x="34" y="80"/>
                  </a:lnTo>
                  <a:lnTo>
                    <a:pt x="36" y="79"/>
                  </a:lnTo>
                  <a:lnTo>
                    <a:pt x="37" y="76"/>
                  </a:lnTo>
                  <a:lnTo>
                    <a:pt x="39" y="75"/>
                  </a:lnTo>
                  <a:lnTo>
                    <a:pt x="41" y="73"/>
                  </a:lnTo>
                  <a:lnTo>
                    <a:pt x="43" y="72"/>
                  </a:lnTo>
                  <a:lnTo>
                    <a:pt x="45" y="71"/>
                  </a:lnTo>
                  <a:lnTo>
                    <a:pt x="47" y="69"/>
                  </a:lnTo>
                  <a:lnTo>
                    <a:pt x="49" y="68"/>
                  </a:lnTo>
                  <a:lnTo>
                    <a:pt x="53" y="67"/>
                  </a:lnTo>
                  <a:lnTo>
                    <a:pt x="56" y="67"/>
                  </a:lnTo>
                  <a:lnTo>
                    <a:pt x="60" y="67"/>
                  </a:lnTo>
                  <a:lnTo>
                    <a:pt x="65" y="67"/>
                  </a:lnTo>
                  <a:lnTo>
                    <a:pt x="68" y="67"/>
                  </a:lnTo>
                  <a:lnTo>
                    <a:pt x="71" y="68"/>
                  </a:lnTo>
                  <a:lnTo>
                    <a:pt x="74" y="69"/>
                  </a:lnTo>
                  <a:lnTo>
                    <a:pt x="77" y="71"/>
                  </a:lnTo>
                  <a:lnTo>
                    <a:pt x="80" y="72"/>
                  </a:lnTo>
                  <a:lnTo>
                    <a:pt x="82" y="74"/>
                  </a:lnTo>
                  <a:lnTo>
                    <a:pt x="85" y="76"/>
                  </a:lnTo>
                  <a:lnTo>
                    <a:pt x="88" y="78"/>
                  </a:lnTo>
                  <a:lnTo>
                    <a:pt x="90" y="81"/>
                  </a:lnTo>
                  <a:lnTo>
                    <a:pt x="92" y="84"/>
                  </a:lnTo>
                  <a:lnTo>
                    <a:pt x="93" y="88"/>
                  </a:lnTo>
                  <a:lnTo>
                    <a:pt x="96" y="93"/>
                  </a:lnTo>
                  <a:lnTo>
                    <a:pt x="97" y="95"/>
                  </a:lnTo>
                  <a:lnTo>
                    <a:pt x="97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8" name="iṣļiḍê">
              <a:extLst>
                <a:ext uri="{FF2B5EF4-FFF2-40B4-BE49-F238E27FC236}">
                  <a16:creationId xmlns:a16="http://schemas.microsoft.com/office/drawing/2014/main" id="{4A92608F-0322-400F-9673-09F67AC13759}"/>
                </a:ext>
              </a:extLst>
            </p:cNvPr>
            <p:cNvSpPr/>
            <p:nvPr/>
          </p:nvSpPr>
          <p:spPr bwMode="auto">
            <a:xfrm>
              <a:off x="2032001" y="3052763"/>
              <a:ext cx="236538" cy="215900"/>
            </a:xfrm>
            <a:custGeom>
              <a:avLst/>
              <a:gdLst>
                <a:gd name="T0" fmla="*/ 27 w 149"/>
                <a:gd name="T1" fmla="*/ 59 h 136"/>
                <a:gd name="T2" fmla="*/ 21 w 149"/>
                <a:gd name="T3" fmla="*/ 66 h 136"/>
                <a:gd name="T4" fmla="*/ 19 w 149"/>
                <a:gd name="T5" fmla="*/ 59 h 136"/>
                <a:gd name="T6" fmla="*/ 9 w 149"/>
                <a:gd name="T7" fmla="*/ 54 h 136"/>
                <a:gd name="T8" fmla="*/ 1 w 149"/>
                <a:gd name="T9" fmla="*/ 49 h 136"/>
                <a:gd name="T10" fmla="*/ 3 w 149"/>
                <a:gd name="T11" fmla="*/ 35 h 136"/>
                <a:gd name="T12" fmla="*/ 9 w 149"/>
                <a:gd name="T13" fmla="*/ 34 h 136"/>
                <a:gd name="T14" fmla="*/ 20 w 149"/>
                <a:gd name="T15" fmla="*/ 43 h 136"/>
                <a:gd name="T16" fmla="*/ 21 w 149"/>
                <a:gd name="T17" fmla="*/ 35 h 136"/>
                <a:gd name="T18" fmla="*/ 8 w 149"/>
                <a:gd name="T19" fmla="*/ 8 h 136"/>
                <a:gd name="T20" fmla="*/ 17 w 149"/>
                <a:gd name="T21" fmla="*/ 0 h 136"/>
                <a:gd name="T22" fmla="*/ 24 w 149"/>
                <a:gd name="T23" fmla="*/ 6 h 136"/>
                <a:gd name="T24" fmla="*/ 29 w 149"/>
                <a:gd name="T25" fmla="*/ 38 h 136"/>
                <a:gd name="T26" fmla="*/ 31 w 149"/>
                <a:gd name="T27" fmla="*/ 49 h 136"/>
                <a:gd name="T28" fmla="*/ 46 w 149"/>
                <a:gd name="T29" fmla="*/ 61 h 136"/>
                <a:gd name="T30" fmla="*/ 46 w 149"/>
                <a:gd name="T31" fmla="*/ 55 h 136"/>
                <a:gd name="T32" fmla="*/ 41 w 149"/>
                <a:gd name="T33" fmla="*/ 43 h 136"/>
                <a:gd name="T34" fmla="*/ 47 w 149"/>
                <a:gd name="T35" fmla="*/ 41 h 136"/>
                <a:gd name="T36" fmla="*/ 34 w 149"/>
                <a:gd name="T37" fmla="*/ 24 h 136"/>
                <a:gd name="T38" fmla="*/ 38 w 149"/>
                <a:gd name="T39" fmla="*/ 19 h 136"/>
                <a:gd name="T40" fmla="*/ 45 w 149"/>
                <a:gd name="T41" fmla="*/ 26 h 136"/>
                <a:gd name="T42" fmla="*/ 49 w 149"/>
                <a:gd name="T43" fmla="*/ 28 h 136"/>
                <a:gd name="T44" fmla="*/ 45 w 149"/>
                <a:gd name="T45" fmla="*/ 10 h 136"/>
                <a:gd name="T46" fmla="*/ 50 w 149"/>
                <a:gd name="T47" fmla="*/ 8 h 136"/>
                <a:gd name="T48" fmla="*/ 53 w 149"/>
                <a:gd name="T49" fmla="*/ 28 h 136"/>
                <a:gd name="T50" fmla="*/ 67 w 149"/>
                <a:gd name="T51" fmla="*/ 56 h 136"/>
                <a:gd name="T52" fmla="*/ 68 w 149"/>
                <a:gd name="T53" fmla="*/ 37 h 136"/>
                <a:gd name="T54" fmla="*/ 70 w 149"/>
                <a:gd name="T55" fmla="*/ 13 h 136"/>
                <a:gd name="T56" fmla="*/ 77 w 149"/>
                <a:gd name="T57" fmla="*/ 20 h 136"/>
                <a:gd name="T58" fmla="*/ 73 w 149"/>
                <a:gd name="T59" fmla="*/ 37 h 136"/>
                <a:gd name="T60" fmla="*/ 85 w 149"/>
                <a:gd name="T61" fmla="*/ 64 h 136"/>
                <a:gd name="T62" fmla="*/ 97 w 149"/>
                <a:gd name="T63" fmla="*/ 67 h 136"/>
                <a:gd name="T64" fmla="*/ 100 w 149"/>
                <a:gd name="T65" fmla="*/ 55 h 136"/>
                <a:gd name="T66" fmla="*/ 106 w 149"/>
                <a:gd name="T67" fmla="*/ 59 h 136"/>
                <a:gd name="T68" fmla="*/ 105 w 149"/>
                <a:gd name="T69" fmla="*/ 71 h 136"/>
                <a:gd name="T70" fmla="*/ 142 w 149"/>
                <a:gd name="T71" fmla="*/ 82 h 136"/>
                <a:gd name="T72" fmla="*/ 148 w 149"/>
                <a:gd name="T73" fmla="*/ 91 h 136"/>
                <a:gd name="T74" fmla="*/ 132 w 149"/>
                <a:gd name="T75" fmla="*/ 98 h 136"/>
                <a:gd name="T76" fmla="*/ 133 w 149"/>
                <a:gd name="T77" fmla="*/ 92 h 136"/>
                <a:gd name="T78" fmla="*/ 109 w 149"/>
                <a:gd name="T79" fmla="*/ 80 h 136"/>
                <a:gd name="T80" fmla="*/ 109 w 149"/>
                <a:gd name="T81" fmla="*/ 91 h 136"/>
                <a:gd name="T82" fmla="*/ 113 w 149"/>
                <a:gd name="T83" fmla="*/ 101 h 136"/>
                <a:gd name="T84" fmla="*/ 101 w 149"/>
                <a:gd name="T85" fmla="*/ 104 h 136"/>
                <a:gd name="T86" fmla="*/ 97 w 149"/>
                <a:gd name="T87" fmla="*/ 87 h 136"/>
                <a:gd name="T88" fmla="*/ 76 w 149"/>
                <a:gd name="T89" fmla="*/ 71 h 136"/>
                <a:gd name="T90" fmla="*/ 81 w 149"/>
                <a:gd name="T91" fmla="*/ 96 h 136"/>
                <a:gd name="T92" fmla="*/ 91 w 149"/>
                <a:gd name="T93" fmla="*/ 125 h 136"/>
                <a:gd name="T94" fmla="*/ 86 w 149"/>
                <a:gd name="T95" fmla="*/ 136 h 136"/>
                <a:gd name="T96" fmla="*/ 76 w 149"/>
                <a:gd name="T97" fmla="*/ 124 h 136"/>
                <a:gd name="T98" fmla="*/ 70 w 149"/>
                <a:gd name="T99" fmla="*/ 78 h 136"/>
                <a:gd name="T100" fmla="*/ 57 w 149"/>
                <a:gd name="T101" fmla="*/ 60 h 136"/>
                <a:gd name="T102" fmla="*/ 55 w 149"/>
                <a:gd name="T103" fmla="*/ 71 h 136"/>
                <a:gd name="T104" fmla="*/ 56 w 149"/>
                <a:gd name="T105" fmla="*/ 91 h 136"/>
                <a:gd name="T106" fmla="*/ 47 w 149"/>
                <a:gd name="T107" fmla="*/ 89 h 136"/>
                <a:gd name="T108" fmla="*/ 41 w 149"/>
                <a:gd name="T109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36">
                  <a:moveTo>
                    <a:pt x="32" y="60"/>
                  </a:moveTo>
                  <a:lnTo>
                    <a:pt x="31" y="60"/>
                  </a:lnTo>
                  <a:lnTo>
                    <a:pt x="29" y="59"/>
                  </a:lnTo>
                  <a:lnTo>
                    <a:pt x="29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7" y="59"/>
                  </a:lnTo>
                  <a:lnTo>
                    <a:pt x="26" y="62"/>
                  </a:lnTo>
                  <a:lnTo>
                    <a:pt x="25" y="64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4" y="67"/>
                  </a:lnTo>
                  <a:lnTo>
                    <a:pt x="23" y="67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8" y="62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19" y="56"/>
                  </a:lnTo>
                  <a:lnTo>
                    <a:pt x="18" y="56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9" y="54"/>
                  </a:lnTo>
                  <a:lnTo>
                    <a:pt x="8" y="53"/>
                  </a:lnTo>
                  <a:lnTo>
                    <a:pt x="7" y="52"/>
                  </a:lnTo>
                  <a:lnTo>
                    <a:pt x="5" y="52"/>
                  </a:lnTo>
                  <a:lnTo>
                    <a:pt x="3" y="51"/>
                  </a:lnTo>
                  <a:lnTo>
                    <a:pt x="2" y="51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2" y="37"/>
                  </a:lnTo>
                  <a:lnTo>
                    <a:pt x="3" y="35"/>
                  </a:lnTo>
                  <a:lnTo>
                    <a:pt x="4" y="35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7" y="34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2" y="35"/>
                  </a:lnTo>
                  <a:lnTo>
                    <a:pt x="13" y="37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5"/>
                  </a:lnTo>
                  <a:lnTo>
                    <a:pt x="19" y="30"/>
                  </a:lnTo>
                  <a:lnTo>
                    <a:pt x="17" y="26"/>
                  </a:lnTo>
                  <a:lnTo>
                    <a:pt x="14" y="19"/>
                  </a:lnTo>
                  <a:lnTo>
                    <a:pt x="11" y="14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3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9"/>
                  </a:lnTo>
                  <a:lnTo>
                    <a:pt x="24" y="13"/>
                  </a:lnTo>
                  <a:lnTo>
                    <a:pt x="25" y="17"/>
                  </a:lnTo>
                  <a:lnTo>
                    <a:pt x="27" y="23"/>
                  </a:lnTo>
                  <a:lnTo>
                    <a:pt x="27" y="28"/>
                  </a:lnTo>
                  <a:lnTo>
                    <a:pt x="28" y="32"/>
                  </a:lnTo>
                  <a:lnTo>
                    <a:pt x="29" y="38"/>
                  </a:lnTo>
                  <a:lnTo>
                    <a:pt x="29" y="41"/>
                  </a:lnTo>
                  <a:lnTo>
                    <a:pt x="29" y="45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2" y="49"/>
                  </a:lnTo>
                  <a:lnTo>
                    <a:pt x="33" y="50"/>
                  </a:lnTo>
                  <a:lnTo>
                    <a:pt x="36" y="52"/>
                  </a:lnTo>
                  <a:lnTo>
                    <a:pt x="39" y="55"/>
                  </a:lnTo>
                  <a:lnTo>
                    <a:pt x="41" y="57"/>
                  </a:lnTo>
                  <a:lnTo>
                    <a:pt x="44" y="59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7" y="60"/>
                  </a:lnTo>
                  <a:lnTo>
                    <a:pt x="47" y="59"/>
                  </a:lnTo>
                  <a:lnTo>
                    <a:pt x="47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6" y="54"/>
                  </a:lnTo>
                  <a:lnTo>
                    <a:pt x="44" y="51"/>
                  </a:lnTo>
                  <a:lnTo>
                    <a:pt x="41" y="47"/>
                  </a:lnTo>
                  <a:lnTo>
                    <a:pt x="41" y="46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0"/>
                  </a:lnTo>
                  <a:lnTo>
                    <a:pt x="44" y="37"/>
                  </a:lnTo>
                  <a:lnTo>
                    <a:pt x="41" y="34"/>
                  </a:lnTo>
                  <a:lnTo>
                    <a:pt x="38" y="30"/>
                  </a:lnTo>
                  <a:lnTo>
                    <a:pt x="37" y="28"/>
                  </a:lnTo>
                  <a:lnTo>
                    <a:pt x="35" y="26"/>
                  </a:lnTo>
                  <a:lnTo>
                    <a:pt x="34" y="24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21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39" y="19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5" y="26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7" y="28"/>
                  </a:lnTo>
                  <a:lnTo>
                    <a:pt x="48" y="29"/>
                  </a:lnTo>
                  <a:lnTo>
                    <a:pt x="49" y="29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8" y="23"/>
                  </a:lnTo>
                  <a:lnTo>
                    <a:pt x="46" y="19"/>
                  </a:lnTo>
                  <a:lnTo>
                    <a:pt x="45" y="16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0" y="8"/>
                  </a:lnTo>
                  <a:lnTo>
                    <a:pt x="51" y="10"/>
                  </a:lnTo>
                  <a:lnTo>
                    <a:pt x="51" y="12"/>
                  </a:lnTo>
                  <a:lnTo>
                    <a:pt x="52" y="15"/>
                  </a:lnTo>
                  <a:lnTo>
                    <a:pt x="53" y="18"/>
                  </a:lnTo>
                  <a:lnTo>
                    <a:pt x="53" y="22"/>
                  </a:lnTo>
                  <a:lnTo>
                    <a:pt x="53" y="26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32"/>
                  </a:lnTo>
                  <a:lnTo>
                    <a:pt x="56" y="37"/>
                  </a:lnTo>
                  <a:lnTo>
                    <a:pt x="60" y="44"/>
                  </a:lnTo>
                  <a:lnTo>
                    <a:pt x="64" y="51"/>
                  </a:lnTo>
                  <a:lnTo>
                    <a:pt x="66" y="55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8" y="56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8" y="47"/>
                  </a:lnTo>
                  <a:lnTo>
                    <a:pt x="68" y="37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8" y="19"/>
                  </a:lnTo>
                  <a:lnTo>
                    <a:pt x="69" y="16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71" y="13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5"/>
                  </a:lnTo>
                  <a:lnTo>
                    <a:pt x="76" y="26"/>
                  </a:lnTo>
                  <a:lnTo>
                    <a:pt x="74" y="29"/>
                  </a:lnTo>
                  <a:lnTo>
                    <a:pt x="74" y="30"/>
                  </a:lnTo>
                  <a:lnTo>
                    <a:pt x="73" y="34"/>
                  </a:lnTo>
                  <a:lnTo>
                    <a:pt x="73" y="37"/>
                  </a:lnTo>
                  <a:lnTo>
                    <a:pt x="73" y="40"/>
                  </a:lnTo>
                  <a:lnTo>
                    <a:pt x="73" y="47"/>
                  </a:lnTo>
                  <a:lnTo>
                    <a:pt x="73" y="52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8" y="60"/>
                  </a:lnTo>
                  <a:lnTo>
                    <a:pt x="85" y="64"/>
                  </a:lnTo>
                  <a:lnTo>
                    <a:pt x="89" y="66"/>
                  </a:lnTo>
                  <a:lnTo>
                    <a:pt x="92" y="67"/>
                  </a:lnTo>
                  <a:lnTo>
                    <a:pt x="94" y="67"/>
                  </a:lnTo>
                  <a:lnTo>
                    <a:pt x="95" y="67"/>
                  </a:lnTo>
                  <a:lnTo>
                    <a:pt x="96" y="67"/>
                  </a:lnTo>
                  <a:lnTo>
                    <a:pt x="97" y="67"/>
                  </a:lnTo>
                  <a:lnTo>
                    <a:pt x="97" y="67"/>
                  </a:lnTo>
                  <a:lnTo>
                    <a:pt x="97" y="66"/>
                  </a:lnTo>
                  <a:lnTo>
                    <a:pt x="97" y="63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8" y="56"/>
                  </a:lnTo>
                  <a:lnTo>
                    <a:pt x="99" y="55"/>
                  </a:lnTo>
                  <a:lnTo>
                    <a:pt x="100" y="55"/>
                  </a:lnTo>
                  <a:lnTo>
                    <a:pt x="101" y="55"/>
                  </a:lnTo>
                  <a:lnTo>
                    <a:pt x="102" y="55"/>
                  </a:lnTo>
                  <a:lnTo>
                    <a:pt x="104" y="55"/>
                  </a:lnTo>
                  <a:lnTo>
                    <a:pt x="105" y="56"/>
                  </a:lnTo>
                  <a:lnTo>
                    <a:pt x="105" y="57"/>
                  </a:lnTo>
                  <a:lnTo>
                    <a:pt x="105" y="58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5" y="63"/>
                  </a:lnTo>
                  <a:lnTo>
                    <a:pt x="105" y="66"/>
                  </a:lnTo>
                  <a:lnTo>
                    <a:pt x="104" y="67"/>
                  </a:lnTo>
                  <a:lnTo>
                    <a:pt x="104" y="69"/>
                  </a:lnTo>
                  <a:lnTo>
                    <a:pt x="105" y="71"/>
                  </a:lnTo>
                  <a:lnTo>
                    <a:pt x="105" y="71"/>
                  </a:lnTo>
                  <a:lnTo>
                    <a:pt x="110" y="73"/>
                  </a:lnTo>
                  <a:lnTo>
                    <a:pt x="120" y="75"/>
                  </a:lnTo>
                  <a:lnTo>
                    <a:pt x="129" y="78"/>
                  </a:lnTo>
                  <a:lnTo>
                    <a:pt x="135" y="79"/>
                  </a:lnTo>
                  <a:lnTo>
                    <a:pt x="137" y="80"/>
                  </a:lnTo>
                  <a:lnTo>
                    <a:pt x="140" y="81"/>
                  </a:lnTo>
                  <a:lnTo>
                    <a:pt x="142" y="82"/>
                  </a:lnTo>
                  <a:lnTo>
                    <a:pt x="145" y="84"/>
                  </a:lnTo>
                  <a:lnTo>
                    <a:pt x="147" y="86"/>
                  </a:lnTo>
                  <a:lnTo>
                    <a:pt x="149" y="87"/>
                  </a:lnTo>
                  <a:lnTo>
                    <a:pt x="149" y="88"/>
                  </a:lnTo>
                  <a:lnTo>
                    <a:pt x="149" y="89"/>
                  </a:lnTo>
                  <a:lnTo>
                    <a:pt x="148" y="90"/>
                  </a:lnTo>
                  <a:lnTo>
                    <a:pt x="148" y="91"/>
                  </a:lnTo>
                  <a:lnTo>
                    <a:pt x="144" y="95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5" y="99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2" y="98"/>
                  </a:lnTo>
                  <a:lnTo>
                    <a:pt x="132" y="97"/>
                  </a:lnTo>
                  <a:lnTo>
                    <a:pt x="132" y="96"/>
                  </a:lnTo>
                  <a:lnTo>
                    <a:pt x="133" y="95"/>
                  </a:lnTo>
                  <a:lnTo>
                    <a:pt x="133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3" y="92"/>
                  </a:lnTo>
                  <a:lnTo>
                    <a:pt x="131" y="91"/>
                  </a:lnTo>
                  <a:lnTo>
                    <a:pt x="129" y="90"/>
                  </a:lnTo>
                  <a:lnTo>
                    <a:pt x="126" y="88"/>
                  </a:lnTo>
                  <a:lnTo>
                    <a:pt x="122" y="87"/>
                  </a:lnTo>
                  <a:lnTo>
                    <a:pt x="115" y="83"/>
                  </a:lnTo>
                  <a:lnTo>
                    <a:pt x="110" y="81"/>
                  </a:lnTo>
                  <a:lnTo>
                    <a:pt x="109" y="80"/>
                  </a:lnTo>
                  <a:lnTo>
                    <a:pt x="107" y="80"/>
                  </a:lnTo>
                  <a:lnTo>
                    <a:pt x="107" y="80"/>
                  </a:lnTo>
                  <a:lnTo>
                    <a:pt x="106" y="80"/>
                  </a:lnTo>
                  <a:lnTo>
                    <a:pt x="106" y="83"/>
                  </a:lnTo>
                  <a:lnTo>
                    <a:pt x="107" y="86"/>
                  </a:lnTo>
                  <a:lnTo>
                    <a:pt x="108" y="89"/>
                  </a:lnTo>
                  <a:lnTo>
                    <a:pt x="109" y="91"/>
                  </a:lnTo>
                  <a:lnTo>
                    <a:pt x="110" y="92"/>
                  </a:lnTo>
                  <a:lnTo>
                    <a:pt x="113" y="95"/>
                  </a:lnTo>
                  <a:lnTo>
                    <a:pt x="113" y="97"/>
                  </a:lnTo>
                  <a:lnTo>
                    <a:pt x="113" y="99"/>
                  </a:lnTo>
                  <a:lnTo>
                    <a:pt x="113" y="99"/>
                  </a:lnTo>
                  <a:lnTo>
                    <a:pt x="113" y="100"/>
                  </a:lnTo>
                  <a:lnTo>
                    <a:pt x="113" y="101"/>
                  </a:lnTo>
                  <a:lnTo>
                    <a:pt x="112" y="102"/>
                  </a:lnTo>
                  <a:lnTo>
                    <a:pt x="109" y="103"/>
                  </a:lnTo>
                  <a:lnTo>
                    <a:pt x="108" y="104"/>
                  </a:lnTo>
                  <a:lnTo>
                    <a:pt x="105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1" y="104"/>
                  </a:lnTo>
                  <a:lnTo>
                    <a:pt x="100" y="103"/>
                  </a:lnTo>
                  <a:lnTo>
                    <a:pt x="100" y="103"/>
                  </a:lnTo>
                  <a:lnTo>
                    <a:pt x="100" y="100"/>
                  </a:lnTo>
                  <a:lnTo>
                    <a:pt x="100" y="99"/>
                  </a:lnTo>
                  <a:lnTo>
                    <a:pt x="100" y="96"/>
                  </a:lnTo>
                  <a:lnTo>
                    <a:pt x="98" y="91"/>
                  </a:lnTo>
                  <a:lnTo>
                    <a:pt x="97" y="87"/>
                  </a:lnTo>
                  <a:lnTo>
                    <a:pt x="97" y="83"/>
                  </a:lnTo>
                  <a:lnTo>
                    <a:pt x="97" y="79"/>
                  </a:lnTo>
                  <a:lnTo>
                    <a:pt x="97" y="77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7" y="79"/>
                  </a:lnTo>
                  <a:lnTo>
                    <a:pt x="78" y="87"/>
                  </a:lnTo>
                  <a:lnTo>
                    <a:pt x="79" y="91"/>
                  </a:lnTo>
                  <a:lnTo>
                    <a:pt x="81" y="96"/>
                  </a:lnTo>
                  <a:lnTo>
                    <a:pt x="82" y="101"/>
                  </a:lnTo>
                  <a:lnTo>
                    <a:pt x="84" y="106"/>
                  </a:lnTo>
                  <a:lnTo>
                    <a:pt x="87" y="115"/>
                  </a:lnTo>
                  <a:lnTo>
                    <a:pt x="90" y="120"/>
                  </a:lnTo>
                  <a:lnTo>
                    <a:pt x="90" y="122"/>
                  </a:lnTo>
                  <a:lnTo>
                    <a:pt x="91" y="123"/>
                  </a:lnTo>
                  <a:lnTo>
                    <a:pt x="91" y="125"/>
                  </a:lnTo>
                  <a:lnTo>
                    <a:pt x="91" y="127"/>
                  </a:lnTo>
                  <a:lnTo>
                    <a:pt x="90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8" y="135"/>
                  </a:lnTo>
                  <a:lnTo>
                    <a:pt x="86" y="136"/>
                  </a:lnTo>
                  <a:lnTo>
                    <a:pt x="86" y="136"/>
                  </a:lnTo>
                  <a:lnTo>
                    <a:pt x="85" y="136"/>
                  </a:lnTo>
                  <a:lnTo>
                    <a:pt x="85" y="136"/>
                  </a:lnTo>
                  <a:lnTo>
                    <a:pt x="82" y="135"/>
                  </a:lnTo>
                  <a:lnTo>
                    <a:pt x="79" y="134"/>
                  </a:lnTo>
                  <a:lnTo>
                    <a:pt x="77" y="131"/>
                  </a:lnTo>
                  <a:lnTo>
                    <a:pt x="77" y="127"/>
                  </a:lnTo>
                  <a:lnTo>
                    <a:pt x="76" y="124"/>
                  </a:lnTo>
                  <a:lnTo>
                    <a:pt x="75" y="121"/>
                  </a:lnTo>
                  <a:lnTo>
                    <a:pt x="73" y="114"/>
                  </a:lnTo>
                  <a:lnTo>
                    <a:pt x="73" y="106"/>
                  </a:lnTo>
                  <a:lnTo>
                    <a:pt x="72" y="99"/>
                  </a:lnTo>
                  <a:lnTo>
                    <a:pt x="72" y="91"/>
                  </a:lnTo>
                  <a:lnTo>
                    <a:pt x="71" y="84"/>
                  </a:lnTo>
                  <a:lnTo>
                    <a:pt x="70" y="78"/>
                  </a:lnTo>
                  <a:lnTo>
                    <a:pt x="70" y="73"/>
                  </a:lnTo>
                  <a:lnTo>
                    <a:pt x="69" y="70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67" y="66"/>
                  </a:lnTo>
                  <a:lnTo>
                    <a:pt x="62" y="63"/>
                  </a:lnTo>
                  <a:lnTo>
                    <a:pt x="57" y="60"/>
                  </a:lnTo>
                  <a:lnTo>
                    <a:pt x="55" y="59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4" y="60"/>
                  </a:lnTo>
                  <a:lnTo>
                    <a:pt x="54" y="62"/>
                  </a:lnTo>
                  <a:lnTo>
                    <a:pt x="54" y="67"/>
                  </a:lnTo>
                  <a:lnTo>
                    <a:pt x="55" y="71"/>
                  </a:lnTo>
                  <a:lnTo>
                    <a:pt x="55" y="75"/>
                  </a:lnTo>
                  <a:lnTo>
                    <a:pt x="55" y="79"/>
                  </a:lnTo>
                  <a:lnTo>
                    <a:pt x="57" y="83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9"/>
                  </a:lnTo>
                  <a:lnTo>
                    <a:pt x="56" y="91"/>
                  </a:lnTo>
                  <a:lnTo>
                    <a:pt x="55" y="91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9" y="91"/>
                  </a:lnTo>
                  <a:lnTo>
                    <a:pt x="48" y="90"/>
                  </a:lnTo>
                  <a:lnTo>
                    <a:pt x="47" y="89"/>
                  </a:lnTo>
                  <a:lnTo>
                    <a:pt x="47" y="87"/>
                  </a:lnTo>
                  <a:lnTo>
                    <a:pt x="46" y="85"/>
                  </a:lnTo>
                  <a:lnTo>
                    <a:pt x="46" y="78"/>
                  </a:lnTo>
                  <a:lnTo>
                    <a:pt x="46" y="73"/>
                  </a:lnTo>
                  <a:lnTo>
                    <a:pt x="45" y="71"/>
                  </a:lnTo>
                  <a:lnTo>
                    <a:pt x="44" y="71"/>
                  </a:lnTo>
                  <a:lnTo>
                    <a:pt x="41" y="68"/>
                  </a:lnTo>
                  <a:lnTo>
                    <a:pt x="38" y="66"/>
                  </a:lnTo>
                  <a:lnTo>
                    <a:pt x="35" y="63"/>
                  </a:lnTo>
                  <a:lnTo>
                    <a:pt x="3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9" name="iṣľîḓe">
              <a:extLst>
                <a:ext uri="{FF2B5EF4-FFF2-40B4-BE49-F238E27FC236}">
                  <a16:creationId xmlns:a16="http://schemas.microsoft.com/office/drawing/2014/main" id="{3EA94439-7671-4DEB-93D2-5D15CF9FE922}"/>
                </a:ext>
              </a:extLst>
            </p:cNvPr>
            <p:cNvSpPr/>
            <p:nvPr/>
          </p:nvSpPr>
          <p:spPr bwMode="auto">
            <a:xfrm>
              <a:off x="2330451" y="2909888"/>
              <a:ext cx="60325" cy="63500"/>
            </a:xfrm>
            <a:custGeom>
              <a:avLst/>
              <a:gdLst>
                <a:gd name="T0" fmla="*/ 0 w 38"/>
                <a:gd name="T1" fmla="*/ 4 h 40"/>
                <a:gd name="T2" fmla="*/ 0 w 38"/>
                <a:gd name="T3" fmla="*/ 4 h 40"/>
                <a:gd name="T4" fmla="*/ 1 w 38"/>
                <a:gd name="T5" fmla="*/ 2 h 40"/>
                <a:gd name="T6" fmla="*/ 2 w 38"/>
                <a:gd name="T7" fmla="*/ 1 h 40"/>
                <a:gd name="T8" fmla="*/ 2 w 38"/>
                <a:gd name="T9" fmla="*/ 1 h 40"/>
                <a:gd name="T10" fmla="*/ 3 w 38"/>
                <a:gd name="T11" fmla="*/ 0 h 40"/>
                <a:gd name="T12" fmla="*/ 5 w 38"/>
                <a:gd name="T13" fmla="*/ 0 h 40"/>
                <a:gd name="T14" fmla="*/ 6 w 38"/>
                <a:gd name="T15" fmla="*/ 0 h 40"/>
                <a:gd name="T16" fmla="*/ 8 w 38"/>
                <a:gd name="T17" fmla="*/ 1 h 40"/>
                <a:gd name="T18" fmla="*/ 10 w 38"/>
                <a:gd name="T19" fmla="*/ 3 h 40"/>
                <a:gd name="T20" fmla="*/ 13 w 38"/>
                <a:gd name="T21" fmla="*/ 4 h 40"/>
                <a:gd name="T22" fmla="*/ 18 w 38"/>
                <a:gd name="T23" fmla="*/ 8 h 40"/>
                <a:gd name="T24" fmla="*/ 24 w 38"/>
                <a:gd name="T25" fmla="*/ 12 h 40"/>
                <a:gd name="T26" fmla="*/ 29 w 38"/>
                <a:gd name="T27" fmla="*/ 17 h 40"/>
                <a:gd name="T28" fmla="*/ 34 w 38"/>
                <a:gd name="T29" fmla="*/ 22 h 40"/>
                <a:gd name="T30" fmla="*/ 35 w 38"/>
                <a:gd name="T31" fmla="*/ 24 h 40"/>
                <a:gd name="T32" fmla="*/ 36 w 38"/>
                <a:gd name="T33" fmla="*/ 26 h 40"/>
                <a:gd name="T34" fmla="*/ 38 w 38"/>
                <a:gd name="T35" fmla="*/ 28 h 40"/>
                <a:gd name="T36" fmla="*/ 38 w 38"/>
                <a:gd name="T37" fmla="*/ 28 h 40"/>
                <a:gd name="T38" fmla="*/ 36 w 38"/>
                <a:gd name="T39" fmla="*/ 31 h 40"/>
                <a:gd name="T40" fmla="*/ 33 w 38"/>
                <a:gd name="T41" fmla="*/ 35 h 40"/>
                <a:gd name="T42" fmla="*/ 31 w 38"/>
                <a:gd name="T43" fmla="*/ 37 h 40"/>
                <a:gd name="T44" fmla="*/ 30 w 38"/>
                <a:gd name="T45" fmla="*/ 39 h 40"/>
                <a:gd name="T46" fmla="*/ 28 w 38"/>
                <a:gd name="T47" fmla="*/ 40 h 40"/>
                <a:gd name="T48" fmla="*/ 26 w 38"/>
                <a:gd name="T49" fmla="*/ 40 h 40"/>
                <a:gd name="T50" fmla="*/ 26 w 38"/>
                <a:gd name="T51" fmla="*/ 39 h 40"/>
                <a:gd name="T52" fmla="*/ 25 w 38"/>
                <a:gd name="T53" fmla="*/ 39 h 40"/>
                <a:gd name="T54" fmla="*/ 24 w 38"/>
                <a:gd name="T55" fmla="*/ 37 h 40"/>
                <a:gd name="T56" fmla="*/ 23 w 38"/>
                <a:gd name="T57" fmla="*/ 36 h 40"/>
                <a:gd name="T58" fmla="*/ 22 w 38"/>
                <a:gd name="T59" fmla="*/ 33 h 40"/>
                <a:gd name="T60" fmla="*/ 20 w 38"/>
                <a:gd name="T61" fmla="*/ 30 h 40"/>
                <a:gd name="T62" fmla="*/ 18 w 38"/>
                <a:gd name="T63" fmla="*/ 27 h 40"/>
                <a:gd name="T64" fmla="*/ 15 w 38"/>
                <a:gd name="T65" fmla="*/ 23 h 40"/>
                <a:gd name="T66" fmla="*/ 14 w 38"/>
                <a:gd name="T67" fmla="*/ 20 h 40"/>
                <a:gd name="T68" fmla="*/ 10 w 38"/>
                <a:gd name="T69" fmla="*/ 16 h 40"/>
                <a:gd name="T70" fmla="*/ 5 w 38"/>
                <a:gd name="T71" fmla="*/ 10 h 40"/>
                <a:gd name="T72" fmla="*/ 0 w 38"/>
                <a:gd name="T73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" h="40">
                  <a:moveTo>
                    <a:pt x="0" y="4"/>
                  </a:move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3" y="4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4" y="22"/>
                  </a:lnTo>
                  <a:lnTo>
                    <a:pt x="35" y="24"/>
                  </a:lnTo>
                  <a:lnTo>
                    <a:pt x="36" y="26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1"/>
                  </a:lnTo>
                  <a:lnTo>
                    <a:pt x="33" y="35"/>
                  </a:lnTo>
                  <a:lnTo>
                    <a:pt x="31" y="37"/>
                  </a:lnTo>
                  <a:lnTo>
                    <a:pt x="30" y="39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5" y="39"/>
                  </a:lnTo>
                  <a:lnTo>
                    <a:pt x="24" y="37"/>
                  </a:lnTo>
                  <a:lnTo>
                    <a:pt x="23" y="36"/>
                  </a:lnTo>
                  <a:lnTo>
                    <a:pt x="22" y="33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5" y="23"/>
                  </a:lnTo>
                  <a:lnTo>
                    <a:pt x="14" y="20"/>
                  </a:lnTo>
                  <a:lnTo>
                    <a:pt x="10" y="16"/>
                  </a:lnTo>
                  <a:lnTo>
                    <a:pt x="5" y="1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0" name="îṡlide">
              <a:extLst>
                <a:ext uri="{FF2B5EF4-FFF2-40B4-BE49-F238E27FC236}">
                  <a16:creationId xmlns:a16="http://schemas.microsoft.com/office/drawing/2014/main" id="{313BB4D3-21ED-44E9-9F01-C3F6B10E084B}"/>
                </a:ext>
              </a:extLst>
            </p:cNvPr>
            <p:cNvSpPr/>
            <p:nvPr/>
          </p:nvSpPr>
          <p:spPr bwMode="auto">
            <a:xfrm>
              <a:off x="2266951" y="2749551"/>
              <a:ext cx="204788" cy="173038"/>
            </a:xfrm>
            <a:custGeom>
              <a:avLst/>
              <a:gdLst>
                <a:gd name="T0" fmla="*/ 17 w 129"/>
                <a:gd name="T1" fmla="*/ 93 h 109"/>
                <a:gd name="T2" fmla="*/ 11 w 129"/>
                <a:gd name="T3" fmla="*/ 93 h 109"/>
                <a:gd name="T4" fmla="*/ 3 w 129"/>
                <a:gd name="T5" fmla="*/ 95 h 109"/>
                <a:gd name="T6" fmla="*/ 5 w 129"/>
                <a:gd name="T7" fmla="*/ 86 h 109"/>
                <a:gd name="T8" fmla="*/ 13 w 129"/>
                <a:gd name="T9" fmla="*/ 60 h 109"/>
                <a:gd name="T10" fmla="*/ 16 w 129"/>
                <a:gd name="T11" fmla="*/ 44 h 109"/>
                <a:gd name="T12" fmla="*/ 4 w 129"/>
                <a:gd name="T13" fmla="*/ 21 h 109"/>
                <a:gd name="T14" fmla="*/ 1 w 129"/>
                <a:gd name="T15" fmla="*/ 15 h 109"/>
                <a:gd name="T16" fmla="*/ 22 w 129"/>
                <a:gd name="T17" fmla="*/ 17 h 109"/>
                <a:gd name="T18" fmla="*/ 27 w 129"/>
                <a:gd name="T19" fmla="*/ 9 h 109"/>
                <a:gd name="T20" fmla="*/ 35 w 129"/>
                <a:gd name="T21" fmla="*/ 17 h 109"/>
                <a:gd name="T22" fmla="*/ 33 w 129"/>
                <a:gd name="T23" fmla="*/ 37 h 109"/>
                <a:gd name="T24" fmla="*/ 37 w 129"/>
                <a:gd name="T25" fmla="*/ 64 h 109"/>
                <a:gd name="T26" fmla="*/ 42 w 129"/>
                <a:gd name="T27" fmla="*/ 73 h 109"/>
                <a:gd name="T28" fmla="*/ 46 w 129"/>
                <a:gd name="T29" fmla="*/ 65 h 109"/>
                <a:gd name="T30" fmla="*/ 47 w 129"/>
                <a:gd name="T31" fmla="*/ 50 h 109"/>
                <a:gd name="T32" fmla="*/ 45 w 129"/>
                <a:gd name="T33" fmla="*/ 42 h 109"/>
                <a:gd name="T34" fmla="*/ 46 w 129"/>
                <a:gd name="T35" fmla="*/ 36 h 109"/>
                <a:gd name="T36" fmla="*/ 52 w 129"/>
                <a:gd name="T37" fmla="*/ 16 h 109"/>
                <a:gd name="T38" fmla="*/ 58 w 129"/>
                <a:gd name="T39" fmla="*/ 1 h 109"/>
                <a:gd name="T40" fmla="*/ 66 w 129"/>
                <a:gd name="T41" fmla="*/ 8 h 109"/>
                <a:gd name="T42" fmla="*/ 101 w 129"/>
                <a:gd name="T43" fmla="*/ 50 h 109"/>
                <a:gd name="T44" fmla="*/ 128 w 129"/>
                <a:gd name="T45" fmla="*/ 82 h 109"/>
                <a:gd name="T46" fmla="*/ 122 w 129"/>
                <a:gd name="T47" fmla="*/ 89 h 109"/>
                <a:gd name="T48" fmla="*/ 96 w 129"/>
                <a:gd name="T49" fmla="*/ 90 h 109"/>
                <a:gd name="T50" fmla="*/ 102 w 129"/>
                <a:gd name="T51" fmla="*/ 86 h 109"/>
                <a:gd name="T52" fmla="*/ 110 w 129"/>
                <a:gd name="T53" fmla="*/ 80 h 109"/>
                <a:gd name="T54" fmla="*/ 78 w 129"/>
                <a:gd name="T55" fmla="*/ 41 h 109"/>
                <a:gd name="T56" fmla="*/ 59 w 129"/>
                <a:gd name="T57" fmla="*/ 13 h 109"/>
                <a:gd name="T58" fmla="*/ 55 w 129"/>
                <a:gd name="T59" fmla="*/ 28 h 109"/>
                <a:gd name="T60" fmla="*/ 58 w 129"/>
                <a:gd name="T61" fmla="*/ 35 h 109"/>
                <a:gd name="T62" fmla="*/ 63 w 129"/>
                <a:gd name="T63" fmla="*/ 41 h 109"/>
                <a:gd name="T64" fmla="*/ 56 w 129"/>
                <a:gd name="T65" fmla="*/ 58 h 109"/>
                <a:gd name="T66" fmla="*/ 58 w 129"/>
                <a:gd name="T67" fmla="*/ 71 h 109"/>
                <a:gd name="T68" fmla="*/ 56 w 129"/>
                <a:gd name="T69" fmla="*/ 77 h 109"/>
                <a:gd name="T70" fmla="*/ 43 w 129"/>
                <a:gd name="T71" fmla="*/ 96 h 109"/>
                <a:gd name="T72" fmla="*/ 39 w 129"/>
                <a:gd name="T73" fmla="*/ 97 h 109"/>
                <a:gd name="T74" fmla="*/ 42 w 129"/>
                <a:gd name="T75" fmla="*/ 80 h 109"/>
                <a:gd name="T76" fmla="*/ 37 w 129"/>
                <a:gd name="T77" fmla="*/ 73 h 109"/>
                <a:gd name="T78" fmla="*/ 28 w 129"/>
                <a:gd name="T79" fmla="*/ 57 h 109"/>
                <a:gd name="T80" fmla="*/ 22 w 129"/>
                <a:gd name="T81" fmla="*/ 66 h 109"/>
                <a:gd name="T82" fmla="*/ 70 w 129"/>
                <a:gd name="T83" fmla="*/ 90 h 109"/>
                <a:gd name="T84" fmla="*/ 72 w 129"/>
                <a:gd name="T85" fmla="*/ 107 h 109"/>
                <a:gd name="T86" fmla="*/ 79 w 129"/>
                <a:gd name="T87" fmla="*/ 101 h 109"/>
                <a:gd name="T88" fmla="*/ 87 w 129"/>
                <a:gd name="T89" fmla="*/ 107 h 109"/>
                <a:gd name="T90" fmla="*/ 96 w 129"/>
                <a:gd name="T91" fmla="*/ 109 h 109"/>
                <a:gd name="T92" fmla="*/ 100 w 129"/>
                <a:gd name="T93" fmla="*/ 106 h 109"/>
                <a:gd name="T94" fmla="*/ 88 w 129"/>
                <a:gd name="T95" fmla="*/ 89 h 109"/>
                <a:gd name="T96" fmla="*/ 86 w 129"/>
                <a:gd name="T97" fmla="*/ 73 h 109"/>
                <a:gd name="T98" fmla="*/ 80 w 129"/>
                <a:gd name="T99" fmla="*/ 77 h 109"/>
                <a:gd name="T100" fmla="*/ 70 w 129"/>
                <a:gd name="T101" fmla="*/ 90 h 109"/>
                <a:gd name="T102" fmla="*/ 69 w 129"/>
                <a:gd name="T103" fmla="*/ 82 h 109"/>
                <a:gd name="T104" fmla="*/ 75 w 129"/>
                <a:gd name="T105" fmla="*/ 70 h 109"/>
                <a:gd name="T106" fmla="*/ 71 w 129"/>
                <a:gd name="T107" fmla="*/ 67 h 109"/>
                <a:gd name="T108" fmla="*/ 65 w 129"/>
                <a:gd name="T109" fmla="*/ 71 h 109"/>
                <a:gd name="T110" fmla="*/ 62 w 129"/>
                <a:gd name="T111" fmla="*/ 77 h 109"/>
                <a:gd name="T112" fmla="*/ 58 w 129"/>
                <a:gd name="T113" fmla="*/ 85 h 109"/>
                <a:gd name="T114" fmla="*/ 62 w 129"/>
                <a:gd name="T115" fmla="*/ 8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109">
                  <a:moveTo>
                    <a:pt x="19" y="83"/>
                  </a:moveTo>
                  <a:lnTo>
                    <a:pt x="19" y="84"/>
                  </a:lnTo>
                  <a:lnTo>
                    <a:pt x="18" y="86"/>
                  </a:lnTo>
                  <a:lnTo>
                    <a:pt x="18" y="89"/>
                  </a:lnTo>
                  <a:lnTo>
                    <a:pt x="18" y="91"/>
                  </a:lnTo>
                  <a:lnTo>
                    <a:pt x="17" y="93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2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0" y="94"/>
                  </a:lnTo>
                  <a:lnTo>
                    <a:pt x="10" y="95"/>
                  </a:lnTo>
                  <a:lnTo>
                    <a:pt x="8" y="95"/>
                  </a:lnTo>
                  <a:lnTo>
                    <a:pt x="6" y="95"/>
                  </a:lnTo>
                  <a:lnTo>
                    <a:pt x="5" y="95"/>
                  </a:lnTo>
                  <a:lnTo>
                    <a:pt x="3" y="95"/>
                  </a:lnTo>
                  <a:lnTo>
                    <a:pt x="2" y="94"/>
                  </a:lnTo>
                  <a:lnTo>
                    <a:pt x="2" y="93"/>
                  </a:lnTo>
                  <a:lnTo>
                    <a:pt x="1" y="93"/>
                  </a:lnTo>
                  <a:lnTo>
                    <a:pt x="2" y="92"/>
                  </a:lnTo>
                  <a:lnTo>
                    <a:pt x="2" y="91"/>
                  </a:lnTo>
                  <a:lnTo>
                    <a:pt x="5" y="86"/>
                  </a:lnTo>
                  <a:lnTo>
                    <a:pt x="7" y="84"/>
                  </a:lnTo>
                  <a:lnTo>
                    <a:pt x="8" y="80"/>
                  </a:lnTo>
                  <a:lnTo>
                    <a:pt x="10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3" y="60"/>
                  </a:lnTo>
                  <a:lnTo>
                    <a:pt x="14" y="54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7" y="48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7"/>
                  </a:lnTo>
                  <a:lnTo>
                    <a:pt x="9" y="30"/>
                  </a:lnTo>
                  <a:lnTo>
                    <a:pt x="5" y="25"/>
                  </a:lnTo>
                  <a:lnTo>
                    <a:pt x="4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5" y="15"/>
                  </a:lnTo>
                  <a:lnTo>
                    <a:pt x="12" y="16"/>
                  </a:lnTo>
                  <a:lnTo>
                    <a:pt x="18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3" y="17"/>
                  </a:lnTo>
                  <a:lnTo>
                    <a:pt x="24" y="17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5" y="25"/>
                  </a:lnTo>
                  <a:lnTo>
                    <a:pt x="34" y="30"/>
                  </a:lnTo>
                  <a:lnTo>
                    <a:pt x="33" y="36"/>
                  </a:lnTo>
                  <a:lnTo>
                    <a:pt x="33" y="37"/>
                  </a:lnTo>
                  <a:lnTo>
                    <a:pt x="33" y="41"/>
                  </a:lnTo>
                  <a:lnTo>
                    <a:pt x="34" y="44"/>
                  </a:lnTo>
                  <a:lnTo>
                    <a:pt x="34" y="47"/>
                  </a:lnTo>
                  <a:lnTo>
                    <a:pt x="35" y="54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8" y="65"/>
                  </a:lnTo>
                  <a:lnTo>
                    <a:pt x="39" y="67"/>
                  </a:lnTo>
                  <a:lnTo>
                    <a:pt x="40" y="70"/>
                  </a:lnTo>
                  <a:lnTo>
                    <a:pt x="41" y="71"/>
                  </a:lnTo>
                  <a:lnTo>
                    <a:pt x="41" y="72"/>
                  </a:lnTo>
                  <a:lnTo>
                    <a:pt x="42" y="73"/>
                  </a:lnTo>
                  <a:lnTo>
                    <a:pt x="42" y="73"/>
                  </a:lnTo>
                  <a:lnTo>
                    <a:pt x="42" y="71"/>
                  </a:lnTo>
                  <a:lnTo>
                    <a:pt x="44" y="70"/>
                  </a:lnTo>
                  <a:lnTo>
                    <a:pt x="45" y="69"/>
                  </a:lnTo>
                  <a:lnTo>
                    <a:pt x="46" y="67"/>
                  </a:lnTo>
                  <a:lnTo>
                    <a:pt x="46" y="65"/>
                  </a:lnTo>
                  <a:lnTo>
                    <a:pt x="47" y="62"/>
                  </a:lnTo>
                  <a:lnTo>
                    <a:pt x="48" y="59"/>
                  </a:lnTo>
                  <a:lnTo>
                    <a:pt x="48" y="56"/>
                  </a:lnTo>
                  <a:lnTo>
                    <a:pt x="48" y="54"/>
                  </a:lnTo>
                  <a:lnTo>
                    <a:pt x="48" y="52"/>
                  </a:lnTo>
                  <a:lnTo>
                    <a:pt x="47" y="50"/>
                  </a:lnTo>
                  <a:lnTo>
                    <a:pt x="47" y="49"/>
                  </a:lnTo>
                  <a:lnTo>
                    <a:pt x="46" y="4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5" y="41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5"/>
                  </a:lnTo>
                  <a:lnTo>
                    <a:pt x="50" y="28"/>
                  </a:lnTo>
                  <a:lnTo>
                    <a:pt x="51" y="20"/>
                  </a:lnTo>
                  <a:lnTo>
                    <a:pt x="52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6" y="4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2" y="0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6" y="8"/>
                  </a:lnTo>
                  <a:lnTo>
                    <a:pt x="71" y="14"/>
                  </a:lnTo>
                  <a:lnTo>
                    <a:pt x="77" y="21"/>
                  </a:lnTo>
                  <a:lnTo>
                    <a:pt x="83" y="29"/>
                  </a:lnTo>
                  <a:lnTo>
                    <a:pt x="89" y="37"/>
                  </a:lnTo>
                  <a:lnTo>
                    <a:pt x="95" y="44"/>
                  </a:lnTo>
                  <a:lnTo>
                    <a:pt x="101" y="50"/>
                  </a:lnTo>
                  <a:lnTo>
                    <a:pt x="106" y="56"/>
                  </a:lnTo>
                  <a:lnTo>
                    <a:pt x="115" y="66"/>
                  </a:lnTo>
                  <a:lnTo>
                    <a:pt x="122" y="74"/>
                  </a:lnTo>
                  <a:lnTo>
                    <a:pt x="127" y="78"/>
                  </a:lnTo>
                  <a:lnTo>
                    <a:pt x="129" y="80"/>
                  </a:lnTo>
                  <a:lnTo>
                    <a:pt x="128" y="82"/>
                  </a:lnTo>
                  <a:lnTo>
                    <a:pt x="127" y="85"/>
                  </a:lnTo>
                  <a:lnTo>
                    <a:pt x="126" y="86"/>
                  </a:lnTo>
                  <a:lnTo>
                    <a:pt x="125" y="88"/>
                  </a:lnTo>
                  <a:lnTo>
                    <a:pt x="124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0" y="90"/>
                  </a:lnTo>
                  <a:lnTo>
                    <a:pt x="113" y="91"/>
                  </a:lnTo>
                  <a:lnTo>
                    <a:pt x="106" y="91"/>
                  </a:lnTo>
                  <a:lnTo>
                    <a:pt x="99" y="91"/>
                  </a:lnTo>
                  <a:lnTo>
                    <a:pt x="96" y="91"/>
                  </a:lnTo>
                  <a:lnTo>
                    <a:pt x="96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6" y="89"/>
                  </a:lnTo>
                  <a:lnTo>
                    <a:pt x="98" y="88"/>
                  </a:lnTo>
                  <a:lnTo>
                    <a:pt x="102" y="86"/>
                  </a:lnTo>
                  <a:lnTo>
                    <a:pt x="106" y="85"/>
                  </a:lnTo>
                  <a:lnTo>
                    <a:pt x="108" y="84"/>
                  </a:lnTo>
                  <a:lnTo>
                    <a:pt x="110" y="83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0" y="80"/>
                  </a:lnTo>
                  <a:lnTo>
                    <a:pt x="107" y="77"/>
                  </a:lnTo>
                  <a:lnTo>
                    <a:pt x="104" y="73"/>
                  </a:lnTo>
                  <a:lnTo>
                    <a:pt x="100" y="68"/>
                  </a:lnTo>
                  <a:lnTo>
                    <a:pt x="92" y="58"/>
                  </a:lnTo>
                  <a:lnTo>
                    <a:pt x="85" y="49"/>
                  </a:lnTo>
                  <a:lnTo>
                    <a:pt x="78" y="41"/>
                  </a:lnTo>
                  <a:lnTo>
                    <a:pt x="70" y="30"/>
                  </a:lnTo>
                  <a:lnTo>
                    <a:pt x="64" y="21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8" y="14"/>
                  </a:lnTo>
                  <a:lnTo>
                    <a:pt x="58" y="15"/>
                  </a:lnTo>
                  <a:lnTo>
                    <a:pt x="57" y="17"/>
                  </a:lnTo>
                  <a:lnTo>
                    <a:pt x="57" y="21"/>
                  </a:lnTo>
                  <a:lnTo>
                    <a:pt x="55" y="28"/>
                  </a:lnTo>
                  <a:lnTo>
                    <a:pt x="55" y="32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58" y="35"/>
                  </a:lnTo>
                  <a:lnTo>
                    <a:pt x="59" y="36"/>
                  </a:lnTo>
                  <a:lnTo>
                    <a:pt x="61" y="36"/>
                  </a:lnTo>
                  <a:lnTo>
                    <a:pt x="62" y="37"/>
                  </a:lnTo>
                  <a:lnTo>
                    <a:pt x="62" y="38"/>
                  </a:lnTo>
                  <a:lnTo>
                    <a:pt x="63" y="40"/>
                  </a:lnTo>
                  <a:lnTo>
                    <a:pt x="63" y="41"/>
                  </a:lnTo>
                  <a:lnTo>
                    <a:pt x="62" y="44"/>
                  </a:lnTo>
                  <a:lnTo>
                    <a:pt x="60" y="49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6" y="57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6" y="61"/>
                  </a:lnTo>
                  <a:lnTo>
                    <a:pt x="57" y="65"/>
                  </a:lnTo>
                  <a:lnTo>
                    <a:pt x="57" y="68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58" y="72"/>
                  </a:lnTo>
                  <a:lnTo>
                    <a:pt x="58" y="73"/>
                  </a:lnTo>
                  <a:lnTo>
                    <a:pt x="58" y="74"/>
                  </a:lnTo>
                  <a:lnTo>
                    <a:pt x="58" y="75"/>
                  </a:lnTo>
                  <a:lnTo>
                    <a:pt x="57" y="76"/>
                  </a:lnTo>
                  <a:lnTo>
                    <a:pt x="56" y="77"/>
                  </a:lnTo>
                  <a:lnTo>
                    <a:pt x="55" y="77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91"/>
                  </a:lnTo>
                  <a:lnTo>
                    <a:pt x="47" y="93"/>
                  </a:lnTo>
                  <a:lnTo>
                    <a:pt x="43" y="96"/>
                  </a:lnTo>
                  <a:lnTo>
                    <a:pt x="42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0" y="93"/>
                  </a:lnTo>
                  <a:lnTo>
                    <a:pt x="42" y="89"/>
                  </a:lnTo>
                  <a:lnTo>
                    <a:pt x="42" y="85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1" y="78"/>
                  </a:lnTo>
                  <a:lnTo>
                    <a:pt x="39" y="77"/>
                  </a:lnTo>
                  <a:lnTo>
                    <a:pt x="38" y="77"/>
                  </a:lnTo>
                  <a:lnTo>
                    <a:pt x="38" y="75"/>
                  </a:lnTo>
                  <a:lnTo>
                    <a:pt x="37" y="73"/>
                  </a:lnTo>
                  <a:lnTo>
                    <a:pt x="35" y="69"/>
                  </a:lnTo>
                  <a:lnTo>
                    <a:pt x="32" y="64"/>
                  </a:lnTo>
                  <a:lnTo>
                    <a:pt x="30" y="61"/>
                  </a:lnTo>
                  <a:lnTo>
                    <a:pt x="29" y="59"/>
                  </a:lnTo>
                  <a:lnTo>
                    <a:pt x="28" y="58"/>
                  </a:lnTo>
                  <a:lnTo>
                    <a:pt x="28" y="57"/>
                  </a:lnTo>
                  <a:lnTo>
                    <a:pt x="27" y="57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4" y="61"/>
                  </a:lnTo>
                  <a:lnTo>
                    <a:pt x="23" y="64"/>
                  </a:lnTo>
                  <a:lnTo>
                    <a:pt x="22" y="66"/>
                  </a:lnTo>
                  <a:lnTo>
                    <a:pt x="21" y="73"/>
                  </a:lnTo>
                  <a:lnTo>
                    <a:pt x="20" y="77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3"/>
                  </a:lnTo>
                  <a:close/>
                  <a:moveTo>
                    <a:pt x="70" y="90"/>
                  </a:moveTo>
                  <a:lnTo>
                    <a:pt x="77" y="97"/>
                  </a:lnTo>
                  <a:lnTo>
                    <a:pt x="76" y="98"/>
                  </a:lnTo>
                  <a:lnTo>
                    <a:pt x="75" y="100"/>
                  </a:lnTo>
                  <a:lnTo>
                    <a:pt x="74" y="102"/>
                  </a:lnTo>
                  <a:lnTo>
                    <a:pt x="72" y="106"/>
                  </a:lnTo>
                  <a:lnTo>
                    <a:pt x="72" y="107"/>
                  </a:lnTo>
                  <a:lnTo>
                    <a:pt x="73" y="108"/>
                  </a:lnTo>
                  <a:lnTo>
                    <a:pt x="74" y="108"/>
                  </a:lnTo>
                  <a:lnTo>
                    <a:pt x="74" y="107"/>
                  </a:lnTo>
                  <a:lnTo>
                    <a:pt x="77" y="105"/>
                  </a:lnTo>
                  <a:lnTo>
                    <a:pt x="78" y="102"/>
                  </a:lnTo>
                  <a:lnTo>
                    <a:pt x="79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2" y="101"/>
                  </a:lnTo>
                  <a:lnTo>
                    <a:pt x="83" y="103"/>
                  </a:lnTo>
                  <a:lnTo>
                    <a:pt x="86" y="105"/>
                  </a:lnTo>
                  <a:lnTo>
                    <a:pt x="87" y="107"/>
                  </a:lnTo>
                  <a:lnTo>
                    <a:pt x="89" y="108"/>
                  </a:lnTo>
                  <a:lnTo>
                    <a:pt x="90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4" y="109"/>
                  </a:lnTo>
                  <a:lnTo>
                    <a:pt x="96" y="109"/>
                  </a:lnTo>
                  <a:lnTo>
                    <a:pt x="98" y="109"/>
                  </a:lnTo>
                  <a:lnTo>
                    <a:pt x="98" y="109"/>
                  </a:lnTo>
                  <a:lnTo>
                    <a:pt x="99" y="109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100" y="105"/>
                  </a:lnTo>
                  <a:lnTo>
                    <a:pt x="98" y="102"/>
                  </a:lnTo>
                  <a:lnTo>
                    <a:pt x="98" y="101"/>
                  </a:lnTo>
                  <a:lnTo>
                    <a:pt x="96" y="99"/>
                  </a:lnTo>
                  <a:lnTo>
                    <a:pt x="92" y="95"/>
                  </a:lnTo>
                  <a:lnTo>
                    <a:pt x="88" y="89"/>
                  </a:lnTo>
                  <a:lnTo>
                    <a:pt x="86" y="86"/>
                  </a:lnTo>
                  <a:lnTo>
                    <a:pt x="85" y="85"/>
                  </a:lnTo>
                  <a:lnTo>
                    <a:pt x="85" y="81"/>
                  </a:lnTo>
                  <a:lnTo>
                    <a:pt x="86" y="78"/>
                  </a:lnTo>
                  <a:lnTo>
                    <a:pt x="86" y="75"/>
                  </a:lnTo>
                  <a:lnTo>
                    <a:pt x="86" y="73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3" y="73"/>
                  </a:lnTo>
                  <a:lnTo>
                    <a:pt x="82" y="73"/>
                  </a:lnTo>
                  <a:lnTo>
                    <a:pt x="80" y="74"/>
                  </a:lnTo>
                  <a:lnTo>
                    <a:pt x="80" y="77"/>
                  </a:lnTo>
                  <a:lnTo>
                    <a:pt x="80" y="79"/>
                  </a:lnTo>
                  <a:lnTo>
                    <a:pt x="80" y="82"/>
                  </a:lnTo>
                  <a:lnTo>
                    <a:pt x="80" y="84"/>
                  </a:lnTo>
                  <a:lnTo>
                    <a:pt x="75" y="86"/>
                  </a:lnTo>
                  <a:lnTo>
                    <a:pt x="70" y="90"/>
                  </a:lnTo>
                  <a:lnTo>
                    <a:pt x="70" y="90"/>
                  </a:lnTo>
                  <a:close/>
                  <a:moveTo>
                    <a:pt x="67" y="84"/>
                  </a:moveTo>
                  <a:lnTo>
                    <a:pt x="68" y="84"/>
                  </a:lnTo>
                  <a:lnTo>
                    <a:pt x="69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0" y="79"/>
                  </a:lnTo>
                  <a:lnTo>
                    <a:pt x="72" y="77"/>
                  </a:lnTo>
                  <a:lnTo>
                    <a:pt x="74" y="73"/>
                  </a:lnTo>
                  <a:lnTo>
                    <a:pt x="75" y="71"/>
                  </a:lnTo>
                  <a:lnTo>
                    <a:pt x="75" y="70"/>
                  </a:lnTo>
                  <a:lnTo>
                    <a:pt x="75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3" y="68"/>
                  </a:lnTo>
                  <a:lnTo>
                    <a:pt x="72" y="67"/>
                  </a:lnTo>
                  <a:lnTo>
                    <a:pt x="71" y="67"/>
                  </a:lnTo>
                  <a:lnTo>
                    <a:pt x="70" y="67"/>
                  </a:lnTo>
                  <a:lnTo>
                    <a:pt x="69" y="67"/>
                  </a:lnTo>
                  <a:lnTo>
                    <a:pt x="68" y="68"/>
                  </a:lnTo>
                  <a:lnTo>
                    <a:pt x="66" y="69"/>
                  </a:lnTo>
                  <a:lnTo>
                    <a:pt x="66" y="70"/>
                  </a:lnTo>
                  <a:lnTo>
                    <a:pt x="65" y="71"/>
                  </a:lnTo>
                  <a:lnTo>
                    <a:pt x="65" y="73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4" y="75"/>
                  </a:lnTo>
                  <a:lnTo>
                    <a:pt x="63" y="77"/>
                  </a:lnTo>
                  <a:lnTo>
                    <a:pt x="62" y="77"/>
                  </a:lnTo>
                  <a:lnTo>
                    <a:pt x="61" y="78"/>
                  </a:lnTo>
                  <a:lnTo>
                    <a:pt x="59" y="80"/>
                  </a:lnTo>
                  <a:lnTo>
                    <a:pt x="58" y="81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58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1" y="86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3" y="85"/>
                  </a:lnTo>
                  <a:lnTo>
                    <a:pt x="66" y="84"/>
                  </a:lnTo>
                  <a:lnTo>
                    <a:pt x="6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1" name="îŝļîḓè">
              <a:extLst>
                <a:ext uri="{FF2B5EF4-FFF2-40B4-BE49-F238E27FC236}">
                  <a16:creationId xmlns:a16="http://schemas.microsoft.com/office/drawing/2014/main" id="{12FB69D2-0DC2-4660-803D-A95DDB44B0CA}"/>
                </a:ext>
              </a:extLst>
            </p:cNvPr>
            <p:cNvSpPr/>
            <p:nvPr/>
          </p:nvSpPr>
          <p:spPr bwMode="auto">
            <a:xfrm>
              <a:off x="2708276" y="2566988"/>
              <a:ext cx="76200" cy="209550"/>
            </a:xfrm>
            <a:custGeom>
              <a:avLst/>
              <a:gdLst>
                <a:gd name="T0" fmla="*/ 1 w 48"/>
                <a:gd name="T1" fmla="*/ 31 h 132"/>
                <a:gd name="T2" fmla="*/ 9 w 48"/>
                <a:gd name="T3" fmla="*/ 20 h 132"/>
                <a:gd name="T4" fmla="*/ 26 w 48"/>
                <a:gd name="T5" fmla="*/ 4 h 132"/>
                <a:gd name="T6" fmla="*/ 34 w 48"/>
                <a:gd name="T7" fmla="*/ 0 h 132"/>
                <a:gd name="T8" fmla="*/ 40 w 48"/>
                <a:gd name="T9" fmla="*/ 1 h 132"/>
                <a:gd name="T10" fmla="*/ 41 w 48"/>
                <a:gd name="T11" fmla="*/ 4 h 132"/>
                <a:gd name="T12" fmla="*/ 38 w 48"/>
                <a:gd name="T13" fmla="*/ 20 h 132"/>
                <a:gd name="T14" fmla="*/ 32 w 48"/>
                <a:gd name="T15" fmla="*/ 60 h 132"/>
                <a:gd name="T16" fmla="*/ 28 w 48"/>
                <a:gd name="T17" fmla="*/ 65 h 132"/>
                <a:gd name="T18" fmla="*/ 20 w 48"/>
                <a:gd name="T19" fmla="*/ 70 h 132"/>
                <a:gd name="T20" fmla="*/ 20 w 48"/>
                <a:gd name="T21" fmla="*/ 81 h 132"/>
                <a:gd name="T22" fmla="*/ 22 w 48"/>
                <a:gd name="T23" fmla="*/ 90 h 132"/>
                <a:gd name="T24" fmla="*/ 31 w 48"/>
                <a:gd name="T25" fmla="*/ 90 h 132"/>
                <a:gd name="T26" fmla="*/ 35 w 48"/>
                <a:gd name="T27" fmla="*/ 91 h 132"/>
                <a:gd name="T28" fmla="*/ 35 w 48"/>
                <a:gd name="T29" fmla="*/ 97 h 132"/>
                <a:gd name="T30" fmla="*/ 27 w 48"/>
                <a:gd name="T31" fmla="*/ 114 h 132"/>
                <a:gd name="T32" fmla="*/ 26 w 48"/>
                <a:gd name="T33" fmla="*/ 120 h 132"/>
                <a:gd name="T34" fmla="*/ 34 w 48"/>
                <a:gd name="T35" fmla="*/ 117 h 132"/>
                <a:gd name="T36" fmla="*/ 42 w 48"/>
                <a:gd name="T37" fmla="*/ 114 h 132"/>
                <a:gd name="T38" fmla="*/ 47 w 48"/>
                <a:gd name="T39" fmla="*/ 118 h 132"/>
                <a:gd name="T40" fmla="*/ 48 w 48"/>
                <a:gd name="T41" fmla="*/ 124 h 132"/>
                <a:gd name="T42" fmla="*/ 41 w 48"/>
                <a:gd name="T43" fmla="*/ 129 h 132"/>
                <a:gd name="T44" fmla="*/ 30 w 48"/>
                <a:gd name="T45" fmla="*/ 132 h 132"/>
                <a:gd name="T46" fmla="*/ 16 w 48"/>
                <a:gd name="T47" fmla="*/ 131 h 132"/>
                <a:gd name="T48" fmla="*/ 13 w 48"/>
                <a:gd name="T49" fmla="*/ 128 h 132"/>
                <a:gd name="T50" fmla="*/ 15 w 48"/>
                <a:gd name="T51" fmla="*/ 124 h 132"/>
                <a:gd name="T52" fmla="*/ 16 w 48"/>
                <a:gd name="T53" fmla="*/ 121 h 132"/>
                <a:gd name="T54" fmla="*/ 16 w 48"/>
                <a:gd name="T55" fmla="*/ 108 h 132"/>
                <a:gd name="T56" fmla="*/ 12 w 48"/>
                <a:gd name="T57" fmla="*/ 106 h 132"/>
                <a:gd name="T58" fmla="*/ 10 w 48"/>
                <a:gd name="T59" fmla="*/ 102 h 132"/>
                <a:gd name="T60" fmla="*/ 12 w 48"/>
                <a:gd name="T61" fmla="*/ 91 h 132"/>
                <a:gd name="T62" fmla="*/ 7 w 48"/>
                <a:gd name="T63" fmla="*/ 81 h 132"/>
                <a:gd name="T64" fmla="*/ 4 w 48"/>
                <a:gd name="T65" fmla="*/ 78 h 132"/>
                <a:gd name="T66" fmla="*/ 8 w 48"/>
                <a:gd name="T67" fmla="*/ 73 h 132"/>
                <a:gd name="T68" fmla="*/ 10 w 48"/>
                <a:gd name="T69" fmla="*/ 62 h 132"/>
                <a:gd name="T70" fmla="*/ 10 w 48"/>
                <a:gd name="T71" fmla="*/ 60 h 132"/>
                <a:gd name="T72" fmla="*/ 5 w 48"/>
                <a:gd name="T73" fmla="*/ 60 h 132"/>
                <a:gd name="T74" fmla="*/ 4 w 48"/>
                <a:gd name="T75" fmla="*/ 56 h 132"/>
                <a:gd name="T76" fmla="*/ 8 w 48"/>
                <a:gd name="T77" fmla="*/ 52 h 132"/>
                <a:gd name="T78" fmla="*/ 12 w 48"/>
                <a:gd name="T79" fmla="*/ 49 h 132"/>
                <a:gd name="T80" fmla="*/ 14 w 48"/>
                <a:gd name="T81" fmla="*/ 34 h 132"/>
                <a:gd name="T82" fmla="*/ 19 w 48"/>
                <a:gd name="T83" fmla="*/ 32 h 132"/>
                <a:gd name="T84" fmla="*/ 20 w 48"/>
                <a:gd name="T85" fmla="*/ 39 h 132"/>
                <a:gd name="T86" fmla="*/ 20 w 48"/>
                <a:gd name="T87" fmla="*/ 49 h 132"/>
                <a:gd name="T88" fmla="*/ 23 w 48"/>
                <a:gd name="T89" fmla="*/ 49 h 132"/>
                <a:gd name="T90" fmla="*/ 30 w 48"/>
                <a:gd name="T91" fmla="*/ 18 h 132"/>
                <a:gd name="T92" fmla="*/ 30 w 48"/>
                <a:gd name="T93" fmla="*/ 10 h 132"/>
                <a:gd name="T94" fmla="*/ 18 w 48"/>
                <a:gd name="T9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8" h="132">
                  <a:moveTo>
                    <a:pt x="8" y="32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1" y="31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6" y="24"/>
                  </a:lnTo>
                  <a:lnTo>
                    <a:pt x="9" y="20"/>
                  </a:lnTo>
                  <a:lnTo>
                    <a:pt x="16" y="14"/>
                  </a:lnTo>
                  <a:lnTo>
                    <a:pt x="21" y="8"/>
                  </a:lnTo>
                  <a:lnTo>
                    <a:pt x="24" y="6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8"/>
                  </a:lnTo>
                  <a:lnTo>
                    <a:pt x="40" y="12"/>
                  </a:lnTo>
                  <a:lnTo>
                    <a:pt x="39" y="17"/>
                  </a:lnTo>
                  <a:lnTo>
                    <a:pt x="38" y="20"/>
                  </a:lnTo>
                  <a:lnTo>
                    <a:pt x="36" y="28"/>
                  </a:lnTo>
                  <a:lnTo>
                    <a:pt x="35" y="40"/>
                  </a:lnTo>
                  <a:lnTo>
                    <a:pt x="33" y="53"/>
                  </a:lnTo>
                  <a:lnTo>
                    <a:pt x="32" y="60"/>
                  </a:lnTo>
                  <a:lnTo>
                    <a:pt x="32" y="61"/>
                  </a:lnTo>
                  <a:lnTo>
                    <a:pt x="31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1" y="69"/>
                  </a:ln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6"/>
                  </a:lnTo>
                  <a:lnTo>
                    <a:pt x="20" y="81"/>
                  </a:lnTo>
                  <a:lnTo>
                    <a:pt x="20" y="86"/>
                  </a:lnTo>
                  <a:lnTo>
                    <a:pt x="21" y="89"/>
                  </a:lnTo>
                  <a:lnTo>
                    <a:pt x="22" y="89"/>
                  </a:lnTo>
                  <a:lnTo>
                    <a:pt x="22" y="90"/>
                  </a:lnTo>
                  <a:lnTo>
                    <a:pt x="23" y="91"/>
                  </a:lnTo>
                  <a:lnTo>
                    <a:pt x="24" y="91"/>
                  </a:lnTo>
                  <a:lnTo>
                    <a:pt x="27" y="90"/>
                  </a:lnTo>
                  <a:lnTo>
                    <a:pt x="31" y="90"/>
                  </a:lnTo>
                  <a:lnTo>
                    <a:pt x="32" y="90"/>
                  </a:lnTo>
                  <a:lnTo>
                    <a:pt x="34" y="90"/>
                  </a:lnTo>
                  <a:lnTo>
                    <a:pt x="35" y="91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6" y="95"/>
                  </a:lnTo>
                  <a:lnTo>
                    <a:pt x="35" y="97"/>
                  </a:lnTo>
                  <a:lnTo>
                    <a:pt x="33" y="100"/>
                  </a:lnTo>
                  <a:lnTo>
                    <a:pt x="32" y="104"/>
                  </a:lnTo>
                  <a:lnTo>
                    <a:pt x="28" y="111"/>
                  </a:lnTo>
                  <a:lnTo>
                    <a:pt x="27" y="114"/>
                  </a:lnTo>
                  <a:lnTo>
                    <a:pt x="26" y="116"/>
                  </a:lnTo>
                  <a:lnTo>
                    <a:pt x="25" y="118"/>
                  </a:lnTo>
                  <a:lnTo>
                    <a:pt x="25" y="119"/>
                  </a:lnTo>
                  <a:lnTo>
                    <a:pt x="26" y="120"/>
                  </a:lnTo>
                  <a:lnTo>
                    <a:pt x="27" y="120"/>
                  </a:lnTo>
                  <a:lnTo>
                    <a:pt x="28" y="120"/>
                  </a:lnTo>
                  <a:lnTo>
                    <a:pt x="31" y="119"/>
                  </a:lnTo>
                  <a:lnTo>
                    <a:pt x="34" y="117"/>
                  </a:lnTo>
                  <a:lnTo>
                    <a:pt x="37" y="116"/>
                  </a:lnTo>
                  <a:lnTo>
                    <a:pt x="40" y="115"/>
                  </a:lnTo>
                  <a:lnTo>
                    <a:pt x="40" y="115"/>
                  </a:lnTo>
                  <a:lnTo>
                    <a:pt x="42" y="114"/>
                  </a:lnTo>
                  <a:lnTo>
                    <a:pt x="43" y="114"/>
                  </a:lnTo>
                  <a:lnTo>
                    <a:pt x="44" y="115"/>
                  </a:lnTo>
                  <a:lnTo>
                    <a:pt x="45" y="116"/>
                  </a:lnTo>
                  <a:lnTo>
                    <a:pt x="47" y="118"/>
                  </a:lnTo>
                  <a:lnTo>
                    <a:pt x="48" y="120"/>
                  </a:lnTo>
                  <a:lnTo>
                    <a:pt x="48" y="121"/>
                  </a:lnTo>
                  <a:lnTo>
                    <a:pt x="48" y="123"/>
                  </a:lnTo>
                  <a:lnTo>
                    <a:pt x="48" y="124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1" y="129"/>
                  </a:lnTo>
                  <a:lnTo>
                    <a:pt x="37" y="130"/>
                  </a:lnTo>
                  <a:lnTo>
                    <a:pt x="35" y="131"/>
                  </a:lnTo>
                  <a:lnTo>
                    <a:pt x="32" y="132"/>
                  </a:lnTo>
                  <a:lnTo>
                    <a:pt x="30" y="132"/>
                  </a:lnTo>
                  <a:lnTo>
                    <a:pt x="26" y="132"/>
                  </a:lnTo>
                  <a:lnTo>
                    <a:pt x="20" y="132"/>
                  </a:lnTo>
                  <a:lnTo>
                    <a:pt x="18" y="132"/>
                  </a:lnTo>
                  <a:lnTo>
                    <a:pt x="16" y="131"/>
                  </a:lnTo>
                  <a:lnTo>
                    <a:pt x="15" y="130"/>
                  </a:lnTo>
                  <a:lnTo>
                    <a:pt x="14" y="130"/>
                  </a:lnTo>
                  <a:lnTo>
                    <a:pt x="13" y="128"/>
                  </a:lnTo>
                  <a:lnTo>
                    <a:pt x="13" y="128"/>
                  </a:lnTo>
                  <a:lnTo>
                    <a:pt x="13" y="127"/>
                  </a:lnTo>
                  <a:lnTo>
                    <a:pt x="13" y="125"/>
                  </a:lnTo>
                  <a:lnTo>
                    <a:pt x="14" y="124"/>
                  </a:lnTo>
                  <a:lnTo>
                    <a:pt x="15" y="124"/>
                  </a:lnTo>
                  <a:lnTo>
                    <a:pt x="16" y="124"/>
                  </a:lnTo>
                  <a:lnTo>
                    <a:pt x="16" y="123"/>
                  </a:lnTo>
                  <a:lnTo>
                    <a:pt x="17" y="122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3"/>
                  </a:lnTo>
                  <a:lnTo>
                    <a:pt x="16" y="111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7"/>
                  </a:lnTo>
                  <a:lnTo>
                    <a:pt x="14" y="107"/>
                  </a:lnTo>
                  <a:lnTo>
                    <a:pt x="12" y="106"/>
                  </a:lnTo>
                  <a:lnTo>
                    <a:pt x="11" y="104"/>
                  </a:lnTo>
                  <a:lnTo>
                    <a:pt x="10" y="104"/>
                  </a:lnTo>
                  <a:lnTo>
                    <a:pt x="10" y="103"/>
                  </a:lnTo>
                  <a:lnTo>
                    <a:pt x="10" y="102"/>
                  </a:lnTo>
                  <a:lnTo>
                    <a:pt x="12" y="100"/>
                  </a:lnTo>
                  <a:lnTo>
                    <a:pt x="13" y="98"/>
                  </a:lnTo>
                  <a:lnTo>
                    <a:pt x="13" y="95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1" y="85"/>
                  </a:lnTo>
                  <a:lnTo>
                    <a:pt x="9" y="84"/>
                  </a:lnTo>
                  <a:lnTo>
                    <a:pt x="7" y="81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8" y="70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1" y="6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7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4" y="57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5" y="54"/>
                  </a:lnTo>
                  <a:lnTo>
                    <a:pt x="7" y="53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5" y="34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0" y="33"/>
                  </a:lnTo>
                  <a:lnTo>
                    <a:pt x="20" y="36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4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23" y="49"/>
                  </a:lnTo>
                  <a:lnTo>
                    <a:pt x="24" y="44"/>
                  </a:lnTo>
                  <a:lnTo>
                    <a:pt x="27" y="34"/>
                  </a:lnTo>
                  <a:lnTo>
                    <a:pt x="28" y="24"/>
                  </a:lnTo>
                  <a:lnTo>
                    <a:pt x="30" y="18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0" y="11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8" y="11"/>
                  </a:lnTo>
                  <a:lnTo>
                    <a:pt x="24" y="16"/>
                  </a:lnTo>
                  <a:lnTo>
                    <a:pt x="18" y="21"/>
                  </a:lnTo>
                  <a:lnTo>
                    <a:pt x="12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2" name="îš1îḋè">
              <a:extLst>
                <a:ext uri="{FF2B5EF4-FFF2-40B4-BE49-F238E27FC236}">
                  <a16:creationId xmlns:a16="http://schemas.microsoft.com/office/drawing/2014/main" id="{E7D6653B-EF83-4D9C-8B85-74083D808AD3}"/>
                </a:ext>
              </a:extLst>
            </p:cNvPr>
            <p:cNvSpPr/>
            <p:nvPr/>
          </p:nvSpPr>
          <p:spPr bwMode="auto">
            <a:xfrm>
              <a:off x="2684463" y="2625726"/>
              <a:ext cx="26988" cy="47625"/>
            </a:xfrm>
            <a:custGeom>
              <a:avLst/>
              <a:gdLst>
                <a:gd name="T0" fmla="*/ 2 w 17"/>
                <a:gd name="T1" fmla="*/ 6 h 30"/>
                <a:gd name="T2" fmla="*/ 1 w 17"/>
                <a:gd name="T3" fmla="*/ 5 h 30"/>
                <a:gd name="T4" fmla="*/ 0 w 17"/>
                <a:gd name="T5" fmla="*/ 3 h 30"/>
                <a:gd name="T6" fmla="*/ 0 w 17"/>
                <a:gd name="T7" fmla="*/ 3 h 30"/>
                <a:gd name="T8" fmla="*/ 0 w 17"/>
                <a:gd name="T9" fmla="*/ 3 h 30"/>
                <a:gd name="T10" fmla="*/ 1 w 17"/>
                <a:gd name="T11" fmla="*/ 2 h 30"/>
                <a:gd name="T12" fmla="*/ 3 w 17"/>
                <a:gd name="T13" fmla="*/ 1 h 30"/>
                <a:gd name="T14" fmla="*/ 6 w 17"/>
                <a:gd name="T15" fmla="*/ 1 h 30"/>
                <a:gd name="T16" fmla="*/ 9 w 17"/>
                <a:gd name="T17" fmla="*/ 0 h 30"/>
                <a:gd name="T18" fmla="*/ 11 w 17"/>
                <a:gd name="T19" fmla="*/ 0 h 30"/>
                <a:gd name="T20" fmla="*/ 12 w 17"/>
                <a:gd name="T21" fmla="*/ 1 h 30"/>
                <a:gd name="T22" fmla="*/ 13 w 17"/>
                <a:gd name="T23" fmla="*/ 2 h 30"/>
                <a:gd name="T24" fmla="*/ 14 w 17"/>
                <a:gd name="T25" fmla="*/ 3 h 30"/>
                <a:gd name="T26" fmla="*/ 15 w 17"/>
                <a:gd name="T27" fmla="*/ 7 h 30"/>
                <a:gd name="T28" fmla="*/ 15 w 17"/>
                <a:gd name="T29" fmla="*/ 14 h 30"/>
                <a:gd name="T30" fmla="*/ 16 w 17"/>
                <a:gd name="T31" fmla="*/ 19 h 30"/>
                <a:gd name="T32" fmla="*/ 17 w 17"/>
                <a:gd name="T33" fmla="*/ 23 h 30"/>
                <a:gd name="T34" fmla="*/ 17 w 17"/>
                <a:gd name="T35" fmla="*/ 25 h 30"/>
                <a:gd name="T36" fmla="*/ 17 w 17"/>
                <a:gd name="T37" fmla="*/ 27 h 30"/>
                <a:gd name="T38" fmla="*/ 16 w 17"/>
                <a:gd name="T39" fmla="*/ 28 h 30"/>
                <a:gd name="T40" fmla="*/ 15 w 17"/>
                <a:gd name="T41" fmla="*/ 29 h 30"/>
                <a:gd name="T42" fmla="*/ 14 w 17"/>
                <a:gd name="T43" fmla="*/ 30 h 30"/>
                <a:gd name="T44" fmla="*/ 11 w 17"/>
                <a:gd name="T45" fmla="*/ 30 h 30"/>
                <a:gd name="T46" fmla="*/ 10 w 17"/>
                <a:gd name="T47" fmla="*/ 30 h 30"/>
                <a:gd name="T48" fmla="*/ 8 w 17"/>
                <a:gd name="T49" fmla="*/ 29 h 30"/>
                <a:gd name="T50" fmla="*/ 7 w 17"/>
                <a:gd name="T51" fmla="*/ 28 h 30"/>
                <a:gd name="T52" fmla="*/ 7 w 17"/>
                <a:gd name="T53" fmla="*/ 27 h 30"/>
                <a:gd name="T54" fmla="*/ 6 w 17"/>
                <a:gd name="T55" fmla="*/ 23 h 30"/>
                <a:gd name="T56" fmla="*/ 6 w 17"/>
                <a:gd name="T57" fmla="*/ 19 h 30"/>
                <a:gd name="T58" fmla="*/ 5 w 17"/>
                <a:gd name="T59" fmla="*/ 15 h 30"/>
                <a:gd name="T60" fmla="*/ 4 w 17"/>
                <a:gd name="T61" fmla="*/ 11 h 30"/>
                <a:gd name="T62" fmla="*/ 3 w 17"/>
                <a:gd name="T63" fmla="*/ 8 h 30"/>
                <a:gd name="T64" fmla="*/ 3 w 17"/>
                <a:gd name="T65" fmla="*/ 7 h 30"/>
                <a:gd name="T66" fmla="*/ 3 w 17"/>
                <a:gd name="T67" fmla="*/ 7 h 30"/>
                <a:gd name="T68" fmla="*/ 2 w 17"/>
                <a:gd name="T6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0">
                  <a:moveTo>
                    <a:pt x="2" y="6"/>
                  </a:move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5" y="7"/>
                  </a:lnTo>
                  <a:lnTo>
                    <a:pt x="15" y="14"/>
                  </a:lnTo>
                  <a:lnTo>
                    <a:pt x="16" y="19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5" y="15"/>
                  </a:lnTo>
                  <a:lnTo>
                    <a:pt x="4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3" name="ïṡḷiḓé">
              <a:extLst>
                <a:ext uri="{FF2B5EF4-FFF2-40B4-BE49-F238E27FC236}">
                  <a16:creationId xmlns:a16="http://schemas.microsoft.com/office/drawing/2014/main" id="{B4990F75-EEBD-4E9C-890E-F39B6C564567}"/>
                </a:ext>
              </a:extLst>
            </p:cNvPr>
            <p:cNvSpPr/>
            <p:nvPr/>
          </p:nvSpPr>
          <p:spPr bwMode="auto">
            <a:xfrm>
              <a:off x="2617788" y="2617788"/>
              <a:ext cx="65088" cy="158750"/>
            </a:xfrm>
            <a:custGeom>
              <a:avLst/>
              <a:gdLst>
                <a:gd name="T0" fmla="*/ 14 w 41"/>
                <a:gd name="T1" fmla="*/ 26 h 100"/>
                <a:gd name="T2" fmla="*/ 10 w 41"/>
                <a:gd name="T3" fmla="*/ 30 h 100"/>
                <a:gd name="T4" fmla="*/ 5 w 41"/>
                <a:gd name="T5" fmla="*/ 28 h 100"/>
                <a:gd name="T6" fmla="*/ 1 w 41"/>
                <a:gd name="T7" fmla="*/ 26 h 100"/>
                <a:gd name="T8" fmla="*/ 0 w 41"/>
                <a:gd name="T9" fmla="*/ 24 h 100"/>
                <a:gd name="T10" fmla="*/ 2 w 41"/>
                <a:gd name="T11" fmla="*/ 19 h 100"/>
                <a:gd name="T12" fmla="*/ 10 w 41"/>
                <a:gd name="T13" fmla="*/ 12 h 100"/>
                <a:gd name="T14" fmla="*/ 21 w 41"/>
                <a:gd name="T15" fmla="*/ 4 h 100"/>
                <a:gd name="T16" fmla="*/ 29 w 41"/>
                <a:gd name="T17" fmla="*/ 0 h 100"/>
                <a:gd name="T18" fmla="*/ 30 w 41"/>
                <a:gd name="T19" fmla="*/ 0 h 100"/>
                <a:gd name="T20" fmla="*/ 33 w 41"/>
                <a:gd name="T21" fmla="*/ 4 h 100"/>
                <a:gd name="T22" fmla="*/ 35 w 41"/>
                <a:gd name="T23" fmla="*/ 8 h 100"/>
                <a:gd name="T24" fmla="*/ 33 w 41"/>
                <a:gd name="T25" fmla="*/ 16 h 100"/>
                <a:gd name="T26" fmla="*/ 32 w 41"/>
                <a:gd name="T27" fmla="*/ 30 h 100"/>
                <a:gd name="T28" fmla="*/ 31 w 41"/>
                <a:gd name="T29" fmla="*/ 44 h 100"/>
                <a:gd name="T30" fmla="*/ 33 w 41"/>
                <a:gd name="T31" fmla="*/ 46 h 100"/>
                <a:gd name="T32" fmla="*/ 35 w 41"/>
                <a:gd name="T33" fmla="*/ 48 h 100"/>
                <a:gd name="T34" fmla="*/ 31 w 41"/>
                <a:gd name="T35" fmla="*/ 54 h 100"/>
                <a:gd name="T36" fmla="*/ 32 w 41"/>
                <a:gd name="T37" fmla="*/ 57 h 100"/>
                <a:gd name="T38" fmla="*/ 35 w 41"/>
                <a:gd name="T39" fmla="*/ 58 h 100"/>
                <a:gd name="T40" fmla="*/ 37 w 41"/>
                <a:gd name="T41" fmla="*/ 54 h 100"/>
                <a:gd name="T42" fmla="*/ 41 w 41"/>
                <a:gd name="T43" fmla="*/ 48 h 100"/>
                <a:gd name="T44" fmla="*/ 35 w 41"/>
                <a:gd name="T45" fmla="*/ 72 h 100"/>
                <a:gd name="T46" fmla="*/ 30 w 41"/>
                <a:gd name="T47" fmla="*/ 88 h 100"/>
                <a:gd name="T48" fmla="*/ 25 w 41"/>
                <a:gd name="T49" fmla="*/ 96 h 100"/>
                <a:gd name="T50" fmla="*/ 21 w 41"/>
                <a:gd name="T51" fmla="*/ 100 h 100"/>
                <a:gd name="T52" fmla="*/ 17 w 41"/>
                <a:gd name="T53" fmla="*/ 100 h 100"/>
                <a:gd name="T54" fmla="*/ 15 w 41"/>
                <a:gd name="T55" fmla="*/ 97 h 100"/>
                <a:gd name="T56" fmla="*/ 16 w 41"/>
                <a:gd name="T57" fmla="*/ 89 h 100"/>
                <a:gd name="T58" fmla="*/ 18 w 41"/>
                <a:gd name="T59" fmla="*/ 82 h 100"/>
                <a:gd name="T60" fmla="*/ 21 w 41"/>
                <a:gd name="T61" fmla="*/ 74 h 100"/>
                <a:gd name="T62" fmla="*/ 20 w 41"/>
                <a:gd name="T63" fmla="*/ 68 h 100"/>
                <a:gd name="T64" fmla="*/ 18 w 41"/>
                <a:gd name="T65" fmla="*/ 65 h 100"/>
                <a:gd name="T66" fmla="*/ 9 w 41"/>
                <a:gd name="T67" fmla="*/ 69 h 100"/>
                <a:gd name="T68" fmla="*/ 5 w 41"/>
                <a:gd name="T69" fmla="*/ 70 h 100"/>
                <a:gd name="T70" fmla="*/ 5 w 41"/>
                <a:gd name="T71" fmla="*/ 68 h 100"/>
                <a:gd name="T72" fmla="*/ 5 w 41"/>
                <a:gd name="T73" fmla="*/ 61 h 100"/>
                <a:gd name="T74" fmla="*/ 7 w 41"/>
                <a:gd name="T75" fmla="*/ 61 h 100"/>
                <a:gd name="T76" fmla="*/ 9 w 41"/>
                <a:gd name="T77" fmla="*/ 59 h 100"/>
                <a:gd name="T78" fmla="*/ 17 w 41"/>
                <a:gd name="T79" fmla="*/ 54 h 100"/>
                <a:gd name="T80" fmla="*/ 20 w 41"/>
                <a:gd name="T81" fmla="*/ 50 h 100"/>
                <a:gd name="T82" fmla="*/ 20 w 41"/>
                <a:gd name="T83" fmla="*/ 40 h 100"/>
                <a:gd name="T84" fmla="*/ 19 w 41"/>
                <a:gd name="T85" fmla="*/ 25 h 100"/>
                <a:gd name="T86" fmla="*/ 17 w 41"/>
                <a:gd name="T8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100">
                  <a:moveTo>
                    <a:pt x="17" y="24"/>
                  </a:moveTo>
                  <a:lnTo>
                    <a:pt x="16" y="24"/>
                  </a:lnTo>
                  <a:lnTo>
                    <a:pt x="14" y="26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29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1" y="4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2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30"/>
                  </a:lnTo>
                  <a:lnTo>
                    <a:pt x="31" y="36"/>
                  </a:lnTo>
                  <a:lnTo>
                    <a:pt x="31" y="43"/>
                  </a:lnTo>
                  <a:lnTo>
                    <a:pt x="31" y="44"/>
                  </a:lnTo>
                  <a:lnTo>
                    <a:pt x="31" y="45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51"/>
                  </a:lnTo>
                  <a:lnTo>
                    <a:pt x="32" y="53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5" y="58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7" y="54"/>
                  </a:lnTo>
                  <a:lnTo>
                    <a:pt x="39" y="49"/>
                  </a:lnTo>
                  <a:lnTo>
                    <a:pt x="41" y="47"/>
                  </a:lnTo>
                  <a:lnTo>
                    <a:pt x="41" y="48"/>
                  </a:lnTo>
                  <a:lnTo>
                    <a:pt x="40" y="54"/>
                  </a:lnTo>
                  <a:lnTo>
                    <a:pt x="38" y="61"/>
                  </a:lnTo>
                  <a:lnTo>
                    <a:pt x="35" y="72"/>
                  </a:lnTo>
                  <a:lnTo>
                    <a:pt x="33" y="79"/>
                  </a:lnTo>
                  <a:lnTo>
                    <a:pt x="32" y="84"/>
                  </a:lnTo>
                  <a:lnTo>
                    <a:pt x="30" y="88"/>
                  </a:lnTo>
                  <a:lnTo>
                    <a:pt x="29" y="92"/>
                  </a:lnTo>
                  <a:lnTo>
                    <a:pt x="27" y="94"/>
                  </a:lnTo>
                  <a:lnTo>
                    <a:pt x="25" y="96"/>
                  </a:lnTo>
                  <a:lnTo>
                    <a:pt x="24" y="98"/>
                  </a:lnTo>
                  <a:lnTo>
                    <a:pt x="22" y="99"/>
                  </a:lnTo>
                  <a:lnTo>
                    <a:pt x="21" y="100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7" y="100"/>
                  </a:lnTo>
                  <a:lnTo>
                    <a:pt x="16" y="100"/>
                  </a:lnTo>
                  <a:lnTo>
                    <a:pt x="15" y="98"/>
                  </a:lnTo>
                  <a:lnTo>
                    <a:pt x="15" y="97"/>
                  </a:lnTo>
                  <a:lnTo>
                    <a:pt x="15" y="96"/>
                  </a:lnTo>
                  <a:lnTo>
                    <a:pt x="16" y="92"/>
                  </a:lnTo>
                  <a:lnTo>
                    <a:pt x="16" y="89"/>
                  </a:lnTo>
                  <a:lnTo>
                    <a:pt x="17" y="87"/>
                  </a:lnTo>
                  <a:lnTo>
                    <a:pt x="17" y="84"/>
                  </a:lnTo>
                  <a:lnTo>
                    <a:pt x="18" y="82"/>
                  </a:lnTo>
                  <a:lnTo>
                    <a:pt x="19" y="79"/>
                  </a:lnTo>
                  <a:lnTo>
                    <a:pt x="20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20" y="68"/>
                  </a:lnTo>
                  <a:lnTo>
                    <a:pt x="20" y="67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6" y="66"/>
                  </a:lnTo>
                  <a:lnTo>
                    <a:pt x="13" y="68"/>
                  </a:lnTo>
                  <a:lnTo>
                    <a:pt x="9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4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1" y="48"/>
                  </a:lnTo>
                  <a:lnTo>
                    <a:pt x="21" y="46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0" y="28"/>
                  </a:lnTo>
                  <a:lnTo>
                    <a:pt x="19" y="25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7" y="24"/>
                  </a:lnTo>
                  <a:lnTo>
                    <a:pt x="1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4" name="íṩḻîḑé">
              <a:extLst>
                <a:ext uri="{FF2B5EF4-FFF2-40B4-BE49-F238E27FC236}">
                  <a16:creationId xmlns:a16="http://schemas.microsoft.com/office/drawing/2014/main" id="{7A875B21-66D7-4AEE-A288-6D8B00FD7E7F}"/>
                </a:ext>
              </a:extLst>
            </p:cNvPr>
            <p:cNvSpPr/>
            <p:nvPr/>
          </p:nvSpPr>
          <p:spPr bwMode="auto">
            <a:xfrm>
              <a:off x="2997201" y="2633663"/>
              <a:ext cx="184150" cy="139700"/>
            </a:xfrm>
            <a:custGeom>
              <a:avLst/>
              <a:gdLst>
                <a:gd name="T0" fmla="*/ 51 w 116"/>
                <a:gd name="T1" fmla="*/ 2 h 88"/>
                <a:gd name="T2" fmla="*/ 53 w 116"/>
                <a:gd name="T3" fmla="*/ 0 h 88"/>
                <a:gd name="T4" fmla="*/ 56 w 116"/>
                <a:gd name="T5" fmla="*/ 1 h 88"/>
                <a:gd name="T6" fmla="*/ 62 w 116"/>
                <a:gd name="T7" fmla="*/ 3 h 88"/>
                <a:gd name="T8" fmla="*/ 69 w 116"/>
                <a:gd name="T9" fmla="*/ 6 h 88"/>
                <a:gd name="T10" fmla="*/ 88 w 116"/>
                <a:gd name="T11" fmla="*/ 10 h 88"/>
                <a:gd name="T12" fmla="*/ 98 w 116"/>
                <a:gd name="T13" fmla="*/ 10 h 88"/>
                <a:gd name="T14" fmla="*/ 107 w 116"/>
                <a:gd name="T15" fmla="*/ 11 h 88"/>
                <a:gd name="T16" fmla="*/ 116 w 116"/>
                <a:gd name="T17" fmla="*/ 18 h 88"/>
                <a:gd name="T18" fmla="*/ 115 w 116"/>
                <a:gd name="T19" fmla="*/ 22 h 88"/>
                <a:gd name="T20" fmla="*/ 113 w 116"/>
                <a:gd name="T21" fmla="*/ 26 h 88"/>
                <a:gd name="T22" fmla="*/ 95 w 116"/>
                <a:gd name="T23" fmla="*/ 39 h 88"/>
                <a:gd name="T24" fmla="*/ 79 w 116"/>
                <a:gd name="T25" fmla="*/ 54 h 88"/>
                <a:gd name="T26" fmla="*/ 75 w 116"/>
                <a:gd name="T27" fmla="*/ 60 h 88"/>
                <a:gd name="T28" fmla="*/ 77 w 116"/>
                <a:gd name="T29" fmla="*/ 61 h 88"/>
                <a:gd name="T30" fmla="*/ 87 w 116"/>
                <a:gd name="T31" fmla="*/ 58 h 88"/>
                <a:gd name="T32" fmla="*/ 93 w 116"/>
                <a:gd name="T33" fmla="*/ 59 h 88"/>
                <a:gd name="T34" fmla="*/ 96 w 116"/>
                <a:gd name="T35" fmla="*/ 63 h 88"/>
                <a:gd name="T36" fmla="*/ 95 w 116"/>
                <a:gd name="T37" fmla="*/ 68 h 88"/>
                <a:gd name="T38" fmla="*/ 92 w 116"/>
                <a:gd name="T39" fmla="*/ 70 h 88"/>
                <a:gd name="T40" fmla="*/ 88 w 116"/>
                <a:gd name="T41" fmla="*/ 71 h 88"/>
                <a:gd name="T42" fmla="*/ 80 w 116"/>
                <a:gd name="T43" fmla="*/ 70 h 88"/>
                <a:gd name="T44" fmla="*/ 68 w 116"/>
                <a:gd name="T45" fmla="*/ 71 h 88"/>
                <a:gd name="T46" fmla="*/ 43 w 116"/>
                <a:gd name="T47" fmla="*/ 78 h 88"/>
                <a:gd name="T48" fmla="*/ 27 w 116"/>
                <a:gd name="T49" fmla="*/ 84 h 88"/>
                <a:gd name="T50" fmla="*/ 21 w 116"/>
                <a:gd name="T51" fmla="*/ 87 h 88"/>
                <a:gd name="T52" fmla="*/ 19 w 116"/>
                <a:gd name="T53" fmla="*/ 88 h 88"/>
                <a:gd name="T54" fmla="*/ 11 w 116"/>
                <a:gd name="T55" fmla="*/ 84 h 88"/>
                <a:gd name="T56" fmla="*/ 3 w 116"/>
                <a:gd name="T57" fmla="*/ 79 h 88"/>
                <a:gd name="T58" fmla="*/ 1 w 116"/>
                <a:gd name="T59" fmla="*/ 74 h 88"/>
                <a:gd name="T60" fmla="*/ 0 w 116"/>
                <a:gd name="T61" fmla="*/ 68 h 88"/>
                <a:gd name="T62" fmla="*/ 2 w 116"/>
                <a:gd name="T63" fmla="*/ 66 h 88"/>
                <a:gd name="T64" fmla="*/ 9 w 116"/>
                <a:gd name="T65" fmla="*/ 66 h 88"/>
                <a:gd name="T66" fmla="*/ 18 w 116"/>
                <a:gd name="T67" fmla="*/ 67 h 88"/>
                <a:gd name="T68" fmla="*/ 27 w 116"/>
                <a:gd name="T69" fmla="*/ 65 h 88"/>
                <a:gd name="T70" fmla="*/ 45 w 116"/>
                <a:gd name="T71" fmla="*/ 61 h 88"/>
                <a:gd name="T72" fmla="*/ 63 w 116"/>
                <a:gd name="T73" fmla="*/ 48 h 88"/>
                <a:gd name="T74" fmla="*/ 83 w 116"/>
                <a:gd name="T75" fmla="*/ 30 h 88"/>
                <a:gd name="T76" fmla="*/ 97 w 116"/>
                <a:gd name="T77" fmla="*/ 20 h 88"/>
                <a:gd name="T78" fmla="*/ 98 w 116"/>
                <a:gd name="T79" fmla="*/ 18 h 88"/>
                <a:gd name="T80" fmla="*/ 92 w 116"/>
                <a:gd name="T81" fmla="*/ 17 h 88"/>
                <a:gd name="T82" fmla="*/ 77 w 116"/>
                <a:gd name="T83" fmla="*/ 21 h 88"/>
                <a:gd name="T84" fmla="*/ 68 w 116"/>
                <a:gd name="T85" fmla="*/ 25 h 88"/>
                <a:gd name="T86" fmla="*/ 63 w 116"/>
                <a:gd name="T87" fmla="*/ 25 h 88"/>
                <a:gd name="T88" fmla="*/ 58 w 116"/>
                <a:gd name="T89" fmla="*/ 22 h 88"/>
                <a:gd name="T90" fmla="*/ 54 w 116"/>
                <a:gd name="T91" fmla="*/ 16 h 88"/>
                <a:gd name="T92" fmla="*/ 51 w 116"/>
                <a:gd name="T93" fmla="*/ 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6" h="88">
                  <a:moveTo>
                    <a:pt x="51" y="5"/>
                  </a:moveTo>
                  <a:lnTo>
                    <a:pt x="51" y="3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2"/>
                  </a:lnTo>
                  <a:lnTo>
                    <a:pt x="62" y="3"/>
                  </a:lnTo>
                  <a:lnTo>
                    <a:pt x="64" y="5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75" y="8"/>
                  </a:lnTo>
                  <a:lnTo>
                    <a:pt x="83" y="10"/>
                  </a:lnTo>
                  <a:lnTo>
                    <a:pt x="88" y="10"/>
                  </a:lnTo>
                  <a:lnTo>
                    <a:pt x="92" y="10"/>
                  </a:lnTo>
                  <a:lnTo>
                    <a:pt x="95" y="10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7" y="11"/>
                  </a:lnTo>
                  <a:lnTo>
                    <a:pt x="111" y="14"/>
                  </a:lnTo>
                  <a:lnTo>
                    <a:pt x="115" y="17"/>
                  </a:lnTo>
                  <a:lnTo>
                    <a:pt x="116" y="18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5" y="24"/>
                  </a:lnTo>
                  <a:lnTo>
                    <a:pt x="114" y="26"/>
                  </a:lnTo>
                  <a:lnTo>
                    <a:pt x="113" y="26"/>
                  </a:lnTo>
                  <a:lnTo>
                    <a:pt x="109" y="29"/>
                  </a:lnTo>
                  <a:lnTo>
                    <a:pt x="103" y="34"/>
                  </a:lnTo>
                  <a:lnTo>
                    <a:pt x="95" y="39"/>
                  </a:lnTo>
                  <a:lnTo>
                    <a:pt x="87" y="46"/>
                  </a:lnTo>
                  <a:lnTo>
                    <a:pt x="83" y="50"/>
                  </a:lnTo>
                  <a:lnTo>
                    <a:pt x="79" y="54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5" y="60"/>
                  </a:lnTo>
                  <a:lnTo>
                    <a:pt x="75" y="61"/>
                  </a:lnTo>
                  <a:lnTo>
                    <a:pt x="75" y="61"/>
                  </a:lnTo>
                  <a:lnTo>
                    <a:pt x="77" y="61"/>
                  </a:lnTo>
                  <a:lnTo>
                    <a:pt x="80" y="61"/>
                  </a:lnTo>
                  <a:lnTo>
                    <a:pt x="85" y="59"/>
                  </a:lnTo>
                  <a:lnTo>
                    <a:pt x="87" y="58"/>
                  </a:lnTo>
                  <a:lnTo>
                    <a:pt x="88" y="57"/>
                  </a:lnTo>
                  <a:lnTo>
                    <a:pt x="91" y="58"/>
                  </a:lnTo>
                  <a:lnTo>
                    <a:pt x="93" y="59"/>
                  </a:lnTo>
                  <a:lnTo>
                    <a:pt x="95" y="61"/>
                  </a:lnTo>
                  <a:lnTo>
                    <a:pt x="96" y="62"/>
                  </a:lnTo>
                  <a:lnTo>
                    <a:pt x="96" y="63"/>
                  </a:lnTo>
                  <a:lnTo>
                    <a:pt x="96" y="65"/>
                  </a:lnTo>
                  <a:lnTo>
                    <a:pt x="96" y="66"/>
                  </a:lnTo>
                  <a:lnTo>
                    <a:pt x="95" y="68"/>
                  </a:lnTo>
                  <a:lnTo>
                    <a:pt x="95" y="69"/>
                  </a:lnTo>
                  <a:lnTo>
                    <a:pt x="93" y="70"/>
                  </a:lnTo>
                  <a:lnTo>
                    <a:pt x="92" y="70"/>
                  </a:lnTo>
                  <a:lnTo>
                    <a:pt x="91" y="70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7" y="71"/>
                  </a:lnTo>
                  <a:lnTo>
                    <a:pt x="85" y="71"/>
                  </a:lnTo>
                  <a:lnTo>
                    <a:pt x="80" y="70"/>
                  </a:lnTo>
                  <a:lnTo>
                    <a:pt x="76" y="70"/>
                  </a:lnTo>
                  <a:lnTo>
                    <a:pt x="72" y="71"/>
                  </a:lnTo>
                  <a:lnTo>
                    <a:pt x="68" y="71"/>
                  </a:lnTo>
                  <a:lnTo>
                    <a:pt x="60" y="73"/>
                  </a:lnTo>
                  <a:lnTo>
                    <a:pt x="52" y="75"/>
                  </a:lnTo>
                  <a:lnTo>
                    <a:pt x="43" y="78"/>
                  </a:lnTo>
                  <a:lnTo>
                    <a:pt x="35" y="81"/>
                  </a:lnTo>
                  <a:lnTo>
                    <a:pt x="31" y="82"/>
                  </a:lnTo>
                  <a:lnTo>
                    <a:pt x="27" y="84"/>
                  </a:lnTo>
                  <a:lnTo>
                    <a:pt x="24" y="85"/>
                  </a:lnTo>
                  <a:lnTo>
                    <a:pt x="22" y="86"/>
                  </a:lnTo>
                  <a:lnTo>
                    <a:pt x="21" y="87"/>
                  </a:lnTo>
                  <a:lnTo>
                    <a:pt x="20" y="87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6" y="87"/>
                  </a:lnTo>
                  <a:lnTo>
                    <a:pt x="15" y="86"/>
                  </a:lnTo>
                  <a:lnTo>
                    <a:pt x="11" y="84"/>
                  </a:lnTo>
                  <a:lnTo>
                    <a:pt x="7" y="82"/>
                  </a:lnTo>
                  <a:lnTo>
                    <a:pt x="5" y="81"/>
                  </a:lnTo>
                  <a:lnTo>
                    <a:pt x="3" y="79"/>
                  </a:lnTo>
                  <a:lnTo>
                    <a:pt x="2" y="78"/>
                  </a:lnTo>
                  <a:lnTo>
                    <a:pt x="1" y="75"/>
                  </a:lnTo>
                  <a:lnTo>
                    <a:pt x="1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5"/>
                  </a:lnTo>
                  <a:lnTo>
                    <a:pt x="7" y="65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5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2" y="66"/>
                  </a:lnTo>
                  <a:lnTo>
                    <a:pt x="27" y="65"/>
                  </a:lnTo>
                  <a:lnTo>
                    <a:pt x="34" y="63"/>
                  </a:lnTo>
                  <a:lnTo>
                    <a:pt x="40" y="62"/>
                  </a:lnTo>
                  <a:lnTo>
                    <a:pt x="45" y="61"/>
                  </a:lnTo>
                  <a:lnTo>
                    <a:pt x="48" y="60"/>
                  </a:lnTo>
                  <a:lnTo>
                    <a:pt x="54" y="56"/>
                  </a:lnTo>
                  <a:lnTo>
                    <a:pt x="63" y="48"/>
                  </a:lnTo>
                  <a:lnTo>
                    <a:pt x="72" y="40"/>
                  </a:lnTo>
                  <a:lnTo>
                    <a:pt x="78" y="34"/>
                  </a:lnTo>
                  <a:lnTo>
                    <a:pt x="83" y="30"/>
                  </a:lnTo>
                  <a:lnTo>
                    <a:pt x="91" y="25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7"/>
                  </a:lnTo>
                  <a:lnTo>
                    <a:pt x="95" y="17"/>
                  </a:lnTo>
                  <a:lnTo>
                    <a:pt x="92" y="17"/>
                  </a:lnTo>
                  <a:lnTo>
                    <a:pt x="89" y="18"/>
                  </a:lnTo>
                  <a:lnTo>
                    <a:pt x="85" y="18"/>
                  </a:lnTo>
                  <a:lnTo>
                    <a:pt x="77" y="21"/>
                  </a:lnTo>
                  <a:lnTo>
                    <a:pt x="71" y="22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7" y="25"/>
                  </a:lnTo>
                  <a:lnTo>
                    <a:pt x="65" y="25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3"/>
                  </a:lnTo>
                  <a:lnTo>
                    <a:pt x="58" y="22"/>
                  </a:lnTo>
                  <a:lnTo>
                    <a:pt x="56" y="21"/>
                  </a:lnTo>
                  <a:lnTo>
                    <a:pt x="55" y="18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5" name="íšḻïḍê">
              <a:extLst>
                <a:ext uri="{FF2B5EF4-FFF2-40B4-BE49-F238E27FC236}">
                  <a16:creationId xmlns:a16="http://schemas.microsoft.com/office/drawing/2014/main" id="{C70B0AD0-ED9C-426E-837A-7A3514E94FAA}"/>
                </a:ext>
              </a:extLst>
            </p:cNvPr>
            <p:cNvSpPr/>
            <p:nvPr/>
          </p:nvSpPr>
          <p:spPr bwMode="auto">
            <a:xfrm>
              <a:off x="3379788" y="2897188"/>
              <a:ext cx="41275" cy="84138"/>
            </a:xfrm>
            <a:custGeom>
              <a:avLst/>
              <a:gdLst>
                <a:gd name="T0" fmla="*/ 16 w 26"/>
                <a:gd name="T1" fmla="*/ 0 h 53"/>
                <a:gd name="T2" fmla="*/ 15 w 26"/>
                <a:gd name="T3" fmla="*/ 3 h 53"/>
                <a:gd name="T4" fmla="*/ 14 w 26"/>
                <a:gd name="T5" fmla="*/ 9 h 53"/>
                <a:gd name="T6" fmla="*/ 14 w 26"/>
                <a:gd name="T7" fmla="*/ 15 h 53"/>
                <a:gd name="T8" fmla="*/ 14 w 26"/>
                <a:gd name="T9" fmla="*/ 20 h 53"/>
                <a:gd name="T10" fmla="*/ 16 w 26"/>
                <a:gd name="T11" fmla="*/ 28 h 53"/>
                <a:gd name="T12" fmla="*/ 17 w 26"/>
                <a:gd name="T13" fmla="*/ 32 h 53"/>
                <a:gd name="T14" fmla="*/ 18 w 26"/>
                <a:gd name="T15" fmla="*/ 37 h 53"/>
                <a:gd name="T16" fmla="*/ 20 w 26"/>
                <a:gd name="T17" fmla="*/ 41 h 53"/>
                <a:gd name="T18" fmla="*/ 22 w 26"/>
                <a:gd name="T19" fmla="*/ 45 h 53"/>
                <a:gd name="T20" fmla="*/ 24 w 26"/>
                <a:gd name="T21" fmla="*/ 48 h 53"/>
                <a:gd name="T22" fmla="*/ 25 w 26"/>
                <a:gd name="T23" fmla="*/ 50 h 53"/>
                <a:gd name="T24" fmla="*/ 26 w 26"/>
                <a:gd name="T25" fmla="*/ 52 h 53"/>
                <a:gd name="T26" fmla="*/ 25 w 26"/>
                <a:gd name="T27" fmla="*/ 52 h 53"/>
                <a:gd name="T28" fmla="*/ 25 w 26"/>
                <a:gd name="T29" fmla="*/ 53 h 53"/>
                <a:gd name="T30" fmla="*/ 23 w 26"/>
                <a:gd name="T31" fmla="*/ 53 h 53"/>
                <a:gd name="T32" fmla="*/ 22 w 26"/>
                <a:gd name="T33" fmla="*/ 52 h 53"/>
                <a:gd name="T34" fmla="*/ 17 w 26"/>
                <a:gd name="T35" fmla="*/ 48 h 53"/>
                <a:gd name="T36" fmla="*/ 12 w 26"/>
                <a:gd name="T37" fmla="*/ 44 h 53"/>
                <a:gd name="T38" fmla="*/ 9 w 26"/>
                <a:gd name="T39" fmla="*/ 42 h 53"/>
                <a:gd name="T40" fmla="*/ 6 w 26"/>
                <a:gd name="T41" fmla="*/ 40 h 53"/>
                <a:gd name="T42" fmla="*/ 3 w 26"/>
                <a:gd name="T43" fmla="*/ 40 h 53"/>
                <a:gd name="T44" fmla="*/ 2 w 26"/>
                <a:gd name="T45" fmla="*/ 38 h 53"/>
                <a:gd name="T46" fmla="*/ 1 w 26"/>
                <a:gd name="T47" fmla="*/ 37 h 53"/>
                <a:gd name="T48" fmla="*/ 0 w 26"/>
                <a:gd name="T49" fmla="*/ 36 h 53"/>
                <a:gd name="T50" fmla="*/ 0 w 26"/>
                <a:gd name="T51" fmla="*/ 36 h 53"/>
                <a:gd name="T52" fmla="*/ 0 w 26"/>
                <a:gd name="T53" fmla="*/ 34 h 53"/>
                <a:gd name="T54" fmla="*/ 0 w 26"/>
                <a:gd name="T55" fmla="*/ 30 h 53"/>
                <a:gd name="T56" fmla="*/ 0 w 26"/>
                <a:gd name="T57" fmla="*/ 24 h 53"/>
                <a:gd name="T58" fmla="*/ 1 w 26"/>
                <a:gd name="T59" fmla="*/ 21 h 53"/>
                <a:gd name="T60" fmla="*/ 2 w 26"/>
                <a:gd name="T61" fmla="*/ 19 h 53"/>
                <a:gd name="T62" fmla="*/ 2 w 26"/>
                <a:gd name="T63" fmla="*/ 16 h 53"/>
                <a:gd name="T64" fmla="*/ 3 w 26"/>
                <a:gd name="T65" fmla="*/ 15 h 53"/>
                <a:gd name="T66" fmla="*/ 4 w 26"/>
                <a:gd name="T67" fmla="*/ 12 h 53"/>
                <a:gd name="T68" fmla="*/ 5 w 26"/>
                <a:gd name="T69" fmla="*/ 9 h 53"/>
                <a:gd name="T70" fmla="*/ 5 w 26"/>
                <a:gd name="T71" fmla="*/ 6 h 53"/>
                <a:gd name="T72" fmla="*/ 6 w 26"/>
                <a:gd name="T73" fmla="*/ 4 h 53"/>
                <a:gd name="T74" fmla="*/ 6 w 26"/>
                <a:gd name="T75" fmla="*/ 3 h 53"/>
                <a:gd name="T76" fmla="*/ 6 w 26"/>
                <a:gd name="T77" fmla="*/ 2 h 53"/>
                <a:gd name="T78" fmla="*/ 7 w 26"/>
                <a:gd name="T79" fmla="*/ 1 h 53"/>
                <a:gd name="T80" fmla="*/ 8 w 26"/>
                <a:gd name="T81" fmla="*/ 0 h 53"/>
                <a:gd name="T82" fmla="*/ 13 w 26"/>
                <a:gd name="T83" fmla="*/ 0 h 53"/>
                <a:gd name="T84" fmla="*/ 16 w 26"/>
                <a:gd name="T8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53">
                  <a:moveTo>
                    <a:pt x="16" y="0"/>
                  </a:moveTo>
                  <a:lnTo>
                    <a:pt x="15" y="3"/>
                  </a:lnTo>
                  <a:lnTo>
                    <a:pt x="14" y="9"/>
                  </a:lnTo>
                  <a:lnTo>
                    <a:pt x="14" y="15"/>
                  </a:lnTo>
                  <a:lnTo>
                    <a:pt x="14" y="20"/>
                  </a:lnTo>
                  <a:lnTo>
                    <a:pt x="16" y="28"/>
                  </a:lnTo>
                  <a:lnTo>
                    <a:pt x="17" y="32"/>
                  </a:lnTo>
                  <a:lnTo>
                    <a:pt x="18" y="37"/>
                  </a:lnTo>
                  <a:lnTo>
                    <a:pt x="20" y="41"/>
                  </a:lnTo>
                  <a:lnTo>
                    <a:pt x="22" y="45"/>
                  </a:lnTo>
                  <a:lnTo>
                    <a:pt x="24" y="48"/>
                  </a:lnTo>
                  <a:lnTo>
                    <a:pt x="25" y="50"/>
                  </a:lnTo>
                  <a:lnTo>
                    <a:pt x="26" y="52"/>
                  </a:lnTo>
                  <a:lnTo>
                    <a:pt x="25" y="52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2" y="52"/>
                  </a:lnTo>
                  <a:lnTo>
                    <a:pt x="17" y="48"/>
                  </a:lnTo>
                  <a:lnTo>
                    <a:pt x="12" y="44"/>
                  </a:lnTo>
                  <a:lnTo>
                    <a:pt x="9" y="42"/>
                  </a:lnTo>
                  <a:lnTo>
                    <a:pt x="6" y="40"/>
                  </a:lnTo>
                  <a:lnTo>
                    <a:pt x="3" y="40"/>
                  </a:lnTo>
                  <a:lnTo>
                    <a:pt x="2" y="38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5" y="9"/>
                  </a:lnTo>
                  <a:lnTo>
                    <a:pt x="5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0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6" name="íṥļídé">
              <a:extLst>
                <a:ext uri="{FF2B5EF4-FFF2-40B4-BE49-F238E27FC236}">
                  <a16:creationId xmlns:a16="http://schemas.microsoft.com/office/drawing/2014/main" id="{376BD9F7-512B-4621-B741-626355D80794}"/>
                </a:ext>
              </a:extLst>
            </p:cNvPr>
            <p:cNvSpPr/>
            <p:nvPr/>
          </p:nvSpPr>
          <p:spPr bwMode="auto">
            <a:xfrm>
              <a:off x="3241676" y="2805113"/>
              <a:ext cx="220663" cy="111125"/>
            </a:xfrm>
            <a:custGeom>
              <a:avLst/>
              <a:gdLst>
                <a:gd name="T0" fmla="*/ 121 w 139"/>
                <a:gd name="T1" fmla="*/ 7 h 70"/>
                <a:gd name="T2" fmla="*/ 121 w 139"/>
                <a:gd name="T3" fmla="*/ 4 h 70"/>
                <a:gd name="T4" fmla="*/ 124 w 139"/>
                <a:gd name="T5" fmla="*/ 2 h 70"/>
                <a:gd name="T6" fmla="*/ 130 w 139"/>
                <a:gd name="T7" fmla="*/ 0 h 70"/>
                <a:gd name="T8" fmla="*/ 134 w 139"/>
                <a:gd name="T9" fmla="*/ 4 h 70"/>
                <a:gd name="T10" fmla="*/ 139 w 139"/>
                <a:gd name="T11" fmla="*/ 12 h 70"/>
                <a:gd name="T12" fmla="*/ 137 w 139"/>
                <a:gd name="T13" fmla="*/ 18 h 70"/>
                <a:gd name="T14" fmla="*/ 125 w 139"/>
                <a:gd name="T15" fmla="*/ 31 h 70"/>
                <a:gd name="T16" fmla="*/ 122 w 139"/>
                <a:gd name="T17" fmla="*/ 37 h 70"/>
                <a:gd name="T18" fmla="*/ 124 w 139"/>
                <a:gd name="T19" fmla="*/ 38 h 70"/>
                <a:gd name="T20" fmla="*/ 124 w 139"/>
                <a:gd name="T21" fmla="*/ 37 h 70"/>
                <a:gd name="T22" fmla="*/ 129 w 139"/>
                <a:gd name="T23" fmla="*/ 37 h 70"/>
                <a:gd name="T24" fmla="*/ 133 w 139"/>
                <a:gd name="T25" fmla="*/ 38 h 70"/>
                <a:gd name="T26" fmla="*/ 135 w 139"/>
                <a:gd name="T27" fmla="*/ 41 h 70"/>
                <a:gd name="T28" fmla="*/ 133 w 139"/>
                <a:gd name="T29" fmla="*/ 46 h 70"/>
                <a:gd name="T30" fmla="*/ 129 w 139"/>
                <a:gd name="T31" fmla="*/ 50 h 70"/>
                <a:gd name="T32" fmla="*/ 127 w 139"/>
                <a:gd name="T33" fmla="*/ 50 h 70"/>
                <a:gd name="T34" fmla="*/ 119 w 139"/>
                <a:gd name="T35" fmla="*/ 45 h 70"/>
                <a:gd name="T36" fmla="*/ 113 w 139"/>
                <a:gd name="T37" fmla="*/ 45 h 70"/>
                <a:gd name="T38" fmla="*/ 99 w 139"/>
                <a:gd name="T39" fmla="*/ 53 h 70"/>
                <a:gd name="T40" fmla="*/ 84 w 139"/>
                <a:gd name="T41" fmla="*/ 61 h 70"/>
                <a:gd name="T42" fmla="*/ 70 w 139"/>
                <a:gd name="T43" fmla="*/ 66 h 70"/>
                <a:gd name="T44" fmla="*/ 47 w 139"/>
                <a:gd name="T45" fmla="*/ 69 h 70"/>
                <a:gd name="T46" fmla="*/ 31 w 139"/>
                <a:gd name="T47" fmla="*/ 69 h 70"/>
                <a:gd name="T48" fmla="*/ 14 w 139"/>
                <a:gd name="T49" fmla="*/ 69 h 70"/>
                <a:gd name="T50" fmla="*/ 0 w 139"/>
                <a:gd name="T51" fmla="*/ 67 h 70"/>
                <a:gd name="T52" fmla="*/ 0 w 139"/>
                <a:gd name="T53" fmla="*/ 66 h 70"/>
                <a:gd name="T54" fmla="*/ 4 w 139"/>
                <a:gd name="T55" fmla="*/ 64 h 70"/>
                <a:gd name="T56" fmla="*/ 16 w 139"/>
                <a:gd name="T57" fmla="*/ 62 h 70"/>
                <a:gd name="T58" fmla="*/ 37 w 139"/>
                <a:gd name="T59" fmla="*/ 59 h 70"/>
                <a:gd name="T60" fmla="*/ 49 w 139"/>
                <a:gd name="T61" fmla="*/ 58 h 70"/>
                <a:gd name="T62" fmla="*/ 65 w 139"/>
                <a:gd name="T63" fmla="*/ 54 h 70"/>
                <a:gd name="T64" fmla="*/ 83 w 139"/>
                <a:gd name="T65" fmla="*/ 49 h 70"/>
                <a:gd name="T66" fmla="*/ 87 w 139"/>
                <a:gd name="T67" fmla="*/ 47 h 70"/>
                <a:gd name="T68" fmla="*/ 89 w 139"/>
                <a:gd name="T69" fmla="*/ 43 h 70"/>
                <a:gd name="T70" fmla="*/ 87 w 139"/>
                <a:gd name="T71" fmla="*/ 42 h 70"/>
                <a:gd name="T72" fmla="*/ 75 w 139"/>
                <a:gd name="T73" fmla="*/ 43 h 70"/>
                <a:gd name="T74" fmla="*/ 68 w 139"/>
                <a:gd name="T75" fmla="*/ 40 h 70"/>
                <a:gd name="T76" fmla="*/ 65 w 139"/>
                <a:gd name="T77" fmla="*/ 35 h 70"/>
                <a:gd name="T78" fmla="*/ 65 w 139"/>
                <a:gd name="T79" fmla="*/ 32 h 70"/>
                <a:gd name="T80" fmla="*/ 67 w 139"/>
                <a:gd name="T81" fmla="*/ 29 h 70"/>
                <a:gd name="T82" fmla="*/ 78 w 139"/>
                <a:gd name="T83" fmla="*/ 30 h 70"/>
                <a:gd name="T84" fmla="*/ 94 w 139"/>
                <a:gd name="T85" fmla="*/ 32 h 70"/>
                <a:gd name="T86" fmla="*/ 103 w 139"/>
                <a:gd name="T87" fmla="*/ 33 h 70"/>
                <a:gd name="T88" fmla="*/ 106 w 139"/>
                <a:gd name="T89" fmla="*/ 31 h 70"/>
                <a:gd name="T90" fmla="*/ 118 w 139"/>
                <a:gd name="T91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9" h="70">
                  <a:moveTo>
                    <a:pt x="121" y="10"/>
                  </a:moveTo>
                  <a:lnTo>
                    <a:pt x="121" y="9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1" y="4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5" y="2"/>
                  </a:lnTo>
                  <a:lnTo>
                    <a:pt x="128" y="1"/>
                  </a:lnTo>
                  <a:lnTo>
                    <a:pt x="130" y="0"/>
                  </a:lnTo>
                  <a:lnTo>
                    <a:pt x="131" y="1"/>
                  </a:lnTo>
                  <a:lnTo>
                    <a:pt x="133" y="2"/>
                  </a:lnTo>
                  <a:lnTo>
                    <a:pt x="134" y="4"/>
                  </a:lnTo>
                  <a:lnTo>
                    <a:pt x="137" y="7"/>
                  </a:lnTo>
                  <a:lnTo>
                    <a:pt x="138" y="10"/>
                  </a:lnTo>
                  <a:lnTo>
                    <a:pt x="139" y="12"/>
                  </a:lnTo>
                  <a:lnTo>
                    <a:pt x="139" y="14"/>
                  </a:lnTo>
                  <a:lnTo>
                    <a:pt x="138" y="15"/>
                  </a:lnTo>
                  <a:lnTo>
                    <a:pt x="137" y="18"/>
                  </a:lnTo>
                  <a:lnTo>
                    <a:pt x="133" y="22"/>
                  </a:lnTo>
                  <a:lnTo>
                    <a:pt x="128" y="29"/>
                  </a:lnTo>
                  <a:lnTo>
                    <a:pt x="125" y="31"/>
                  </a:lnTo>
                  <a:lnTo>
                    <a:pt x="124" y="34"/>
                  </a:lnTo>
                  <a:lnTo>
                    <a:pt x="123" y="36"/>
                  </a:lnTo>
                  <a:lnTo>
                    <a:pt x="122" y="37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4" y="38"/>
                  </a:lnTo>
                  <a:lnTo>
                    <a:pt x="124" y="38"/>
                  </a:lnTo>
                  <a:lnTo>
                    <a:pt x="124" y="37"/>
                  </a:lnTo>
                  <a:lnTo>
                    <a:pt x="124" y="37"/>
                  </a:lnTo>
                  <a:lnTo>
                    <a:pt x="125" y="37"/>
                  </a:lnTo>
                  <a:lnTo>
                    <a:pt x="125" y="37"/>
                  </a:lnTo>
                  <a:lnTo>
                    <a:pt x="129" y="37"/>
                  </a:lnTo>
                  <a:lnTo>
                    <a:pt x="131" y="38"/>
                  </a:lnTo>
                  <a:lnTo>
                    <a:pt x="133" y="38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5" y="42"/>
                  </a:lnTo>
                  <a:lnTo>
                    <a:pt x="134" y="45"/>
                  </a:lnTo>
                  <a:lnTo>
                    <a:pt x="133" y="46"/>
                  </a:lnTo>
                  <a:lnTo>
                    <a:pt x="132" y="48"/>
                  </a:lnTo>
                  <a:lnTo>
                    <a:pt x="130" y="49"/>
                  </a:lnTo>
                  <a:lnTo>
                    <a:pt x="129" y="50"/>
                  </a:lnTo>
                  <a:lnTo>
                    <a:pt x="129" y="50"/>
                  </a:lnTo>
                  <a:lnTo>
                    <a:pt x="128" y="50"/>
                  </a:lnTo>
                  <a:lnTo>
                    <a:pt x="127" y="50"/>
                  </a:lnTo>
                  <a:lnTo>
                    <a:pt x="125" y="48"/>
                  </a:lnTo>
                  <a:lnTo>
                    <a:pt x="121" y="46"/>
                  </a:lnTo>
                  <a:lnTo>
                    <a:pt x="119" y="45"/>
                  </a:lnTo>
                  <a:lnTo>
                    <a:pt x="117" y="45"/>
                  </a:lnTo>
                  <a:lnTo>
                    <a:pt x="115" y="45"/>
                  </a:lnTo>
                  <a:lnTo>
                    <a:pt x="113" y="45"/>
                  </a:lnTo>
                  <a:lnTo>
                    <a:pt x="109" y="48"/>
                  </a:lnTo>
                  <a:lnTo>
                    <a:pt x="104" y="51"/>
                  </a:lnTo>
                  <a:lnTo>
                    <a:pt x="99" y="53"/>
                  </a:lnTo>
                  <a:lnTo>
                    <a:pt x="95" y="54"/>
                  </a:lnTo>
                  <a:lnTo>
                    <a:pt x="89" y="58"/>
                  </a:lnTo>
                  <a:lnTo>
                    <a:pt x="84" y="61"/>
                  </a:lnTo>
                  <a:lnTo>
                    <a:pt x="78" y="63"/>
                  </a:lnTo>
                  <a:lnTo>
                    <a:pt x="75" y="64"/>
                  </a:lnTo>
                  <a:lnTo>
                    <a:pt x="70" y="66"/>
                  </a:lnTo>
                  <a:lnTo>
                    <a:pt x="62" y="66"/>
                  </a:lnTo>
                  <a:lnTo>
                    <a:pt x="53" y="68"/>
                  </a:lnTo>
                  <a:lnTo>
                    <a:pt x="47" y="69"/>
                  </a:lnTo>
                  <a:lnTo>
                    <a:pt x="41" y="70"/>
                  </a:lnTo>
                  <a:lnTo>
                    <a:pt x="36" y="70"/>
                  </a:lnTo>
                  <a:lnTo>
                    <a:pt x="31" y="69"/>
                  </a:lnTo>
                  <a:lnTo>
                    <a:pt x="27" y="69"/>
                  </a:lnTo>
                  <a:lnTo>
                    <a:pt x="21" y="69"/>
                  </a:lnTo>
                  <a:lnTo>
                    <a:pt x="14" y="69"/>
                  </a:lnTo>
                  <a:lnTo>
                    <a:pt x="7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6" y="62"/>
                  </a:lnTo>
                  <a:lnTo>
                    <a:pt x="23" y="61"/>
                  </a:lnTo>
                  <a:lnTo>
                    <a:pt x="31" y="60"/>
                  </a:lnTo>
                  <a:lnTo>
                    <a:pt x="37" y="59"/>
                  </a:lnTo>
                  <a:lnTo>
                    <a:pt x="43" y="59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65" y="54"/>
                  </a:lnTo>
                  <a:lnTo>
                    <a:pt x="75" y="51"/>
                  </a:lnTo>
                  <a:lnTo>
                    <a:pt x="80" y="50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6" y="47"/>
                  </a:lnTo>
                  <a:lnTo>
                    <a:pt x="87" y="47"/>
                  </a:lnTo>
                  <a:lnTo>
                    <a:pt x="88" y="46"/>
                  </a:lnTo>
                  <a:lnTo>
                    <a:pt x="89" y="44"/>
                  </a:lnTo>
                  <a:lnTo>
                    <a:pt x="89" y="43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7" y="42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75" y="43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68" y="40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67" y="29"/>
                  </a:lnTo>
                  <a:lnTo>
                    <a:pt x="70" y="29"/>
                  </a:lnTo>
                  <a:lnTo>
                    <a:pt x="73" y="30"/>
                  </a:lnTo>
                  <a:lnTo>
                    <a:pt x="78" y="30"/>
                  </a:lnTo>
                  <a:lnTo>
                    <a:pt x="85" y="31"/>
                  </a:lnTo>
                  <a:lnTo>
                    <a:pt x="90" y="32"/>
                  </a:lnTo>
                  <a:lnTo>
                    <a:pt x="94" y="32"/>
                  </a:lnTo>
                  <a:lnTo>
                    <a:pt x="97" y="33"/>
                  </a:lnTo>
                  <a:lnTo>
                    <a:pt x="101" y="33"/>
                  </a:lnTo>
                  <a:lnTo>
                    <a:pt x="103" y="33"/>
                  </a:lnTo>
                  <a:lnTo>
                    <a:pt x="105" y="32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9" y="28"/>
                  </a:lnTo>
                  <a:lnTo>
                    <a:pt x="114" y="21"/>
                  </a:lnTo>
                  <a:lnTo>
                    <a:pt x="118" y="14"/>
                  </a:lnTo>
                  <a:lnTo>
                    <a:pt x="121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7" name="îṩḻiḑè">
              <a:extLst>
                <a:ext uri="{FF2B5EF4-FFF2-40B4-BE49-F238E27FC236}">
                  <a16:creationId xmlns:a16="http://schemas.microsoft.com/office/drawing/2014/main" id="{4C7EF156-01D3-42E1-B94F-B11AAF64EB64}"/>
                </a:ext>
              </a:extLst>
            </p:cNvPr>
            <p:cNvSpPr/>
            <p:nvPr/>
          </p:nvSpPr>
          <p:spPr bwMode="auto">
            <a:xfrm>
              <a:off x="3446463" y="3074988"/>
              <a:ext cx="247650" cy="138113"/>
            </a:xfrm>
            <a:custGeom>
              <a:avLst/>
              <a:gdLst>
                <a:gd name="T0" fmla="*/ 107 w 156"/>
                <a:gd name="T1" fmla="*/ 43 h 87"/>
                <a:gd name="T2" fmla="*/ 105 w 156"/>
                <a:gd name="T3" fmla="*/ 49 h 87"/>
                <a:gd name="T4" fmla="*/ 101 w 156"/>
                <a:gd name="T5" fmla="*/ 28 h 87"/>
                <a:gd name="T6" fmla="*/ 109 w 156"/>
                <a:gd name="T7" fmla="*/ 32 h 87"/>
                <a:gd name="T8" fmla="*/ 104 w 156"/>
                <a:gd name="T9" fmla="*/ 35 h 87"/>
                <a:gd name="T10" fmla="*/ 98 w 156"/>
                <a:gd name="T11" fmla="*/ 18 h 87"/>
                <a:gd name="T12" fmla="*/ 105 w 156"/>
                <a:gd name="T13" fmla="*/ 20 h 87"/>
                <a:gd name="T14" fmla="*/ 99 w 156"/>
                <a:gd name="T15" fmla="*/ 22 h 87"/>
                <a:gd name="T16" fmla="*/ 97 w 156"/>
                <a:gd name="T17" fmla="*/ 25 h 87"/>
                <a:gd name="T18" fmla="*/ 89 w 156"/>
                <a:gd name="T19" fmla="*/ 28 h 87"/>
                <a:gd name="T20" fmla="*/ 90 w 156"/>
                <a:gd name="T21" fmla="*/ 36 h 87"/>
                <a:gd name="T22" fmla="*/ 80 w 156"/>
                <a:gd name="T23" fmla="*/ 37 h 87"/>
                <a:gd name="T24" fmla="*/ 78 w 156"/>
                <a:gd name="T25" fmla="*/ 41 h 87"/>
                <a:gd name="T26" fmla="*/ 93 w 156"/>
                <a:gd name="T27" fmla="*/ 48 h 87"/>
                <a:gd name="T28" fmla="*/ 85 w 156"/>
                <a:gd name="T29" fmla="*/ 52 h 87"/>
                <a:gd name="T30" fmla="*/ 95 w 156"/>
                <a:gd name="T31" fmla="*/ 53 h 87"/>
                <a:gd name="T32" fmla="*/ 110 w 156"/>
                <a:gd name="T33" fmla="*/ 55 h 87"/>
                <a:gd name="T34" fmla="*/ 119 w 156"/>
                <a:gd name="T35" fmla="*/ 49 h 87"/>
                <a:gd name="T36" fmla="*/ 128 w 156"/>
                <a:gd name="T37" fmla="*/ 62 h 87"/>
                <a:gd name="T38" fmla="*/ 92 w 156"/>
                <a:gd name="T39" fmla="*/ 59 h 87"/>
                <a:gd name="T40" fmla="*/ 74 w 156"/>
                <a:gd name="T41" fmla="*/ 49 h 87"/>
                <a:gd name="T42" fmla="*/ 53 w 156"/>
                <a:gd name="T43" fmla="*/ 33 h 87"/>
                <a:gd name="T44" fmla="*/ 60 w 156"/>
                <a:gd name="T45" fmla="*/ 45 h 87"/>
                <a:gd name="T46" fmla="*/ 73 w 156"/>
                <a:gd name="T47" fmla="*/ 61 h 87"/>
                <a:gd name="T48" fmla="*/ 52 w 156"/>
                <a:gd name="T49" fmla="*/ 53 h 87"/>
                <a:gd name="T50" fmla="*/ 32 w 156"/>
                <a:gd name="T51" fmla="*/ 45 h 87"/>
                <a:gd name="T52" fmla="*/ 11 w 156"/>
                <a:gd name="T53" fmla="*/ 29 h 87"/>
                <a:gd name="T54" fmla="*/ 9 w 156"/>
                <a:gd name="T55" fmla="*/ 41 h 87"/>
                <a:gd name="T56" fmla="*/ 35 w 156"/>
                <a:gd name="T57" fmla="*/ 60 h 87"/>
                <a:gd name="T58" fmla="*/ 25 w 156"/>
                <a:gd name="T59" fmla="*/ 69 h 87"/>
                <a:gd name="T60" fmla="*/ 6 w 156"/>
                <a:gd name="T61" fmla="*/ 69 h 87"/>
                <a:gd name="T62" fmla="*/ 0 w 156"/>
                <a:gd name="T63" fmla="*/ 66 h 87"/>
                <a:gd name="T64" fmla="*/ 5 w 156"/>
                <a:gd name="T65" fmla="*/ 86 h 87"/>
                <a:gd name="T66" fmla="*/ 37 w 156"/>
                <a:gd name="T67" fmla="*/ 73 h 87"/>
                <a:gd name="T68" fmla="*/ 51 w 156"/>
                <a:gd name="T69" fmla="*/ 71 h 87"/>
                <a:gd name="T70" fmla="*/ 44 w 156"/>
                <a:gd name="T71" fmla="*/ 75 h 87"/>
                <a:gd name="T72" fmla="*/ 61 w 156"/>
                <a:gd name="T73" fmla="*/ 86 h 87"/>
                <a:gd name="T74" fmla="*/ 64 w 156"/>
                <a:gd name="T75" fmla="*/ 72 h 87"/>
                <a:gd name="T76" fmla="*/ 53 w 156"/>
                <a:gd name="T77" fmla="*/ 61 h 87"/>
                <a:gd name="T78" fmla="*/ 75 w 156"/>
                <a:gd name="T79" fmla="*/ 67 h 87"/>
                <a:gd name="T80" fmla="*/ 95 w 156"/>
                <a:gd name="T81" fmla="*/ 76 h 87"/>
                <a:gd name="T82" fmla="*/ 94 w 156"/>
                <a:gd name="T83" fmla="*/ 65 h 87"/>
                <a:gd name="T84" fmla="*/ 117 w 156"/>
                <a:gd name="T85" fmla="*/ 67 h 87"/>
                <a:gd name="T86" fmla="*/ 143 w 156"/>
                <a:gd name="T87" fmla="*/ 67 h 87"/>
                <a:gd name="T88" fmla="*/ 132 w 156"/>
                <a:gd name="T89" fmla="*/ 51 h 87"/>
                <a:gd name="T90" fmla="*/ 118 w 156"/>
                <a:gd name="T91" fmla="*/ 41 h 87"/>
                <a:gd name="T92" fmla="*/ 120 w 156"/>
                <a:gd name="T93" fmla="*/ 32 h 87"/>
                <a:gd name="T94" fmla="*/ 145 w 156"/>
                <a:gd name="T95" fmla="*/ 39 h 87"/>
                <a:gd name="T96" fmla="*/ 155 w 156"/>
                <a:gd name="T97" fmla="*/ 37 h 87"/>
                <a:gd name="T98" fmla="*/ 150 w 156"/>
                <a:gd name="T99" fmla="*/ 23 h 87"/>
                <a:gd name="T100" fmla="*/ 137 w 156"/>
                <a:gd name="T101" fmla="*/ 29 h 87"/>
                <a:gd name="T102" fmla="*/ 112 w 156"/>
                <a:gd name="T103" fmla="*/ 21 h 87"/>
                <a:gd name="T104" fmla="*/ 105 w 156"/>
                <a:gd name="T105" fmla="*/ 11 h 87"/>
                <a:gd name="T106" fmla="*/ 105 w 156"/>
                <a:gd name="T107" fmla="*/ 1 h 87"/>
                <a:gd name="T108" fmla="*/ 93 w 156"/>
                <a:gd name="T109" fmla="*/ 13 h 87"/>
                <a:gd name="T110" fmla="*/ 78 w 156"/>
                <a:gd name="T111" fmla="*/ 24 h 87"/>
                <a:gd name="T112" fmla="*/ 79 w 156"/>
                <a:gd name="T113" fmla="*/ 6 h 87"/>
                <a:gd name="T114" fmla="*/ 68 w 156"/>
                <a:gd name="T115" fmla="*/ 22 h 87"/>
                <a:gd name="T116" fmla="*/ 67 w 156"/>
                <a:gd name="T117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6" h="87">
                  <a:moveTo>
                    <a:pt x="96" y="49"/>
                  </a:move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8" y="44"/>
                  </a:lnTo>
                  <a:lnTo>
                    <a:pt x="99" y="44"/>
                  </a:lnTo>
                  <a:lnTo>
                    <a:pt x="100" y="44"/>
                  </a:lnTo>
                  <a:lnTo>
                    <a:pt x="104" y="44"/>
                  </a:lnTo>
                  <a:lnTo>
                    <a:pt x="107" y="43"/>
                  </a:lnTo>
                  <a:lnTo>
                    <a:pt x="108" y="44"/>
                  </a:lnTo>
                  <a:lnTo>
                    <a:pt x="109" y="45"/>
                  </a:ln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09" y="48"/>
                  </a:lnTo>
                  <a:lnTo>
                    <a:pt x="108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4" y="50"/>
                  </a:lnTo>
                  <a:lnTo>
                    <a:pt x="102" y="50"/>
                  </a:lnTo>
                  <a:lnTo>
                    <a:pt x="101" y="50"/>
                  </a:lnTo>
                  <a:lnTo>
                    <a:pt x="97" y="49"/>
                  </a:lnTo>
                  <a:lnTo>
                    <a:pt x="96" y="49"/>
                  </a:lnTo>
                  <a:lnTo>
                    <a:pt x="96" y="49"/>
                  </a:lnTo>
                  <a:close/>
                  <a:moveTo>
                    <a:pt x="101" y="32"/>
                  </a:moveTo>
                  <a:lnTo>
                    <a:pt x="100" y="30"/>
                  </a:lnTo>
                  <a:lnTo>
                    <a:pt x="101" y="28"/>
                  </a:lnTo>
                  <a:lnTo>
                    <a:pt x="101" y="28"/>
                  </a:lnTo>
                  <a:lnTo>
                    <a:pt x="101" y="27"/>
                  </a:lnTo>
                  <a:lnTo>
                    <a:pt x="102" y="27"/>
                  </a:lnTo>
                  <a:lnTo>
                    <a:pt x="104" y="28"/>
                  </a:lnTo>
                  <a:lnTo>
                    <a:pt x="106" y="29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6"/>
                  </a:lnTo>
                  <a:lnTo>
                    <a:pt x="107" y="36"/>
                  </a:lnTo>
                  <a:lnTo>
                    <a:pt x="105" y="35"/>
                  </a:lnTo>
                  <a:lnTo>
                    <a:pt x="104" y="35"/>
                  </a:lnTo>
                  <a:lnTo>
                    <a:pt x="102" y="33"/>
                  </a:lnTo>
                  <a:lnTo>
                    <a:pt x="101" y="32"/>
                  </a:lnTo>
                  <a:lnTo>
                    <a:pt x="101" y="32"/>
                  </a:lnTo>
                  <a:close/>
                  <a:moveTo>
                    <a:pt x="99" y="21"/>
                  </a:moveTo>
                  <a:lnTo>
                    <a:pt x="98" y="21"/>
                  </a:lnTo>
                  <a:lnTo>
                    <a:pt x="98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8" y="18"/>
                  </a:lnTo>
                  <a:lnTo>
                    <a:pt x="99" y="17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3" y="16"/>
                  </a:lnTo>
                  <a:lnTo>
                    <a:pt x="104" y="18"/>
                  </a:lnTo>
                  <a:lnTo>
                    <a:pt x="105" y="20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3" y="24"/>
                  </a:lnTo>
                  <a:lnTo>
                    <a:pt x="102" y="24"/>
                  </a:lnTo>
                  <a:lnTo>
                    <a:pt x="101" y="24"/>
                  </a:lnTo>
                  <a:lnTo>
                    <a:pt x="99" y="22"/>
                  </a:lnTo>
                  <a:lnTo>
                    <a:pt x="99" y="21"/>
                  </a:lnTo>
                  <a:lnTo>
                    <a:pt x="99" y="21"/>
                  </a:lnTo>
                  <a:close/>
                  <a:moveTo>
                    <a:pt x="89" y="29"/>
                  </a:moveTo>
                  <a:lnTo>
                    <a:pt x="92" y="29"/>
                  </a:lnTo>
                  <a:lnTo>
                    <a:pt x="96" y="29"/>
                  </a:lnTo>
                  <a:lnTo>
                    <a:pt x="97" y="28"/>
                  </a:lnTo>
                  <a:lnTo>
                    <a:pt x="97" y="28"/>
                  </a:lnTo>
                  <a:lnTo>
                    <a:pt x="97" y="27"/>
                  </a:lnTo>
                  <a:lnTo>
                    <a:pt x="97" y="25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6" y="23"/>
                  </a:lnTo>
                  <a:lnTo>
                    <a:pt x="94" y="23"/>
                  </a:lnTo>
                  <a:lnTo>
                    <a:pt x="93" y="24"/>
                  </a:lnTo>
                  <a:lnTo>
                    <a:pt x="91" y="24"/>
                  </a:lnTo>
                  <a:lnTo>
                    <a:pt x="91" y="26"/>
                  </a:lnTo>
                  <a:lnTo>
                    <a:pt x="90" y="27"/>
                  </a:lnTo>
                  <a:lnTo>
                    <a:pt x="89" y="28"/>
                  </a:lnTo>
                  <a:lnTo>
                    <a:pt x="89" y="29"/>
                  </a:lnTo>
                  <a:lnTo>
                    <a:pt x="89" y="29"/>
                  </a:lnTo>
                  <a:close/>
                  <a:moveTo>
                    <a:pt x="85" y="31"/>
                  </a:moveTo>
                  <a:lnTo>
                    <a:pt x="86" y="32"/>
                  </a:lnTo>
                  <a:lnTo>
                    <a:pt x="88" y="32"/>
                  </a:lnTo>
                  <a:lnTo>
                    <a:pt x="89" y="32"/>
                  </a:lnTo>
                  <a:lnTo>
                    <a:pt x="89" y="33"/>
                  </a:lnTo>
                  <a:lnTo>
                    <a:pt x="90" y="35"/>
                  </a:lnTo>
                  <a:lnTo>
                    <a:pt x="90" y="36"/>
                  </a:lnTo>
                  <a:lnTo>
                    <a:pt x="91" y="37"/>
                  </a:lnTo>
                  <a:lnTo>
                    <a:pt x="91" y="37"/>
                  </a:lnTo>
                  <a:lnTo>
                    <a:pt x="90" y="38"/>
                  </a:lnTo>
                  <a:lnTo>
                    <a:pt x="89" y="39"/>
                  </a:lnTo>
                  <a:lnTo>
                    <a:pt x="88" y="39"/>
                  </a:lnTo>
                  <a:lnTo>
                    <a:pt x="87" y="39"/>
                  </a:lnTo>
                  <a:lnTo>
                    <a:pt x="84" y="38"/>
                  </a:lnTo>
                  <a:lnTo>
                    <a:pt x="81" y="37"/>
                  </a:lnTo>
                  <a:lnTo>
                    <a:pt x="80" y="37"/>
                  </a:lnTo>
                  <a:lnTo>
                    <a:pt x="79" y="37"/>
                  </a:lnTo>
                  <a:lnTo>
                    <a:pt x="78" y="37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9"/>
                  </a:lnTo>
                  <a:lnTo>
                    <a:pt x="77" y="40"/>
                  </a:lnTo>
                  <a:lnTo>
                    <a:pt x="78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84" y="42"/>
                  </a:lnTo>
                  <a:lnTo>
                    <a:pt x="89" y="44"/>
                  </a:lnTo>
                  <a:lnTo>
                    <a:pt x="91" y="45"/>
                  </a:lnTo>
                  <a:lnTo>
                    <a:pt x="92" y="46"/>
                  </a:lnTo>
                  <a:lnTo>
                    <a:pt x="93" y="47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3" y="49"/>
                  </a:lnTo>
                  <a:lnTo>
                    <a:pt x="92" y="49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8" y="49"/>
                  </a:lnTo>
                  <a:lnTo>
                    <a:pt x="87" y="49"/>
                  </a:lnTo>
                  <a:lnTo>
                    <a:pt x="86" y="50"/>
                  </a:lnTo>
                  <a:lnTo>
                    <a:pt x="85" y="51"/>
                  </a:lnTo>
                  <a:lnTo>
                    <a:pt x="85" y="52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6" y="53"/>
                  </a:lnTo>
                  <a:lnTo>
                    <a:pt x="88" y="53"/>
                  </a:lnTo>
                  <a:lnTo>
                    <a:pt x="91" y="53"/>
                  </a:lnTo>
                  <a:lnTo>
                    <a:pt x="94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4"/>
                  </a:lnTo>
                  <a:lnTo>
                    <a:pt x="100" y="55"/>
                  </a:lnTo>
                  <a:lnTo>
                    <a:pt x="101" y="56"/>
                  </a:lnTo>
                  <a:lnTo>
                    <a:pt x="104" y="56"/>
                  </a:lnTo>
                  <a:lnTo>
                    <a:pt x="106" y="56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0" y="55"/>
                  </a:lnTo>
                  <a:lnTo>
                    <a:pt x="111" y="54"/>
                  </a:lnTo>
                  <a:lnTo>
                    <a:pt x="112" y="53"/>
                  </a:lnTo>
                  <a:lnTo>
                    <a:pt x="112" y="52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6"/>
                  </a:lnTo>
                  <a:lnTo>
                    <a:pt x="116" y="46"/>
                  </a:lnTo>
                  <a:lnTo>
                    <a:pt x="117" y="47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3" y="53"/>
                  </a:lnTo>
                  <a:lnTo>
                    <a:pt x="126" y="55"/>
                  </a:lnTo>
                  <a:lnTo>
                    <a:pt x="129" y="57"/>
                  </a:lnTo>
                  <a:lnTo>
                    <a:pt x="130" y="60"/>
                  </a:lnTo>
                  <a:lnTo>
                    <a:pt x="130" y="61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28" y="62"/>
                  </a:lnTo>
                  <a:lnTo>
                    <a:pt x="125" y="62"/>
                  </a:lnTo>
                  <a:lnTo>
                    <a:pt x="122" y="61"/>
                  </a:lnTo>
                  <a:lnTo>
                    <a:pt x="119" y="61"/>
                  </a:lnTo>
                  <a:lnTo>
                    <a:pt x="114" y="61"/>
                  </a:lnTo>
                  <a:lnTo>
                    <a:pt x="109" y="61"/>
                  </a:lnTo>
                  <a:lnTo>
                    <a:pt x="105" y="61"/>
                  </a:lnTo>
                  <a:lnTo>
                    <a:pt x="100" y="60"/>
                  </a:lnTo>
                  <a:lnTo>
                    <a:pt x="95" y="59"/>
                  </a:lnTo>
                  <a:lnTo>
                    <a:pt x="92" y="59"/>
                  </a:lnTo>
                  <a:lnTo>
                    <a:pt x="89" y="59"/>
                  </a:lnTo>
                  <a:lnTo>
                    <a:pt x="89" y="59"/>
                  </a:lnTo>
                  <a:lnTo>
                    <a:pt x="88" y="59"/>
                  </a:lnTo>
                  <a:lnTo>
                    <a:pt x="87" y="59"/>
                  </a:lnTo>
                  <a:lnTo>
                    <a:pt x="86" y="58"/>
                  </a:lnTo>
                  <a:lnTo>
                    <a:pt x="84" y="57"/>
                  </a:lnTo>
                  <a:lnTo>
                    <a:pt x="81" y="53"/>
                  </a:lnTo>
                  <a:lnTo>
                    <a:pt x="77" y="51"/>
                  </a:lnTo>
                  <a:lnTo>
                    <a:pt x="74" y="49"/>
                  </a:lnTo>
                  <a:lnTo>
                    <a:pt x="72" y="48"/>
                  </a:lnTo>
                  <a:lnTo>
                    <a:pt x="69" y="46"/>
                  </a:lnTo>
                  <a:lnTo>
                    <a:pt x="65" y="44"/>
                  </a:lnTo>
                  <a:lnTo>
                    <a:pt x="63" y="42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6" y="35"/>
                  </a:lnTo>
                  <a:lnTo>
                    <a:pt x="54" y="33"/>
                  </a:lnTo>
                  <a:lnTo>
                    <a:pt x="53" y="33"/>
                  </a:lnTo>
                  <a:lnTo>
                    <a:pt x="52" y="33"/>
                  </a:lnTo>
                  <a:lnTo>
                    <a:pt x="50" y="33"/>
                  </a:lnTo>
                  <a:lnTo>
                    <a:pt x="50" y="35"/>
                  </a:lnTo>
                  <a:lnTo>
                    <a:pt x="50" y="36"/>
                  </a:lnTo>
                  <a:lnTo>
                    <a:pt x="50" y="37"/>
                  </a:lnTo>
                  <a:lnTo>
                    <a:pt x="53" y="39"/>
                  </a:lnTo>
                  <a:lnTo>
                    <a:pt x="56" y="41"/>
                  </a:lnTo>
                  <a:lnTo>
                    <a:pt x="57" y="42"/>
                  </a:lnTo>
                  <a:lnTo>
                    <a:pt x="60" y="45"/>
                  </a:lnTo>
                  <a:lnTo>
                    <a:pt x="63" y="49"/>
                  </a:lnTo>
                  <a:lnTo>
                    <a:pt x="66" y="51"/>
                  </a:lnTo>
                  <a:lnTo>
                    <a:pt x="73" y="56"/>
                  </a:lnTo>
                  <a:lnTo>
                    <a:pt x="77" y="58"/>
                  </a:lnTo>
                  <a:lnTo>
                    <a:pt x="77" y="59"/>
                  </a:lnTo>
                  <a:lnTo>
                    <a:pt x="77" y="59"/>
                  </a:lnTo>
                  <a:lnTo>
                    <a:pt x="77" y="60"/>
                  </a:lnTo>
                  <a:lnTo>
                    <a:pt x="74" y="61"/>
                  </a:lnTo>
                  <a:lnTo>
                    <a:pt x="73" y="61"/>
                  </a:lnTo>
                  <a:lnTo>
                    <a:pt x="70" y="61"/>
                  </a:lnTo>
                  <a:lnTo>
                    <a:pt x="68" y="61"/>
                  </a:lnTo>
                  <a:lnTo>
                    <a:pt x="65" y="60"/>
                  </a:lnTo>
                  <a:lnTo>
                    <a:pt x="61" y="59"/>
                  </a:lnTo>
                  <a:lnTo>
                    <a:pt x="58" y="58"/>
                  </a:lnTo>
                  <a:lnTo>
                    <a:pt x="57" y="57"/>
                  </a:lnTo>
                  <a:lnTo>
                    <a:pt x="54" y="55"/>
                  </a:lnTo>
                  <a:lnTo>
                    <a:pt x="53" y="54"/>
                  </a:lnTo>
                  <a:lnTo>
                    <a:pt x="52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7" y="53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5" y="47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1"/>
                  </a:lnTo>
                  <a:lnTo>
                    <a:pt x="17" y="38"/>
                  </a:lnTo>
                  <a:lnTo>
                    <a:pt x="15" y="35"/>
                  </a:lnTo>
                  <a:lnTo>
                    <a:pt x="13" y="32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8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6" y="35"/>
                  </a:lnTo>
                  <a:lnTo>
                    <a:pt x="8" y="39"/>
                  </a:lnTo>
                  <a:lnTo>
                    <a:pt x="9" y="41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7" y="47"/>
                  </a:lnTo>
                  <a:lnTo>
                    <a:pt x="20" y="49"/>
                  </a:lnTo>
                  <a:lnTo>
                    <a:pt x="26" y="53"/>
                  </a:lnTo>
                  <a:lnTo>
                    <a:pt x="32" y="57"/>
                  </a:lnTo>
                  <a:lnTo>
                    <a:pt x="33" y="58"/>
                  </a:lnTo>
                  <a:lnTo>
                    <a:pt x="35" y="60"/>
                  </a:lnTo>
                  <a:lnTo>
                    <a:pt x="36" y="61"/>
                  </a:lnTo>
                  <a:lnTo>
                    <a:pt x="36" y="62"/>
                  </a:lnTo>
                  <a:lnTo>
                    <a:pt x="35" y="62"/>
                  </a:lnTo>
                  <a:lnTo>
                    <a:pt x="35" y="63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1" y="66"/>
                  </a:lnTo>
                  <a:lnTo>
                    <a:pt x="29" y="68"/>
                  </a:lnTo>
                  <a:lnTo>
                    <a:pt x="25" y="69"/>
                  </a:lnTo>
                  <a:lnTo>
                    <a:pt x="22" y="72"/>
                  </a:lnTo>
                  <a:lnTo>
                    <a:pt x="18" y="73"/>
                  </a:lnTo>
                  <a:lnTo>
                    <a:pt x="14" y="73"/>
                  </a:lnTo>
                  <a:lnTo>
                    <a:pt x="12" y="74"/>
                  </a:lnTo>
                  <a:lnTo>
                    <a:pt x="10" y="74"/>
                  </a:lnTo>
                  <a:lnTo>
                    <a:pt x="9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4" y="66"/>
                  </a:lnTo>
                  <a:lnTo>
                    <a:pt x="3" y="62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5" y="86"/>
                  </a:lnTo>
                  <a:lnTo>
                    <a:pt x="7" y="87"/>
                  </a:lnTo>
                  <a:lnTo>
                    <a:pt x="9" y="87"/>
                  </a:lnTo>
                  <a:lnTo>
                    <a:pt x="13" y="87"/>
                  </a:lnTo>
                  <a:lnTo>
                    <a:pt x="16" y="86"/>
                  </a:lnTo>
                  <a:lnTo>
                    <a:pt x="19" y="85"/>
                  </a:lnTo>
                  <a:lnTo>
                    <a:pt x="25" y="81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37" y="73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8"/>
                  </a:lnTo>
                  <a:lnTo>
                    <a:pt x="47" y="68"/>
                  </a:lnTo>
                  <a:lnTo>
                    <a:pt x="48" y="69"/>
                  </a:lnTo>
                  <a:lnTo>
                    <a:pt x="49" y="69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4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3" y="76"/>
                  </a:lnTo>
                  <a:lnTo>
                    <a:pt x="44" y="77"/>
                  </a:lnTo>
                  <a:lnTo>
                    <a:pt x="47" y="77"/>
                  </a:lnTo>
                  <a:lnTo>
                    <a:pt x="50" y="80"/>
                  </a:lnTo>
                  <a:lnTo>
                    <a:pt x="55" y="82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3" y="85"/>
                  </a:lnTo>
                  <a:lnTo>
                    <a:pt x="64" y="85"/>
                  </a:lnTo>
                  <a:lnTo>
                    <a:pt x="65" y="83"/>
                  </a:lnTo>
                  <a:lnTo>
                    <a:pt x="65" y="81"/>
                  </a:lnTo>
                  <a:lnTo>
                    <a:pt x="65" y="79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4" y="72"/>
                  </a:lnTo>
                  <a:lnTo>
                    <a:pt x="62" y="70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8"/>
                  </a:lnTo>
                  <a:lnTo>
                    <a:pt x="57" y="67"/>
                  </a:lnTo>
                  <a:lnTo>
                    <a:pt x="56" y="65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3" y="61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55" y="61"/>
                  </a:lnTo>
                  <a:lnTo>
                    <a:pt x="57" y="61"/>
                  </a:lnTo>
                  <a:lnTo>
                    <a:pt x="61" y="62"/>
                  </a:lnTo>
                  <a:lnTo>
                    <a:pt x="65" y="63"/>
                  </a:lnTo>
                  <a:lnTo>
                    <a:pt x="69" y="65"/>
                  </a:lnTo>
                  <a:lnTo>
                    <a:pt x="73" y="66"/>
                  </a:lnTo>
                  <a:lnTo>
                    <a:pt x="75" y="67"/>
                  </a:lnTo>
                  <a:lnTo>
                    <a:pt x="77" y="69"/>
                  </a:lnTo>
                  <a:lnTo>
                    <a:pt x="80" y="70"/>
                  </a:lnTo>
                  <a:lnTo>
                    <a:pt x="82" y="73"/>
                  </a:lnTo>
                  <a:lnTo>
                    <a:pt x="85" y="75"/>
                  </a:lnTo>
                  <a:lnTo>
                    <a:pt x="87" y="76"/>
                  </a:lnTo>
                  <a:lnTo>
                    <a:pt x="89" y="77"/>
                  </a:lnTo>
                  <a:lnTo>
                    <a:pt x="90" y="77"/>
                  </a:lnTo>
                  <a:lnTo>
                    <a:pt x="93" y="77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4" y="70"/>
                  </a:lnTo>
                  <a:lnTo>
                    <a:pt x="94" y="69"/>
                  </a:lnTo>
                  <a:lnTo>
                    <a:pt x="93" y="68"/>
                  </a:lnTo>
                  <a:lnTo>
                    <a:pt x="94" y="66"/>
                  </a:lnTo>
                  <a:lnTo>
                    <a:pt x="94" y="65"/>
                  </a:lnTo>
                  <a:lnTo>
                    <a:pt x="95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101" y="65"/>
                  </a:lnTo>
                  <a:lnTo>
                    <a:pt x="105" y="65"/>
                  </a:lnTo>
                  <a:lnTo>
                    <a:pt x="109" y="65"/>
                  </a:lnTo>
                  <a:lnTo>
                    <a:pt x="112" y="65"/>
                  </a:lnTo>
                  <a:lnTo>
                    <a:pt x="114" y="66"/>
                  </a:lnTo>
                  <a:lnTo>
                    <a:pt x="117" y="67"/>
                  </a:lnTo>
                  <a:lnTo>
                    <a:pt x="123" y="69"/>
                  </a:lnTo>
                  <a:lnTo>
                    <a:pt x="128" y="71"/>
                  </a:lnTo>
                  <a:lnTo>
                    <a:pt x="130" y="72"/>
                  </a:lnTo>
                  <a:lnTo>
                    <a:pt x="132" y="72"/>
                  </a:lnTo>
                  <a:lnTo>
                    <a:pt x="135" y="72"/>
                  </a:lnTo>
                  <a:lnTo>
                    <a:pt x="137" y="72"/>
                  </a:lnTo>
                  <a:lnTo>
                    <a:pt x="140" y="70"/>
                  </a:lnTo>
                  <a:lnTo>
                    <a:pt x="141" y="69"/>
                  </a:lnTo>
                  <a:lnTo>
                    <a:pt x="143" y="67"/>
                  </a:lnTo>
                  <a:lnTo>
                    <a:pt x="144" y="65"/>
                  </a:lnTo>
                  <a:lnTo>
                    <a:pt x="144" y="64"/>
                  </a:lnTo>
                  <a:lnTo>
                    <a:pt x="145" y="61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8"/>
                  </a:lnTo>
                  <a:lnTo>
                    <a:pt x="141" y="57"/>
                  </a:lnTo>
                  <a:lnTo>
                    <a:pt x="137" y="55"/>
                  </a:lnTo>
                  <a:lnTo>
                    <a:pt x="132" y="51"/>
                  </a:lnTo>
                  <a:lnTo>
                    <a:pt x="126" y="48"/>
                  </a:lnTo>
                  <a:lnTo>
                    <a:pt x="123" y="46"/>
                  </a:lnTo>
                  <a:lnTo>
                    <a:pt x="122" y="46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0" y="44"/>
                  </a:lnTo>
                  <a:lnTo>
                    <a:pt x="119" y="43"/>
                  </a:lnTo>
                  <a:lnTo>
                    <a:pt x="119" y="42"/>
                  </a:lnTo>
                  <a:lnTo>
                    <a:pt x="118" y="41"/>
                  </a:lnTo>
                  <a:lnTo>
                    <a:pt x="119" y="41"/>
                  </a:lnTo>
                  <a:lnTo>
                    <a:pt x="119" y="39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5"/>
                  </a:lnTo>
                  <a:lnTo>
                    <a:pt x="119" y="33"/>
                  </a:lnTo>
                  <a:lnTo>
                    <a:pt x="119" y="32"/>
                  </a:lnTo>
                  <a:lnTo>
                    <a:pt x="120" y="32"/>
                  </a:lnTo>
                  <a:lnTo>
                    <a:pt x="121" y="32"/>
                  </a:lnTo>
                  <a:lnTo>
                    <a:pt x="122" y="32"/>
                  </a:lnTo>
                  <a:lnTo>
                    <a:pt x="125" y="32"/>
                  </a:lnTo>
                  <a:lnTo>
                    <a:pt x="127" y="32"/>
                  </a:lnTo>
                  <a:lnTo>
                    <a:pt x="130" y="34"/>
                  </a:lnTo>
                  <a:lnTo>
                    <a:pt x="135" y="35"/>
                  </a:lnTo>
                  <a:lnTo>
                    <a:pt x="140" y="37"/>
                  </a:lnTo>
                  <a:lnTo>
                    <a:pt x="143" y="38"/>
                  </a:lnTo>
                  <a:lnTo>
                    <a:pt x="145" y="39"/>
                  </a:lnTo>
                  <a:lnTo>
                    <a:pt x="147" y="40"/>
                  </a:lnTo>
                  <a:lnTo>
                    <a:pt x="148" y="40"/>
                  </a:lnTo>
                  <a:lnTo>
                    <a:pt x="149" y="39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5" y="37"/>
                  </a:lnTo>
                  <a:lnTo>
                    <a:pt x="156" y="33"/>
                  </a:lnTo>
                  <a:lnTo>
                    <a:pt x="156" y="29"/>
                  </a:lnTo>
                  <a:lnTo>
                    <a:pt x="156" y="27"/>
                  </a:lnTo>
                  <a:lnTo>
                    <a:pt x="155" y="24"/>
                  </a:lnTo>
                  <a:lnTo>
                    <a:pt x="154" y="24"/>
                  </a:lnTo>
                  <a:lnTo>
                    <a:pt x="153" y="23"/>
                  </a:lnTo>
                  <a:lnTo>
                    <a:pt x="153" y="22"/>
                  </a:lnTo>
                  <a:lnTo>
                    <a:pt x="151" y="22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50" y="24"/>
                  </a:lnTo>
                  <a:lnTo>
                    <a:pt x="149" y="24"/>
                  </a:lnTo>
                  <a:lnTo>
                    <a:pt x="147" y="25"/>
                  </a:lnTo>
                  <a:lnTo>
                    <a:pt x="143" y="28"/>
                  </a:lnTo>
                  <a:lnTo>
                    <a:pt x="142" y="28"/>
                  </a:lnTo>
                  <a:lnTo>
                    <a:pt x="141" y="28"/>
                  </a:lnTo>
                  <a:lnTo>
                    <a:pt x="138" y="28"/>
                  </a:lnTo>
                  <a:lnTo>
                    <a:pt x="137" y="29"/>
                  </a:lnTo>
                  <a:lnTo>
                    <a:pt x="132" y="28"/>
                  </a:lnTo>
                  <a:lnTo>
                    <a:pt x="127" y="28"/>
                  </a:lnTo>
                  <a:lnTo>
                    <a:pt x="118" y="27"/>
                  </a:lnTo>
                  <a:lnTo>
                    <a:pt x="114" y="26"/>
                  </a:lnTo>
                  <a:lnTo>
                    <a:pt x="113" y="25"/>
                  </a:lnTo>
                  <a:lnTo>
                    <a:pt x="113" y="25"/>
                  </a:lnTo>
                  <a:lnTo>
                    <a:pt x="113" y="24"/>
                  </a:lnTo>
                  <a:lnTo>
                    <a:pt x="112" y="24"/>
                  </a:lnTo>
                  <a:lnTo>
                    <a:pt x="112" y="21"/>
                  </a:lnTo>
                  <a:lnTo>
                    <a:pt x="110" y="20"/>
                  </a:lnTo>
                  <a:lnTo>
                    <a:pt x="109" y="18"/>
                  </a:lnTo>
                  <a:lnTo>
                    <a:pt x="108" y="16"/>
                  </a:lnTo>
                  <a:lnTo>
                    <a:pt x="106" y="15"/>
                  </a:lnTo>
                  <a:lnTo>
                    <a:pt x="105" y="14"/>
                  </a:lnTo>
                  <a:lnTo>
                    <a:pt x="105" y="14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1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6" y="6"/>
                  </a:lnTo>
                  <a:lnTo>
                    <a:pt x="106" y="5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2" y="1"/>
                  </a:lnTo>
                  <a:lnTo>
                    <a:pt x="101" y="2"/>
                  </a:lnTo>
                  <a:lnTo>
                    <a:pt x="101" y="3"/>
                  </a:lnTo>
                  <a:lnTo>
                    <a:pt x="100" y="4"/>
                  </a:lnTo>
                  <a:lnTo>
                    <a:pt x="97" y="8"/>
                  </a:lnTo>
                  <a:lnTo>
                    <a:pt x="93" y="13"/>
                  </a:lnTo>
                  <a:lnTo>
                    <a:pt x="89" y="18"/>
                  </a:lnTo>
                  <a:lnTo>
                    <a:pt x="86" y="22"/>
                  </a:lnTo>
                  <a:lnTo>
                    <a:pt x="84" y="24"/>
                  </a:lnTo>
                  <a:lnTo>
                    <a:pt x="83" y="24"/>
                  </a:lnTo>
                  <a:lnTo>
                    <a:pt x="81" y="25"/>
                  </a:lnTo>
                  <a:lnTo>
                    <a:pt x="80" y="25"/>
                  </a:lnTo>
                  <a:lnTo>
                    <a:pt x="79" y="25"/>
                  </a:lnTo>
                  <a:lnTo>
                    <a:pt x="78" y="25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80" y="19"/>
                  </a:lnTo>
                  <a:lnTo>
                    <a:pt x="81" y="14"/>
                  </a:lnTo>
                  <a:lnTo>
                    <a:pt x="82" y="13"/>
                  </a:lnTo>
                  <a:lnTo>
                    <a:pt x="82" y="11"/>
                  </a:lnTo>
                  <a:lnTo>
                    <a:pt x="81" y="9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79" y="6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7" y="9"/>
                  </a:lnTo>
                  <a:lnTo>
                    <a:pt x="76" y="12"/>
                  </a:lnTo>
                  <a:lnTo>
                    <a:pt x="74" y="16"/>
                  </a:lnTo>
                  <a:lnTo>
                    <a:pt x="73" y="18"/>
                  </a:lnTo>
                  <a:lnTo>
                    <a:pt x="71" y="20"/>
                  </a:lnTo>
                  <a:lnTo>
                    <a:pt x="69" y="21"/>
                  </a:lnTo>
                  <a:lnTo>
                    <a:pt x="68" y="22"/>
                  </a:lnTo>
                  <a:lnTo>
                    <a:pt x="67" y="23"/>
                  </a:lnTo>
                  <a:lnTo>
                    <a:pt x="65" y="24"/>
                  </a:lnTo>
                  <a:lnTo>
                    <a:pt x="65" y="25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71" y="29"/>
                  </a:lnTo>
                  <a:lnTo>
                    <a:pt x="76" y="30"/>
                  </a:lnTo>
                  <a:lnTo>
                    <a:pt x="81" y="31"/>
                  </a:lnTo>
                  <a:lnTo>
                    <a:pt x="8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8" name="îśľiḓè">
              <a:extLst>
                <a:ext uri="{FF2B5EF4-FFF2-40B4-BE49-F238E27FC236}">
                  <a16:creationId xmlns:a16="http://schemas.microsoft.com/office/drawing/2014/main" id="{CCD47FFF-05FA-41A8-BBB0-8EA13317CF67}"/>
                </a:ext>
              </a:extLst>
            </p:cNvPr>
            <p:cNvSpPr/>
            <p:nvPr/>
          </p:nvSpPr>
          <p:spPr bwMode="auto">
            <a:xfrm>
              <a:off x="2492376" y="3494088"/>
              <a:ext cx="1190625" cy="766763"/>
            </a:xfrm>
            <a:custGeom>
              <a:avLst/>
              <a:gdLst>
                <a:gd name="T0" fmla="*/ 238 w 750"/>
                <a:gd name="T1" fmla="*/ 410 h 483"/>
                <a:gd name="T2" fmla="*/ 260 w 750"/>
                <a:gd name="T3" fmla="*/ 439 h 483"/>
                <a:gd name="T4" fmla="*/ 256 w 750"/>
                <a:gd name="T5" fmla="*/ 482 h 483"/>
                <a:gd name="T6" fmla="*/ 230 w 750"/>
                <a:gd name="T7" fmla="*/ 454 h 483"/>
                <a:gd name="T8" fmla="*/ 255 w 750"/>
                <a:gd name="T9" fmla="*/ 473 h 483"/>
                <a:gd name="T10" fmla="*/ 249 w 750"/>
                <a:gd name="T11" fmla="*/ 443 h 483"/>
                <a:gd name="T12" fmla="*/ 234 w 750"/>
                <a:gd name="T13" fmla="*/ 401 h 483"/>
                <a:gd name="T14" fmla="*/ 260 w 750"/>
                <a:gd name="T15" fmla="*/ 397 h 483"/>
                <a:gd name="T16" fmla="*/ 28 w 750"/>
                <a:gd name="T17" fmla="*/ 433 h 483"/>
                <a:gd name="T18" fmla="*/ 13 w 750"/>
                <a:gd name="T19" fmla="*/ 428 h 483"/>
                <a:gd name="T20" fmla="*/ 0 w 750"/>
                <a:gd name="T21" fmla="*/ 419 h 483"/>
                <a:gd name="T22" fmla="*/ 37 w 750"/>
                <a:gd name="T23" fmla="*/ 447 h 483"/>
                <a:gd name="T24" fmla="*/ 123 w 750"/>
                <a:gd name="T25" fmla="*/ 381 h 483"/>
                <a:gd name="T26" fmla="*/ 160 w 750"/>
                <a:gd name="T27" fmla="*/ 436 h 483"/>
                <a:gd name="T28" fmla="*/ 224 w 750"/>
                <a:gd name="T29" fmla="*/ 423 h 483"/>
                <a:gd name="T30" fmla="*/ 193 w 750"/>
                <a:gd name="T31" fmla="*/ 391 h 483"/>
                <a:gd name="T32" fmla="*/ 216 w 750"/>
                <a:gd name="T33" fmla="*/ 409 h 483"/>
                <a:gd name="T34" fmla="*/ 278 w 750"/>
                <a:gd name="T35" fmla="*/ 482 h 483"/>
                <a:gd name="T36" fmla="*/ 351 w 750"/>
                <a:gd name="T37" fmla="*/ 426 h 483"/>
                <a:gd name="T38" fmla="*/ 437 w 750"/>
                <a:gd name="T39" fmla="*/ 430 h 483"/>
                <a:gd name="T40" fmla="*/ 411 w 750"/>
                <a:gd name="T41" fmla="*/ 359 h 483"/>
                <a:gd name="T42" fmla="*/ 388 w 750"/>
                <a:gd name="T43" fmla="*/ 381 h 483"/>
                <a:gd name="T44" fmla="*/ 423 w 750"/>
                <a:gd name="T45" fmla="*/ 447 h 483"/>
                <a:gd name="T46" fmla="*/ 405 w 750"/>
                <a:gd name="T47" fmla="*/ 417 h 483"/>
                <a:gd name="T48" fmla="*/ 401 w 750"/>
                <a:gd name="T49" fmla="*/ 366 h 483"/>
                <a:gd name="T50" fmla="*/ 427 w 750"/>
                <a:gd name="T51" fmla="*/ 408 h 483"/>
                <a:gd name="T52" fmla="*/ 448 w 750"/>
                <a:gd name="T53" fmla="*/ 334 h 483"/>
                <a:gd name="T54" fmla="*/ 498 w 750"/>
                <a:gd name="T55" fmla="*/ 301 h 483"/>
                <a:gd name="T56" fmla="*/ 551 w 750"/>
                <a:gd name="T57" fmla="*/ 375 h 483"/>
                <a:gd name="T58" fmla="*/ 583 w 750"/>
                <a:gd name="T59" fmla="*/ 330 h 483"/>
                <a:gd name="T60" fmla="*/ 544 w 750"/>
                <a:gd name="T61" fmla="*/ 279 h 483"/>
                <a:gd name="T62" fmla="*/ 565 w 750"/>
                <a:gd name="T63" fmla="*/ 265 h 483"/>
                <a:gd name="T64" fmla="*/ 537 w 750"/>
                <a:gd name="T65" fmla="*/ 269 h 483"/>
                <a:gd name="T66" fmla="*/ 572 w 750"/>
                <a:gd name="T67" fmla="*/ 333 h 483"/>
                <a:gd name="T68" fmla="*/ 602 w 750"/>
                <a:gd name="T69" fmla="*/ 327 h 483"/>
                <a:gd name="T70" fmla="*/ 589 w 750"/>
                <a:gd name="T71" fmla="*/ 271 h 483"/>
                <a:gd name="T72" fmla="*/ 650 w 750"/>
                <a:gd name="T73" fmla="*/ 233 h 483"/>
                <a:gd name="T74" fmla="*/ 668 w 750"/>
                <a:gd name="T75" fmla="*/ 220 h 483"/>
                <a:gd name="T76" fmla="*/ 613 w 750"/>
                <a:gd name="T77" fmla="*/ 169 h 483"/>
                <a:gd name="T78" fmla="*/ 644 w 750"/>
                <a:gd name="T79" fmla="*/ 157 h 483"/>
                <a:gd name="T80" fmla="*/ 690 w 750"/>
                <a:gd name="T81" fmla="*/ 213 h 483"/>
                <a:gd name="T82" fmla="*/ 658 w 750"/>
                <a:gd name="T83" fmla="*/ 175 h 483"/>
                <a:gd name="T84" fmla="*/ 620 w 750"/>
                <a:gd name="T85" fmla="*/ 169 h 483"/>
                <a:gd name="T86" fmla="*/ 664 w 750"/>
                <a:gd name="T87" fmla="*/ 208 h 483"/>
                <a:gd name="T88" fmla="*/ 710 w 750"/>
                <a:gd name="T89" fmla="*/ 149 h 483"/>
                <a:gd name="T90" fmla="*/ 697 w 750"/>
                <a:gd name="T91" fmla="*/ 143 h 483"/>
                <a:gd name="T92" fmla="*/ 641 w 750"/>
                <a:gd name="T93" fmla="*/ 104 h 483"/>
                <a:gd name="T94" fmla="*/ 692 w 750"/>
                <a:gd name="T95" fmla="*/ 96 h 483"/>
                <a:gd name="T96" fmla="*/ 709 w 750"/>
                <a:gd name="T97" fmla="*/ 135 h 483"/>
                <a:gd name="T98" fmla="*/ 650 w 750"/>
                <a:gd name="T99" fmla="*/ 108 h 483"/>
                <a:gd name="T100" fmla="*/ 667 w 750"/>
                <a:gd name="T101" fmla="*/ 97 h 483"/>
                <a:gd name="T102" fmla="*/ 718 w 750"/>
                <a:gd name="T103" fmla="*/ 126 h 483"/>
                <a:gd name="T104" fmla="*/ 706 w 750"/>
                <a:gd name="T105" fmla="*/ 61 h 483"/>
                <a:gd name="T106" fmla="*/ 732 w 750"/>
                <a:gd name="T107" fmla="*/ 81 h 483"/>
                <a:gd name="T108" fmla="*/ 669 w 750"/>
                <a:gd name="T109" fmla="*/ 73 h 483"/>
                <a:gd name="T110" fmla="*/ 673 w 750"/>
                <a:gd name="T111" fmla="*/ 53 h 483"/>
                <a:gd name="T112" fmla="*/ 654 w 750"/>
                <a:gd name="T113" fmla="*/ 62 h 483"/>
                <a:gd name="T114" fmla="*/ 698 w 750"/>
                <a:gd name="T115" fmla="*/ 91 h 483"/>
                <a:gd name="T116" fmla="*/ 741 w 750"/>
                <a:gd name="T117" fmla="*/ 77 h 483"/>
                <a:gd name="T118" fmla="*/ 662 w 750"/>
                <a:gd name="T119" fmla="*/ 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50" h="483">
                  <a:moveTo>
                    <a:pt x="265" y="417"/>
                  </a:moveTo>
                  <a:lnTo>
                    <a:pt x="258" y="417"/>
                  </a:lnTo>
                  <a:lnTo>
                    <a:pt x="258" y="414"/>
                  </a:lnTo>
                  <a:lnTo>
                    <a:pt x="257" y="411"/>
                  </a:lnTo>
                  <a:lnTo>
                    <a:pt x="257" y="408"/>
                  </a:lnTo>
                  <a:lnTo>
                    <a:pt x="256" y="405"/>
                  </a:lnTo>
                  <a:lnTo>
                    <a:pt x="255" y="404"/>
                  </a:lnTo>
                  <a:lnTo>
                    <a:pt x="253" y="403"/>
                  </a:lnTo>
                  <a:lnTo>
                    <a:pt x="251" y="401"/>
                  </a:lnTo>
                  <a:lnTo>
                    <a:pt x="249" y="401"/>
                  </a:lnTo>
                  <a:lnTo>
                    <a:pt x="246" y="401"/>
                  </a:lnTo>
                  <a:lnTo>
                    <a:pt x="244" y="402"/>
                  </a:lnTo>
                  <a:lnTo>
                    <a:pt x="241" y="404"/>
                  </a:lnTo>
                  <a:lnTo>
                    <a:pt x="241" y="405"/>
                  </a:lnTo>
                  <a:lnTo>
                    <a:pt x="239" y="408"/>
                  </a:lnTo>
                  <a:lnTo>
                    <a:pt x="238" y="410"/>
                  </a:lnTo>
                  <a:lnTo>
                    <a:pt x="238" y="414"/>
                  </a:lnTo>
                  <a:lnTo>
                    <a:pt x="238" y="417"/>
                  </a:lnTo>
                  <a:lnTo>
                    <a:pt x="238" y="420"/>
                  </a:lnTo>
                  <a:lnTo>
                    <a:pt x="238" y="421"/>
                  </a:lnTo>
                  <a:lnTo>
                    <a:pt x="238" y="423"/>
                  </a:lnTo>
                  <a:lnTo>
                    <a:pt x="239" y="425"/>
                  </a:lnTo>
                  <a:lnTo>
                    <a:pt x="240" y="426"/>
                  </a:lnTo>
                  <a:lnTo>
                    <a:pt x="241" y="428"/>
                  </a:lnTo>
                  <a:lnTo>
                    <a:pt x="242" y="429"/>
                  </a:lnTo>
                  <a:lnTo>
                    <a:pt x="244" y="430"/>
                  </a:lnTo>
                  <a:lnTo>
                    <a:pt x="245" y="431"/>
                  </a:lnTo>
                  <a:lnTo>
                    <a:pt x="249" y="433"/>
                  </a:lnTo>
                  <a:lnTo>
                    <a:pt x="251" y="434"/>
                  </a:lnTo>
                  <a:lnTo>
                    <a:pt x="253" y="434"/>
                  </a:lnTo>
                  <a:lnTo>
                    <a:pt x="257" y="437"/>
                  </a:lnTo>
                  <a:lnTo>
                    <a:pt x="260" y="439"/>
                  </a:lnTo>
                  <a:lnTo>
                    <a:pt x="262" y="442"/>
                  </a:lnTo>
                  <a:lnTo>
                    <a:pt x="264" y="444"/>
                  </a:lnTo>
                  <a:lnTo>
                    <a:pt x="265" y="447"/>
                  </a:lnTo>
                  <a:lnTo>
                    <a:pt x="266" y="450"/>
                  </a:lnTo>
                  <a:lnTo>
                    <a:pt x="267" y="454"/>
                  </a:lnTo>
                  <a:lnTo>
                    <a:pt x="267" y="458"/>
                  </a:lnTo>
                  <a:lnTo>
                    <a:pt x="266" y="463"/>
                  </a:lnTo>
                  <a:lnTo>
                    <a:pt x="265" y="469"/>
                  </a:lnTo>
                  <a:lnTo>
                    <a:pt x="265" y="471"/>
                  </a:lnTo>
                  <a:lnTo>
                    <a:pt x="264" y="473"/>
                  </a:lnTo>
                  <a:lnTo>
                    <a:pt x="263" y="475"/>
                  </a:lnTo>
                  <a:lnTo>
                    <a:pt x="261" y="477"/>
                  </a:lnTo>
                  <a:lnTo>
                    <a:pt x="261" y="478"/>
                  </a:lnTo>
                  <a:lnTo>
                    <a:pt x="259" y="479"/>
                  </a:lnTo>
                  <a:lnTo>
                    <a:pt x="257" y="481"/>
                  </a:lnTo>
                  <a:lnTo>
                    <a:pt x="256" y="482"/>
                  </a:lnTo>
                  <a:lnTo>
                    <a:pt x="254" y="482"/>
                  </a:lnTo>
                  <a:lnTo>
                    <a:pt x="253" y="483"/>
                  </a:lnTo>
                  <a:lnTo>
                    <a:pt x="250" y="483"/>
                  </a:lnTo>
                  <a:lnTo>
                    <a:pt x="248" y="483"/>
                  </a:lnTo>
                  <a:lnTo>
                    <a:pt x="245" y="483"/>
                  </a:lnTo>
                  <a:lnTo>
                    <a:pt x="242" y="482"/>
                  </a:lnTo>
                  <a:lnTo>
                    <a:pt x="240" y="482"/>
                  </a:lnTo>
                  <a:lnTo>
                    <a:pt x="237" y="481"/>
                  </a:lnTo>
                  <a:lnTo>
                    <a:pt x="236" y="478"/>
                  </a:lnTo>
                  <a:lnTo>
                    <a:pt x="234" y="476"/>
                  </a:lnTo>
                  <a:lnTo>
                    <a:pt x="232" y="474"/>
                  </a:lnTo>
                  <a:lnTo>
                    <a:pt x="231" y="470"/>
                  </a:lnTo>
                  <a:lnTo>
                    <a:pt x="231" y="468"/>
                  </a:lnTo>
                  <a:lnTo>
                    <a:pt x="230" y="464"/>
                  </a:lnTo>
                  <a:lnTo>
                    <a:pt x="230" y="459"/>
                  </a:lnTo>
                  <a:lnTo>
                    <a:pt x="230" y="454"/>
                  </a:lnTo>
                  <a:lnTo>
                    <a:pt x="236" y="454"/>
                  </a:lnTo>
                  <a:lnTo>
                    <a:pt x="236" y="459"/>
                  </a:lnTo>
                  <a:lnTo>
                    <a:pt x="236" y="464"/>
                  </a:lnTo>
                  <a:lnTo>
                    <a:pt x="237" y="467"/>
                  </a:lnTo>
                  <a:lnTo>
                    <a:pt x="239" y="470"/>
                  </a:lnTo>
                  <a:lnTo>
                    <a:pt x="240" y="471"/>
                  </a:lnTo>
                  <a:lnTo>
                    <a:pt x="241" y="473"/>
                  </a:lnTo>
                  <a:lnTo>
                    <a:pt x="241" y="474"/>
                  </a:lnTo>
                  <a:lnTo>
                    <a:pt x="243" y="474"/>
                  </a:lnTo>
                  <a:lnTo>
                    <a:pt x="244" y="474"/>
                  </a:lnTo>
                  <a:lnTo>
                    <a:pt x="245" y="475"/>
                  </a:lnTo>
                  <a:lnTo>
                    <a:pt x="247" y="475"/>
                  </a:lnTo>
                  <a:lnTo>
                    <a:pt x="249" y="475"/>
                  </a:lnTo>
                  <a:lnTo>
                    <a:pt x="251" y="475"/>
                  </a:lnTo>
                  <a:lnTo>
                    <a:pt x="253" y="474"/>
                  </a:lnTo>
                  <a:lnTo>
                    <a:pt x="255" y="473"/>
                  </a:lnTo>
                  <a:lnTo>
                    <a:pt x="257" y="471"/>
                  </a:lnTo>
                  <a:lnTo>
                    <a:pt x="258" y="469"/>
                  </a:lnTo>
                  <a:lnTo>
                    <a:pt x="259" y="466"/>
                  </a:lnTo>
                  <a:lnTo>
                    <a:pt x="260" y="463"/>
                  </a:lnTo>
                  <a:lnTo>
                    <a:pt x="260" y="460"/>
                  </a:lnTo>
                  <a:lnTo>
                    <a:pt x="260" y="457"/>
                  </a:lnTo>
                  <a:lnTo>
                    <a:pt x="259" y="454"/>
                  </a:lnTo>
                  <a:lnTo>
                    <a:pt x="258" y="453"/>
                  </a:lnTo>
                  <a:lnTo>
                    <a:pt x="257" y="450"/>
                  </a:lnTo>
                  <a:lnTo>
                    <a:pt x="257" y="449"/>
                  </a:lnTo>
                  <a:lnTo>
                    <a:pt x="255" y="447"/>
                  </a:lnTo>
                  <a:lnTo>
                    <a:pt x="253" y="446"/>
                  </a:lnTo>
                  <a:lnTo>
                    <a:pt x="251" y="445"/>
                  </a:lnTo>
                  <a:lnTo>
                    <a:pt x="251" y="445"/>
                  </a:lnTo>
                  <a:lnTo>
                    <a:pt x="250" y="444"/>
                  </a:lnTo>
                  <a:lnTo>
                    <a:pt x="249" y="443"/>
                  </a:lnTo>
                  <a:lnTo>
                    <a:pt x="246" y="442"/>
                  </a:lnTo>
                  <a:lnTo>
                    <a:pt x="241" y="439"/>
                  </a:lnTo>
                  <a:lnTo>
                    <a:pt x="238" y="437"/>
                  </a:lnTo>
                  <a:lnTo>
                    <a:pt x="236" y="436"/>
                  </a:lnTo>
                  <a:lnTo>
                    <a:pt x="234" y="434"/>
                  </a:lnTo>
                  <a:lnTo>
                    <a:pt x="233" y="432"/>
                  </a:lnTo>
                  <a:lnTo>
                    <a:pt x="232" y="430"/>
                  </a:lnTo>
                  <a:lnTo>
                    <a:pt x="232" y="427"/>
                  </a:lnTo>
                  <a:lnTo>
                    <a:pt x="231" y="424"/>
                  </a:lnTo>
                  <a:lnTo>
                    <a:pt x="231" y="421"/>
                  </a:lnTo>
                  <a:lnTo>
                    <a:pt x="231" y="417"/>
                  </a:lnTo>
                  <a:lnTo>
                    <a:pt x="231" y="412"/>
                  </a:lnTo>
                  <a:lnTo>
                    <a:pt x="232" y="407"/>
                  </a:lnTo>
                  <a:lnTo>
                    <a:pt x="232" y="405"/>
                  </a:lnTo>
                  <a:lnTo>
                    <a:pt x="233" y="403"/>
                  </a:lnTo>
                  <a:lnTo>
                    <a:pt x="234" y="401"/>
                  </a:lnTo>
                  <a:lnTo>
                    <a:pt x="235" y="399"/>
                  </a:lnTo>
                  <a:lnTo>
                    <a:pt x="236" y="397"/>
                  </a:lnTo>
                  <a:lnTo>
                    <a:pt x="237" y="397"/>
                  </a:lnTo>
                  <a:lnTo>
                    <a:pt x="239" y="395"/>
                  </a:lnTo>
                  <a:lnTo>
                    <a:pt x="241" y="394"/>
                  </a:lnTo>
                  <a:lnTo>
                    <a:pt x="242" y="393"/>
                  </a:lnTo>
                  <a:lnTo>
                    <a:pt x="244" y="393"/>
                  </a:lnTo>
                  <a:lnTo>
                    <a:pt x="245" y="393"/>
                  </a:lnTo>
                  <a:lnTo>
                    <a:pt x="248" y="393"/>
                  </a:lnTo>
                  <a:lnTo>
                    <a:pt x="249" y="393"/>
                  </a:lnTo>
                  <a:lnTo>
                    <a:pt x="252" y="393"/>
                  </a:lnTo>
                  <a:lnTo>
                    <a:pt x="253" y="393"/>
                  </a:lnTo>
                  <a:lnTo>
                    <a:pt x="256" y="394"/>
                  </a:lnTo>
                  <a:lnTo>
                    <a:pt x="257" y="395"/>
                  </a:lnTo>
                  <a:lnTo>
                    <a:pt x="258" y="396"/>
                  </a:lnTo>
                  <a:lnTo>
                    <a:pt x="260" y="397"/>
                  </a:lnTo>
                  <a:lnTo>
                    <a:pt x="261" y="399"/>
                  </a:lnTo>
                  <a:lnTo>
                    <a:pt x="262" y="401"/>
                  </a:lnTo>
                  <a:lnTo>
                    <a:pt x="263" y="403"/>
                  </a:lnTo>
                  <a:lnTo>
                    <a:pt x="264" y="405"/>
                  </a:lnTo>
                  <a:lnTo>
                    <a:pt x="264" y="407"/>
                  </a:lnTo>
                  <a:lnTo>
                    <a:pt x="265" y="412"/>
                  </a:lnTo>
                  <a:lnTo>
                    <a:pt x="265" y="417"/>
                  </a:lnTo>
                  <a:lnTo>
                    <a:pt x="265" y="417"/>
                  </a:lnTo>
                  <a:close/>
                  <a:moveTo>
                    <a:pt x="16" y="438"/>
                  </a:moveTo>
                  <a:lnTo>
                    <a:pt x="18" y="438"/>
                  </a:lnTo>
                  <a:lnTo>
                    <a:pt x="20" y="438"/>
                  </a:lnTo>
                  <a:lnTo>
                    <a:pt x="21" y="437"/>
                  </a:lnTo>
                  <a:lnTo>
                    <a:pt x="23" y="436"/>
                  </a:lnTo>
                  <a:lnTo>
                    <a:pt x="24" y="435"/>
                  </a:lnTo>
                  <a:lnTo>
                    <a:pt x="27" y="434"/>
                  </a:lnTo>
                  <a:lnTo>
                    <a:pt x="28" y="433"/>
                  </a:lnTo>
                  <a:lnTo>
                    <a:pt x="29" y="431"/>
                  </a:lnTo>
                  <a:lnTo>
                    <a:pt x="30" y="430"/>
                  </a:lnTo>
                  <a:lnTo>
                    <a:pt x="32" y="428"/>
                  </a:lnTo>
                  <a:lnTo>
                    <a:pt x="32" y="425"/>
                  </a:lnTo>
                  <a:lnTo>
                    <a:pt x="34" y="423"/>
                  </a:lnTo>
                  <a:lnTo>
                    <a:pt x="58" y="358"/>
                  </a:lnTo>
                  <a:lnTo>
                    <a:pt x="51" y="355"/>
                  </a:lnTo>
                  <a:lnTo>
                    <a:pt x="27" y="420"/>
                  </a:lnTo>
                  <a:lnTo>
                    <a:pt x="25" y="423"/>
                  </a:lnTo>
                  <a:lnTo>
                    <a:pt x="24" y="425"/>
                  </a:lnTo>
                  <a:lnTo>
                    <a:pt x="23" y="426"/>
                  </a:lnTo>
                  <a:lnTo>
                    <a:pt x="20" y="428"/>
                  </a:lnTo>
                  <a:lnTo>
                    <a:pt x="19" y="429"/>
                  </a:lnTo>
                  <a:lnTo>
                    <a:pt x="17" y="429"/>
                  </a:lnTo>
                  <a:lnTo>
                    <a:pt x="15" y="429"/>
                  </a:lnTo>
                  <a:lnTo>
                    <a:pt x="13" y="428"/>
                  </a:lnTo>
                  <a:lnTo>
                    <a:pt x="12" y="427"/>
                  </a:lnTo>
                  <a:lnTo>
                    <a:pt x="10" y="425"/>
                  </a:lnTo>
                  <a:lnTo>
                    <a:pt x="9" y="424"/>
                  </a:lnTo>
                  <a:lnTo>
                    <a:pt x="8" y="421"/>
                  </a:lnTo>
                  <a:lnTo>
                    <a:pt x="8" y="419"/>
                  </a:lnTo>
                  <a:lnTo>
                    <a:pt x="8" y="417"/>
                  </a:lnTo>
                  <a:lnTo>
                    <a:pt x="8" y="414"/>
                  </a:lnTo>
                  <a:lnTo>
                    <a:pt x="8" y="411"/>
                  </a:lnTo>
                  <a:lnTo>
                    <a:pt x="33" y="346"/>
                  </a:lnTo>
                  <a:lnTo>
                    <a:pt x="26" y="342"/>
                  </a:lnTo>
                  <a:lnTo>
                    <a:pt x="2" y="407"/>
                  </a:lnTo>
                  <a:lnTo>
                    <a:pt x="1" y="410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1" y="425"/>
                  </a:lnTo>
                  <a:lnTo>
                    <a:pt x="3" y="428"/>
                  </a:lnTo>
                  <a:lnTo>
                    <a:pt x="4" y="430"/>
                  </a:lnTo>
                  <a:lnTo>
                    <a:pt x="5" y="432"/>
                  </a:lnTo>
                  <a:lnTo>
                    <a:pt x="7" y="434"/>
                  </a:lnTo>
                  <a:lnTo>
                    <a:pt x="8" y="435"/>
                  </a:lnTo>
                  <a:lnTo>
                    <a:pt x="11" y="436"/>
                  </a:lnTo>
                  <a:lnTo>
                    <a:pt x="14" y="438"/>
                  </a:lnTo>
                  <a:lnTo>
                    <a:pt x="16" y="438"/>
                  </a:lnTo>
                  <a:lnTo>
                    <a:pt x="16" y="438"/>
                  </a:lnTo>
                  <a:close/>
                  <a:moveTo>
                    <a:pt x="68" y="458"/>
                  </a:moveTo>
                  <a:lnTo>
                    <a:pt x="68" y="373"/>
                  </a:lnTo>
                  <a:lnTo>
                    <a:pt x="44" y="450"/>
                  </a:lnTo>
                  <a:lnTo>
                    <a:pt x="37" y="447"/>
                  </a:lnTo>
                  <a:lnTo>
                    <a:pt x="64" y="361"/>
                  </a:lnTo>
                  <a:lnTo>
                    <a:pt x="75" y="365"/>
                  </a:lnTo>
                  <a:lnTo>
                    <a:pt x="74" y="435"/>
                  </a:lnTo>
                  <a:lnTo>
                    <a:pt x="91" y="370"/>
                  </a:lnTo>
                  <a:lnTo>
                    <a:pt x="98" y="373"/>
                  </a:lnTo>
                  <a:lnTo>
                    <a:pt x="75" y="460"/>
                  </a:lnTo>
                  <a:lnTo>
                    <a:pt x="68" y="458"/>
                  </a:lnTo>
                  <a:lnTo>
                    <a:pt x="68" y="458"/>
                  </a:lnTo>
                  <a:close/>
                  <a:moveTo>
                    <a:pt x="92" y="466"/>
                  </a:moveTo>
                  <a:lnTo>
                    <a:pt x="111" y="377"/>
                  </a:lnTo>
                  <a:lnTo>
                    <a:pt x="104" y="375"/>
                  </a:lnTo>
                  <a:lnTo>
                    <a:pt x="84" y="463"/>
                  </a:lnTo>
                  <a:lnTo>
                    <a:pt x="92" y="466"/>
                  </a:lnTo>
                  <a:lnTo>
                    <a:pt x="92" y="466"/>
                  </a:lnTo>
                  <a:close/>
                  <a:moveTo>
                    <a:pt x="124" y="454"/>
                  </a:moveTo>
                  <a:lnTo>
                    <a:pt x="123" y="381"/>
                  </a:lnTo>
                  <a:lnTo>
                    <a:pt x="116" y="378"/>
                  </a:lnTo>
                  <a:lnTo>
                    <a:pt x="117" y="471"/>
                  </a:lnTo>
                  <a:lnTo>
                    <a:pt x="124" y="474"/>
                  </a:lnTo>
                  <a:lnTo>
                    <a:pt x="152" y="386"/>
                  </a:lnTo>
                  <a:lnTo>
                    <a:pt x="144" y="385"/>
                  </a:lnTo>
                  <a:lnTo>
                    <a:pt x="124" y="454"/>
                  </a:lnTo>
                  <a:lnTo>
                    <a:pt x="124" y="454"/>
                  </a:lnTo>
                  <a:close/>
                  <a:moveTo>
                    <a:pt x="146" y="477"/>
                  </a:moveTo>
                  <a:lnTo>
                    <a:pt x="157" y="387"/>
                  </a:lnTo>
                  <a:lnTo>
                    <a:pt x="187" y="392"/>
                  </a:lnTo>
                  <a:lnTo>
                    <a:pt x="186" y="401"/>
                  </a:lnTo>
                  <a:lnTo>
                    <a:pt x="164" y="397"/>
                  </a:lnTo>
                  <a:lnTo>
                    <a:pt x="160" y="426"/>
                  </a:lnTo>
                  <a:lnTo>
                    <a:pt x="177" y="429"/>
                  </a:lnTo>
                  <a:lnTo>
                    <a:pt x="176" y="438"/>
                  </a:lnTo>
                  <a:lnTo>
                    <a:pt x="160" y="436"/>
                  </a:lnTo>
                  <a:lnTo>
                    <a:pt x="155" y="469"/>
                  </a:lnTo>
                  <a:lnTo>
                    <a:pt x="179" y="472"/>
                  </a:lnTo>
                  <a:lnTo>
                    <a:pt x="177" y="481"/>
                  </a:lnTo>
                  <a:lnTo>
                    <a:pt x="146" y="477"/>
                  </a:lnTo>
                  <a:lnTo>
                    <a:pt x="146" y="477"/>
                  </a:lnTo>
                  <a:close/>
                  <a:moveTo>
                    <a:pt x="224" y="483"/>
                  </a:moveTo>
                  <a:lnTo>
                    <a:pt x="214" y="438"/>
                  </a:lnTo>
                  <a:lnTo>
                    <a:pt x="216" y="438"/>
                  </a:lnTo>
                  <a:lnTo>
                    <a:pt x="216" y="437"/>
                  </a:lnTo>
                  <a:lnTo>
                    <a:pt x="217" y="436"/>
                  </a:lnTo>
                  <a:lnTo>
                    <a:pt x="219" y="434"/>
                  </a:lnTo>
                  <a:lnTo>
                    <a:pt x="220" y="432"/>
                  </a:lnTo>
                  <a:lnTo>
                    <a:pt x="222" y="430"/>
                  </a:lnTo>
                  <a:lnTo>
                    <a:pt x="223" y="426"/>
                  </a:lnTo>
                  <a:lnTo>
                    <a:pt x="224" y="423"/>
                  </a:lnTo>
                  <a:lnTo>
                    <a:pt x="224" y="423"/>
                  </a:lnTo>
                  <a:lnTo>
                    <a:pt x="224" y="422"/>
                  </a:lnTo>
                  <a:lnTo>
                    <a:pt x="225" y="420"/>
                  </a:lnTo>
                  <a:lnTo>
                    <a:pt x="225" y="414"/>
                  </a:lnTo>
                  <a:lnTo>
                    <a:pt x="225" y="410"/>
                  </a:lnTo>
                  <a:lnTo>
                    <a:pt x="224" y="407"/>
                  </a:lnTo>
                  <a:lnTo>
                    <a:pt x="223" y="403"/>
                  </a:lnTo>
                  <a:lnTo>
                    <a:pt x="221" y="400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5"/>
                  </a:lnTo>
                  <a:lnTo>
                    <a:pt x="216" y="394"/>
                  </a:lnTo>
                  <a:lnTo>
                    <a:pt x="215" y="393"/>
                  </a:lnTo>
                  <a:lnTo>
                    <a:pt x="213" y="393"/>
                  </a:lnTo>
                  <a:lnTo>
                    <a:pt x="211" y="392"/>
                  </a:lnTo>
                  <a:lnTo>
                    <a:pt x="209" y="392"/>
                  </a:lnTo>
                  <a:lnTo>
                    <a:pt x="193" y="391"/>
                  </a:lnTo>
                  <a:lnTo>
                    <a:pt x="189" y="482"/>
                  </a:lnTo>
                  <a:lnTo>
                    <a:pt x="197" y="482"/>
                  </a:lnTo>
                  <a:lnTo>
                    <a:pt x="199" y="439"/>
                  </a:lnTo>
                  <a:lnTo>
                    <a:pt x="206" y="440"/>
                  </a:lnTo>
                  <a:lnTo>
                    <a:pt x="216" y="483"/>
                  </a:lnTo>
                  <a:lnTo>
                    <a:pt x="224" y="483"/>
                  </a:lnTo>
                  <a:lnTo>
                    <a:pt x="224" y="483"/>
                  </a:lnTo>
                  <a:close/>
                  <a:moveTo>
                    <a:pt x="199" y="430"/>
                  </a:moveTo>
                  <a:lnTo>
                    <a:pt x="200" y="401"/>
                  </a:lnTo>
                  <a:lnTo>
                    <a:pt x="208" y="401"/>
                  </a:lnTo>
                  <a:lnTo>
                    <a:pt x="209" y="401"/>
                  </a:lnTo>
                  <a:lnTo>
                    <a:pt x="212" y="402"/>
                  </a:lnTo>
                  <a:lnTo>
                    <a:pt x="213" y="403"/>
                  </a:lnTo>
                  <a:lnTo>
                    <a:pt x="214" y="405"/>
                  </a:lnTo>
                  <a:lnTo>
                    <a:pt x="216" y="407"/>
                  </a:lnTo>
                  <a:lnTo>
                    <a:pt x="216" y="409"/>
                  </a:lnTo>
                  <a:lnTo>
                    <a:pt x="216" y="412"/>
                  </a:lnTo>
                  <a:lnTo>
                    <a:pt x="216" y="415"/>
                  </a:lnTo>
                  <a:lnTo>
                    <a:pt x="216" y="418"/>
                  </a:lnTo>
                  <a:lnTo>
                    <a:pt x="216" y="421"/>
                  </a:lnTo>
                  <a:lnTo>
                    <a:pt x="214" y="425"/>
                  </a:lnTo>
                  <a:lnTo>
                    <a:pt x="213" y="427"/>
                  </a:lnTo>
                  <a:lnTo>
                    <a:pt x="212" y="429"/>
                  </a:lnTo>
                  <a:lnTo>
                    <a:pt x="210" y="430"/>
                  </a:lnTo>
                  <a:lnTo>
                    <a:pt x="208" y="430"/>
                  </a:lnTo>
                  <a:lnTo>
                    <a:pt x="206" y="430"/>
                  </a:lnTo>
                  <a:lnTo>
                    <a:pt x="199" y="430"/>
                  </a:lnTo>
                  <a:lnTo>
                    <a:pt x="199" y="430"/>
                  </a:lnTo>
                  <a:close/>
                  <a:moveTo>
                    <a:pt x="285" y="481"/>
                  </a:moveTo>
                  <a:lnTo>
                    <a:pt x="278" y="390"/>
                  </a:lnTo>
                  <a:lnTo>
                    <a:pt x="270" y="391"/>
                  </a:lnTo>
                  <a:lnTo>
                    <a:pt x="278" y="482"/>
                  </a:lnTo>
                  <a:lnTo>
                    <a:pt x="285" y="481"/>
                  </a:lnTo>
                  <a:lnTo>
                    <a:pt x="285" y="481"/>
                  </a:lnTo>
                  <a:close/>
                  <a:moveTo>
                    <a:pt x="282" y="398"/>
                  </a:moveTo>
                  <a:lnTo>
                    <a:pt x="282" y="389"/>
                  </a:lnTo>
                  <a:lnTo>
                    <a:pt x="318" y="385"/>
                  </a:lnTo>
                  <a:lnTo>
                    <a:pt x="319" y="393"/>
                  </a:lnTo>
                  <a:lnTo>
                    <a:pt x="305" y="395"/>
                  </a:lnTo>
                  <a:lnTo>
                    <a:pt x="314" y="477"/>
                  </a:lnTo>
                  <a:lnTo>
                    <a:pt x="307" y="478"/>
                  </a:lnTo>
                  <a:lnTo>
                    <a:pt x="297" y="397"/>
                  </a:lnTo>
                  <a:lnTo>
                    <a:pt x="282" y="398"/>
                  </a:lnTo>
                  <a:lnTo>
                    <a:pt x="282" y="398"/>
                  </a:lnTo>
                  <a:close/>
                  <a:moveTo>
                    <a:pt x="344" y="428"/>
                  </a:moveTo>
                  <a:lnTo>
                    <a:pt x="353" y="470"/>
                  </a:lnTo>
                  <a:lnTo>
                    <a:pt x="361" y="468"/>
                  </a:lnTo>
                  <a:lnTo>
                    <a:pt x="351" y="426"/>
                  </a:lnTo>
                  <a:lnTo>
                    <a:pt x="357" y="374"/>
                  </a:lnTo>
                  <a:lnTo>
                    <a:pt x="350" y="377"/>
                  </a:lnTo>
                  <a:lnTo>
                    <a:pt x="345" y="416"/>
                  </a:lnTo>
                  <a:lnTo>
                    <a:pt x="329" y="381"/>
                  </a:lnTo>
                  <a:lnTo>
                    <a:pt x="322" y="384"/>
                  </a:lnTo>
                  <a:lnTo>
                    <a:pt x="344" y="428"/>
                  </a:lnTo>
                  <a:lnTo>
                    <a:pt x="344" y="428"/>
                  </a:lnTo>
                  <a:close/>
                  <a:moveTo>
                    <a:pt x="427" y="446"/>
                  </a:moveTo>
                  <a:lnTo>
                    <a:pt x="429" y="445"/>
                  </a:lnTo>
                  <a:lnTo>
                    <a:pt x="431" y="443"/>
                  </a:lnTo>
                  <a:lnTo>
                    <a:pt x="433" y="442"/>
                  </a:lnTo>
                  <a:lnTo>
                    <a:pt x="434" y="440"/>
                  </a:lnTo>
                  <a:lnTo>
                    <a:pt x="436" y="438"/>
                  </a:lnTo>
                  <a:lnTo>
                    <a:pt x="437" y="436"/>
                  </a:lnTo>
                  <a:lnTo>
                    <a:pt x="437" y="433"/>
                  </a:lnTo>
                  <a:lnTo>
                    <a:pt x="437" y="430"/>
                  </a:lnTo>
                  <a:lnTo>
                    <a:pt x="438" y="427"/>
                  </a:lnTo>
                  <a:lnTo>
                    <a:pt x="437" y="423"/>
                  </a:lnTo>
                  <a:lnTo>
                    <a:pt x="437" y="419"/>
                  </a:lnTo>
                  <a:lnTo>
                    <a:pt x="436" y="414"/>
                  </a:lnTo>
                  <a:lnTo>
                    <a:pt x="433" y="403"/>
                  </a:lnTo>
                  <a:lnTo>
                    <a:pt x="431" y="393"/>
                  </a:lnTo>
                  <a:lnTo>
                    <a:pt x="429" y="388"/>
                  </a:lnTo>
                  <a:lnTo>
                    <a:pt x="427" y="383"/>
                  </a:lnTo>
                  <a:lnTo>
                    <a:pt x="425" y="379"/>
                  </a:lnTo>
                  <a:lnTo>
                    <a:pt x="423" y="374"/>
                  </a:lnTo>
                  <a:lnTo>
                    <a:pt x="421" y="370"/>
                  </a:lnTo>
                  <a:lnTo>
                    <a:pt x="419" y="367"/>
                  </a:lnTo>
                  <a:lnTo>
                    <a:pt x="417" y="364"/>
                  </a:lnTo>
                  <a:lnTo>
                    <a:pt x="415" y="362"/>
                  </a:lnTo>
                  <a:lnTo>
                    <a:pt x="413" y="360"/>
                  </a:lnTo>
                  <a:lnTo>
                    <a:pt x="411" y="359"/>
                  </a:lnTo>
                  <a:lnTo>
                    <a:pt x="409" y="358"/>
                  </a:lnTo>
                  <a:lnTo>
                    <a:pt x="407" y="357"/>
                  </a:lnTo>
                  <a:lnTo>
                    <a:pt x="405" y="357"/>
                  </a:lnTo>
                  <a:lnTo>
                    <a:pt x="403" y="357"/>
                  </a:lnTo>
                  <a:lnTo>
                    <a:pt x="401" y="357"/>
                  </a:lnTo>
                  <a:lnTo>
                    <a:pt x="398" y="358"/>
                  </a:lnTo>
                  <a:lnTo>
                    <a:pt x="396" y="360"/>
                  </a:lnTo>
                  <a:lnTo>
                    <a:pt x="394" y="361"/>
                  </a:lnTo>
                  <a:lnTo>
                    <a:pt x="393" y="362"/>
                  </a:lnTo>
                  <a:lnTo>
                    <a:pt x="391" y="364"/>
                  </a:lnTo>
                  <a:lnTo>
                    <a:pt x="390" y="366"/>
                  </a:lnTo>
                  <a:lnTo>
                    <a:pt x="389" y="369"/>
                  </a:lnTo>
                  <a:lnTo>
                    <a:pt x="388" y="371"/>
                  </a:lnTo>
                  <a:lnTo>
                    <a:pt x="388" y="374"/>
                  </a:lnTo>
                  <a:lnTo>
                    <a:pt x="388" y="377"/>
                  </a:lnTo>
                  <a:lnTo>
                    <a:pt x="388" y="381"/>
                  </a:lnTo>
                  <a:lnTo>
                    <a:pt x="389" y="385"/>
                  </a:lnTo>
                  <a:lnTo>
                    <a:pt x="389" y="389"/>
                  </a:lnTo>
                  <a:lnTo>
                    <a:pt x="392" y="399"/>
                  </a:lnTo>
                  <a:lnTo>
                    <a:pt x="395" y="409"/>
                  </a:lnTo>
                  <a:lnTo>
                    <a:pt x="398" y="419"/>
                  </a:lnTo>
                  <a:lnTo>
                    <a:pt x="402" y="429"/>
                  </a:lnTo>
                  <a:lnTo>
                    <a:pt x="405" y="433"/>
                  </a:lnTo>
                  <a:lnTo>
                    <a:pt x="407" y="437"/>
                  </a:lnTo>
                  <a:lnTo>
                    <a:pt x="409" y="440"/>
                  </a:lnTo>
                  <a:lnTo>
                    <a:pt x="410" y="442"/>
                  </a:lnTo>
                  <a:lnTo>
                    <a:pt x="413" y="444"/>
                  </a:lnTo>
                  <a:lnTo>
                    <a:pt x="414" y="446"/>
                  </a:lnTo>
                  <a:lnTo>
                    <a:pt x="416" y="446"/>
                  </a:lnTo>
                  <a:lnTo>
                    <a:pt x="418" y="447"/>
                  </a:lnTo>
                  <a:lnTo>
                    <a:pt x="421" y="447"/>
                  </a:lnTo>
                  <a:lnTo>
                    <a:pt x="423" y="447"/>
                  </a:lnTo>
                  <a:lnTo>
                    <a:pt x="425" y="446"/>
                  </a:lnTo>
                  <a:lnTo>
                    <a:pt x="427" y="446"/>
                  </a:lnTo>
                  <a:lnTo>
                    <a:pt x="427" y="446"/>
                  </a:lnTo>
                  <a:close/>
                  <a:moveTo>
                    <a:pt x="425" y="438"/>
                  </a:moveTo>
                  <a:lnTo>
                    <a:pt x="422" y="438"/>
                  </a:lnTo>
                  <a:lnTo>
                    <a:pt x="421" y="438"/>
                  </a:lnTo>
                  <a:lnTo>
                    <a:pt x="419" y="438"/>
                  </a:lnTo>
                  <a:lnTo>
                    <a:pt x="417" y="438"/>
                  </a:lnTo>
                  <a:lnTo>
                    <a:pt x="417" y="437"/>
                  </a:lnTo>
                  <a:lnTo>
                    <a:pt x="416" y="436"/>
                  </a:lnTo>
                  <a:lnTo>
                    <a:pt x="414" y="434"/>
                  </a:lnTo>
                  <a:lnTo>
                    <a:pt x="413" y="432"/>
                  </a:lnTo>
                  <a:lnTo>
                    <a:pt x="411" y="430"/>
                  </a:lnTo>
                  <a:lnTo>
                    <a:pt x="410" y="427"/>
                  </a:lnTo>
                  <a:lnTo>
                    <a:pt x="408" y="423"/>
                  </a:lnTo>
                  <a:lnTo>
                    <a:pt x="405" y="417"/>
                  </a:lnTo>
                  <a:lnTo>
                    <a:pt x="404" y="411"/>
                  </a:lnTo>
                  <a:lnTo>
                    <a:pt x="401" y="405"/>
                  </a:lnTo>
                  <a:lnTo>
                    <a:pt x="400" y="401"/>
                  </a:lnTo>
                  <a:lnTo>
                    <a:pt x="398" y="395"/>
                  </a:lnTo>
                  <a:lnTo>
                    <a:pt x="397" y="389"/>
                  </a:lnTo>
                  <a:lnTo>
                    <a:pt x="396" y="386"/>
                  </a:lnTo>
                  <a:lnTo>
                    <a:pt x="396" y="382"/>
                  </a:lnTo>
                  <a:lnTo>
                    <a:pt x="395" y="380"/>
                  </a:lnTo>
                  <a:lnTo>
                    <a:pt x="395" y="377"/>
                  </a:lnTo>
                  <a:lnTo>
                    <a:pt x="396" y="375"/>
                  </a:lnTo>
                  <a:lnTo>
                    <a:pt x="396" y="373"/>
                  </a:lnTo>
                  <a:lnTo>
                    <a:pt x="396" y="372"/>
                  </a:lnTo>
                  <a:lnTo>
                    <a:pt x="397" y="370"/>
                  </a:lnTo>
                  <a:lnTo>
                    <a:pt x="397" y="369"/>
                  </a:lnTo>
                  <a:lnTo>
                    <a:pt x="399" y="368"/>
                  </a:lnTo>
                  <a:lnTo>
                    <a:pt x="401" y="366"/>
                  </a:lnTo>
                  <a:lnTo>
                    <a:pt x="403" y="365"/>
                  </a:lnTo>
                  <a:lnTo>
                    <a:pt x="405" y="365"/>
                  </a:lnTo>
                  <a:lnTo>
                    <a:pt x="407" y="366"/>
                  </a:lnTo>
                  <a:lnTo>
                    <a:pt x="408" y="367"/>
                  </a:lnTo>
                  <a:lnTo>
                    <a:pt x="409" y="368"/>
                  </a:lnTo>
                  <a:lnTo>
                    <a:pt x="410" y="369"/>
                  </a:lnTo>
                  <a:lnTo>
                    <a:pt x="412" y="370"/>
                  </a:lnTo>
                  <a:lnTo>
                    <a:pt x="413" y="372"/>
                  </a:lnTo>
                  <a:lnTo>
                    <a:pt x="414" y="374"/>
                  </a:lnTo>
                  <a:lnTo>
                    <a:pt x="416" y="377"/>
                  </a:lnTo>
                  <a:lnTo>
                    <a:pt x="417" y="381"/>
                  </a:lnTo>
                  <a:lnTo>
                    <a:pt x="420" y="385"/>
                  </a:lnTo>
                  <a:lnTo>
                    <a:pt x="421" y="391"/>
                  </a:lnTo>
                  <a:lnTo>
                    <a:pt x="423" y="396"/>
                  </a:lnTo>
                  <a:lnTo>
                    <a:pt x="425" y="401"/>
                  </a:lnTo>
                  <a:lnTo>
                    <a:pt x="427" y="408"/>
                  </a:lnTo>
                  <a:lnTo>
                    <a:pt x="429" y="414"/>
                  </a:lnTo>
                  <a:lnTo>
                    <a:pt x="429" y="418"/>
                  </a:lnTo>
                  <a:lnTo>
                    <a:pt x="430" y="421"/>
                  </a:lnTo>
                  <a:lnTo>
                    <a:pt x="430" y="425"/>
                  </a:lnTo>
                  <a:lnTo>
                    <a:pt x="430" y="427"/>
                  </a:lnTo>
                  <a:lnTo>
                    <a:pt x="430" y="429"/>
                  </a:lnTo>
                  <a:lnTo>
                    <a:pt x="430" y="431"/>
                  </a:lnTo>
                  <a:lnTo>
                    <a:pt x="429" y="433"/>
                  </a:lnTo>
                  <a:lnTo>
                    <a:pt x="429" y="434"/>
                  </a:lnTo>
                  <a:lnTo>
                    <a:pt x="429" y="435"/>
                  </a:lnTo>
                  <a:lnTo>
                    <a:pt x="427" y="437"/>
                  </a:lnTo>
                  <a:lnTo>
                    <a:pt x="425" y="438"/>
                  </a:lnTo>
                  <a:lnTo>
                    <a:pt x="425" y="438"/>
                  </a:lnTo>
                  <a:close/>
                  <a:moveTo>
                    <a:pt x="454" y="434"/>
                  </a:moveTo>
                  <a:lnTo>
                    <a:pt x="421" y="349"/>
                  </a:lnTo>
                  <a:lnTo>
                    <a:pt x="448" y="334"/>
                  </a:lnTo>
                  <a:lnTo>
                    <a:pt x="452" y="343"/>
                  </a:lnTo>
                  <a:lnTo>
                    <a:pt x="431" y="353"/>
                  </a:lnTo>
                  <a:lnTo>
                    <a:pt x="441" y="377"/>
                  </a:lnTo>
                  <a:lnTo>
                    <a:pt x="459" y="367"/>
                  </a:lnTo>
                  <a:lnTo>
                    <a:pt x="462" y="375"/>
                  </a:lnTo>
                  <a:lnTo>
                    <a:pt x="444" y="385"/>
                  </a:lnTo>
                  <a:lnTo>
                    <a:pt x="461" y="430"/>
                  </a:lnTo>
                  <a:lnTo>
                    <a:pt x="454" y="434"/>
                  </a:lnTo>
                  <a:lnTo>
                    <a:pt x="454" y="434"/>
                  </a:lnTo>
                  <a:close/>
                  <a:moveTo>
                    <a:pt x="471" y="330"/>
                  </a:moveTo>
                  <a:lnTo>
                    <a:pt x="484" y="321"/>
                  </a:lnTo>
                  <a:lnTo>
                    <a:pt x="526" y="392"/>
                  </a:lnTo>
                  <a:lnTo>
                    <a:pt x="533" y="388"/>
                  </a:lnTo>
                  <a:lnTo>
                    <a:pt x="490" y="317"/>
                  </a:lnTo>
                  <a:lnTo>
                    <a:pt x="503" y="308"/>
                  </a:lnTo>
                  <a:lnTo>
                    <a:pt x="498" y="301"/>
                  </a:lnTo>
                  <a:lnTo>
                    <a:pt x="466" y="323"/>
                  </a:lnTo>
                  <a:lnTo>
                    <a:pt x="471" y="330"/>
                  </a:lnTo>
                  <a:lnTo>
                    <a:pt x="471" y="330"/>
                  </a:lnTo>
                  <a:close/>
                  <a:moveTo>
                    <a:pt x="551" y="375"/>
                  </a:moveTo>
                  <a:lnTo>
                    <a:pt x="503" y="297"/>
                  </a:lnTo>
                  <a:lnTo>
                    <a:pt x="527" y="277"/>
                  </a:lnTo>
                  <a:lnTo>
                    <a:pt x="532" y="284"/>
                  </a:lnTo>
                  <a:lnTo>
                    <a:pt x="514" y="299"/>
                  </a:lnTo>
                  <a:lnTo>
                    <a:pt x="529" y="324"/>
                  </a:lnTo>
                  <a:lnTo>
                    <a:pt x="542" y="312"/>
                  </a:lnTo>
                  <a:lnTo>
                    <a:pt x="547" y="319"/>
                  </a:lnTo>
                  <a:lnTo>
                    <a:pt x="533" y="331"/>
                  </a:lnTo>
                  <a:lnTo>
                    <a:pt x="553" y="363"/>
                  </a:lnTo>
                  <a:lnTo>
                    <a:pt x="572" y="346"/>
                  </a:lnTo>
                  <a:lnTo>
                    <a:pt x="576" y="353"/>
                  </a:lnTo>
                  <a:lnTo>
                    <a:pt x="551" y="375"/>
                  </a:lnTo>
                  <a:lnTo>
                    <a:pt x="551" y="375"/>
                  </a:lnTo>
                  <a:close/>
                  <a:moveTo>
                    <a:pt x="588" y="306"/>
                  </a:moveTo>
                  <a:lnTo>
                    <a:pt x="591" y="311"/>
                  </a:lnTo>
                  <a:lnTo>
                    <a:pt x="593" y="315"/>
                  </a:lnTo>
                  <a:lnTo>
                    <a:pt x="595" y="319"/>
                  </a:lnTo>
                  <a:lnTo>
                    <a:pt x="595" y="321"/>
                  </a:lnTo>
                  <a:lnTo>
                    <a:pt x="595" y="324"/>
                  </a:lnTo>
                  <a:lnTo>
                    <a:pt x="595" y="326"/>
                  </a:lnTo>
                  <a:lnTo>
                    <a:pt x="594" y="328"/>
                  </a:lnTo>
                  <a:lnTo>
                    <a:pt x="593" y="329"/>
                  </a:lnTo>
                  <a:lnTo>
                    <a:pt x="590" y="330"/>
                  </a:lnTo>
                  <a:lnTo>
                    <a:pt x="589" y="332"/>
                  </a:lnTo>
                  <a:lnTo>
                    <a:pt x="588" y="332"/>
                  </a:lnTo>
                  <a:lnTo>
                    <a:pt x="586" y="332"/>
                  </a:lnTo>
                  <a:lnTo>
                    <a:pt x="585" y="331"/>
                  </a:lnTo>
                  <a:lnTo>
                    <a:pt x="583" y="330"/>
                  </a:lnTo>
                  <a:lnTo>
                    <a:pt x="581" y="330"/>
                  </a:lnTo>
                  <a:lnTo>
                    <a:pt x="580" y="329"/>
                  </a:lnTo>
                  <a:lnTo>
                    <a:pt x="577" y="327"/>
                  </a:lnTo>
                  <a:lnTo>
                    <a:pt x="575" y="325"/>
                  </a:lnTo>
                  <a:lnTo>
                    <a:pt x="573" y="322"/>
                  </a:lnTo>
                  <a:lnTo>
                    <a:pt x="569" y="317"/>
                  </a:lnTo>
                  <a:lnTo>
                    <a:pt x="565" y="313"/>
                  </a:lnTo>
                  <a:lnTo>
                    <a:pt x="561" y="309"/>
                  </a:lnTo>
                  <a:lnTo>
                    <a:pt x="557" y="304"/>
                  </a:lnTo>
                  <a:lnTo>
                    <a:pt x="553" y="298"/>
                  </a:lnTo>
                  <a:lnTo>
                    <a:pt x="550" y="293"/>
                  </a:lnTo>
                  <a:lnTo>
                    <a:pt x="548" y="289"/>
                  </a:lnTo>
                  <a:lnTo>
                    <a:pt x="546" y="286"/>
                  </a:lnTo>
                  <a:lnTo>
                    <a:pt x="545" y="283"/>
                  </a:lnTo>
                  <a:lnTo>
                    <a:pt x="545" y="281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5"/>
                  </a:lnTo>
                  <a:lnTo>
                    <a:pt x="544" y="274"/>
                  </a:lnTo>
                  <a:lnTo>
                    <a:pt x="544" y="273"/>
                  </a:lnTo>
                  <a:lnTo>
                    <a:pt x="545" y="270"/>
                  </a:lnTo>
                  <a:lnTo>
                    <a:pt x="546" y="269"/>
                  </a:lnTo>
                  <a:lnTo>
                    <a:pt x="548" y="268"/>
                  </a:lnTo>
                  <a:lnTo>
                    <a:pt x="549" y="266"/>
                  </a:lnTo>
                  <a:lnTo>
                    <a:pt x="551" y="265"/>
                  </a:lnTo>
                  <a:lnTo>
                    <a:pt x="553" y="266"/>
                  </a:lnTo>
                  <a:lnTo>
                    <a:pt x="555" y="267"/>
                  </a:lnTo>
                  <a:lnTo>
                    <a:pt x="557" y="269"/>
                  </a:lnTo>
                  <a:lnTo>
                    <a:pt x="561" y="271"/>
                  </a:lnTo>
                  <a:lnTo>
                    <a:pt x="564" y="275"/>
                  </a:lnTo>
                  <a:lnTo>
                    <a:pt x="569" y="269"/>
                  </a:lnTo>
                  <a:lnTo>
                    <a:pt x="565" y="265"/>
                  </a:lnTo>
                  <a:lnTo>
                    <a:pt x="562" y="261"/>
                  </a:lnTo>
                  <a:lnTo>
                    <a:pt x="560" y="260"/>
                  </a:lnTo>
                  <a:lnTo>
                    <a:pt x="558" y="259"/>
                  </a:lnTo>
                  <a:lnTo>
                    <a:pt x="557" y="258"/>
                  </a:lnTo>
                  <a:lnTo>
                    <a:pt x="555" y="257"/>
                  </a:lnTo>
                  <a:lnTo>
                    <a:pt x="553" y="257"/>
                  </a:lnTo>
                  <a:lnTo>
                    <a:pt x="551" y="257"/>
                  </a:lnTo>
                  <a:lnTo>
                    <a:pt x="549" y="257"/>
                  </a:lnTo>
                  <a:lnTo>
                    <a:pt x="548" y="258"/>
                  </a:lnTo>
                  <a:lnTo>
                    <a:pt x="546" y="258"/>
                  </a:lnTo>
                  <a:lnTo>
                    <a:pt x="545" y="260"/>
                  </a:lnTo>
                  <a:lnTo>
                    <a:pt x="543" y="261"/>
                  </a:lnTo>
                  <a:lnTo>
                    <a:pt x="541" y="262"/>
                  </a:lnTo>
                  <a:lnTo>
                    <a:pt x="540" y="264"/>
                  </a:lnTo>
                  <a:lnTo>
                    <a:pt x="538" y="266"/>
                  </a:lnTo>
                  <a:lnTo>
                    <a:pt x="537" y="269"/>
                  </a:lnTo>
                  <a:lnTo>
                    <a:pt x="537" y="271"/>
                  </a:lnTo>
                  <a:lnTo>
                    <a:pt x="537" y="273"/>
                  </a:lnTo>
                  <a:lnTo>
                    <a:pt x="536" y="276"/>
                  </a:lnTo>
                  <a:lnTo>
                    <a:pt x="536" y="278"/>
                  </a:lnTo>
                  <a:lnTo>
                    <a:pt x="537" y="281"/>
                  </a:lnTo>
                  <a:lnTo>
                    <a:pt x="537" y="284"/>
                  </a:lnTo>
                  <a:lnTo>
                    <a:pt x="539" y="288"/>
                  </a:lnTo>
                  <a:lnTo>
                    <a:pt x="541" y="292"/>
                  </a:lnTo>
                  <a:lnTo>
                    <a:pt x="544" y="297"/>
                  </a:lnTo>
                  <a:lnTo>
                    <a:pt x="546" y="301"/>
                  </a:lnTo>
                  <a:lnTo>
                    <a:pt x="549" y="305"/>
                  </a:lnTo>
                  <a:lnTo>
                    <a:pt x="552" y="310"/>
                  </a:lnTo>
                  <a:lnTo>
                    <a:pt x="555" y="314"/>
                  </a:lnTo>
                  <a:lnTo>
                    <a:pt x="562" y="322"/>
                  </a:lnTo>
                  <a:lnTo>
                    <a:pt x="569" y="329"/>
                  </a:lnTo>
                  <a:lnTo>
                    <a:pt x="572" y="333"/>
                  </a:lnTo>
                  <a:lnTo>
                    <a:pt x="575" y="336"/>
                  </a:lnTo>
                  <a:lnTo>
                    <a:pt x="578" y="338"/>
                  </a:lnTo>
                  <a:lnTo>
                    <a:pt x="581" y="339"/>
                  </a:lnTo>
                  <a:lnTo>
                    <a:pt x="583" y="340"/>
                  </a:lnTo>
                  <a:lnTo>
                    <a:pt x="585" y="341"/>
                  </a:lnTo>
                  <a:lnTo>
                    <a:pt x="587" y="341"/>
                  </a:lnTo>
                  <a:lnTo>
                    <a:pt x="589" y="340"/>
                  </a:lnTo>
                  <a:lnTo>
                    <a:pt x="592" y="340"/>
                  </a:lnTo>
                  <a:lnTo>
                    <a:pt x="593" y="338"/>
                  </a:lnTo>
                  <a:lnTo>
                    <a:pt x="596" y="337"/>
                  </a:lnTo>
                  <a:lnTo>
                    <a:pt x="597" y="336"/>
                  </a:lnTo>
                  <a:lnTo>
                    <a:pt x="599" y="334"/>
                  </a:lnTo>
                  <a:lnTo>
                    <a:pt x="600" y="333"/>
                  </a:lnTo>
                  <a:lnTo>
                    <a:pt x="601" y="330"/>
                  </a:lnTo>
                  <a:lnTo>
                    <a:pt x="601" y="329"/>
                  </a:lnTo>
                  <a:lnTo>
                    <a:pt x="602" y="327"/>
                  </a:lnTo>
                  <a:lnTo>
                    <a:pt x="603" y="325"/>
                  </a:lnTo>
                  <a:lnTo>
                    <a:pt x="603" y="322"/>
                  </a:lnTo>
                  <a:lnTo>
                    <a:pt x="603" y="321"/>
                  </a:lnTo>
                  <a:lnTo>
                    <a:pt x="602" y="318"/>
                  </a:lnTo>
                  <a:lnTo>
                    <a:pt x="601" y="316"/>
                  </a:lnTo>
                  <a:lnTo>
                    <a:pt x="601" y="313"/>
                  </a:lnTo>
                  <a:lnTo>
                    <a:pt x="600" y="311"/>
                  </a:lnTo>
                  <a:lnTo>
                    <a:pt x="597" y="306"/>
                  </a:lnTo>
                  <a:lnTo>
                    <a:pt x="593" y="301"/>
                  </a:lnTo>
                  <a:lnTo>
                    <a:pt x="588" y="306"/>
                  </a:lnTo>
                  <a:lnTo>
                    <a:pt x="588" y="306"/>
                  </a:lnTo>
                  <a:close/>
                  <a:moveTo>
                    <a:pt x="642" y="284"/>
                  </a:moveTo>
                  <a:lnTo>
                    <a:pt x="579" y="218"/>
                  </a:lnTo>
                  <a:lnTo>
                    <a:pt x="573" y="225"/>
                  </a:lnTo>
                  <a:lnTo>
                    <a:pt x="603" y="253"/>
                  </a:lnTo>
                  <a:lnTo>
                    <a:pt x="589" y="271"/>
                  </a:lnTo>
                  <a:lnTo>
                    <a:pt x="560" y="241"/>
                  </a:lnTo>
                  <a:lnTo>
                    <a:pt x="555" y="248"/>
                  </a:lnTo>
                  <a:lnTo>
                    <a:pt x="617" y="313"/>
                  </a:lnTo>
                  <a:lnTo>
                    <a:pt x="622" y="307"/>
                  </a:lnTo>
                  <a:lnTo>
                    <a:pt x="594" y="277"/>
                  </a:lnTo>
                  <a:lnTo>
                    <a:pt x="609" y="260"/>
                  </a:lnTo>
                  <a:lnTo>
                    <a:pt x="637" y="290"/>
                  </a:lnTo>
                  <a:lnTo>
                    <a:pt x="642" y="284"/>
                  </a:lnTo>
                  <a:lnTo>
                    <a:pt x="642" y="284"/>
                  </a:lnTo>
                  <a:close/>
                  <a:moveTo>
                    <a:pt x="668" y="249"/>
                  </a:moveTo>
                  <a:lnTo>
                    <a:pt x="596" y="215"/>
                  </a:lnTo>
                  <a:lnTo>
                    <a:pt x="654" y="268"/>
                  </a:lnTo>
                  <a:lnTo>
                    <a:pt x="650" y="274"/>
                  </a:lnTo>
                  <a:lnTo>
                    <a:pt x="582" y="213"/>
                  </a:lnTo>
                  <a:lnTo>
                    <a:pt x="589" y="202"/>
                  </a:lnTo>
                  <a:lnTo>
                    <a:pt x="650" y="233"/>
                  </a:lnTo>
                  <a:lnTo>
                    <a:pt x="600" y="188"/>
                  </a:lnTo>
                  <a:lnTo>
                    <a:pt x="604" y="181"/>
                  </a:lnTo>
                  <a:lnTo>
                    <a:pt x="673" y="241"/>
                  </a:lnTo>
                  <a:lnTo>
                    <a:pt x="668" y="249"/>
                  </a:lnTo>
                  <a:lnTo>
                    <a:pt x="668" y="249"/>
                  </a:lnTo>
                  <a:close/>
                  <a:moveTo>
                    <a:pt x="690" y="213"/>
                  </a:moveTo>
                  <a:lnTo>
                    <a:pt x="689" y="215"/>
                  </a:lnTo>
                  <a:lnTo>
                    <a:pt x="687" y="217"/>
                  </a:lnTo>
                  <a:lnTo>
                    <a:pt x="686" y="219"/>
                  </a:lnTo>
                  <a:lnTo>
                    <a:pt x="683" y="220"/>
                  </a:lnTo>
                  <a:lnTo>
                    <a:pt x="682" y="221"/>
                  </a:lnTo>
                  <a:lnTo>
                    <a:pt x="679" y="221"/>
                  </a:lnTo>
                  <a:lnTo>
                    <a:pt x="678" y="222"/>
                  </a:lnTo>
                  <a:lnTo>
                    <a:pt x="675" y="222"/>
                  </a:lnTo>
                  <a:lnTo>
                    <a:pt x="672" y="221"/>
                  </a:lnTo>
                  <a:lnTo>
                    <a:pt x="668" y="220"/>
                  </a:lnTo>
                  <a:lnTo>
                    <a:pt x="665" y="218"/>
                  </a:lnTo>
                  <a:lnTo>
                    <a:pt x="660" y="216"/>
                  </a:lnTo>
                  <a:lnTo>
                    <a:pt x="650" y="210"/>
                  </a:lnTo>
                  <a:lnTo>
                    <a:pt x="642" y="205"/>
                  </a:lnTo>
                  <a:lnTo>
                    <a:pt x="638" y="202"/>
                  </a:lnTo>
                  <a:lnTo>
                    <a:pt x="634" y="199"/>
                  </a:lnTo>
                  <a:lnTo>
                    <a:pt x="630" y="195"/>
                  </a:lnTo>
                  <a:lnTo>
                    <a:pt x="626" y="192"/>
                  </a:lnTo>
                  <a:lnTo>
                    <a:pt x="622" y="189"/>
                  </a:lnTo>
                  <a:lnTo>
                    <a:pt x="619" y="185"/>
                  </a:lnTo>
                  <a:lnTo>
                    <a:pt x="617" y="182"/>
                  </a:lnTo>
                  <a:lnTo>
                    <a:pt x="615" y="179"/>
                  </a:lnTo>
                  <a:lnTo>
                    <a:pt x="614" y="177"/>
                  </a:lnTo>
                  <a:lnTo>
                    <a:pt x="613" y="174"/>
                  </a:lnTo>
                  <a:lnTo>
                    <a:pt x="613" y="172"/>
                  </a:lnTo>
                  <a:lnTo>
                    <a:pt x="613" y="169"/>
                  </a:lnTo>
                  <a:lnTo>
                    <a:pt x="613" y="167"/>
                  </a:lnTo>
                  <a:lnTo>
                    <a:pt x="613" y="165"/>
                  </a:lnTo>
                  <a:lnTo>
                    <a:pt x="614" y="162"/>
                  </a:lnTo>
                  <a:lnTo>
                    <a:pt x="615" y="160"/>
                  </a:lnTo>
                  <a:lnTo>
                    <a:pt x="616" y="157"/>
                  </a:lnTo>
                  <a:lnTo>
                    <a:pt x="618" y="156"/>
                  </a:lnTo>
                  <a:lnTo>
                    <a:pt x="620" y="153"/>
                  </a:lnTo>
                  <a:lnTo>
                    <a:pt x="622" y="153"/>
                  </a:lnTo>
                  <a:lnTo>
                    <a:pt x="623" y="151"/>
                  </a:lnTo>
                  <a:lnTo>
                    <a:pt x="626" y="151"/>
                  </a:lnTo>
                  <a:lnTo>
                    <a:pt x="627" y="151"/>
                  </a:lnTo>
                  <a:lnTo>
                    <a:pt x="630" y="151"/>
                  </a:lnTo>
                  <a:lnTo>
                    <a:pt x="633" y="151"/>
                  </a:lnTo>
                  <a:lnTo>
                    <a:pt x="637" y="153"/>
                  </a:lnTo>
                  <a:lnTo>
                    <a:pt x="640" y="154"/>
                  </a:lnTo>
                  <a:lnTo>
                    <a:pt x="644" y="157"/>
                  </a:lnTo>
                  <a:lnTo>
                    <a:pt x="654" y="161"/>
                  </a:lnTo>
                  <a:lnTo>
                    <a:pt x="662" y="167"/>
                  </a:lnTo>
                  <a:lnTo>
                    <a:pt x="670" y="173"/>
                  </a:lnTo>
                  <a:lnTo>
                    <a:pt x="678" y="181"/>
                  </a:lnTo>
                  <a:lnTo>
                    <a:pt x="682" y="184"/>
                  </a:lnTo>
                  <a:lnTo>
                    <a:pt x="686" y="188"/>
                  </a:lnTo>
                  <a:lnTo>
                    <a:pt x="688" y="190"/>
                  </a:lnTo>
                  <a:lnTo>
                    <a:pt x="690" y="193"/>
                  </a:lnTo>
                  <a:lnTo>
                    <a:pt x="691" y="196"/>
                  </a:lnTo>
                  <a:lnTo>
                    <a:pt x="692" y="198"/>
                  </a:lnTo>
                  <a:lnTo>
                    <a:pt x="692" y="201"/>
                  </a:lnTo>
                  <a:lnTo>
                    <a:pt x="692" y="203"/>
                  </a:lnTo>
                  <a:lnTo>
                    <a:pt x="692" y="205"/>
                  </a:lnTo>
                  <a:lnTo>
                    <a:pt x="692" y="208"/>
                  </a:lnTo>
                  <a:lnTo>
                    <a:pt x="691" y="210"/>
                  </a:lnTo>
                  <a:lnTo>
                    <a:pt x="690" y="213"/>
                  </a:lnTo>
                  <a:lnTo>
                    <a:pt x="690" y="213"/>
                  </a:lnTo>
                  <a:close/>
                  <a:moveTo>
                    <a:pt x="684" y="209"/>
                  </a:moveTo>
                  <a:lnTo>
                    <a:pt x="685" y="206"/>
                  </a:lnTo>
                  <a:lnTo>
                    <a:pt x="685" y="204"/>
                  </a:lnTo>
                  <a:lnTo>
                    <a:pt x="685" y="202"/>
                  </a:lnTo>
                  <a:lnTo>
                    <a:pt x="685" y="201"/>
                  </a:lnTo>
                  <a:lnTo>
                    <a:pt x="684" y="199"/>
                  </a:lnTo>
                  <a:lnTo>
                    <a:pt x="683" y="197"/>
                  </a:lnTo>
                  <a:lnTo>
                    <a:pt x="682" y="196"/>
                  </a:lnTo>
                  <a:lnTo>
                    <a:pt x="681" y="193"/>
                  </a:lnTo>
                  <a:lnTo>
                    <a:pt x="679" y="192"/>
                  </a:lnTo>
                  <a:lnTo>
                    <a:pt x="678" y="189"/>
                  </a:lnTo>
                  <a:lnTo>
                    <a:pt x="674" y="186"/>
                  </a:lnTo>
                  <a:lnTo>
                    <a:pt x="668" y="182"/>
                  </a:lnTo>
                  <a:lnTo>
                    <a:pt x="662" y="178"/>
                  </a:lnTo>
                  <a:lnTo>
                    <a:pt x="658" y="175"/>
                  </a:lnTo>
                  <a:lnTo>
                    <a:pt x="654" y="171"/>
                  </a:lnTo>
                  <a:lnTo>
                    <a:pt x="648" y="168"/>
                  </a:lnTo>
                  <a:lnTo>
                    <a:pt x="642" y="164"/>
                  </a:lnTo>
                  <a:lnTo>
                    <a:pt x="638" y="162"/>
                  </a:lnTo>
                  <a:lnTo>
                    <a:pt x="636" y="161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0" y="159"/>
                  </a:lnTo>
                  <a:lnTo>
                    <a:pt x="628" y="159"/>
                  </a:lnTo>
                  <a:lnTo>
                    <a:pt x="627" y="160"/>
                  </a:lnTo>
                  <a:lnTo>
                    <a:pt x="626" y="160"/>
                  </a:lnTo>
                  <a:lnTo>
                    <a:pt x="625" y="161"/>
                  </a:lnTo>
                  <a:lnTo>
                    <a:pt x="623" y="162"/>
                  </a:lnTo>
                  <a:lnTo>
                    <a:pt x="622" y="164"/>
                  </a:lnTo>
                  <a:lnTo>
                    <a:pt x="620" y="166"/>
                  </a:lnTo>
                  <a:lnTo>
                    <a:pt x="620" y="169"/>
                  </a:lnTo>
                  <a:lnTo>
                    <a:pt x="620" y="170"/>
                  </a:lnTo>
                  <a:lnTo>
                    <a:pt x="620" y="172"/>
                  </a:lnTo>
                  <a:lnTo>
                    <a:pt x="621" y="173"/>
                  </a:lnTo>
                  <a:lnTo>
                    <a:pt x="622" y="175"/>
                  </a:lnTo>
                  <a:lnTo>
                    <a:pt x="622" y="177"/>
                  </a:lnTo>
                  <a:lnTo>
                    <a:pt x="624" y="178"/>
                  </a:lnTo>
                  <a:lnTo>
                    <a:pt x="626" y="181"/>
                  </a:lnTo>
                  <a:lnTo>
                    <a:pt x="627" y="183"/>
                  </a:lnTo>
                  <a:lnTo>
                    <a:pt x="631" y="186"/>
                  </a:lnTo>
                  <a:lnTo>
                    <a:pt x="636" y="189"/>
                  </a:lnTo>
                  <a:lnTo>
                    <a:pt x="642" y="194"/>
                  </a:lnTo>
                  <a:lnTo>
                    <a:pt x="646" y="197"/>
                  </a:lnTo>
                  <a:lnTo>
                    <a:pt x="650" y="201"/>
                  </a:lnTo>
                  <a:lnTo>
                    <a:pt x="655" y="204"/>
                  </a:lnTo>
                  <a:lnTo>
                    <a:pt x="660" y="206"/>
                  </a:lnTo>
                  <a:lnTo>
                    <a:pt x="664" y="208"/>
                  </a:lnTo>
                  <a:lnTo>
                    <a:pt x="666" y="209"/>
                  </a:lnTo>
                  <a:lnTo>
                    <a:pt x="670" y="211"/>
                  </a:lnTo>
                  <a:lnTo>
                    <a:pt x="673" y="213"/>
                  </a:lnTo>
                  <a:lnTo>
                    <a:pt x="675" y="213"/>
                  </a:lnTo>
                  <a:lnTo>
                    <a:pt x="677" y="213"/>
                  </a:lnTo>
                  <a:lnTo>
                    <a:pt x="678" y="213"/>
                  </a:lnTo>
                  <a:lnTo>
                    <a:pt x="679" y="213"/>
                  </a:lnTo>
                  <a:lnTo>
                    <a:pt x="681" y="212"/>
                  </a:lnTo>
                  <a:lnTo>
                    <a:pt x="682" y="210"/>
                  </a:lnTo>
                  <a:lnTo>
                    <a:pt x="684" y="209"/>
                  </a:lnTo>
                  <a:lnTo>
                    <a:pt x="684" y="209"/>
                  </a:lnTo>
                  <a:close/>
                  <a:moveTo>
                    <a:pt x="630" y="130"/>
                  </a:moveTo>
                  <a:lnTo>
                    <a:pt x="626" y="137"/>
                  </a:lnTo>
                  <a:lnTo>
                    <a:pt x="705" y="183"/>
                  </a:lnTo>
                  <a:lnTo>
                    <a:pt x="718" y="153"/>
                  </a:lnTo>
                  <a:lnTo>
                    <a:pt x="710" y="149"/>
                  </a:lnTo>
                  <a:lnTo>
                    <a:pt x="701" y="171"/>
                  </a:lnTo>
                  <a:lnTo>
                    <a:pt x="630" y="130"/>
                  </a:lnTo>
                  <a:lnTo>
                    <a:pt x="630" y="130"/>
                  </a:lnTo>
                  <a:close/>
                  <a:moveTo>
                    <a:pt x="726" y="133"/>
                  </a:moveTo>
                  <a:lnTo>
                    <a:pt x="725" y="135"/>
                  </a:lnTo>
                  <a:lnTo>
                    <a:pt x="723" y="137"/>
                  </a:lnTo>
                  <a:lnTo>
                    <a:pt x="722" y="139"/>
                  </a:lnTo>
                  <a:lnTo>
                    <a:pt x="720" y="141"/>
                  </a:lnTo>
                  <a:lnTo>
                    <a:pt x="718" y="141"/>
                  </a:lnTo>
                  <a:lnTo>
                    <a:pt x="715" y="142"/>
                  </a:lnTo>
                  <a:lnTo>
                    <a:pt x="713" y="143"/>
                  </a:lnTo>
                  <a:lnTo>
                    <a:pt x="710" y="144"/>
                  </a:lnTo>
                  <a:lnTo>
                    <a:pt x="707" y="144"/>
                  </a:lnTo>
                  <a:lnTo>
                    <a:pt x="704" y="144"/>
                  </a:lnTo>
                  <a:lnTo>
                    <a:pt x="701" y="143"/>
                  </a:lnTo>
                  <a:lnTo>
                    <a:pt x="697" y="143"/>
                  </a:lnTo>
                  <a:lnTo>
                    <a:pt x="692" y="141"/>
                  </a:lnTo>
                  <a:lnTo>
                    <a:pt x="688" y="141"/>
                  </a:lnTo>
                  <a:lnTo>
                    <a:pt x="684" y="139"/>
                  </a:lnTo>
                  <a:lnTo>
                    <a:pt x="679" y="137"/>
                  </a:lnTo>
                  <a:lnTo>
                    <a:pt x="670" y="133"/>
                  </a:lnTo>
                  <a:lnTo>
                    <a:pt x="661" y="129"/>
                  </a:lnTo>
                  <a:lnTo>
                    <a:pt x="656" y="126"/>
                  </a:lnTo>
                  <a:lnTo>
                    <a:pt x="652" y="124"/>
                  </a:lnTo>
                  <a:lnTo>
                    <a:pt x="649" y="121"/>
                  </a:lnTo>
                  <a:lnTo>
                    <a:pt x="647" y="119"/>
                  </a:lnTo>
                  <a:lnTo>
                    <a:pt x="646" y="117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2" y="109"/>
                  </a:lnTo>
                  <a:lnTo>
                    <a:pt x="641" y="106"/>
                  </a:lnTo>
                  <a:lnTo>
                    <a:pt x="641" y="104"/>
                  </a:lnTo>
                  <a:lnTo>
                    <a:pt x="641" y="101"/>
                  </a:lnTo>
                  <a:lnTo>
                    <a:pt x="642" y="98"/>
                  </a:lnTo>
                  <a:lnTo>
                    <a:pt x="642" y="96"/>
                  </a:lnTo>
                  <a:lnTo>
                    <a:pt x="644" y="93"/>
                  </a:lnTo>
                  <a:lnTo>
                    <a:pt x="646" y="92"/>
                  </a:lnTo>
                  <a:lnTo>
                    <a:pt x="647" y="90"/>
                  </a:lnTo>
                  <a:lnTo>
                    <a:pt x="650" y="89"/>
                  </a:lnTo>
                  <a:lnTo>
                    <a:pt x="651" y="88"/>
                  </a:lnTo>
                  <a:lnTo>
                    <a:pt x="654" y="88"/>
                  </a:lnTo>
                  <a:lnTo>
                    <a:pt x="657" y="87"/>
                  </a:lnTo>
                  <a:lnTo>
                    <a:pt x="659" y="87"/>
                  </a:lnTo>
                  <a:lnTo>
                    <a:pt x="663" y="87"/>
                  </a:lnTo>
                  <a:lnTo>
                    <a:pt x="667" y="88"/>
                  </a:lnTo>
                  <a:lnTo>
                    <a:pt x="672" y="89"/>
                  </a:lnTo>
                  <a:lnTo>
                    <a:pt x="682" y="92"/>
                  </a:lnTo>
                  <a:lnTo>
                    <a:pt x="692" y="96"/>
                  </a:lnTo>
                  <a:lnTo>
                    <a:pt x="701" y="100"/>
                  </a:lnTo>
                  <a:lnTo>
                    <a:pt x="709" y="104"/>
                  </a:lnTo>
                  <a:lnTo>
                    <a:pt x="712" y="105"/>
                  </a:lnTo>
                  <a:lnTo>
                    <a:pt x="715" y="108"/>
                  </a:lnTo>
                  <a:lnTo>
                    <a:pt x="718" y="110"/>
                  </a:lnTo>
                  <a:lnTo>
                    <a:pt x="720" y="112"/>
                  </a:lnTo>
                  <a:lnTo>
                    <a:pt x="722" y="114"/>
                  </a:lnTo>
                  <a:lnTo>
                    <a:pt x="723" y="117"/>
                  </a:lnTo>
                  <a:lnTo>
                    <a:pt x="724" y="119"/>
                  </a:lnTo>
                  <a:lnTo>
                    <a:pt x="726" y="122"/>
                  </a:lnTo>
                  <a:lnTo>
                    <a:pt x="726" y="125"/>
                  </a:lnTo>
                  <a:lnTo>
                    <a:pt x="726" y="127"/>
                  </a:lnTo>
                  <a:lnTo>
                    <a:pt x="726" y="130"/>
                  </a:lnTo>
                  <a:lnTo>
                    <a:pt x="726" y="133"/>
                  </a:lnTo>
                  <a:lnTo>
                    <a:pt x="726" y="133"/>
                  </a:lnTo>
                  <a:close/>
                  <a:moveTo>
                    <a:pt x="709" y="135"/>
                  </a:moveTo>
                  <a:lnTo>
                    <a:pt x="707" y="135"/>
                  </a:lnTo>
                  <a:lnTo>
                    <a:pt x="705" y="135"/>
                  </a:lnTo>
                  <a:lnTo>
                    <a:pt x="702" y="135"/>
                  </a:lnTo>
                  <a:lnTo>
                    <a:pt x="700" y="134"/>
                  </a:lnTo>
                  <a:lnTo>
                    <a:pt x="696" y="134"/>
                  </a:lnTo>
                  <a:lnTo>
                    <a:pt x="691" y="133"/>
                  </a:lnTo>
                  <a:lnTo>
                    <a:pt x="686" y="131"/>
                  </a:lnTo>
                  <a:lnTo>
                    <a:pt x="682" y="129"/>
                  </a:lnTo>
                  <a:lnTo>
                    <a:pt x="677" y="127"/>
                  </a:lnTo>
                  <a:lnTo>
                    <a:pt x="670" y="125"/>
                  </a:lnTo>
                  <a:lnTo>
                    <a:pt x="664" y="121"/>
                  </a:lnTo>
                  <a:lnTo>
                    <a:pt x="660" y="119"/>
                  </a:lnTo>
                  <a:lnTo>
                    <a:pt x="655" y="116"/>
                  </a:lnTo>
                  <a:lnTo>
                    <a:pt x="653" y="113"/>
                  </a:lnTo>
                  <a:lnTo>
                    <a:pt x="650" y="110"/>
                  </a:lnTo>
                  <a:lnTo>
                    <a:pt x="650" y="108"/>
                  </a:lnTo>
                  <a:lnTo>
                    <a:pt x="649" y="106"/>
                  </a:lnTo>
                  <a:lnTo>
                    <a:pt x="649" y="105"/>
                  </a:lnTo>
                  <a:lnTo>
                    <a:pt x="649" y="104"/>
                  </a:lnTo>
                  <a:lnTo>
                    <a:pt x="649" y="102"/>
                  </a:lnTo>
                  <a:lnTo>
                    <a:pt x="650" y="101"/>
                  </a:lnTo>
                  <a:lnTo>
                    <a:pt x="650" y="101"/>
                  </a:lnTo>
                  <a:lnTo>
                    <a:pt x="650" y="99"/>
                  </a:lnTo>
                  <a:lnTo>
                    <a:pt x="651" y="98"/>
                  </a:lnTo>
                  <a:lnTo>
                    <a:pt x="653" y="97"/>
                  </a:lnTo>
                  <a:lnTo>
                    <a:pt x="654" y="97"/>
                  </a:lnTo>
                  <a:lnTo>
                    <a:pt x="656" y="96"/>
                  </a:lnTo>
                  <a:lnTo>
                    <a:pt x="658" y="96"/>
                  </a:lnTo>
                  <a:lnTo>
                    <a:pt x="660" y="95"/>
                  </a:lnTo>
                  <a:lnTo>
                    <a:pt x="662" y="95"/>
                  </a:lnTo>
                  <a:lnTo>
                    <a:pt x="664" y="96"/>
                  </a:lnTo>
                  <a:lnTo>
                    <a:pt x="667" y="97"/>
                  </a:lnTo>
                  <a:lnTo>
                    <a:pt x="671" y="97"/>
                  </a:lnTo>
                  <a:lnTo>
                    <a:pt x="678" y="100"/>
                  </a:lnTo>
                  <a:lnTo>
                    <a:pt x="684" y="102"/>
                  </a:lnTo>
                  <a:lnTo>
                    <a:pt x="690" y="104"/>
                  </a:lnTo>
                  <a:lnTo>
                    <a:pt x="694" y="106"/>
                  </a:lnTo>
                  <a:lnTo>
                    <a:pt x="699" y="108"/>
                  </a:lnTo>
                  <a:lnTo>
                    <a:pt x="703" y="110"/>
                  </a:lnTo>
                  <a:lnTo>
                    <a:pt x="706" y="112"/>
                  </a:lnTo>
                  <a:lnTo>
                    <a:pt x="711" y="115"/>
                  </a:lnTo>
                  <a:lnTo>
                    <a:pt x="714" y="117"/>
                  </a:lnTo>
                  <a:lnTo>
                    <a:pt x="715" y="119"/>
                  </a:lnTo>
                  <a:lnTo>
                    <a:pt x="716" y="121"/>
                  </a:lnTo>
                  <a:lnTo>
                    <a:pt x="718" y="121"/>
                  </a:lnTo>
                  <a:lnTo>
                    <a:pt x="718" y="123"/>
                  </a:lnTo>
                  <a:lnTo>
                    <a:pt x="718" y="125"/>
                  </a:lnTo>
                  <a:lnTo>
                    <a:pt x="718" y="126"/>
                  </a:lnTo>
                  <a:lnTo>
                    <a:pt x="719" y="127"/>
                  </a:lnTo>
                  <a:lnTo>
                    <a:pt x="718" y="129"/>
                  </a:lnTo>
                  <a:lnTo>
                    <a:pt x="718" y="129"/>
                  </a:lnTo>
                  <a:lnTo>
                    <a:pt x="718" y="131"/>
                  </a:lnTo>
                  <a:lnTo>
                    <a:pt x="717" y="132"/>
                  </a:lnTo>
                  <a:lnTo>
                    <a:pt x="716" y="133"/>
                  </a:lnTo>
                  <a:lnTo>
                    <a:pt x="714" y="133"/>
                  </a:lnTo>
                  <a:lnTo>
                    <a:pt x="713" y="134"/>
                  </a:lnTo>
                  <a:lnTo>
                    <a:pt x="710" y="135"/>
                  </a:lnTo>
                  <a:lnTo>
                    <a:pt x="709" y="135"/>
                  </a:lnTo>
                  <a:lnTo>
                    <a:pt x="709" y="135"/>
                  </a:lnTo>
                  <a:close/>
                  <a:moveTo>
                    <a:pt x="745" y="59"/>
                  </a:moveTo>
                  <a:lnTo>
                    <a:pt x="701" y="49"/>
                  </a:lnTo>
                  <a:lnTo>
                    <a:pt x="698" y="69"/>
                  </a:lnTo>
                  <a:lnTo>
                    <a:pt x="705" y="71"/>
                  </a:lnTo>
                  <a:lnTo>
                    <a:pt x="706" y="61"/>
                  </a:lnTo>
                  <a:lnTo>
                    <a:pt x="710" y="61"/>
                  </a:lnTo>
                  <a:lnTo>
                    <a:pt x="716" y="62"/>
                  </a:lnTo>
                  <a:lnTo>
                    <a:pt x="721" y="63"/>
                  </a:lnTo>
                  <a:lnTo>
                    <a:pt x="724" y="64"/>
                  </a:lnTo>
                  <a:lnTo>
                    <a:pt x="727" y="65"/>
                  </a:lnTo>
                  <a:lnTo>
                    <a:pt x="730" y="67"/>
                  </a:lnTo>
                  <a:lnTo>
                    <a:pt x="731" y="68"/>
                  </a:lnTo>
                  <a:lnTo>
                    <a:pt x="732" y="69"/>
                  </a:lnTo>
                  <a:lnTo>
                    <a:pt x="733" y="69"/>
                  </a:lnTo>
                  <a:lnTo>
                    <a:pt x="733" y="71"/>
                  </a:lnTo>
                  <a:lnTo>
                    <a:pt x="734" y="72"/>
                  </a:lnTo>
                  <a:lnTo>
                    <a:pt x="734" y="73"/>
                  </a:lnTo>
                  <a:lnTo>
                    <a:pt x="734" y="75"/>
                  </a:lnTo>
                  <a:lnTo>
                    <a:pt x="734" y="77"/>
                  </a:lnTo>
                  <a:lnTo>
                    <a:pt x="733" y="79"/>
                  </a:lnTo>
                  <a:lnTo>
                    <a:pt x="732" y="81"/>
                  </a:lnTo>
                  <a:lnTo>
                    <a:pt x="731" y="82"/>
                  </a:lnTo>
                  <a:lnTo>
                    <a:pt x="730" y="82"/>
                  </a:lnTo>
                  <a:lnTo>
                    <a:pt x="729" y="83"/>
                  </a:lnTo>
                  <a:lnTo>
                    <a:pt x="727" y="84"/>
                  </a:lnTo>
                  <a:lnTo>
                    <a:pt x="724" y="84"/>
                  </a:lnTo>
                  <a:lnTo>
                    <a:pt x="722" y="85"/>
                  </a:lnTo>
                  <a:lnTo>
                    <a:pt x="718" y="85"/>
                  </a:lnTo>
                  <a:lnTo>
                    <a:pt x="714" y="85"/>
                  </a:lnTo>
                  <a:lnTo>
                    <a:pt x="707" y="84"/>
                  </a:lnTo>
                  <a:lnTo>
                    <a:pt x="700" y="83"/>
                  </a:lnTo>
                  <a:lnTo>
                    <a:pt x="692" y="81"/>
                  </a:lnTo>
                  <a:lnTo>
                    <a:pt x="685" y="80"/>
                  </a:lnTo>
                  <a:lnTo>
                    <a:pt x="679" y="77"/>
                  </a:lnTo>
                  <a:lnTo>
                    <a:pt x="674" y="75"/>
                  </a:lnTo>
                  <a:lnTo>
                    <a:pt x="671" y="74"/>
                  </a:lnTo>
                  <a:lnTo>
                    <a:pt x="669" y="73"/>
                  </a:lnTo>
                  <a:lnTo>
                    <a:pt x="667" y="72"/>
                  </a:lnTo>
                  <a:lnTo>
                    <a:pt x="666" y="71"/>
                  </a:lnTo>
                  <a:lnTo>
                    <a:pt x="665" y="69"/>
                  </a:lnTo>
                  <a:lnTo>
                    <a:pt x="664" y="68"/>
                  </a:lnTo>
                  <a:lnTo>
                    <a:pt x="663" y="67"/>
                  </a:lnTo>
                  <a:lnTo>
                    <a:pt x="662" y="65"/>
                  </a:lnTo>
                  <a:lnTo>
                    <a:pt x="662" y="64"/>
                  </a:lnTo>
                  <a:lnTo>
                    <a:pt x="662" y="62"/>
                  </a:lnTo>
                  <a:lnTo>
                    <a:pt x="662" y="61"/>
                  </a:lnTo>
                  <a:lnTo>
                    <a:pt x="662" y="59"/>
                  </a:lnTo>
                  <a:lnTo>
                    <a:pt x="663" y="57"/>
                  </a:lnTo>
                  <a:lnTo>
                    <a:pt x="665" y="56"/>
                  </a:lnTo>
                  <a:lnTo>
                    <a:pt x="666" y="55"/>
                  </a:lnTo>
                  <a:lnTo>
                    <a:pt x="668" y="54"/>
                  </a:lnTo>
                  <a:lnTo>
                    <a:pt x="670" y="53"/>
                  </a:lnTo>
                  <a:lnTo>
                    <a:pt x="673" y="53"/>
                  </a:lnTo>
                  <a:lnTo>
                    <a:pt x="676" y="54"/>
                  </a:lnTo>
                  <a:lnTo>
                    <a:pt x="679" y="54"/>
                  </a:lnTo>
                  <a:lnTo>
                    <a:pt x="681" y="46"/>
                  </a:lnTo>
                  <a:lnTo>
                    <a:pt x="677" y="45"/>
                  </a:lnTo>
                  <a:lnTo>
                    <a:pt x="673" y="45"/>
                  </a:lnTo>
                  <a:lnTo>
                    <a:pt x="669" y="45"/>
                  </a:lnTo>
                  <a:lnTo>
                    <a:pt x="665" y="46"/>
                  </a:lnTo>
                  <a:lnTo>
                    <a:pt x="662" y="47"/>
                  </a:lnTo>
                  <a:lnTo>
                    <a:pt x="661" y="48"/>
                  </a:lnTo>
                  <a:lnTo>
                    <a:pt x="659" y="49"/>
                  </a:lnTo>
                  <a:lnTo>
                    <a:pt x="657" y="51"/>
                  </a:lnTo>
                  <a:lnTo>
                    <a:pt x="655" y="53"/>
                  </a:lnTo>
                  <a:lnTo>
                    <a:pt x="654" y="56"/>
                  </a:lnTo>
                  <a:lnTo>
                    <a:pt x="654" y="57"/>
                  </a:lnTo>
                  <a:lnTo>
                    <a:pt x="654" y="60"/>
                  </a:lnTo>
                  <a:lnTo>
                    <a:pt x="654" y="62"/>
                  </a:lnTo>
                  <a:lnTo>
                    <a:pt x="654" y="65"/>
                  </a:lnTo>
                  <a:lnTo>
                    <a:pt x="654" y="67"/>
                  </a:lnTo>
                  <a:lnTo>
                    <a:pt x="655" y="69"/>
                  </a:lnTo>
                  <a:lnTo>
                    <a:pt x="656" y="72"/>
                  </a:lnTo>
                  <a:lnTo>
                    <a:pt x="657" y="74"/>
                  </a:lnTo>
                  <a:lnTo>
                    <a:pt x="659" y="76"/>
                  </a:lnTo>
                  <a:lnTo>
                    <a:pt x="661" y="77"/>
                  </a:lnTo>
                  <a:lnTo>
                    <a:pt x="663" y="80"/>
                  </a:lnTo>
                  <a:lnTo>
                    <a:pt x="666" y="81"/>
                  </a:lnTo>
                  <a:lnTo>
                    <a:pt x="670" y="83"/>
                  </a:lnTo>
                  <a:lnTo>
                    <a:pt x="674" y="85"/>
                  </a:lnTo>
                  <a:lnTo>
                    <a:pt x="678" y="86"/>
                  </a:lnTo>
                  <a:lnTo>
                    <a:pt x="683" y="88"/>
                  </a:lnTo>
                  <a:lnTo>
                    <a:pt x="689" y="89"/>
                  </a:lnTo>
                  <a:lnTo>
                    <a:pt x="694" y="90"/>
                  </a:lnTo>
                  <a:lnTo>
                    <a:pt x="698" y="91"/>
                  </a:lnTo>
                  <a:lnTo>
                    <a:pt x="703" y="92"/>
                  </a:lnTo>
                  <a:lnTo>
                    <a:pt x="709" y="93"/>
                  </a:lnTo>
                  <a:lnTo>
                    <a:pt x="713" y="93"/>
                  </a:lnTo>
                  <a:lnTo>
                    <a:pt x="718" y="93"/>
                  </a:lnTo>
                  <a:lnTo>
                    <a:pt x="722" y="93"/>
                  </a:lnTo>
                  <a:lnTo>
                    <a:pt x="726" y="93"/>
                  </a:lnTo>
                  <a:lnTo>
                    <a:pt x="729" y="92"/>
                  </a:lnTo>
                  <a:lnTo>
                    <a:pt x="731" y="91"/>
                  </a:lnTo>
                  <a:lnTo>
                    <a:pt x="733" y="90"/>
                  </a:lnTo>
                  <a:lnTo>
                    <a:pt x="735" y="89"/>
                  </a:lnTo>
                  <a:lnTo>
                    <a:pt x="737" y="88"/>
                  </a:lnTo>
                  <a:lnTo>
                    <a:pt x="738" y="86"/>
                  </a:lnTo>
                  <a:lnTo>
                    <a:pt x="739" y="84"/>
                  </a:lnTo>
                  <a:lnTo>
                    <a:pt x="740" y="82"/>
                  </a:lnTo>
                  <a:lnTo>
                    <a:pt x="741" y="79"/>
                  </a:lnTo>
                  <a:lnTo>
                    <a:pt x="741" y="77"/>
                  </a:lnTo>
                  <a:lnTo>
                    <a:pt x="741" y="75"/>
                  </a:lnTo>
                  <a:lnTo>
                    <a:pt x="741" y="73"/>
                  </a:lnTo>
                  <a:lnTo>
                    <a:pt x="741" y="71"/>
                  </a:lnTo>
                  <a:lnTo>
                    <a:pt x="740" y="69"/>
                  </a:lnTo>
                  <a:lnTo>
                    <a:pt x="739" y="68"/>
                  </a:lnTo>
                  <a:lnTo>
                    <a:pt x="738" y="66"/>
                  </a:lnTo>
                  <a:lnTo>
                    <a:pt x="738" y="65"/>
                  </a:lnTo>
                  <a:lnTo>
                    <a:pt x="743" y="66"/>
                  </a:lnTo>
                  <a:lnTo>
                    <a:pt x="745" y="59"/>
                  </a:lnTo>
                  <a:lnTo>
                    <a:pt x="745" y="59"/>
                  </a:lnTo>
                  <a:close/>
                  <a:moveTo>
                    <a:pt x="707" y="32"/>
                  </a:moveTo>
                  <a:lnTo>
                    <a:pt x="748" y="39"/>
                  </a:lnTo>
                  <a:lnTo>
                    <a:pt x="750" y="30"/>
                  </a:lnTo>
                  <a:lnTo>
                    <a:pt x="708" y="23"/>
                  </a:lnTo>
                  <a:lnTo>
                    <a:pt x="663" y="0"/>
                  </a:lnTo>
                  <a:lnTo>
                    <a:pt x="662" y="9"/>
                  </a:lnTo>
                  <a:lnTo>
                    <a:pt x="698" y="26"/>
                  </a:lnTo>
                  <a:lnTo>
                    <a:pt x="658" y="33"/>
                  </a:lnTo>
                  <a:lnTo>
                    <a:pt x="657" y="42"/>
                  </a:lnTo>
                  <a:lnTo>
                    <a:pt x="70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9" name="íṡļîḓé">
              <a:extLst>
                <a:ext uri="{FF2B5EF4-FFF2-40B4-BE49-F238E27FC236}">
                  <a16:creationId xmlns:a16="http://schemas.microsoft.com/office/drawing/2014/main" id="{3C5D2534-DAB5-4101-A085-2DA6B7C330A8}"/>
                </a:ext>
              </a:extLst>
            </p:cNvPr>
            <p:cNvSpPr/>
            <p:nvPr/>
          </p:nvSpPr>
          <p:spPr bwMode="auto">
            <a:xfrm>
              <a:off x="2030413" y="3495676"/>
              <a:ext cx="242888" cy="368300"/>
            </a:xfrm>
            <a:custGeom>
              <a:avLst/>
              <a:gdLst>
                <a:gd name="T0" fmla="*/ 85 w 153"/>
                <a:gd name="T1" fmla="*/ 34 h 232"/>
                <a:gd name="T2" fmla="*/ 90 w 153"/>
                <a:gd name="T3" fmla="*/ 26 h 232"/>
                <a:gd name="T4" fmla="*/ 90 w 153"/>
                <a:gd name="T5" fmla="*/ 13 h 232"/>
                <a:gd name="T6" fmla="*/ 86 w 153"/>
                <a:gd name="T7" fmla="*/ 5 h 232"/>
                <a:gd name="T8" fmla="*/ 78 w 153"/>
                <a:gd name="T9" fmla="*/ 0 h 232"/>
                <a:gd name="T10" fmla="*/ 58 w 153"/>
                <a:gd name="T11" fmla="*/ 4 h 232"/>
                <a:gd name="T12" fmla="*/ 38 w 153"/>
                <a:gd name="T13" fmla="*/ 22 h 232"/>
                <a:gd name="T14" fmla="*/ 21 w 153"/>
                <a:gd name="T15" fmla="*/ 38 h 232"/>
                <a:gd name="T16" fmla="*/ 10 w 153"/>
                <a:gd name="T17" fmla="*/ 36 h 232"/>
                <a:gd name="T18" fmla="*/ 7 w 153"/>
                <a:gd name="T19" fmla="*/ 27 h 232"/>
                <a:gd name="T20" fmla="*/ 14 w 153"/>
                <a:gd name="T21" fmla="*/ 18 h 232"/>
                <a:gd name="T22" fmla="*/ 15 w 153"/>
                <a:gd name="T23" fmla="*/ 9 h 232"/>
                <a:gd name="T24" fmla="*/ 3 w 153"/>
                <a:gd name="T25" fmla="*/ 16 h 232"/>
                <a:gd name="T26" fmla="*/ 1 w 153"/>
                <a:gd name="T27" fmla="*/ 31 h 232"/>
                <a:gd name="T28" fmla="*/ 4 w 153"/>
                <a:gd name="T29" fmla="*/ 40 h 232"/>
                <a:gd name="T30" fmla="*/ 14 w 153"/>
                <a:gd name="T31" fmla="*/ 46 h 232"/>
                <a:gd name="T32" fmla="*/ 28 w 153"/>
                <a:gd name="T33" fmla="*/ 45 h 232"/>
                <a:gd name="T34" fmla="*/ 39 w 153"/>
                <a:gd name="T35" fmla="*/ 33 h 232"/>
                <a:gd name="T36" fmla="*/ 62 w 153"/>
                <a:gd name="T37" fmla="*/ 9 h 232"/>
                <a:gd name="T38" fmla="*/ 74 w 153"/>
                <a:gd name="T39" fmla="*/ 7 h 232"/>
                <a:gd name="T40" fmla="*/ 82 w 153"/>
                <a:gd name="T41" fmla="*/ 13 h 232"/>
                <a:gd name="T42" fmla="*/ 83 w 153"/>
                <a:gd name="T43" fmla="*/ 23 h 232"/>
                <a:gd name="T44" fmla="*/ 77 w 153"/>
                <a:gd name="T45" fmla="*/ 29 h 232"/>
                <a:gd name="T46" fmla="*/ 73 w 153"/>
                <a:gd name="T47" fmla="*/ 39 h 232"/>
                <a:gd name="T48" fmla="*/ 9 w 153"/>
                <a:gd name="T49" fmla="*/ 69 h 232"/>
                <a:gd name="T50" fmla="*/ 17 w 153"/>
                <a:gd name="T51" fmla="*/ 60 h 232"/>
                <a:gd name="T52" fmla="*/ 36 w 153"/>
                <a:gd name="T53" fmla="*/ 52 h 232"/>
                <a:gd name="T54" fmla="*/ 71 w 153"/>
                <a:gd name="T55" fmla="*/ 44 h 232"/>
                <a:gd name="T56" fmla="*/ 91 w 153"/>
                <a:gd name="T57" fmla="*/ 47 h 232"/>
                <a:gd name="T58" fmla="*/ 98 w 153"/>
                <a:gd name="T59" fmla="*/ 56 h 232"/>
                <a:gd name="T60" fmla="*/ 98 w 153"/>
                <a:gd name="T61" fmla="*/ 67 h 232"/>
                <a:gd name="T62" fmla="*/ 90 w 153"/>
                <a:gd name="T63" fmla="*/ 76 h 232"/>
                <a:gd name="T64" fmla="*/ 68 w 153"/>
                <a:gd name="T65" fmla="*/ 85 h 232"/>
                <a:gd name="T66" fmla="*/ 42 w 153"/>
                <a:gd name="T67" fmla="*/ 90 h 232"/>
                <a:gd name="T68" fmla="*/ 20 w 153"/>
                <a:gd name="T69" fmla="*/ 91 h 232"/>
                <a:gd name="T70" fmla="*/ 11 w 153"/>
                <a:gd name="T71" fmla="*/ 84 h 232"/>
                <a:gd name="T72" fmla="*/ 16 w 153"/>
                <a:gd name="T73" fmla="*/ 76 h 232"/>
                <a:gd name="T74" fmla="*/ 21 w 153"/>
                <a:gd name="T75" fmla="*/ 82 h 232"/>
                <a:gd name="T76" fmla="*/ 31 w 153"/>
                <a:gd name="T77" fmla="*/ 84 h 232"/>
                <a:gd name="T78" fmla="*/ 62 w 153"/>
                <a:gd name="T79" fmla="*/ 77 h 232"/>
                <a:gd name="T80" fmla="*/ 84 w 153"/>
                <a:gd name="T81" fmla="*/ 70 h 232"/>
                <a:gd name="T82" fmla="*/ 90 w 153"/>
                <a:gd name="T83" fmla="*/ 64 h 232"/>
                <a:gd name="T84" fmla="*/ 89 w 153"/>
                <a:gd name="T85" fmla="*/ 56 h 232"/>
                <a:gd name="T86" fmla="*/ 82 w 153"/>
                <a:gd name="T87" fmla="*/ 52 h 232"/>
                <a:gd name="T88" fmla="*/ 64 w 153"/>
                <a:gd name="T89" fmla="*/ 53 h 232"/>
                <a:gd name="T90" fmla="*/ 32 w 153"/>
                <a:gd name="T91" fmla="*/ 61 h 232"/>
                <a:gd name="T92" fmla="*/ 19 w 153"/>
                <a:gd name="T93" fmla="*/ 68 h 232"/>
                <a:gd name="T94" fmla="*/ 15 w 153"/>
                <a:gd name="T95" fmla="*/ 75 h 232"/>
                <a:gd name="T96" fmla="*/ 26 w 153"/>
                <a:gd name="T97" fmla="*/ 135 h 232"/>
                <a:gd name="T98" fmla="*/ 34 w 153"/>
                <a:gd name="T99" fmla="*/ 140 h 232"/>
                <a:gd name="T100" fmla="*/ 43 w 153"/>
                <a:gd name="T101" fmla="*/ 141 h 232"/>
                <a:gd name="T102" fmla="*/ 44 w 153"/>
                <a:gd name="T103" fmla="*/ 132 h 232"/>
                <a:gd name="T104" fmla="*/ 34 w 153"/>
                <a:gd name="T105" fmla="*/ 130 h 232"/>
                <a:gd name="T106" fmla="*/ 30 w 153"/>
                <a:gd name="T107" fmla="*/ 121 h 232"/>
                <a:gd name="T108" fmla="*/ 36 w 153"/>
                <a:gd name="T109" fmla="*/ 112 h 232"/>
                <a:gd name="T110" fmla="*/ 34 w 153"/>
                <a:gd name="T111" fmla="*/ 103 h 232"/>
                <a:gd name="T112" fmla="*/ 26 w 153"/>
                <a:gd name="T113" fmla="*/ 109 h 232"/>
                <a:gd name="T114" fmla="*/ 22 w 153"/>
                <a:gd name="T115" fmla="*/ 119 h 232"/>
                <a:gd name="T116" fmla="*/ 110 w 153"/>
                <a:gd name="T117" fmla="*/ 122 h 232"/>
                <a:gd name="T118" fmla="*/ 42 w 153"/>
                <a:gd name="T119" fmla="*/ 172 h 232"/>
                <a:gd name="T120" fmla="*/ 73 w 153"/>
                <a:gd name="T121" fmla="*/ 232 h 232"/>
                <a:gd name="T122" fmla="*/ 137 w 153"/>
                <a:gd name="T123" fmla="*/ 163 h 232"/>
                <a:gd name="T124" fmla="*/ 108 w 153"/>
                <a:gd name="T125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32">
                  <a:moveTo>
                    <a:pt x="73" y="39"/>
                  </a:moveTo>
                  <a:lnTo>
                    <a:pt x="75" y="38"/>
                  </a:lnTo>
                  <a:lnTo>
                    <a:pt x="78" y="37"/>
                  </a:lnTo>
                  <a:lnTo>
                    <a:pt x="82" y="36"/>
                  </a:lnTo>
                  <a:lnTo>
                    <a:pt x="85" y="34"/>
                  </a:lnTo>
                  <a:lnTo>
                    <a:pt x="86" y="33"/>
                  </a:lnTo>
                  <a:lnTo>
                    <a:pt x="87" y="31"/>
                  </a:lnTo>
                  <a:lnTo>
                    <a:pt x="89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91" y="24"/>
                  </a:lnTo>
                  <a:lnTo>
                    <a:pt x="91" y="21"/>
                  </a:lnTo>
                  <a:lnTo>
                    <a:pt x="91" y="18"/>
                  </a:lnTo>
                  <a:lnTo>
                    <a:pt x="90" y="16"/>
                  </a:lnTo>
                  <a:lnTo>
                    <a:pt x="90" y="13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7" y="8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2" y="3"/>
                  </a:lnTo>
                  <a:lnTo>
                    <a:pt x="81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2" y="1"/>
                  </a:lnTo>
                  <a:lnTo>
                    <a:pt x="58" y="4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9" y="10"/>
                  </a:lnTo>
                  <a:lnTo>
                    <a:pt x="43" y="16"/>
                  </a:lnTo>
                  <a:lnTo>
                    <a:pt x="38" y="22"/>
                  </a:lnTo>
                  <a:lnTo>
                    <a:pt x="32" y="28"/>
                  </a:lnTo>
                  <a:lnTo>
                    <a:pt x="26" y="35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2" y="37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9" y="34"/>
                  </a:lnTo>
                  <a:lnTo>
                    <a:pt x="8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8" y="24"/>
                  </a:lnTo>
                  <a:lnTo>
                    <a:pt x="9" y="22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8" y="17"/>
                  </a:lnTo>
                  <a:lnTo>
                    <a:pt x="22" y="16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5" y="9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4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6" y="43"/>
                  </a:lnTo>
                  <a:lnTo>
                    <a:pt x="8" y="44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2" y="46"/>
                  </a:lnTo>
                  <a:lnTo>
                    <a:pt x="26" y="46"/>
                  </a:lnTo>
                  <a:lnTo>
                    <a:pt x="28" y="45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9" y="33"/>
                  </a:lnTo>
                  <a:lnTo>
                    <a:pt x="45" y="25"/>
                  </a:lnTo>
                  <a:lnTo>
                    <a:pt x="52" y="18"/>
                  </a:lnTo>
                  <a:lnTo>
                    <a:pt x="55" y="14"/>
                  </a:lnTo>
                  <a:lnTo>
                    <a:pt x="59" y="12"/>
                  </a:lnTo>
                  <a:lnTo>
                    <a:pt x="62" y="9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5" y="8"/>
                  </a:lnTo>
                  <a:lnTo>
                    <a:pt x="77" y="9"/>
                  </a:lnTo>
                  <a:lnTo>
                    <a:pt x="78" y="10"/>
                  </a:lnTo>
                  <a:lnTo>
                    <a:pt x="80" y="12"/>
                  </a:lnTo>
                  <a:lnTo>
                    <a:pt x="82" y="13"/>
                  </a:lnTo>
                  <a:lnTo>
                    <a:pt x="82" y="15"/>
                  </a:lnTo>
                  <a:lnTo>
                    <a:pt x="83" y="17"/>
                  </a:lnTo>
                  <a:lnTo>
                    <a:pt x="84" y="20"/>
                  </a:lnTo>
                  <a:lnTo>
                    <a:pt x="84" y="21"/>
                  </a:lnTo>
                  <a:lnTo>
                    <a:pt x="83" y="23"/>
                  </a:lnTo>
                  <a:lnTo>
                    <a:pt x="83" y="24"/>
                  </a:lnTo>
                  <a:lnTo>
                    <a:pt x="82" y="25"/>
                  </a:lnTo>
                  <a:lnTo>
                    <a:pt x="81" y="27"/>
                  </a:lnTo>
                  <a:lnTo>
                    <a:pt x="79" y="28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1" y="30"/>
                  </a:lnTo>
                  <a:lnTo>
                    <a:pt x="73" y="39"/>
                  </a:lnTo>
                  <a:lnTo>
                    <a:pt x="73" y="39"/>
                  </a:lnTo>
                  <a:close/>
                  <a:moveTo>
                    <a:pt x="9" y="78"/>
                  </a:moveTo>
                  <a:lnTo>
                    <a:pt x="8" y="76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69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4"/>
                  </a:lnTo>
                  <a:lnTo>
                    <a:pt x="14" y="63"/>
                  </a:lnTo>
                  <a:lnTo>
                    <a:pt x="17" y="60"/>
                  </a:lnTo>
                  <a:lnTo>
                    <a:pt x="20" y="58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1" y="53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5" y="48"/>
                  </a:lnTo>
                  <a:lnTo>
                    <a:pt x="54" y="47"/>
                  </a:lnTo>
                  <a:lnTo>
                    <a:pt x="63" y="45"/>
                  </a:lnTo>
                  <a:lnTo>
                    <a:pt x="71" y="44"/>
                  </a:lnTo>
                  <a:lnTo>
                    <a:pt x="78" y="44"/>
                  </a:lnTo>
                  <a:lnTo>
                    <a:pt x="82" y="44"/>
                  </a:lnTo>
                  <a:lnTo>
                    <a:pt x="86" y="44"/>
                  </a:lnTo>
                  <a:lnTo>
                    <a:pt x="89" y="46"/>
                  </a:lnTo>
                  <a:lnTo>
                    <a:pt x="91" y="47"/>
                  </a:lnTo>
                  <a:lnTo>
                    <a:pt x="94" y="49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4"/>
                  </a:lnTo>
                  <a:lnTo>
                    <a:pt x="98" y="56"/>
                  </a:lnTo>
                  <a:lnTo>
                    <a:pt x="98" y="57"/>
                  </a:lnTo>
                  <a:lnTo>
                    <a:pt x="98" y="60"/>
                  </a:lnTo>
                  <a:lnTo>
                    <a:pt x="98" y="63"/>
                  </a:lnTo>
                  <a:lnTo>
                    <a:pt x="98" y="64"/>
                  </a:lnTo>
                  <a:lnTo>
                    <a:pt x="98" y="67"/>
                  </a:lnTo>
                  <a:lnTo>
                    <a:pt x="97" y="68"/>
                  </a:lnTo>
                  <a:lnTo>
                    <a:pt x="95" y="70"/>
                  </a:lnTo>
                  <a:lnTo>
                    <a:pt x="94" y="72"/>
                  </a:lnTo>
                  <a:lnTo>
                    <a:pt x="92" y="74"/>
                  </a:lnTo>
                  <a:lnTo>
                    <a:pt x="90" y="76"/>
                  </a:lnTo>
                  <a:lnTo>
                    <a:pt x="86" y="77"/>
                  </a:lnTo>
                  <a:lnTo>
                    <a:pt x="82" y="80"/>
                  </a:lnTo>
                  <a:lnTo>
                    <a:pt x="78" y="81"/>
                  </a:lnTo>
                  <a:lnTo>
                    <a:pt x="73" y="84"/>
                  </a:lnTo>
                  <a:lnTo>
                    <a:pt x="68" y="85"/>
                  </a:lnTo>
                  <a:lnTo>
                    <a:pt x="63" y="87"/>
                  </a:lnTo>
                  <a:lnTo>
                    <a:pt x="58" y="88"/>
                  </a:lnTo>
                  <a:lnTo>
                    <a:pt x="53" y="88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37" y="91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2" y="92"/>
                  </a:lnTo>
                  <a:lnTo>
                    <a:pt x="20" y="91"/>
                  </a:lnTo>
                  <a:lnTo>
                    <a:pt x="18" y="90"/>
                  </a:lnTo>
                  <a:lnTo>
                    <a:pt x="15" y="89"/>
                  </a:lnTo>
                  <a:lnTo>
                    <a:pt x="14" y="88"/>
                  </a:lnTo>
                  <a:lnTo>
                    <a:pt x="12" y="87"/>
                  </a:lnTo>
                  <a:lnTo>
                    <a:pt x="11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9" y="78"/>
                  </a:lnTo>
                  <a:lnTo>
                    <a:pt x="9" y="78"/>
                  </a:lnTo>
                  <a:close/>
                  <a:moveTo>
                    <a:pt x="16" y="76"/>
                  </a:moveTo>
                  <a:lnTo>
                    <a:pt x="16" y="78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4" y="83"/>
                  </a:lnTo>
                  <a:lnTo>
                    <a:pt x="26" y="84"/>
                  </a:lnTo>
                  <a:lnTo>
                    <a:pt x="28" y="84"/>
                  </a:lnTo>
                  <a:lnTo>
                    <a:pt x="31" y="84"/>
                  </a:lnTo>
                  <a:lnTo>
                    <a:pt x="36" y="83"/>
                  </a:lnTo>
                  <a:lnTo>
                    <a:pt x="43" y="82"/>
                  </a:lnTo>
                  <a:lnTo>
                    <a:pt x="50" y="80"/>
                  </a:lnTo>
                  <a:lnTo>
                    <a:pt x="56" y="80"/>
                  </a:lnTo>
                  <a:lnTo>
                    <a:pt x="62" y="77"/>
                  </a:lnTo>
                  <a:lnTo>
                    <a:pt x="69" y="76"/>
                  </a:lnTo>
                  <a:lnTo>
                    <a:pt x="74" y="74"/>
                  </a:lnTo>
                  <a:lnTo>
                    <a:pt x="79" y="72"/>
                  </a:lnTo>
                  <a:lnTo>
                    <a:pt x="82" y="71"/>
                  </a:lnTo>
                  <a:lnTo>
                    <a:pt x="84" y="70"/>
                  </a:lnTo>
                  <a:lnTo>
                    <a:pt x="86" y="68"/>
                  </a:lnTo>
                  <a:lnTo>
                    <a:pt x="87" y="68"/>
                  </a:lnTo>
                  <a:lnTo>
                    <a:pt x="88" y="66"/>
                  </a:lnTo>
                  <a:lnTo>
                    <a:pt x="90" y="64"/>
                  </a:lnTo>
                  <a:lnTo>
                    <a:pt x="90" y="64"/>
                  </a:lnTo>
                  <a:lnTo>
                    <a:pt x="90" y="63"/>
                  </a:lnTo>
                  <a:lnTo>
                    <a:pt x="91" y="60"/>
                  </a:lnTo>
                  <a:lnTo>
                    <a:pt x="91" y="59"/>
                  </a:lnTo>
                  <a:lnTo>
                    <a:pt x="90" y="57"/>
                  </a:lnTo>
                  <a:lnTo>
                    <a:pt x="89" y="56"/>
                  </a:lnTo>
                  <a:lnTo>
                    <a:pt x="88" y="56"/>
                  </a:lnTo>
                  <a:lnTo>
                    <a:pt x="87" y="55"/>
                  </a:lnTo>
                  <a:lnTo>
                    <a:pt x="86" y="54"/>
                  </a:lnTo>
                  <a:lnTo>
                    <a:pt x="84" y="53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78" y="52"/>
                  </a:lnTo>
                  <a:lnTo>
                    <a:pt x="75" y="52"/>
                  </a:lnTo>
                  <a:lnTo>
                    <a:pt x="70" y="52"/>
                  </a:lnTo>
                  <a:lnTo>
                    <a:pt x="64" y="53"/>
                  </a:lnTo>
                  <a:lnTo>
                    <a:pt x="58" y="55"/>
                  </a:lnTo>
                  <a:lnTo>
                    <a:pt x="50" y="56"/>
                  </a:lnTo>
                  <a:lnTo>
                    <a:pt x="44" y="58"/>
                  </a:lnTo>
                  <a:lnTo>
                    <a:pt x="38" y="60"/>
                  </a:lnTo>
                  <a:lnTo>
                    <a:pt x="32" y="61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2" y="66"/>
                  </a:lnTo>
                  <a:lnTo>
                    <a:pt x="21" y="67"/>
                  </a:lnTo>
                  <a:lnTo>
                    <a:pt x="19" y="68"/>
                  </a:lnTo>
                  <a:lnTo>
                    <a:pt x="18" y="70"/>
                  </a:lnTo>
                  <a:lnTo>
                    <a:pt x="17" y="71"/>
                  </a:lnTo>
                  <a:lnTo>
                    <a:pt x="17" y="72"/>
                  </a:lnTo>
                  <a:lnTo>
                    <a:pt x="16" y="74"/>
                  </a:lnTo>
                  <a:lnTo>
                    <a:pt x="15" y="75"/>
                  </a:lnTo>
                  <a:lnTo>
                    <a:pt x="16" y="76"/>
                  </a:lnTo>
                  <a:lnTo>
                    <a:pt x="16" y="76"/>
                  </a:lnTo>
                  <a:close/>
                  <a:moveTo>
                    <a:pt x="23" y="128"/>
                  </a:moveTo>
                  <a:lnTo>
                    <a:pt x="25" y="132"/>
                  </a:lnTo>
                  <a:lnTo>
                    <a:pt x="26" y="135"/>
                  </a:lnTo>
                  <a:lnTo>
                    <a:pt x="27" y="136"/>
                  </a:lnTo>
                  <a:lnTo>
                    <a:pt x="29" y="137"/>
                  </a:lnTo>
                  <a:lnTo>
                    <a:pt x="30" y="139"/>
                  </a:lnTo>
                  <a:lnTo>
                    <a:pt x="32" y="140"/>
                  </a:lnTo>
                  <a:lnTo>
                    <a:pt x="34" y="140"/>
                  </a:lnTo>
                  <a:lnTo>
                    <a:pt x="35" y="140"/>
                  </a:lnTo>
                  <a:lnTo>
                    <a:pt x="37" y="141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3" y="141"/>
                  </a:lnTo>
                  <a:lnTo>
                    <a:pt x="45" y="140"/>
                  </a:lnTo>
                  <a:lnTo>
                    <a:pt x="47" y="140"/>
                  </a:lnTo>
                  <a:lnTo>
                    <a:pt x="115" y="116"/>
                  </a:lnTo>
                  <a:lnTo>
                    <a:pt x="112" y="108"/>
                  </a:lnTo>
                  <a:lnTo>
                    <a:pt x="44" y="132"/>
                  </a:lnTo>
                  <a:lnTo>
                    <a:pt x="42" y="132"/>
                  </a:lnTo>
                  <a:lnTo>
                    <a:pt x="39" y="132"/>
                  </a:lnTo>
                  <a:lnTo>
                    <a:pt x="38" y="132"/>
                  </a:lnTo>
                  <a:lnTo>
                    <a:pt x="36" y="132"/>
                  </a:lnTo>
                  <a:lnTo>
                    <a:pt x="34" y="130"/>
                  </a:lnTo>
                  <a:lnTo>
                    <a:pt x="32" y="129"/>
                  </a:lnTo>
                  <a:lnTo>
                    <a:pt x="31" y="128"/>
                  </a:lnTo>
                  <a:lnTo>
                    <a:pt x="30" y="125"/>
                  </a:lnTo>
                  <a:lnTo>
                    <a:pt x="30" y="124"/>
                  </a:lnTo>
                  <a:lnTo>
                    <a:pt x="30" y="121"/>
                  </a:lnTo>
                  <a:lnTo>
                    <a:pt x="30" y="119"/>
                  </a:lnTo>
                  <a:lnTo>
                    <a:pt x="31" y="116"/>
                  </a:lnTo>
                  <a:lnTo>
                    <a:pt x="32" y="115"/>
                  </a:lnTo>
                  <a:lnTo>
                    <a:pt x="34" y="112"/>
                  </a:lnTo>
                  <a:lnTo>
                    <a:pt x="36" y="112"/>
                  </a:lnTo>
                  <a:lnTo>
                    <a:pt x="38" y="110"/>
                  </a:lnTo>
                  <a:lnTo>
                    <a:pt x="105" y="88"/>
                  </a:lnTo>
                  <a:lnTo>
                    <a:pt x="103" y="80"/>
                  </a:lnTo>
                  <a:lnTo>
                    <a:pt x="36" y="102"/>
                  </a:lnTo>
                  <a:lnTo>
                    <a:pt x="34" y="103"/>
                  </a:lnTo>
                  <a:lnTo>
                    <a:pt x="32" y="104"/>
                  </a:lnTo>
                  <a:lnTo>
                    <a:pt x="30" y="105"/>
                  </a:lnTo>
                  <a:lnTo>
                    <a:pt x="29" y="107"/>
                  </a:lnTo>
                  <a:lnTo>
                    <a:pt x="27" y="108"/>
                  </a:lnTo>
                  <a:lnTo>
                    <a:pt x="26" y="109"/>
                  </a:lnTo>
                  <a:lnTo>
                    <a:pt x="25" y="112"/>
                  </a:lnTo>
                  <a:lnTo>
                    <a:pt x="24" y="113"/>
                  </a:lnTo>
                  <a:lnTo>
                    <a:pt x="23" y="115"/>
                  </a:lnTo>
                  <a:lnTo>
                    <a:pt x="22" y="117"/>
                  </a:lnTo>
                  <a:lnTo>
                    <a:pt x="22" y="119"/>
                  </a:lnTo>
                  <a:lnTo>
                    <a:pt x="22" y="120"/>
                  </a:lnTo>
                  <a:lnTo>
                    <a:pt x="22" y="124"/>
                  </a:lnTo>
                  <a:lnTo>
                    <a:pt x="23" y="128"/>
                  </a:lnTo>
                  <a:lnTo>
                    <a:pt x="23" y="128"/>
                  </a:lnTo>
                  <a:close/>
                  <a:moveTo>
                    <a:pt x="110" y="122"/>
                  </a:moveTo>
                  <a:lnTo>
                    <a:pt x="116" y="119"/>
                  </a:lnTo>
                  <a:lnTo>
                    <a:pt x="130" y="151"/>
                  </a:lnTo>
                  <a:lnTo>
                    <a:pt x="123" y="153"/>
                  </a:lnTo>
                  <a:lnTo>
                    <a:pt x="118" y="141"/>
                  </a:lnTo>
                  <a:lnTo>
                    <a:pt x="42" y="172"/>
                  </a:lnTo>
                  <a:lnTo>
                    <a:pt x="38" y="164"/>
                  </a:lnTo>
                  <a:lnTo>
                    <a:pt x="114" y="133"/>
                  </a:lnTo>
                  <a:lnTo>
                    <a:pt x="110" y="122"/>
                  </a:lnTo>
                  <a:lnTo>
                    <a:pt x="110" y="122"/>
                  </a:lnTo>
                  <a:close/>
                  <a:moveTo>
                    <a:pt x="73" y="232"/>
                  </a:moveTo>
                  <a:lnTo>
                    <a:pt x="153" y="190"/>
                  </a:lnTo>
                  <a:lnTo>
                    <a:pt x="149" y="183"/>
                  </a:lnTo>
                  <a:lnTo>
                    <a:pt x="115" y="200"/>
                  </a:lnTo>
                  <a:lnTo>
                    <a:pt x="103" y="177"/>
                  </a:lnTo>
                  <a:lnTo>
                    <a:pt x="137" y="163"/>
                  </a:lnTo>
                  <a:lnTo>
                    <a:pt x="133" y="155"/>
                  </a:lnTo>
                  <a:lnTo>
                    <a:pt x="50" y="192"/>
                  </a:lnTo>
                  <a:lnTo>
                    <a:pt x="54" y="200"/>
                  </a:lnTo>
                  <a:lnTo>
                    <a:pt x="95" y="180"/>
                  </a:lnTo>
                  <a:lnTo>
                    <a:pt x="108" y="204"/>
                  </a:lnTo>
                  <a:lnTo>
                    <a:pt x="69" y="225"/>
                  </a:lnTo>
                  <a:lnTo>
                    <a:pt x="73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0" name="iSlïḋê">
              <a:extLst>
                <a:ext uri="{FF2B5EF4-FFF2-40B4-BE49-F238E27FC236}">
                  <a16:creationId xmlns:a16="http://schemas.microsoft.com/office/drawing/2014/main" id="{371D7E8C-97C1-43FF-AD83-08CF39B33A43}"/>
                </a:ext>
              </a:extLst>
            </p:cNvPr>
            <p:cNvSpPr/>
            <p:nvPr/>
          </p:nvSpPr>
          <p:spPr bwMode="auto">
            <a:xfrm>
              <a:off x="2192338" y="3840163"/>
              <a:ext cx="303213" cy="306388"/>
            </a:xfrm>
            <a:custGeom>
              <a:avLst/>
              <a:gdLst>
                <a:gd name="T0" fmla="*/ 20 w 191"/>
                <a:gd name="T1" fmla="*/ 59 h 193"/>
                <a:gd name="T2" fmla="*/ 13 w 191"/>
                <a:gd name="T3" fmla="*/ 60 h 193"/>
                <a:gd name="T4" fmla="*/ 9 w 191"/>
                <a:gd name="T5" fmla="*/ 56 h 193"/>
                <a:gd name="T6" fmla="*/ 8 w 191"/>
                <a:gd name="T7" fmla="*/ 50 h 193"/>
                <a:gd name="T8" fmla="*/ 10 w 191"/>
                <a:gd name="T9" fmla="*/ 45 h 193"/>
                <a:gd name="T10" fmla="*/ 14 w 191"/>
                <a:gd name="T11" fmla="*/ 39 h 193"/>
                <a:gd name="T12" fmla="*/ 24 w 191"/>
                <a:gd name="T13" fmla="*/ 30 h 193"/>
                <a:gd name="T14" fmla="*/ 38 w 191"/>
                <a:gd name="T15" fmla="*/ 19 h 193"/>
                <a:gd name="T16" fmla="*/ 52 w 191"/>
                <a:gd name="T17" fmla="*/ 12 h 193"/>
                <a:gd name="T18" fmla="*/ 60 w 191"/>
                <a:gd name="T19" fmla="*/ 10 h 193"/>
                <a:gd name="T20" fmla="*/ 65 w 191"/>
                <a:gd name="T21" fmla="*/ 10 h 193"/>
                <a:gd name="T22" fmla="*/ 69 w 191"/>
                <a:gd name="T23" fmla="*/ 12 h 193"/>
                <a:gd name="T24" fmla="*/ 71 w 191"/>
                <a:gd name="T25" fmla="*/ 18 h 193"/>
                <a:gd name="T26" fmla="*/ 69 w 191"/>
                <a:gd name="T27" fmla="*/ 24 h 193"/>
                <a:gd name="T28" fmla="*/ 61 w 191"/>
                <a:gd name="T29" fmla="*/ 32 h 193"/>
                <a:gd name="T30" fmla="*/ 69 w 191"/>
                <a:gd name="T31" fmla="*/ 36 h 193"/>
                <a:gd name="T32" fmla="*/ 75 w 191"/>
                <a:gd name="T33" fmla="*/ 31 h 193"/>
                <a:gd name="T34" fmla="*/ 77 w 191"/>
                <a:gd name="T35" fmla="*/ 25 h 193"/>
                <a:gd name="T36" fmla="*/ 79 w 191"/>
                <a:gd name="T37" fmla="*/ 19 h 193"/>
                <a:gd name="T38" fmla="*/ 78 w 191"/>
                <a:gd name="T39" fmla="*/ 13 h 193"/>
                <a:gd name="T40" fmla="*/ 75 w 191"/>
                <a:gd name="T41" fmla="*/ 7 h 193"/>
                <a:gd name="T42" fmla="*/ 71 w 191"/>
                <a:gd name="T43" fmla="*/ 3 h 193"/>
                <a:gd name="T44" fmla="*/ 64 w 191"/>
                <a:gd name="T45" fmla="*/ 0 h 193"/>
                <a:gd name="T46" fmla="*/ 55 w 191"/>
                <a:gd name="T47" fmla="*/ 2 h 193"/>
                <a:gd name="T48" fmla="*/ 42 w 191"/>
                <a:gd name="T49" fmla="*/ 7 h 193"/>
                <a:gd name="T50" fmla="*/ 29 w 191"/>
                <a:gd name="T51" fmla="*/ 16 h 193"/>
                <a:gd name="T52" fmla="*/ 17 w 191"/>
                <a:gd name="T53" fmla="*/ 25 h 193"/>
                <a:gd name="T54" fmla="*/ 8 w 191"/>
                <a:gd name="T55" fmla="*/ 35 h 193"/>
                <a:gd name="T56" fmla="*/ 2 w 191"/>
                <a:gd name="T57" fmla="*/ 43 h 193"/>
                <a:gd name="T58" fmla="*/ 0 w 191"/>
                <a:gd name="T59" fmla="*/ 51 h 193"/>
                <a:gd name="T60" fmla="*/ 2 w 191"/>
                <a:gd name="T61" fmla="*/ 58 h 193"/>
                <a:gd name="T62" fmla="*/ 5 w 191"/>
                <a:gd name="T63" fmla="*/ 64 h 193"/>
                <a:gd name="T64" fmla="*/ 9 w 191"/>
                <a:gd name="T65" fmla="*/ 67 h 193"/>
                <a:gd name="T66" fmla="*/ 14 w 191"/>
                <a:gd name="T67" fmla="*/ 69 h 193"/>
                <a:gd name="T68" fmla="*/ 20 w 191"/>
                <a:gd name="T69" fmla="*/ 68 h 193"/>
                <a:gd name="T70" fmla="*/ 28 w 191"/>
                <a:gd name="T71" fmla="*/ 65 h 193"/>
                <a:gd name="T72" fmla="*/ 29 w 191"/>
                <a:gd name="T73" fmla="*/ 55 h 193"/>
                <a:gd name="T74" fmla="*/ 43 w 191"/>
                <a:gd name="T75" fmla="*/ 107 h 193"/>
                <a:gd name="T76" fmla="*/ 27 w 191"/>
                <a:gd name="T77" fmla="*/ 89 h 193"/>
                <a:gd name="T78" fmla="*/ 97 w 191"/>
                <a:gd name="T79" fmla="*/ 33 h 193"/>
                <a:gd name="T80" fmla="*/ 110 w 191"/>
                <a:gd name="T81" fmla="*/ 47 h 193"/>
                <a:gd name="T82" fmla="*/ 48 w 191"/>
                <a:gd name="T83" fmla="*/ 112 h 193"/>
                <a:gd name="T84" fmla="*/ 124 w 191"/>
                <a:gd name="T85" fmla="*/ 60 h 193"/>
                <a:gd name="T86" fmla="*/ 64 w 191"/>
                <a:gd name="T87" fmla="*/ 127 h 193"/>
                <a:gd name="T88" fmla="*/ 169 w 191"/>
                <a:gd name="T89" fmla="*/ 95 h 193"/>
                <a:gd name="T90" fmla="*/ 149 w 191"/>
                <a:gd name="T91" fmla="*/ 82 h 193"/>
                <a:gd name="T92" fmla="*/ 82 w 191"/>
                <a:gd name="T93" fmla="*/ 143 h 193"/>
                <a:gd name="T94" fmla="*/ 99 w 191"/>
                <a:gd name="T95" fmla="*/ 156 h 193"/>
                <a:gd name="T96" fmla="*/ 145 w 191"/>
                <a:gd name="T97" fmla="*/ 188 h 193"/>
                <a:gd name="T98" fmla="*/ 182 w 191"/>
                <a:gd name="T99" fmla="*/ 105 h 193"/>
                <a:gd name="T100" fmla="*/ 147 w 191"/>
                <a:gd name="T101" fmla="*/ 148 h 193"/>
                <a:gd name="T102" fmla="*/ 153 w 191"/>
                <a:gd name="T103" fmla="*/ 14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1" h="193">
                  <a:moveTo>
                    <a:pt x="29" y="55"/>
                  </a:moveTo>
                  <a:lnTo>
                    <a:pt x="24" y="57"/>
                  </a:lnTo>
                  <a:lnTo>
                    <a:pt x="20" y="59"/>
                  </a:lnTo>
                  <a:lnTo>
                    <a:pt x="17" y="60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2" y="59"/>
                  </a:lnTo>
                  <a:lnTo>
                    <a:pt x="10" y="58"/>
                  </a:lnTo>
                  <a:lnTo>
                    <a:pt x="9" y="56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4" y="39"/>
                  </a:lnTo>
                  <a:lnTo>
                    <a:pt x="16" y="37"/>
                  </a:lnTo>
                  <a:lnTo>
                    <a:pt x="20" y="33"/>
                  </a:lnTo>
                  <a:lnTo>
                    <a:pt x="24" y="30"/>
                  </a:lnTo>
                  <a:lnTo>
                    <a:pt x="28" y="27"/>
                  </a:lnTo>
                  <a:lnTo>
                    <a:pt x="33" y="23"/>
                  </a:lnTo>
                  <a:lnTo>
                    <a:pt x="38" y="19"/>
                  </a:lnTo>
                  <a:lnTo>
                    <a:pt x="43" y="17"/>
                  </a:lnTo>
                  <a:lnTo>
                    <a:pt x="48" y="15"/>
                  </a:lnTo>
                  <a:lnTo>
                    <a:pt x="52" y="12"/>
                  </a:lnTo>
                  <a:lnTo>
                    <a:pt x="56" y="11"/>
                  </a:lnTo>
                  <a:lnTo>
                    <a:pt x="58" y="10"/>
                  </a:lnTo>
                  <a:lnTo>
                    <a:pt x="60" y="10"/>
                  </a:lnTo>
                  <a:lnTo>
                    <a:pt x="61" y="9"/>
                  </a:lnTo>
                  <a:lnTo>
                    <a:pt x="64" y="9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4"/>
                  </a:lnTo>
                  <a:lnTo>
                    <a:pt x="71" y="16"/>
                  </a:lnTo>
                  <a:lnTo>
                    <a:pt x="71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69" y="24"/>
                  </a:lnTo>
                  <a:lnTo>
                    <a:pt x="68" y="27"/>
                  </a:lnTo>
                  <a:lnTo>
                    <a:pt x="65" y="29"/>
                  </a:lnTo>
                  <a:lnTo>
                    <a:pt x="61" y="32"/>
                  </a:lnTo>
                  <a:lnTo>
                    <a:pt x="65" y="39"/>
                  </a:lnTo>
                  <a:lnTo>
                    <a:pt x="67" y="38"/>
                  </a:lnTo>
                  <a:lnTo>
                    <a:pt x="69" y="36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5" y="31"/>
                  </a:lnTo>
                  <a:lnTo>
                    <a:pt x="76" y="29"/>
                  </a:lnTo>
                  <a:lnTo>
                    <a:pt x="77" y="27"/>
                  </a:lnTo>
                  <a:lnTo>
                    <a:pt x="77" y="25"/>
                  </a:lnTo>
                  <a:lnTo>
                    <a:pt x="78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79" y="17"/>
                  </a:lnTo>
                  <a:lnTo>
                    <a:pt x="78" y="15"/>
                  </a:lnTo>
                  <a:lnTo>
                    <a:pt x="78" y="13"/>
                  </a:lnTo>
                  <a:lnTo>
                    <a:pt x="77" y="11"/>
                  </a:lnTo>
                  <a:lnTo>
                    <a:pt x="77" y="9"/>
                  </a:lnTo>
                  <a:lnTo>
                    <a:pt x="75" y="7"/>
                  </a:lnTo>
                  <a:lnTo>
                    <a:pt x="74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69" y="1"/>
                  </a:lnTo>
                  <a:lnTo>
                    <a:pt x="66" y="1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7" y="5"/>
                  </a:lnTo>
                  <a:lnTo>
                    <a:pt x="42" y="7"/>
                  </a:lnTo>
                  <a:lnTo>
                    <a:pt x="38" y="10"/>
                  </a:lnTo>
                  <a:lnTo>
                    <a:pt x="34" y="13"/>
                  </a:lnTo>
                  <a:lnTo>
                    <a:pt x="29" y="16"/>
                  </a:lnTo>
                  <a:lnTo>
                    <a:pt x="24" y="19"/>
                  </a:lnTo>
                  <a:lnTo>
                    <a:pt x="20" y="22"/>
                  </a:lnTo>
                  <a:lnTo>
                    <a:pt x="17" y="25"/>
                  </a:lnTo>
                  <a:lnTo>
                    <a:pt x="13" y="29"/>
                  </a:lnTo>
                  <a:lnTo>
                    <a:pt x="10" y="32"/>
                  </a:lnTo>
                  <a:lnTo>
                    <a:pt x="8" y="35"/>
                  </a:lnTo>
                  <a:lnTo>
                    <a:pt x="5" y="38"/>
                  </a:lnTo>
                  <a:lnTo>
                    <a:pt x="4" y="41"/>
                  </a:lnTo>
                  <a:lnTo>
                    <a:pt x="2" y="43"/>
                  </a:lnTo>
                  <a:lnTo>
                    <a:pt x="1" y="46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4" y="63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8" y="67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2" y="69"/>
                  </a:lnTo>
                  <a:lnTo>
                    <a:pt x="14" y="69"/>
                  </a:lnTo>
                  <a:lnTo>
                    <a:pt x="16" y="69"/>
                  </a:lnTo>
                  <a:lnTo>
                    <a:pt x="19" y="69"/>
                  </a:lnTo>
                  <a:lnTo>
                    <a:pt x="20" y="68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3" y="62"/>
                  </a:lnTo>
                  <a:lnTo>
                    <a:pt x="29" y="55"/>
                  </a:lnTo>
                  <a:lnTo>
                    <a:pt x="29" y="55"/>
                  </a:lnTo>
                  <a:close/>
                  <a:moveTo>
                    <a:pt x="48" y="112"/>
                  </a:moveTo>
                  <a:lnTo>
                    <a:pt x="43" y="107"/>
                  </a:lnTo>
                  <a:lnTo>
                    <a:pt x="78" y="76"/>
                  </a:lnTo>
                  <a:lnTo>
                    <a:pt x="64" y="59"/>
                  </a:lnTo>
                  <a:lnTo>
                    <a:pt x="27" y="89"/>
                  </a:lnTo>
                  <a:lnTo>
                    <a:pt x="21" y="83"/>
                  </a:lnTo>
                  <a:lnTo>
                    <a:pt x="91" y="27"/>
                  </a:lnTo>
                  <a:lnTo>
                    <a:pt x="97" y="33"/>
                  </a:lnTo>
                  <a:lnTo>
                    <a:pt x="70" y="54"/>
                  </a:lnTo>
                  <a:lnTo>
                    <a:pt x="84" y="71"/>
                  </a:lnTo>
                  <a:lnTo>
                    <a:pt x="110" y="47"/>
                  </a:lnTo>
                  <a:lnTo>
                    <a:pt x="116" y="53"/>
                  </a:lnTo>
                  <a:lnTo>
                    <a:pt x="48" y="112"/>
                  </a:lnTo>
                  <a:lnTo>
                    <a:pt x="48" y="112"/>
                  </a:lnTo>
                  <a:close/>
                  <a:moveTo>
                    <a:pt x="64" y="127"/>
                  </a:moveTo>
                  <a:lnTo>
                    <a:pt x="58" y="121"/>
                  </a:lnTo>
                  <a:lnTo>
                    <a:pt x="124" y="60"/>
                  </a:lnTo>
                  <a:lnTo>
                    <a:pt x="130" y="66"/>
                  </a:lnTo>
                  <a:lnTo>
                    <a:pt x="64" y="127"/>
                  </a:lnTo>
                  <a:lnTo>
                    <a:pt x="64" y="127"/>
                  </a:lnTo>
                  <a:close/>
                  <a:moveTo>
                    <a:pt x="99" y="156"/>
                  </a:moveTo>
                  <a:lnTo>
                    <a:pt x="105" y="161"/>
                  </a:lnTo>
                  <a:lnTo>
                    <a:pt x="169" y="95"/>
                  </a:lnTo>
                  <a:lnTo>
                    <a:pt x="163" y="91"/>
                  </a:lnTo>
                  <a:lnTo>
                    <a:pt x="122" y="131"/>
                  </a:lnTo>
                  <a:lnTo>
                    <a:pt x="149" y="82"/>
                  </a:lnTo>
                  <a:lnTo>
                    <a:pt x="139" y="74"/>
                  </a:lnTo>
                  <a:lnTo>
                    <a:pt x="75" y="136"/>
                  </a:lnTo>
                  <a:lnTo>
                    <a:pt x="82" y="143"/>
                  </a:lnTo>
                  <a:lnTo>
                    <a:pt x="137" y="86"/>
                  </a:lnTo>
                  <a:lnTo>
                    <a:pt x="99" y="156"/>
                  </a:lnTo>
                  <a:lnTo>
                    <a:pt x="99" y="156"/>
                  </a:lnTo>
                  <a:close/>
                  <a:moveTo>
                    <a:pt x="147" y="148"/>
                  </a:moveTo>
                  <a:lnTo>
                    <a:pt x="160" y="159"/>
                  </a:lnTo>
                  <a:lnTo>
                    <a:pt x="145" y="188"/>
                  </a:lnTo>
                  <a:lnTo>
                    <a:pt x="153" y="193"/>
                  </a:lnTo>
                  <a:lnTo>
                    <a:pt x="191" y="111"/>
                  </a:lnTo>
                  <a:lnTo>
                    <a:pt x="182" y="105"/>
                  </a:lnTo>
                  <a:lnTo>
                    <a:pt x="115" y="168"/>
                  </a:lnTo>
                  <a:lnTo>
                    <a:pt x="121" y="173"/>
                  </a:lnTo>
                  <a:lnTo>
                    <a:pt x="147" y="148"/>
                  </a:lnTo>
                  <a:lnTo>
                    <a:pt x="147" y="148"/>
                  </a:lnTo>
                  <a:close/>
                  <a:moveTo>
                    <a:pt x="163" y="151"/>
                  </a:moveTo>
                  <a:lnTo>
                    <a:pt x="153" y="143"/>
                  </a:lnTo>
                  <a:lnTo>
                    <a:pt x="178" y="119"/>
                  </a:lnTo>
                  <a:lnTo>
                    <a:pt x="163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1" name="îšľiḋé">
              <a:extLst>
                <a:ext uri="{FF2B5EF4-FFF2-40B4-BE49-F238E27FC236}">
                  <a16:creationId xmlns:a16="http://schemas.microsoft.com/office/drawing/2014/main" id="{FC3D1EF4-34DD-439E-AB11-22F83AD97A36}"/>
                </a:ext>
              </a:extLst>
            </p:cNvPr>
            <p:cNvSpPr/>
            <p:nvPr/>
          </p:nvSpPr>
          <p:spPr bwMode="auto">
            <a:xfrm>
              <a:off x="2944813" y="3957638"/>
              <a:ext cx="39688" cy="73025"/>
            </a:xfrm>
            <a:custGeom>
              <a:avLst/>
              <a:gdLst>
                <a:gd name="T0" fmla="*/ 13 w 25"/>
                <a:gd name="T1" fmla="*/ 0 h 46"/>
                <a:gd name="T2" fmla="*/ 20 w 25"/>
                <a:gd name="T3" fmla="*/ 29 h 46"/>
                <a:gd name="T4" fmla="*/ 24 w 25"/>
                <a:gd name="T5" fmla="*/ 28 h 46"/>
                <a:gd name="T6" fmla="*/ 25 w 25"/>
                <a:gd name="T7" fmla="*/ 32 h 46"/>
                <a:gd name="T8" fmla="*/ 21 w 25"/>
                <a:gd name="T9" fmla="*/ 33 h 46"/>
                <a:gd name="T10" fmla="*/ 24 w 25"/>
                <a:gd name="T11" fmla="*/ 45 h 46"/>
                <a:gd name="T12" fmla="*/ 20 w 25"/>
                <a:gd name="T13" fmla="*/ 46 h 46"/>
                <a:gd name="T14" fmla="*/ 17 w 25"/>
                <a:gd name="T15" fmla="*/ 33 h 46"/>
                <a:gd name="T16" fmla="*/ 2 w 25"/>
                <a:gd name="T17" fmla="*/ 37 h 46"/>
                <a:gd name="T18" fmla="*/ 0 w 25"/>
                <a:gd name="T19" fmla="*/ 33 h 46"/>
                <a:gd name="T20" fmla="*/ 11 w 25"/>
                <a:gd name="T21" fmla="*/ 0 h 46"/>
                <a:gd name="T22" fmla="*/ 13 w 25"/>
                <a:gd name="T23" fmla="*/ 0 h 46"/>
                <a:gd name="T24" fmla="*/ 13 w 25"/>
                <a:gd name="T25" fmla="*/ 0 h 46"/>
                <a:gd name="T26" fmla="*/ 16 w 25"/>
                <a:gd name="T27" fmla="*/ 29 h 46"/>
                <a:gd name="T28" fmla="*/ 11 w 25"/>
                <a:gd name="T29" fmla="*/ 7 h 46"/>
                <a:gd name="T30" fmla="*/ 3 w 25"/>
                <a:gd name="T31" fmla="*/ 33 h 46"/>
                <a:gd name="T32" fmla="*/ 16 w 25"/>
                <a:gd name="T3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46">
                  <a:moveTo>
                    <a:pt x="13" y="0"/>
                  </a:moveTo>
                  <a:lnTo>
                    <a:pt x="20" y="29"/>
                  </a:lnTo>
                  <a:lnTo>
                    <a:pt x="24" y="28"/>
                  </a:lnTo>
                  <a:lnTo>
                    <a:pt x="25" y="32"/>
                  </a:lnTo>
                  <a:lnTo>
                    <a:pt x="21" y="33"/>
                  </a:lnTo>
                  <a:lnTo>
                    <a:pt x="24" y="45"/>
                  </a:lnTo>
                  <a:lnTo>
                    <a:pt x="20" y="46"/>
                  </a:lnTo>
                  <a:lnTo>
                    <a:pt x="17" y="33"/>
                  </a:lnTo>
                  <a:lnTo>
                    <a:pt x="2" y="37"/>
                  </a:lnTo>
                  <a:lnTo>
                    <a:pt x="0" y="33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16" y="29"/>
                  </a:moveTo>
                  <a:lnTo>
                    <a:pt x="11" y="7"/>
                  </a:lnTo>
                  <a:lnTo>
                    <a:pt x="3" y="33"/>
                  </a:lnTo>
                  <a:lnTo>
                    <a:pt x="16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2" name="îṩliḍè">
              <a:extLst>
                <a:ext uri="{FF2B5EF4-FFF2-40B4-BE49-F238E27FC236}">
                  <a16:creationId xmlns:a16="http://schemas.microsoft.com/office/drawing/2014/main" id="{636B47D6-A89A-4D35-9F71-A8ECC56D784D}"/>
                </a:ext>
              </a:extLst>
            </p:cNvPr>
            <p:cNvSpPr/>
            <p:nvPr/>
          </p:nvSpPr>
          <p:spPr bwMode="auto">
            <a:xfrm>
              <a:off x="2720976" y="3960813"/>
              <a:ext cx="38100" cy="71438"/>
            </a:xfrm>
            <a:custGeom>
              <a:avLst/>
              <a:gdLst>
                <a:gd name="T0" fmla="*/ 16 w 24"/>
                <a:gd name="T1" fmla="*/ 10 h 45"/>
                <a:gd name="T2" fmla="*/ 16 w 24"/>
                <a:gd name="T3" fmla="*/ 8 h 45"/>
                <a:gd name="T4" fmla="*/ 16 w 24"/>
                <a:gd name="T5" fmla="*/ 7 h 45"/>
                <a:gd name="T6" fmla="*/ 16 w 24"/>
                <a:gd name="T7" fmla="*/ 6 h 45"/>
                <a:gd name="T8" fmla="*/ 15 w 24"/>
                <a:gd name="T9" fmla="*/ 5 h 45"/>
                <a:gd name="T10" fmla="*/ 12 w 24"/>
                <a:gd name="T11" fmla="*/ 5 h 45"/>
                <a:gd name="T12" fmla="*/ 9 w 24"/>
                <a:gd name="T13" fmla="*/ 5 h 45"/>
                <a:gd name="T14" fmla="*/ 10 w 24"/>
                <a:gd name="T15" fmla="*/ 3 h 45"/>
                <a:gd name="T16" fmla="*/ 13 w 24"/>
                <a:gd name="T17" fmla="*/ 3 h 45"/>
                <a:gd name="T18" fmla="*/ 17 w 24"/>
                <a:gd name="T19" fmla="*/ 3 h 45"/>
                <a:gd name="T20" fmla="*/ 20 w 24"/>
                <a:gd name="T21" fmla="*/ 2 h 45"/>
                <a:gd name="T22" fmla="*/ 24 w 24"/>
                <a:gd name="T23" fmla="*/ 0 h 45"/>
                <a:gd name="T24" fmla="*/ 14 w 24"/>
                <a:gd name="T25" fmla="*/ 39 h 45"/>
                <a:gd name="T26" fmla="*/ 14 w 24"/>
                <a:gd name="T27" fmla="*/ 39 h 45"/>
                <a:gd name="T28" fmla="*/ 14 w 24"/>
                <a:gd name="T29" fmla="*/ 40 h 45"/>
                <a:gd name="T30" fmla="*/ 14 w 24"/>
                <a:gd name="T31" fmla="*/ 41 h 45"/>
                <a:gd name="T32" fmla="*/ 14 w 24"/>
                <a:gd name="T33" fmla="*/ 42 h 45"/>
                <a:gd name="T34" fmla="*/ 16 w 24"/>
                <a:gd name="T35" fmla="*/ 43 h 45"/>
                <a:gd name="T36" fmla="*/ 18 w 24"/>
                <a:gd name="T37" fmla="*/ 43 h 45"/>
                <a:gd name="T38" fmla="*/ 18 w 24"/>
                <a:gd name="T39" fmla="*/ 45 h 45"/>
                <a:gd name="T40" fmla="*/ 0 w 24"/>
                <a:gd name="T41" fmla="*/ 40 h 45"/>
                <a:gd name="T42" fmla="*/ 1 w 24"/>
                <a:gd name="T43" fmla="*/ 39 h 45"/>
                <a:gd name="T44" fmla="*/ 4 w 24"/>
                <a:gd name="T45" fmla="*/ 39 h 45"/>
                <a:gd name="T46" fmla="*/ 6 w 24"/>
                <a:gd name="T47" fmla="*/ 39 h 45"/>
                <a:gd name="T48" fmla="*/ 7 w 24"/>
                <a:gd name="T49" fmla="*/ 39 h 45"/>
                <a:gd name="T50" fmla="*/ 8 w 24"/>
                <a:gd name="T51" fmla="*/ 39 h 45"/>
                <a:gd name="T52" fmla="*/ 8 w 24"/>
                <a:gd name="T53" fmla="*/ 39 h 45"/>
                <a:gd name="T54" fmla="*/ 8 w 24"/>
                <a:gd name="T55" fmla="*/ 39 h 45"/>
                <a:gd name="T56" fmla="*/ 16 w 24"/>
                <a:gd name="T5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45">
                  <a:moveTo>
                    <a:pt x="16" y="10"/>
                  </a:move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0"/>
                  </a:lnTo>
                  <a:lnTo>
                    <a:pt x="14" y="41"/>
                  </a:lnTo>
                  <a:lnTo>
                    <a:pt x="14" y="42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18" y="45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3" name="îsḻíḓe">
              <a:extLst>
                <a:ext uri="{FF2B5EF4-FFF2-40B4-BE49-F238E27FC236}">
                  <a16:creationId xmlns:a16="http://schemas.microsoft.com/office/drawing/2014/main" id="{39CD73FB-06EB-4DA0-B0A3-5A0BD0851E64}"/>
                </a:ext>
              </a:extLst>
            </p:cNvPr>
            <p:cNvSpPr/>
            <p:nvPr/>
          </p:nvSpPr>
          <p:spPr bwMode="auto">
            <a:xfrm>
              <a:off x="2797176" y="3963988"/>
              <a:ext cx="36513" cy="71438"/>
            </a:xfrm>
            <a:custGeom>
              <a:avLst/>
              <a:gdLst>
                <a:gd name="T0" fmla="*/ 1 w 23"/>
                <a:gd name="T1" fmla="*/ 45 h 45"/>
                <a:gd name="T2" fmla="*/ 6 w 23"/>
                <a:gd name="T3" fmla="*/ 42 h 45"/>
                <a:gd name="T4" fmla="*/ 10 w 23"/>
                <a:gd name="T5" fmla="*/ 39 h 45"/>
                <a:gd name="T6" fmla="*/ 14 w 23"/>
                <a:gd name="T7" fmla="*/ 33 h 45"/>
                <a:gd name="T8" fmla="*/ 16 w 23"/>
                <a:gd name="T9" fmla="*/ 25 h 45"/>
                <a:gd name="T10" fmla="*/ 12 w 23"/>
                <a:gd name="T11" fmla="*/ 28 h 45"/>
                <a:gd name="T12" fmla="*/ 11 w 23"/>
                <a:gd name="T13" fmla="*/ 29 h 45"/>
                <a:gd name="T14" fmla="*/ 8 w 23"/>
                <a:gd name="T15" fmla="*/ 29 h 45"/>
                <a:gd name="T16" fmla="*/ 5 w 23"/>
                <a:gd name="T17" fmla="*/ 27 h 45"/>
                <a:gd name="T18" fmla="*/ 3 w 23"/>
                <a:gd name="T19" fmla="*/ 24 h 45"/>
                <a:gd name="T20" fmla="*/ 1 w 23"/>
                <a:gd name="T21" fmla="*/ 20 h 45"/>
                <a:gd name="T22" fmla="*/ 0 w 23"/>
                <a:gd name="T23" fmla="*/ 14 h 45"/>
                <a:gd name="T24" fmla="*/ 1 w 23"/>
                <a:gd name="T25" fmla="*/ 9 h 45"/>
                <a:gd name="T26" fmla="*/ 4 w 23"/>
                <a:gd name="T27" fmla="*/ 5 h 45"/>
                <a:gd name="T28" fmla="*/ 5 w 23"/>
                <a:gd name="T29" fmla="*/ 2 h 45"/>
                <a:gd name="T30" fmla="*/ 8 w 23"/>
                <a:gd name="T31" fmla="*/ 1 h 45"/>
                <a:gd name="T32" fmla="*/ 12 w 23"/>
                <a:gd name="T33" fmla="*/ 0 h 45"/>
                <a:gd name="T34" fmla="*/ 14 w 23"/>
                <a:gd name="T35" fmla="*/ 0 h 45"/>
                <a:gd name="T36" fmla="*/ 16 w 23"/>
                <a:gd name="T37" fmla="*/ 1 h 45"/>
                <a:gd name="T38" fmla="*/ 20 w 23"/>
                <a:gd name="T39" fmla="*/ 6 h 45"/>
                <a:gd name="T40" fmla="*/ 23 w 23"/>
                <a:gd name="T41" fmla="*/ 13 h 45"/>
                <a:gd name="T42" fmla="*/ 23 w 23"/>
                <a:gd name="T43" fmla="*/ 21 h 45"/>
                <a:gd name="T44" fmla="*/ 22 w 23"/>
                <a:gd name="T45" fmla="*/ 29 h 45"/>
                <a:gd name="T46" fmla="*/ 20 w 23"/>
                <a:gd name="T47" fmla="*/ 33 h 45"/>
                <a:gd name="T48" fmla="*/ 18 w 23"/>
                <a:gd name="T49" fmla="*/ 37 h 45"/>
                <a:gd name="T50" fmla="*/ 15 w 23"/>
                <a:gd name="T51" fmla="*/ 40 h 45"/>
                <a:gd name="T52" fmla="*/ 11 w 23"/>
                <a:gd name="T53" fmla="*/ 42 h 45"/>
                <a:gd name="T54" fmla="*/ 7 w 23"/>
                <a:gd name="T55" fmla="*/ 45 h 45"/>
                <a:gd name="T56" fmla="*/ 1 w 23"/>
                <a:gd name="T57" fmla="*/ 45 h 45"/>
                <a:gd name="T58" fmla="*/ 16 w 23"/>
                <a:gd name="T59" fmla="*/ 7 h 45"/>
                <a:gd name="T60" fmla="*/ 13 w 23"/>
                <a:gd name="T61" fmla="*/ 4 h 45"/>
                <a:gd name="T62" fmla="*/ 12 w 23"/>
                <a:gd name="T63" fmla="*/ 3 h 45"/>
                <a:gd name="T64" fmla="*/ 9 w 23"/>
                <a:gd name="T65" fmla="*/ 3 h 45"/>
                <a:gd name="T66" fmla="*/ 8 w 23"/>
                <a:gd name="T67" fmla="*/ 4 h 45"/>
                <a:gd name="T68" fmla="*/ 6 w 23"/>
                <a:gd name="T69" fmla="*/ 5 h 45"/>
                <a:gd name="T70" fmla="*/ 5 w 23"/>
                <a:gd name="T71" fmla="*/ 9 h 45"/>
                <a:gd name="T72" fmla="*/ 5 w 23"/>
                <a:gd name="T73" fmla="*/ 13 h 45"/>
                <a:gd name="T74" fmla="*/ 5 w 23"/>
                <a:gd name="T75" fmla="*/ 21 h 45"/>
                <a:gd name="T76" fmla="*/ 7 w 23"/>
                <a:gd name="T77" fmla="*/ 25 h 45"/>
                <a:gd name="T78" fmla="*/ 8 w 23"/>
                <a:gd name="T79" fmla="*/ 25 h 45"/>
                <a:gd name="T80" fmla="*/ 11 w 23"/>
                <a:gd name="T81" fmla="*/ 25 h 45"/>
                <a:gd name="T82" fmla="*/ 15 w 23"/>
                <a:gd name="T83" fmla="*/ 24 h 45"/>
                <a:gd name="T84" fmla="*/ 16 w 23"/>
                <a:gd name="T85" fmla="*/ 23 h 45"/>
                <a:gd name="T86" fmla="*/ 17 w 23"/>
                <a:gd name="T87" fmla="*/ 21 h 45"/>
                <a:gd name="T88" fmla="*/ 18 w 23"/>
                <a:gd name="T89" fmla="*/ 16 h 45"/>
                <a:gd name="T90" fmla="*/ 17 w 23"/>
                <a:gd name="T91" fmla="*/ 11 h 45"/>
                <a:gd name="T92" fmla="*/ 16 w 23"/>
                <a:gd name="T9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45">
                  <a:moveTo>
                    <a:pt x="1" y="45"/>
                  </a:moveTo>
                  <a:lnTo>
                    <a:pt x="1" y="45"/>
                  </a:lnTo>
                  <a:lnTo>
                    <a:pt x="4" y="44"/>
                  </a:lnTo>
                  <a:lnTo>
                    <a:pt x="6" y="42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2" y="36"/>
                  </a:lnTo>
                  <a:lnTo>
                    <a:pt x="14" y="33"/>
                  </a:lnTo>
                  <a:lnTo>
                    <a:pt x="16" y="29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9" y="4"/>
                  </a:lnTo>
                  <a:lnTo>
                    <a:pt x="20" y="6"/>
                  </a:lnTo>
                  <a:lnTo>
                    <a:pt x="22" y="9"/>
                  </a:lnTo>
                  <a:lnTo>
                    <a:pt x="23" y="13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23" y="25"/>
                  </a:lnTo>
                  <a:lnTo>
                    <a:pt x="22" y="29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19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8" y="44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1" y="45"/>
                  </a:lnTo>
                  <a:lnTo>
                    <a:pt x="1" y="45"/>
                  </a:lnTo>
                  <a:close/>
                  <a:moveTo>
                    <a:pt x="16" y="7"/>
                  </a:moveTo>
                  <a:lnTo>
                    <a:pt x="15" y="5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8" y="16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16" y="9"/>
                  </a:lnTo>
                  <a:lnTo>
                    <a:pt x="1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4" name="í$1îḍê">
              <a:extLst>
                <a:ext uri="{FF2B5EF4-FFF2-40B4-BE49-F238E27FC236}">
                  <a16:creationId xmlns:a16="http://schemas.microsoft.com/office/drawing/2014/main" id="{C7FBE27B-9F43-4F0E-A336-C012459C75BD}"/>
                </a:ext>
              </a:extLst>
            </p:cNvPr>
            <p:cNvSpPr/>
            <p:nvPr/>
          </p:nvSpPr>
          <p:spPr bwMode="auto">
            <a:xfrm>
              <a:off x="2874963" y="3962401"/>
              <a:ext cx="34925" cy="74613"/>
            </a:xfrm>
            <a:custGeom>
              <a:avLst/>
              <a:gdLst>
                <a:gd name="T0" fmla="*/ 0 w 22"/>
                <a:gd name="T1" fmla="*/ 10 h 47"/>
                <a:gd name="T2" fmla="*/ 1 w 22"/>
                <a:gd name="T3" fmla="*/ 6 h 47"/>
                <a:gd name="T4" fmla="*/ 4 w 22"/>
                <a:gd name="T5" fmla="*/ 2 h 47"/>
                <a:gd name="T6" fmla="*/ 8 w 22"/>
                <a:gd name="T7" fmla="*/ 1 h 47"/>
                <a:gd name="T8" fmla="*/ 12 w 22"/>
                <a:gd name="T9" fmla="*/ 1 h 47"/>
                <a:gd name="T10" fmla="*/ 16 w 22"/>
                <a:gd name="T11" fmla="*/ 2 h 47"/>
                <a:gd name="T12" fmla="*/ 18 w 22"/>
                <a:gd name="T13" fmla="*/ 6 h 47"/>
                <a:gd name="T14" fmla="*/ 20 w 22"/>
                <a:gd name="T15" fmla="*/ 10 h 47"/>
                <a:gd name="T16" fmla="*/ 19 w 22"/>
                <a:gd name="T17" fmla="*/ 14 h 47"/>
                <a:gd name="T18" fmla="*/ 16 w 22"/>
                <a:gd name="T19" fmla="*/ 18 h 47"/>
                <a:gd name="T20" fmla="*/ 15 w 22"/>
                <a:gd name="T21" fmla="*/ 22 h 47"/>
                <a:gd name="T22" fmla="*/ 17 w 22"/>
                <a:gd name="T23" fmla="*/ 24 h 47"/>
                <a:gd name="T24" fmla="*/ 20 w 22"/>
                <a:gd name="T25" fmla="*/ 26 h 47"/>
                <a:gd name="T26" fmla="*/ 21 w 22"/>
                <a:gd name="T27" fmla="*/ 29 h 47"/>
                <a:gd name="T28" fmla="*/ 22 w 22"/>
                <a:gd name="T29" fmla="*/ 33 h 47"/>
                <a:gd name="T30" fmla="*/ 21 w 22"/>
                <a:gd name="T31" fmla="*/ 38 h 47"/>
                <a:gd name="T32" fmla="*/ 18 w 22"/>
                <a:gd name="T33" fmla="*/ 42 h 47"/>
                <a:gd name="T34" fmla="*/ 14 w 22"/>
                <a:gd name="T35" fmla="*/ 46 h 47"/>
                <a:gd name="T36" fmla="*/ 10 w 22"/>
                <a:gd name="T37" fmla="*/ 47 h 47"/>
                <a:gd name="T38" fmla="*/ 6 w 22"/>
                <a:gd name="T39" fmla="*/ 47 h 47"/>
                <a:gd name="T40" fmla="*/ 4 w 22"/>
                <a:gd name="T41" fmla="*/ 46 h 47"/>
                <a:gd name="T42" fmla="*/ 1 w 22"/>
                <a:gd name="T43" fmla="*/ 45 h 47"/>
                <a:gd name="T44" fmla="*/ 0 w 22"/>
                <a:gd name="T45" fmla="*/ 42 h 47"/>
                <a:gd name="T46" fmla="*/ 1 w 22"/>
                <a:gd name="T47" fmla="*/ 40 h 47"/>
                <a:gd name="T48" fmla="*/ 4 w 22"/>
                <a:gd name="T49" fmla="*/ 39 h 47"/>
                <a:gd name="T50" fmla="*/ 5 w 22"/>
                <a:gd name="T51" fmla="*/ 40 h 47"/>
                <a:gd name="T52" fmla="*/ 7 w 22"/>
                <a:gd name="T53" fmla="*/ 42 h 47"/>
                <a:gd name="T54" fmla="*/ 9 w 22"/>
                <a:gd name="T55" fmla="*/ 43 h 47"/>
                <a:gd name="T56" fmla="*/ 12 w 22"/>
                <a:gd name="T57" fmla="*/ 42 h 47"/>
                <a:gd name="T58" fmla="*/ 14 w 22"/>
                <a:gd name="T59" fmla="*/ 41 h 47"/>
                <a:gd name="T60" fmla="*/ 16 w 22"/>
                <a:gd name="T61" fmla="*/ 38 h 47"/>
                <a:gd name="T62" fmla="*/ 17 w 22"/>
                <a:gd name="T63" fmla="*/ 36 h 47"/>
                <a:gd name="T64" fmla="*/ 17 w 22"/>
                <a:gd name="T65" fmla="*/ 34 h 47"/>
                <a:gd name="T66" fmla="*/ 17 w 22"/>
                <a:gd name="T67" fmla="*/ 30 h 47"/>
                <a:gd name="T68" fmla="*/ 16 w 22"/>
                <a:gd name="T69" fmla="*/ 28 h 47"/>
                <a:gd name="T70" fmla="*/ 13 w 22"/>
                <a:gd name="T71" fmla="*/ 26 h 47"/>
                <a:gd name="T72" fmla="*/ 9 w 22"/>
                <a:gd name="T73" fmla="*/ 24 h 47"/>
                <a:gd name="T74" fmla="*/ 6 w 22"/>
                <a:gd name="T75" fmla="*/ 22 h 47"/>
                <a:gd name="T76" fmla="*/ 9 w 22"/>
                <a:gd name="T77" fmla="*/ 22 h 47"/>
                <a:gd name="T78" fmla="*/ 12 w 22"/>
                <a:gd name="T79" fmla="*/ 19 h 47"/>
                <a:gd name="T80" fmla="*/ 14 w 22"/>
                <a:gd name="T81" fmla="*/ 16 h 47"/>
                <a:gd name="T82" fmla="*/ 14 w 22"/>
                <a:gd name="T83" fmla="*/ 13 h 47"/>
                <a:gd name="T84" fmla="*/ 14 w 22"/>
                <a:gd name="T85" fmla="*/ 9 h 47"/>
                <a:gd name="T86" fmla="*/ 12 w 22"/>
                <a:gd name="T87" fmla="*/ 6 h 47"/>
                <a:gd name="T88" fmla="*/ 11 w 22"/>
                <a:gd name="T89" fmla="*/ 6 h 47"/>
                <a:gd name="T90" fmla="*/ 8 w 22"/>
                <a:gd name="T91" fmla="*/ 5 h 47"/>
                <a:gd name="T92" fmla="*/ 6 w 22"/>
                <a:gd name="T93" fmla="*/ 6 h 47"/>
                <a:gd name="T94" fmla="*/ 4 w 22"/>
                <a:gd name="T95" fmla="*/ 6 h 47"/>
                <a:gd name="T96" fmla="*/ 3 w 22"/>
                <a:gd name="T97" fmla="*/ 8 h 47"/>
                <a:gd name="T98" fmla="*/ 2 w 22"/>
                <a:gd name="T9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47">
                  <a:moveTo>
                    <a:pt x="0" y="11"/>
                  </a:moveTo>
                  <a:lnTo>
                    <a:pt x="0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5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8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9" y="14"/>
                  </a:lnTo>
                  <a:lnTo>
                    <a:pt x="17" y="17"/>
                  </a:lnTo>
                  <a:lnTo>
                    <a:pt x="16" y="18"/>
                  </a:lnTo>
                  <a:lnTo>
                    <a:pt x="13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1" y="38"/>
                  </a:lnTo>
                  <a:lnTo>
                    <a:pt x="20" y="40"/>
                  </a:lnTo>
                  <a:lnTo>
                    <a:pt x="18" y="42"/>
                  </a:lnTo>
                  <a:lnTo>
                    <a:pt x="16" y="44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10" y="47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1" y="45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5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8" y="43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4" y="41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6" y="29"/>
                  </a:lnTo>
                  <a:lnTo>
                    <a:pt x="16" y="28"/>
                  </a:lnTo>
                  <a:lnTo>
                    <a:pt x="15" y="26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9" y="22"/>
                  </a:lnTo>
                  <a:lnTo>
                    <a:pt x="10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</p:grp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7FECE5E-8BF0-4012-A6D4-58340D4A24BC}"/>
              </a:ext>
            </a:extLst>
          </p:cNvPr>
          <p:cNvCxnSpPr/>
          <p:nvPr/>
        </p:nvCxnSpPr>
        <p:spPr>
          <a:xfrm flipV="1">
            <a:off x="4512310" y="4091940"/>
            <a:ext cx="6094095" cy="4445"/>
          </a:xfrm>
          <a:prstGeom prst="line">
            <a:avLst/>
          </a:prstGeom>
          <a:ln>
            <a:solidFill>
              <a:srgbClr val="0A19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4C5AC8-A62D-C8CF-AB06-DBC65D294C73}"/>
              </a:ext>
            </a:extLst>
          </p:cNvPr>
          <p:cNvSpPr/>
          <p:nvPr/>
        </p:nvSpPr>
        <p:spPr>
          <a:xfrm>
            <a:off x="9671073" y="6069301"/>
            <a:ext cx="197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 月 日</a:t>
            </a:r>
          </a:p>
        </p:txBody>
      </p:sp>
    </p:spTree>
    <p:extLst>
      <p:ext uri="{BB962C8B-B14F-4D97-AF65-F5344CB8AC3E}">
        <p14:creationId xmlns:p14="http://schemas.microsoft.com/office/powerpoint/2010/main" val="116398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3821</TotalTime>
  <Words>4869</Words>
  <Application>Microsoft Office PowerPoint</Application>
  <PresentationFormat>宽屏</PresentationFormat>
  <Paragraphs>367</Paragraphs>
  <Slides>15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模板二</dc:title>
  <dc:creator/>
  <cp:lastModifiedBy/>
  <cp:revision>309</cp:revision>
  <dcterms:created xsi:type="dcterms:W3CDTF">2016-07-01T08:08:00Z</dcterms:created>
  <dcterms:modified xsi:type="dcterms:W3CDTF">2024-09-26T15:25:59Z</dcterms:modified>
</cp:coreProperties>
</file>